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286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光暈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79001" y="3818534"/>
            <a:ext cx="555955" cy="555955"/>
            <a:chOff x="2879001" y="3818534"/>
            <a:chExt cx="555955" cy="555955"/>
          </a:xfrm>
        </p:grpSpPr>
        <p:sp>
          <p:nvSpPr>
            <p:cNvPr id="92" name="外圈細環"/>
            <p:cNvSpPr/>
            <p:nvPr/>
          </p:nvSpPr>
          <p:spPr>
            <a:xfrm>
              <a:off x="2879001" y="3818534"/>
              <a:ext cx="555955" cy="55595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30480">
              <a:solidFill>
                <a:srgbClr val="D9D9D9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ellipse">
              <a:avLst/>
            </a:prstGeom>
            <a:solidFill>
              <a:srgbClr val="2E75B6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1F4E79"/>
            </a:solidFill>
            <a:ln w="17780">
              <a:solidFill>
                <a:srgbClr val="FFFFFF"/>
              </a:solidFill>
              <a:prstDash val="solid"/>
            </a:ln>
            <a:effectLst>
              <a:outerShdw blurRad="39624" dist="14097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22387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081504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40620" y="138988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6327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22387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081504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5526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40620" y="3233318"/>
            <a:ext cx="1973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63270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04687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118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46103" y="13898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63270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1F4E7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04687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4063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46103" y="3218688"/>
            <a:ext cx="266834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5240">
              <a:solidFill>
                <a:srgbClr val="1F4E7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33" y="142076"/>
                  <a:pt x="89648" y="139559"/>
                </a:cubicBezTo>
                <a:cubicBezTo>
                  <a:pt x="99955" y="137043"/>
                  <a:pt x="110306" y="135792"/>
                  <a:pt x="120701" y="135792"/>
                </a:cubicBezTo>
                <a:cubicBezTo>
                  <a:pt x="131096" y="135792"/>
                  <a:pt x="141403" y="137087"/>
                  <a:pt x="151629" y="139684"/>
                </a:cubicBezTo>
                <a:cubicBezTo>
                  <a:pt x="161856" y="142288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698" y="193831"/>
                  <a:pt x="196764" y="196764"/>
                </a:cubicBezTo>
                <a:cubicBezTo>
                  <a:pt x="193831" y="199698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571" y="199698"/>
                  <a:pt x="44637" y="196764"/>
                </a:cubicBezTo>
                <a:cubicBezTo>
                  <a:pt x="41704" y="193831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287" y="172295"/>
                  <a:pt x="183692" y="169859"/>
                </a:cubicBezTo>
                <a:cubicBezTo>
                  <a:pt x="182097" y="167430"/>
                  <a:pt x="180129" y="165631"/>
                  <a:pt x="177781" y="164453"/>
                </a:cubicBezTo>
                <a:cubicBezTo>
                  <a:pt x="167050" y="159259"/>
                  <a:pt x="157248" y="155697"/>
                  <a:pt x="148360" y="153766"/>
                </a:cubicBezTo>
                <a:cubicBezTo>
                  <a:pt x="139479" y="151842"/>
                  <a:pt x="130254" y="150876"/>
                  <a:pt x="120701" y="150876"/>
                </a:cubicBezTo>
                <a:cubicBezTo>
                  <a:pt x="111147" y="150876"/>
                  <a:pt x="101842" y="151842"/>
                  <a:pt x="92786" y="153766"/>
                </a:cubicBezTo>
                <a:cubicBezTo>
                  <a:pt x="83737" y="155697"/>
                  <a:pt x="73927" y="159259"/>
                  <a:pt x="63372" y="164453"/>
                </a:cubicBezTo>
                <a:cubicBezTo>
                  <a:pt x="61023" y="165631"/>
                  <a:pt x="59092" y="167430"/>
                  <a:pt x="57585" y="169859"/>
                </a:cubicBezTo>
                <a:cubicBezTo>
                  <a:pt x="56078" y="172295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6919" y="98953"/>
                </a:moveTo>
                <a:cubicBezTo>
                  <a:pt x="141198" y="94673"/>
                  <a:pt x="143334" y="89267"/>
                  <a:pt x="143334" y="82728"/>
                </a:cubicBezTo>
                <a:cubicBezTo>
                  <a:pt x="143334" y="76195"/>
                  <a:pt x="141198" y="70789"/>
                  <a:pt x="136919" y="66510"/>
                </a:cubicBezTo>
                <a:cubicBezTo>
                  <a:pt x="132647" y="62238"/>
                  <a:pt x="127241" y="60102"/>
                  <a:pt x="120701" y="60102"/>
                </a:cubicBezTo>
                <a:cubicBezTo>
                  <a:pt x="114161" y="60102"/>
                  <a:pt x="108755" y="62238"/>
                  <a:pt x="104483" y="66510"/>
                </a:cubicBezTo>
                <a:cubicBezTo>
                  <a:pt x="100204" y="70789"/>
                  <a:pt x="98068" y="76195"/>
                  <a:pt x="98068" y="82728"/>
                </a:cubicBezTo>
                <a:cubicBezTo>
                  <a:pt x="98068" y="89267"/>
                  <a:pt x="100204" y="94673"/>
                  <a:pt x="104483" y="98953"/>
                </a:cubicBezTo>
                <a:cubicBezTo>
                  <a:pt x="108755" y="103225"/>
                  <a:pt x="114161" y="105361"/>
                  <a:pt x="120701" y="105361"/>
                </a:cubicBezTo>
                <a:cubicBezTo>
                  <a:pt x="127241" y="105361"/>
                  <a:pt x="132647" y="103225"/>
                  <a:pt x="136919" y="98953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40"/>
                  <a:pt x="14082" y="161564"/>
                </a:cubicBezTo>
                <a:cubicBezTo>
                  <a:pt x="17103" y="156787"/>
                  <a:pt x="21287" y="153224"/>
                  <a:pt x="26657" y="150876"/>
                </a:cubicBezTo>
                <a:cubicBezTo>
                  <a:pt x="38895" y="145514"/>
                  <a:pt x="49912" y="141659"/>
                  <a:pt x="59721" y="139311"/>
                </a:cubicBezTo>
                <a:cubicBezTo>
                  <a:pt x="69531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34" y="156787"/>
                  <a:pt x="165836" y="161564"/>
                </a:cubicBezTo>
                <a:cubicBezTo>
                  <a:pt x="168937" y="166340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25" y="193831"/>
                  <a:pt x="166092" y="196764"/>
                </a:cubicBezTo>
                <a:cubicBezTo>
                  <a:pt x="163158" y="199698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891" y="199698"/>
                  <a:pt x="13957" y="196764"/>
                </a:cubicBezTo>
                <a:cubicBezTo>
                  <a:pt x="11024" y="193831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692" y="196179"/>
                  <a:pt x="184445" y="193750"/>
                </a:cubicBezTo>
                <a:cubicBezTo>
                  <a:pt x="185199" y="191322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462"/>
                  <a:pt x="178286" y="152010"/>
                </a:cubicBezTo>
                <a:cubicBezTo>
                  <a:pt x="173421" y="145551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378" y="193831"/>
                  <a:pt x="227444" y="196764"/>
                </a:cubicBezTo>
                <a:cubicBezTo>
                  <a:pt x="224511" y="199698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30" y="120320"/>
                  <a:pt x="136670" y="120072"/>
                </a:cubicBezTo>
                <a:cubicBezTo>
                  <a:pt x="134402" y="119823"/>
                  <a:pt x="132354" y="119362"/>
                  <a:pt x="130510" y="118689"/>
                </a:cubicBezTo>
                <a:cubicBezTo>
                  <a:pt x="134534" y="114498"/>
                  <a:pt x="137592" y="109340"/>
                  <a:pt x="139684" y="103225"/>
                </a:cubicBezTo>
                <a:cubicBezTo>
                  <a:pt x="141783" y="97102"/>
                  <a:pt x="142829" y="90277"/>
                  <a:pt x="142829" y="82728"/>
                </a:cubicBezTo>
                <a:cubicBezTo>
                  <a:pt x="142829" y="75186"/>
                  <a:pt x="141783" y="68521"/>
                  <a:pt x="139684" y="62742"/>
                </a:cubicBezTo>
                <a:cubicBezTo>
                  <a:pt x="137592" y="56956"/>
                  <a:pt x="134534" y="51631"/>
                  <a:pt x="130510" y="46773"/>
                </a:cubicBezTo>
                <a:cubicBezTo>
                  <a:pt x="132354" y="46269"/>
                  <a:pt x="134402" y="45852"/>
                  <a:pt x="136670" y="45515"/>
                </a:cubicBezTo>
                <a:cubicBezTo>
                  <a:pt x="138930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07" y="172251"/>
                  <a:pt x="153012" y="169735"/>
                </a:cubicBezTo>
                <a:cubicBezTo>
                  <a:pt x="151417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43" y="151798"/>
                  <a:pt x="63240" y="153641"/>
                </a:cubicBezTo>
                <a:cubicBezTo>
                  <a:pt x="54944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239" y="98953"/>
                </a:moveTo>
                <a:cubicBezTo>
                  <a:pt x="110518" y="94673"/>
                  <a:pt x="112654" y="89267"/>
                  <a:pt x="112654" y="82728"/>
                </a:cubicBezTo>
                <a:cubicBezTo>
                  <a:pt x="112654" y="76195"/>
                  <a:pt x="110518" y="70789"/>
                  <a:pt x="106239" y="66510"/>
                </a:cubicBezTo>
                <a:cubicBezTo>
                  <a:pt x="101967" y="62238"/>
                  <a:pt x="96561" y="60102"/>
                  <a:pt x="90021" y="60102"/>
                </a:cubicBezTo>
                <a:cubicBezTo>
                  <a:pt x="83488" y="60102"/>
                  <a:pt x="78075" y="62238"/>
                  <a:pt x="73803" y="66510"/>
                </a:cubicBezTo>
                <a:cubicBezTo>
                  <a:pt x="69531" y="70789"/>
                  <a:pt x="67395" y="76195"/>
                  <a:pt x="67395" y="82728"/>
                </a:cubicBezTo>
                <a:cubicBezTo>
                  <a:pt x="67395" y="89267"/>
                  <a:pt x="69531" y="94673"/>
                  <a:pt x="73803" y="98953"/>
                </a:cubicBezTo>
                <a:cubicBezTo>
                  <a:pt x="78075" y="103225"/>
                  <a:pt x="83488" y="105361"/>
                  <a:pt x="90021" y="105361"/>
                </a:cubicBezTo>
                <a:cubicBezTo>
                  <a:pt x="96561" y="105361"/>
                  <a:pt x="101967" y="103225"/>
                  <a:pt x="106239" y="98953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99" y="181051"/>
                  <a:pt x="3606" y="180327"/>
                  <a:pt x="2165" y="178886"/>
                </a:cubicBezTo>
                <a:cubicBezTo>
                  <a:pt x="724" y="177430"/>
                  <a:pt x="0" y="175638"/>
                  <a:pt x="0" y="173509"/>
                </a:cubicBezTo>
                <a:lnTo>
                  <a:pt x="0" y="167723"/>
                </a:lnTo>
                <a:cubicBezTo>
                  <a:pt x="0" y="161256"/>
                  <a:pt x="3482" y="155989"/>
                  <a:pt x="10439" y="151929"/>
                </a:cubicBezTo>
                <a:cubicBezTo>
                  <a:pt x="17396" y="147877"/>
                  <a:pt x="26518" y="145850"/>
                  <a:pt x="37820" y="145850"/>
                </a:cubicBezTo>
                <a:cubicBezTo>
                  <a:pt x="39868" y="145850"/>
                  <a:pt x="41828" y="145887"/>
                  <a:pt x="43701" y="145975"/>
                </a:cubicBezTo>
                <a:cubicBezTo>
                  <a:pt x="45581" y="146055"/>
                  <a:pt x="47439" y="146231"/>
                  <a:pt x="49290" y="146502"/>
                </a:cubicBezTo>
                <a:cubicBezTo>
                  <a:pt x="47944" y="149420"/>
                  <a:pt x="46942" y="152368"/>
                  <a:pt x="46269" y="155353"/>
                </a:cubicBezTo>
                <a:cubicBezTo>
                  <a:pt x="45596" y="158338"/>
                  <a:pt x="45266" y="161454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49" y="181051"/>
                  <a:pt x="63957" y="180327"/>
                  <a:pt x="62516" y="178886"/>
                </a:cubicBezTo>
                <a:cubicBezTo>
                  <a:pt x="61075" y="177430"/>
                  <a:pt x="60350" y="175638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21" y="154439"/>
                  <a:pt x="64754" y="149998"/>
                </a:cubicBezTo>
                <a:cubicBezTo>
                  <a:pt x="67688" y="145551"/>
                  <a:pt x="71835" y="141659"/>
                  <a:pt x="77197" y="138301"/>
                </a:cubicBezTo>
                <a:cubicBezTo>
                  <a:pt x="82559" y="134951"/>
                  <a:pt x="88975" y="132434"/>
                  <a:pt x="96436" y="130759"/>
                </a:cubicBezTo>
                <a:cubicBezTo>
                  <a:pt x="103898" y="129084"/>
                  <a:pt x="111981" y="128243"/>
                  <a:pt x="120701" y="128243"/>
                </a:cubicBezTo>
                <a:cubicBezTo>
                  <a:pt x="129589" y="128243"/>
                  <a:pt x="137760" y="129084"/>
                  <a:pt x="145221" y="130759"/>
                </a:cubicBezTo>
                <a:cubicBezTo>
                  <a:pt x="152676" y="132434"/>
                  <a:pt x="159091" y="134951"/>
                  <a:pt x="164453" y="138301"/>
                </a:cubicBezTo>
                <a:cubicBezTo>
                  <a:pt x="169822" y="141659"/>
                  <a:pt x="173926" y="145551"/>
                  <a:pt x="176779" y="149998"/>
                </a:cubicBezTo>
                <a:cubicBezTo>
                  <a:pt x="179625" y="154439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53"/>
                  <a:pt x="180327" y="177445"/>
                  <a:pt x="178886" y="178886"/>
                </a:cubicBezTo>
                <a:cubicBezTo>
                  <a:pt x="177445" y="180327"/>
                  <a:pt x="175653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73"/>
                  <a:pt x="195843" y="158235"/>
                  <a:pt x="195257" y="155302"/>
                </a:cubicBezTo>
                <a:cubicBezTo>
                  <a:pt x="194672" y="152368"/>
                  <a:pt x="193706" y="149442"/>
                  <a:pt x="192368" y="146523"/>
                </a:cubicBezTo>
                <a:cubicBezTo>
                  <a:pt x="194211" y="146238"/>
                  <a:pt x="196069" y="146055"/>
                  <a:pt x="197949" y="145975"/>
                </a:cubicBezTo>
                <a:cubicBezTo>
                  <a:pt x="199829" y="145887"/>
                  <a:pt x="201739" y="145850"/>
                  <a:pt x="203684" y="145850"/>
                </a:cubicBezTo>
                <a:cubicBezTo>
                  <a:pt x="215001" y="145850"/>
                  <a:pt x="224116" y="147840"/>
                  <a:pt x="231043" y="151834"/>
                </a:cubicBezTo>
                <a:cubicBezTo>
                  <a:pt x="237963" y="155821"/>
                  <a:pt x="241416" y="161117"/>
                  <a:pt x="241402" y="167723"/>
                </a:cubicBezTo>
                <a:lnTo>
                  <a:pt x="241402" y="173509"/>
                </a:lnTo>
                <a:cubicBezTo>
                  <a:pt x="241402" y="175653"/>
                  <a:pt x="240677" y="177445"/>
                  <a:pt x="239236" y="178886"/>
                </a:cubicBezTo>
                <a:cubicBezTo>
                  <a:pt x="237795" y="180327"/>
                  <a:pt x="236003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32" y="153180"/>
                  <a:pt x="153268" y="149245"/>
                </a:cubicBezTo>
                <a:cubicBezTo>
                  <a:pt x="144797" y="145302"/>
                  <a:pt x="133941" y="143334"/>
                  <a:pt x="120701" y="143334"/>
                </a:cubicBezTo>
                <a:cubicBezTo>
                  <a:pt x="107460" y="143334"/>
                  <a:pt x="96605" y="145302"/>
                  <a:pt x="88134" y="149245"/>
                </a:cubicBezTo>
                <a:cubicBezTo>
                  <a:pt x="79670" y="153180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622" y="138301"/>
                </a:moveTo>
                <a:cubicBezTo>
                  <a:pt x="32823" y="138301"/>
                  <a:pt x="28705" y="136575"/>
                  <a:pt x="25274" y="133122"/>
                </a:cubicBezTo>
                <a:cubicBezTo>
                  <a:pt x="21836" y="129684"/>
                  <a:pt x="20117" y="125543"/>
                  <a:pt x="20117" y="120701"/>
                </a:cubicBezTo>
                <a:cubicBezTo>
                  <a:pt x="20117" y="115836"/>
                  <a:pt x="21843" y="111688"/>
                  <a:pt x="25296" y="108250"/>
                </a:cubicBezTo>
                <a:cubicBezTo>
                  <a:pt x="28734" y="104820"/>
                  <a:pt x="32875" y="103100"/>
                  <a:pt x="37717" y="103100"/>
                </a:cubicBezTo>
                <a:cubicBezTo>
                  <a:pt x="42582" y="103100"/>
                  <a:pt x="46729" y="104820"/>
                  <a:pt x="50168" y="108250"/>
                </a:cubicBezTo>
                <a:cubicBezTo>
                  <a:pt x="53606" y="111688"/>
                  <a:pt x="55325" y="115873"/>
                  <a:pt x="55325" y="120803"/>
                </a:cubicBezTo>
                <a:cubicBezTo>
                  <a:pt x="55325" y="125595"/>
                  <a:pt x="53606" y="129713"/>
                  <a:pt x="50168" y="133151"/>
                </a:cubicBezTo>
                <a:cubicBezTo>
                  <a:pt x="46729" y="136582"/>
                  <a:pt x="42545" y="138301"/>
                  <a:pt x="37622" y="138301"/>
                </a:cubicBezTo>
                <a:close/>
                <a:moveTo>
                  <a:pt x="203582" y="138301"/>
                </a:moveTo>
                <a:cubicBezTo>
                  <a:pt x="198791" y="138301"/>
                  <a:pt x="194672" y="136575"/>
                  <a:pt x="191234" y="133122"/>
                </a:cubicBezTo>
                <a:cubicBezTo>
                  <a:pt x="187796" y="129684"/>
                  <a:pt x="186084" y="125543"/>
                  <a:pt x="186084" y="120701"/>
                </a:cubicBezTo>
                <a:cubicBezTo>
                  <a:pt x="186084" y="115836"/>
                  <a:pt x="187810" y="111688"/>
                  <a:pt x="191263" y="108250"/>
                </a:cubicBezTo>
                <a:cubicBezTo>
                  <a:pt x="194694" y="104820"/>
                  <a:pt x="198834" y="103100"/>
                  <a:pt x="203684" y="103100"/>
                </a:cubicBezTo>
                <a:cubicBezTo>
                  <a:pt x="208542" y="103100"/>
                  <a:pt x="212697" y="104820"/>
                  <a:pt x="216128" y="108250"/>
                </a:cubicBezTo>
                <a:cubicBezTo>
                  <a:pt x="219566" y="111688"/>
                  <a:pt x="221285" y="115873"/>
                  <a:pt x="221285" y="120803"/>
                </a:cubicBezTo>
                <a:cubicBezTo>
                  <a:pt x="221285" y="125595"/>
                  <a:pt x="219566" y="129713"/>
                  <a:pt x="216128" y="133151"/>
                </a:cubicBezTo>
                <a:cubicBezTo>
                  <a:pt x="212697" y="136582"/>
                  <a:pt x="208512" y="138301"/>
                  <a:pt x="203582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13"/>
                  <a:pt x="99326" y="69026"/>
                </a:cubicBezTo>
                <a:cubicBezTo>
                  <a:pt x="105193" y="63240"/>
                  <a:pt x="112318" y="60350"/>
                  <a:pt x="120701" y="60350"/>
                </a:cubicBezTo>
                <a:cubicBezTo>
                  <a:pt x="129252" y="60350"/>
                  <a:pt x="136414" y="63240"/>
                  <a:pt x="142200" y="69026"/>
                </a:cubicBezTo>
                <a:cubicBezTo>
                  <a:pt x="147986" y="74813"/>
                  <a:pt x="150876" y="81974"/>
                  <a:pt x="150876" y="90526"/>
                </a:cubicBezTo>
                <a:cubicBezTo>
                  <a:pt x="150876" y="98909"/>
                  <a:pt x="147986" y="106034"/>
                  <a:pt x="142200" y="111901"/>
                </a:cubicBezTo>
                <a:cubicBezTo>
                  <a:pt x="136414" y="117767"/>
                  <a:pt x="129252" y="120701"/>
                  <a:pt x="120701" y="120701"/>
                </a:cubicBezTo>
                <a:close/>
                <a:moveTo>
                  <a:pt x="120774" y="105617"/>
                </a:moveTo>
                <a:cubicBezTo>
                  <a:pt x="125083" y="105617"/>
                  <a:pt x="128667" y="104154"/>
                  <a:pt x="131513" y="101235"/>
                </a:cubicBezTo>
                <a:cubicBezTo>
                  <a:pt x="134366" y="98324"/>
                  <a:pt x="135792" y="94717"/>
                  <a:pt x="135792" y="90423"/>
                </a:cubicBezTo>
                <a:cubicBezTo>
                  <a:pt x="135792" y="86136"/>
                  <a:pt x="134358" y="82559"/>
                  <a:pt x="131491" y="79714"/>
                </a:cubicBezTo>
                <a:cubicBezTo>
                  <a:pt x="128623" y="76861"/>
                  <a:pt x="125061" y="75442"/>
                  <a:pt x="120803" y="75442"/>
                </a:cubicBezTo>
                <a:cubicBezTo>
                  <a:pt x="116546" y="75442"/>
                  <a:pt x="112947" y="76868"/>
                  <a:pt x="110013" y="79736"/>
                </a:cubicBezTo>
                <a:cubicBezTo>
                  <a:pt x="107080" y="82603"/>
                  <a:pt x="105617" y="86166"/>
                  <a:pt x="105617" y="90423"/>
                </a:cubicBezTo>
                <a:cubicBezTo>
                  <a:pt x="105617" y="94681"/>
                  <a:pt x="107073" y="98280"/>
                  <a:pt x="109991" y="101213"/>
                </a:cubicBezTo>
                <a:cubicBezTo>
                  <a:pt x="112903" y="104147"/>
                  <a:pt x="116509" y="105617"/>
                  <a:pt x="120803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88" y="179793"/>
                  <a:pt x="120533" y="178315"/>
                  <a:pt x="117585" y="175367"/>
                </a:cubicBezTo>
                <a:cubicBezTo>
                  <a:pt x="114629" y="172397"/>
                  <a:pt x="113159" y="168849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55"/>
                  <a:pt x="88294" y="102010"/>
                  <a:pt x="85346" y="104958"/>
                </a:cubicBezTo>
                <a:cubicBezTo>
                  <a:pt x="82398" y="107907"/>
                  <a:pt x="78843" y="109384"/>
                  <a:pt x="74681" y="109384"/>
                </a:cubicBezTo>
                <a:lnTo>
                  <a:pt x="35208" y="109384"/>
                </a:lnTo>
                <a:cubicBezTo>
                  <a:pt x="31046" y="109384"/>
                  <a:pt x="27491" y="107907"/>
                  <a:pt x="24542" y="104958"/>
                </a:cubicBezTo>
                <a:cubicBezTo>
                  <a:pt x="21594" y="101996"/>
                  <a:pt x="20117" y="98441"/>
                  <a:pt x="20117" y="94300"/>
                </a:cubicBezTo>
                <a:lnTo>
                  <a:pt x="20117" y="45266"/>
                </a:lnTo>
                <a:cubicBezTo>
                  <a:pt x="20117" y="41104"/>
                  <a:pt x="21594" y="37549"/>
                  <a:pt x="24542" y="34601"/>
                </a:cubicBezTo>
                <a:cubicBezTo>
                  <a:pt x="27512" y="31653"/>
                  <a:pt x="31060" y="30175"/>
                  <a:pt x="35208" y="30175"/>
                </a:cubicBezTo>
                <a:lnTo>
                  <a:pt x="74681" y="30175"/>
                </a:lnTo>
                <a:cubicBezTo>
                  <a:pt x="78843" y="30175"/>
                  <a:pt x="82398" y="31653"/>
                  <a:pt x="85346" y="34601"/>
                </a:cubicBezTo>
                <a:cubicBezTo>
                  <a:pt x="88294" y="37549"/>
                  <a:pt x="89772" y="41104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104"/>
                  <a:pt x="153356" y="37549"/>
                  <a:pt x="156311" y="34601"/>
                </a:cubicBezTo>
                <a:cubicBezTo>
                  <a:pt x="159274" y="31653"/>
                  <a:pt x="162829" y="30175"/>
                  <a:pt x="166969" y="30175"/>
                </a:cubicBezTo>
                <a:lnTo>
                  <a:pt x="206201" y="30175"/>
                </a:lnTo>
                <a:cubicBezTo>
                  <a:pt x="210356" y="30175"/>
                  <a:pt x="213911" y="31653"/>
                  <a:pt x="216859" y="34601"/>
                </a:cubicBezTo>
                <a:cubicBezTo>
                  <a:pt x="219807" y="37549"/>
                  <a:pt x="221285" y="41104"/>
                  <a:pt x="221285" y="45266"/>
                </a:cubicBezTo>
                <a:lnTo>
                  <a:pt x="221285" y="94300"/>
                </a:lnTo>
                <a:cubicBezTo>
                  <a:pt x="221285" y="98455"/>
                  <a:pt x="219807" y="102010"/>
                  <a:pt x="216859" y="104958"/>
                </a:cubicBezTo>
                <a:cubicBezTo>
                  <a:pt x="213911" y="107907"/>
                  <a:pt x="210356" y="109384"/>
                  <a:pt x="206201" y="109384"/>
                </a:cubicBezTo>
                <a:lnTo>
                  <a:pt x="166969" y="109384"/>
                </a:lnTo>
                <a:cubicBezTo>
                  <a:pt x="162814" y="109384"/>
                  <a:pt x="159259" y="107907"/>
                  <a:pt x="156311" y="104958"/>
                </a:cubicBezTo>
                <a:cubicBezTo>
                  <a:pt x="153356" y="101996"/>
                  <a:pt x="151885" y="98441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46"/>
                  <a:pt x="153356" y="139391"/>
                  <a:pt x="156311" y="136443"/>
                </a:cubicBezTo>
                <a:cubicBezTo>
                  <a:pt x="159274" y="133495"/>
                  <a:pt x="162829" y="132017"/>
                  <a:pt x="166969" y="132017"/>
                </a:cubicBezTo>
                <a:lnTo>
                  <a:pt x="206201" y="132017"/>
                </a:lnTo>
                <a:cubicBezTo>
                  <a:pt x="210356" y="132017"/>
                  <a:pt x="213911" y="133495"/>
                  <a:pt x="216859" y="136443"/>
                </a:cubicBezTo>
                <a:cubicBezTo>
                  <a:pt x="219807" y="139391"/>
                  <a:pt x="221285" y="142946"/>
                  <a:pt x="221285" y="147101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6969" y="211226"/>
                </a:lnTo>
                <a:cubicBezTo>
                  <a:pt x="162814" y="211226"/>
                  <a:pt x="159259" y="209749"/>
                  <a:pt x="156311" y="206801"/>
                </a:cubicBezTo>
                <a:cubicBezTo>
                  <a:pt x="153356" y="203831"/>
                  <a:pt x="151885" y="200283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888"/>
                  <a:pt x="97819" y="159303"/>
                </a:cubicBezTo>
                <a:cubicBezTo>
                  <a:pt x="94798" y="158711"/>
                  <a:pt x="91864" y="158418"/>
                  <a:pt x="89019" y="158418"/>
                </a:cubicBezTo>
                <a:cubicBezTo>
                  <a:pt x="85829" y="158418"/>
                  <a:pt x="82435" y="158798"/>
                  <a:pt x="78836" y="159552"/>
                </a:cubicBezTo>
                <a:cubicBezTo>
                  <a:pt x="75230" y="160305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697" y="145975"/>
                </a:moveTo>
                <a:cubicBezTo>
                  <a:pt x="101294" y="143371"/>
                  <a:pt x="102596" y="140145"/>
                  <a:pt x="102596" y="136289"/>
                </a:cubicBezTo>
                <a:cubicBezTo>
                  <a:pt x="102596" y="132434"/>
                  <a:pt x="101294" y="129208"/>
                  <a:pt x="98697" y="126611"/>
                </a:cubicBezTo>
                <a:cubicBezTo>
                  <a:pt x="96100" y="124015"/>
                  <a:pt x="92874" y="122712"/>
                  <a:pt x="89019" y="122712"/>
                </a:cubicBezTo>
                <a:cubicBezTo>
                  <a:pt x="85164" y="122712"/>
                  <a:pt x="81938" y="124015"/>
                  <a:pt x="79333" y="126611"/>
                </a:cubicBezTo>
                <a:cubicBezTo>
                  <a:pt x="76736" y="129208"/>
                  <a:pt x="75442" y="132434"/>
                  <a:pt x="75442" y="136289"/>
                </a:cubicBezTo>
                <a:cubicBezTo>
                  <a:pt x="75442" y="140145"/>
                  <a:pt x="76736" y="143371"/>
                  <a:pt x="79333" y="145975"/>
                </a:cubicBezTo>
                <a:cubicBezTo>
                  <a:pt x="81938" y="148572"/>
                  <a:pt x="85164" y="149874"/>
                  <a:pt x="89019" y="149874"/>
                </a:cubicBezTo>
                <a:cubicBezTo>
                  <a:pt x="92874" y="149874"/>
                  <a:pt x="96100" y="148572"/>
                  <a:pt x="98697" y="145975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6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42" y="205989"/>
                  <a:pt x="122332" y="205572"/>
                </a:cubicBezTo>
                <a:cubicBezTo>
                  <a:pt x="123422" y="205147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31" y="114285"/>
                  <a:pt x="214621" y="111520"/>
                </a:cubicBezTo>
                <a:cubicBezTo>
                  <a:pt x="215711" y="108755"/>
                  <a:pt x="216259" y="105946"/>
                  <a:pt x="216259" y="103100"/>
                </a:cubicBezTo>
                <a:cubicBezTo>
                  <a:pt x="216259" y="100248"/>
                  <a:pt x="215711" y="97402"/>
                  <a:pt x="214621" y="94549"/>
                </a:cubicBezTo>
                <a:cubicBezTo>
                  <a:pt x="213531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29"/>
                  <a:pt x="156911" y="36839"/>
                </a:cubicBezTo>
                <a:cubicBezTo>
                  <a:pt x="154058" y="35749"/>
                  <a:pt x="151212" y="35208"/>
                  <a:pt x="148360" y="35208"/>
                </a:cubicBezTo>
                <a:cubicBezTo>
                  <a:pt x="145514" y="35208"/>
                  <a:pt x="142705" y="35749"/>
                  <a:pt x="139940" y="36839"/>
                </a:cubicBezTo>
                <a:cubicBezTo>
                  <a:pt x="137175" y="37929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1960"/>
                  <a:pt x="154146" y="75061"/>
                </a:cubicBezTo>
                <a:cubicBezTo>
                  <a:pt x="155821" y="78163"/>
                  <a:pt x="156662" y="81557"/>
                  <a:pt x="156662" y="85244"/>
                </a:cubicBezTo>
                <a:cubicBezTo>
                  <a:pt x="156662" y="91616"/>
                  <a:pt x="154190" y="97234"/>
                  <a:pt x="149245" y="102091"/>
                </a:cubicBezTo>
                <a:cubicBezTo>
                  <a:pt x="144300" y="106956"/>
                  <a:pt x="138638" y="109384"/>
                  <a:pt x="132266" y="109384"/>
                </a:cubicBezTo>
                <a:cubicBezTo>
                  <a:pt x="128075" y="109384"/>
                  <a:pt x="124600" y="108755"/>
                  <a:pt x="121835" y="107497"/>
                </a:cubicBezTo>
                <a:cubicBezTo>
                  <a:pt x="119070" y="106239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0971"/>
                  <a:pt x="48529" y="131893"/>
                </a:cubicBezTo>
                <a:cubicBezTo>
                  <a:pt x="48200" y="132815"/>
                  <a:pt x="48032" y="133780"/>
                  <a:pt x="48032" y="134783"/>
                </a:cubicBezTo>
                <a:cubicBezTo>
                  <a:pt x="48032" y="136962"/>
                  <a:pt x="48741" y="138762"/>
                  <a:pt x="50168" y="140188"/>
                </a:cubicBezTo>
                <a:cubicBezTo>
                  <a:pt x="51594" y="141615"/>
                  <a:pt x="53394" y="142325"/>
                  <a:pt x="55574" y="142325"/>
                </a:cubicBezTo>
                <a:cubicBezTo>
                  <a:pt x="56576" y="142325"/>
                  <a:pt x="57541" y="142076"/>
                  <a:pt x="58463" y="141571"/>
                </a:cubicBezTo>
                <a:cubicBezTo>
                  <a:pt x="59385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16" y="163239"/>
                  <a:pt x="79838" y="162822"/>
                </a:cubicBezTo>
                <a:cubicBezTo>
                  <a:pt x="80760" y="162405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28" y="173048"/>
                  <a:pt x="91403" y="174138"/>
                </a:cubicBezTo>
                <a:cubicBezTo>
                  <a:pt x="90986" y="175228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29"/>
                  <a:pt x="104607" y="215125"/>
                </a:cubicBezTo>
                <a:cubicBezTo>
                  <a:pt x="100248" y="211014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03" y="175309"/>
                  <a:pt x="61228" y="171373"/>
                </a:cubicBezTo>
                <a:cubicBezTo>
                  <a:pt x="57461" y="167430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489" y="128828"/>
                  <a:pt x="34579" y="125982"/>
                </a:cubicBezTo>
                <a:cubicBezTo>
                  <a:pt x="35669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275" y="92157"/>
                  <a:pt x="127870" y="92918"/>
                </a:cubicBezTo>
                <a:cubicBezTo>
                  <a:pt x="129457" y="93671"/>
                  <a:pt x="131008" y="94044"/>
                  <a:pt x="132522" y="94044"/>
                </a:cubicBezTo>
                <a:cubicBezTo>
                  <a:pt x="134702" y="94044"/>
                  <a:pt x="136750" y="93079"/>
                  <a:pt x="138682" y="91155"/>
                </a:cubicBezTo>
                <a:cubicBezTo>
                  <a:pt x="140605" y="89223"/>
                  <a:pt x="141571" y="87175"/>
                  <a:pt x="141571" y="84995"/>
                </a:cubicBezTo>
                <a:cubicBezTo>
                  <a:pt x="141571" y="83986"/>
                  <a:pt x="141278" y="82859"/>
                  <a:pt x="140693" y="81601"/>
                </a:cubicBezTo>
                <a:cubicBezTo>
                  <a:pt x="140108" y="80343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29"/>
                  <a:pt x="94300" y="36839"/>
                </a:cubicBezTo>
                <a:cubicBezTo>
                  <a:pt x="91447" y="35749"/>
                  <a:pt x="88594" y="35208"/>
                  <a:pt x="85749" y="35208"/>
                </a:cubicBezTo>
                <a:cubicBezTo>
                  <a:pt x="82896" y="35208"/>
                  <a:pt x="80087" y="35749"/>
                  <a:pt x="77322" y="36839"/>
                </a:cubicBezTo>
                <a:cubicBezTo>
                  <a:pt x="74557" y="37929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276" y="87380"/>
                  <a:pt x="25523" y="92157"/>
                </a:cubicBezTo>
                <a:cubicBezTo>
                  <a:pt x="24769" y="96941"/>
                  <a:pt x="25311" y="101506"/>
                  <a:pt x="27161" y="105866"/>
                </a:cubicBezTo>
                <a:cubicBezTo>
                  <a:pt x="27995" y="107709"/>
                  <a:pt x="27995" y="109596"/>
                  <a:pt x="27161" y="111520"/>
                </a:cubicBezTo>
                <a:cubicBezTo>
                  <a:pt x="26320" y="113451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05"/>
                  <a:pt x="10563" y="89143"/>
                </a:cubicBezTo>
                <a:cubicBezTo>
                  <a:pt x="11734" y="81682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769"/>
                  <a:pt x="71667" y="23006"/>
                </a:cubicBezTo>
                <a:cubicBezTo>
                  <a:pt x="76363" y="21251"/>
                  <a:pt x="81140" y="20366"/>
                  <a:pt x="85997" y="20366"/>
                </a:cubicBezTo>
                <a:cubicBezTo>
                  <a:pt x="90862" y="20366"/>
                  <a:pt x="95595" y="21251"/>
                  <a:pt x="100204" y="23006"/>
                </a:cubicBezTo>
                <a:cubicBezTo>
                  <a:pt x="104820" y="24769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769"/>
                  <a:pt x="134278" y="23006"/>
                </a:cubicBezTo>
                <a:cubicBezTo>
                  <a:pt x="138974" y="21251"/>
                  <a:pt x="143751" y="20366"/>
                  <a:pt x="148616" y="20366"/>
                </a:cubicBezTo>
                <a:cubicBezTo>
                  <a:pt x="153473" y="20366"/>
                  <a:pt x="158213" y="21251"/>
                  <a:pt x="162822" y="23006"/>
                </a:cubicBezTo>
                <a:cubicBezTo>
                  <a:pt x="167430" y="24769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698"/>
                  <a:pt x="228578" y="117307"/>
                </a:cubicBezTo>
                <a:cubicBezTo>
                  <a:pt x="226735" y="121915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884" y="218351"/>
                  <a:pt x="128118" y="219522"/>
                </a:cubicBezTo>
                <a:cubicBezTo>
                  <a:pt x="125353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8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657"/>
                  <a:pt x="14587" y="173882"/>
                </a:cubicBezTo>
                <a:cubicBezTo>
                  <a:pt x="17264" y="170115"/>
                  <a:pt x="21039" y="167050"/>
                  <a:pt x="25903" y="164709"/>
                </a:cubicBezTo>
                <a:cubicBezTo>
                  <a:pt x="34952" y="160349"/>
                  <a:pt x="44637" y="156743"/>
                  <a:pt x="54944" y="153897"/>
                </a:cubicBezTo>
                <a:cubicBezTo>
                  <a:pt x="65252" y="151044"/>
                  <a:pt x="76949" y="149618"/>
                  <a:pt x="90021" y="149618"/>
                </a:cubicBezTo>
                <a:cubicBezTo>
                  <a:pt x="103100" y="149618"/>
                  <a:pt x="114790" y="151044"/>
                  <a:pt x="125105" y="153897"/>
                </a:cubicBezTo>
                <a:cubicBezTo>
                  <a:pt x="135412" y="156743"/>
                  <a:pt x="145090" y="160349"/>
                  <a:pt x="154146" y="164709"/>
                </a:cubicBezTo>
                <a:cubicBezTo>
                  <a:pt x="159003" y="167050"/>
                  <a:pt x="162778" y="170115"/>
                  <a:pt x="165463" y="173882"/>
                </a:cubicBezTo>
                <a:cubicBezTo>
                  <a:pt x="168140" y="177657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769" y="207664"/>
                  <a:pt x="167350" y="209090"/>
                </a:cubicBezTo>
                <a:cubicBezTo>
                  <a:pt x="165923" y="210517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26" y="210517"/>
                  <a:pt x="12699" y="209090"/>
                </a:cubicBezTo>
                <a:cubicBezTo>
                  <a:pt x="11273" y="207664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685" y="183524"/>
                  <a:pt x="152259" y="181929"/>
                </a:cubicBezTo>
                <a:cubicBezTo>
                  <a:pt x="150832" y="180342"/>
                  <a:pt x="149113" y="179120"/>
                  <a:pt x="147101" y="178286"/>
                </a:cubicBezTo>
                <a:cubicBezTo>
                  <a:pt x="139896" y="175097"/>
                  <a:pt x="131849" y="172039"/>
                  <a:pt x="122961" y="169105"/>
                </a:cubicBezTo>
                <a:cubicBezTo>
                  <a:pt x="114081" y="166172"/>
                  <a:pt x="103100" y="164709"/>
                  <a:pt x="90021" y="164709"/>
                </a:cubicBezTo>
                <a:cubicBezTo>
                  <a:pt x="76949" y="164709"/>
                  <a:pt x="65968" y="166172"/>
                  <a:pt x="57081" y="169105"/>
                </a:cubicBezTo>
                <a:cubicBezTo>
                  <a:pt x="48200" y="172039"/>
                  <a:pt x="40153" y="175097"/>
                  <a:pt x="32940" y="178286"/>
                </a:cubicBezTo>
                <a:cubicBezTo>
                  <a:pt x="30929" y="179120"/>
                  <a:pt x="29210" y="180342"/>
                  <a:pt x="27783" y="181929"/>
                </a:cubicBezTo>
                <a:cubicBezTo>
                  <a:pt x="26364" y="183524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789" y="67263"/>
                  <a:pt x="71543" y="68017"/>
                </a:cubicBezTo>
                <a:cubicBezTo>
                  <a:pt x="72296" y="68778"/>
                  <a:pt x="73174" y="69151"/>
                  <a:pt x="74183" y="69151"/>
                </a:cubicBezTo>
                <a:cubicBezTo>
                  <a:pt x="75354" y="69151"/>
                  <a:pt x="76276" y="68778"/>
                  <a:pt x="76949" y="68017"/>
                </a:cubicBezTo>
                <a:cubicBezTo>
                  <a:pt x="77614" y="67263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675"/>
                  <a:pt x="83488" y="51426"/>
                </a:cubicBezTo>
                <a:cubicBezTo>
                  <a:pt x="85829" y="51170"/>
                  <a:pt x="88097" y="51045"/>
                  <a:pt x="90277" y="51045"/>
                </a:cubicBezTo>
                <a:cubicBezTo>
                  <a:pt x="92457" y="51045"/>
                  <a:pt x="94717" y="51170"/>
                  <a:pt x="97065" y="51426"/>
                </a:cubicBezTo>
                <a:cubicBezTo>
                  <a:pt x="99414" y="51675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263"/>
                  <a:pt x="103605" y="68017"/>
                </a:cubicBezTo>
                <a:cubicBezTo>
                  <a:pt x="104271" y="68778"/>
                  <a:pt x="105193" y="69151"/>
                  <a:pt x="106370" y="69151"/>
                </a:cubicBezTo>
                <a:cubicBezTo>
                  <a:pt x="107373" y="69151"/>
                  <a:pt x="108250" y="68778"/>
                  <a:pt x="109011" y="68017"/>
                </a:cubicBezTo>
                <a:cubicBezTo>
                  <a:pt x="109765" y="67263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070" y="141908"/>
                  <a:pt x="161812" y="141066"/>
                </a:cubicBezTo>
                <a:cubicBezTo>
                  <a:pt x="160554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49" y="140898"/>
                  <a:pt x="152259" y="140569"/>
                </a:cubicBezTo>
                <a:cubicBezTo>
                  <a:pt x="151169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7986" y="135660"/>
                  <a:pt x="148235" y="134402"/>
                </a:cubicBezTo>
                <a:cubicBezTo>
                  <a:pt x="148484" y="133151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50"/>
                  <a:pt x="152383" y="127365"/>
                </a:cubicBezTo>
                <a:lnTo>
                  <a:pt x="152383" y="123590"/>
                </a:lnTo>
                <a:cubicBezTo>
                  <a:pt x="152383" y="123005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484" y="117848"/>
                  <a:pt x="148235" y="116677"/>
                </a:cubicBezTo>
                <a:cubicBezTo>
                  <a:pt x="147986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169" y="110723"/>
                  <a:pt x="152259" y="110394"/>
                </a:cubicBezTo>
                <a:cubicBezTo>
                  <a:pt x="153349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28" y="102427"/>
                  <a:pt x="167350" y="101593"/>
                </a:cubicBezTo>
                <a:cubicBezTo>
                  <a:pt x="168272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14" y="100796"/>
                  <a:pt x="174636" y="101718"/>
                </a:cubicBezTo>
                <a:cubicBezTo>
                  <a:pt x="175557" y="102640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37" y="110057"/>
                  <a:pt x="189727" y="110394"/>
                </a:cubicBezTo>
                <a:cubicBezTo>
                  <a:pt x="190817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3999" y="115295"/>
                  <a:pt x="193750" y="116553"/>
                </a:cubicBezTo>
                <a:cubicBezTo>
                  <a:pt x="193502" y="117811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05"/>
                  <a:pt x="189603" y="123590"/>
                </a:cubicBezTo>
                <a:lnTo>
                  <a:pt x="189603" y="127365"/>
                </a:lnTo>
                <a:cubicBezTo>
                  <a:pt x="189603" y="127950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02" y="133107"/>
                  <a:pt x="193750" y="134278"/>
                </a:cubicBezTo>
                <a:cubicBezTo>
                  <a:pt x="193999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17" y="140232"/>
                  <a:pt x="189727" y="140569"/>
                </a:cubicBezTo>
                <a:cubicBezTo>
                  <a:pt x="188637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32" y="140232"/>
                  <a:pt x="180173" y="141066"/>
                </a:cubicBezTo>
                <a:cubicBezTo>
                  <a:pt x="178915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557" y="148528"/>
                  <a:pt x="174636" y="149369"/>
                </a:cubicBezTo>
                <a:cubicBezTo>
                  <a:pt x="173714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272" y="150166"/>
                  <a:pt x="167350" y="149245"/>
                </a:cubicBezTo>
                <a:cubicBezTo>
                  <a:pt x="166428" y="148323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467" y="85661"/>
                  <a:pt x="185704" y="84491"/>
                </a:cubicBezTo>
                <a:cubicBezTo>
                  <a:pt x="183941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1958" y="83569"/>
                  <a:pt x="170868" y="83232"/>
                </a:cubicBezTo>
                <a:cubicBezTo>
                  <a:pt x="169778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40" y="77366"/>
                  <a:pt x="166589" y="76195"/>
                </a:cubicBezTo>
                <a:cubicBezTo>
                  <a:pt x="166845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385" y="67139"/>
                  <a:pt x="173129" y="66137"/>
                </a:cubicBezTo>
                <a:cubicBezTo>
                  <a:pt x="172880" y="65127"/>
                  <a:pt x="172756" y="64125"/>
                  <a:pt x="172756" y="63116"/>
                </a:cubicBezTo>
                <a:cubicBezTo>
                  <a:pt x="172756" y="62113"/>
                  <a:pt x="172880" y="61104"/>
                  <a:pt x="173129" y="60102"/>
                </a:cubicBezTo>
                <a:cubicBezTo>
                  <a:pt x="173385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45" y="51170"/>
                  <a:pt x="166589" y="49912"/>
                </a:cubicBezTo>
                <a:cubicBezTo>
                  <a:pt x="166340" y="48661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778" y="43547"/>
                  <a:pt x="170868" y="43123"/>
                </a:cubicBezTo>
                <a:cubicBezTo>
                  <a:pt x="171958" y="42706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41" y="42874"/>
                  <a:pt x="185704" y="41616"/>
                </a:cubicBezTo>
                <a:cubicBezTo>
                  <a:pt x="187467" y="40358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37" y="40358"/>
                  <a:pt x="210093" y="41616"/>
                </a:cubicBezTo>
                <a:cubicBezTo>
                  <a:pt x="211856" y="42874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38" y="42662"/>
                  <a:pt x="224928" y="42999"/>
                </a:cubicBezTo>
                <a:cubicBezTo>
                  <a:pt x="226018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456" y="48866"/>
                  <a:pt x="229207" y="50043"/>
                </a:cubicBezTo>
                <a:cubicBezTo>
                  <a:pt x="228951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19" y="59092"/>
                  <a:pt x="222667" y="60102"/>
                </a:cubicBezTo>
                <a:cubicBezTo>
                  <a:pt x="222916" y="61104"/>
                  <a:pt x="223048" y="62113"/>
                  <a:pt x="223048" y="63116"/>
                </a:cubicBezTo>
                <a:cubicBezTo>
                  <a:pt x="223048" y="64125"/>
                  <a:pt x="222916" y="65127"/>
                  <a:pt x="222667" y="66137"/>
                </a:cubicBezTo>
                <a:cubicBezTo>
                  <a:pt x="222419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51" y="75061"/>
                  <a:pt x="229207" y="76319"/>
                </a:cubicBezTo>
                <a:cubicBezTo>
                  <a:pt x="229456" y="77578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18" y="82691"/>
                  <a:pt x="224928" y="83108"/>
                </a:cubicBezTo>
                <a:cubicBezTo>
                  <a:pt x="223838" y="83525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56" y="83320"/>
                  <a:pt x="210093" y="84491"/>
                </a:cubicBezTo>
                <a:cubicBezTo>
                  <a:pt x="208337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337" y="73554"/>
                </a:moveTo>
                <a:cubicBezTo>
                  <a:pt x="211102" y="70789"/>
                  <a:pt x="212485" y="67307"/>
                  <a:pt x="212485" y="63116"/>
                </a:cubicBezTo>
                <a:cubicBezTo>
                  <a:pt x="212485" y="58924"/>
                  <a:pt x="211102" y="55449"/>
                  <a:pt x="208337" y="52684"/>
                </a:cubicBezTo>
                <a:cubicBezTo>
                  <a:pt x="205572" y="49912"/>
                  <a:pt x="202090" y="48529"/>
                  <a:pt x="197898" y="48529"/>
                </a:cubicBezTo>
                <a:cubicBezTo>
                  <a:pt x="193706" y="48529"/>
                  <a:pt x="190232" y="49912"/>
                  <a:pt x="187467" y="52684"/>
                </a:cubicBezTo>
                <a:cubicBezTo>
                  <a:pt x="184694" y="55449"/>
                  <a:pt x="183312" y="58924"/>
                  <a:pt x="183312" y="63116"/>
                </a:cubicBezTo>
                <a:cubicBezTo>
                  <a:pt x="183312" y="67307"/>
                  <a:pt x="184694" y="70789"/>
                  <a:pt x="187467" y="73554"/>
                </a:cubicBezTo>
                <a:cubicBezTo>
                  <a:pt x="190232" y="76319"/>
                  <a:pt x="193706" y="77702"/>
                  <a:pt x="197898" y="77702"/>
                </a:cubicBezTo>
                <a:cubicBezTo>
                  <a:pt x="202090" y="77702"/>
                  <a:pt x="205572" y="76319"/>
                  <a:pt x="208337" y="73554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20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41" y="211226"/>
                  <a:pt x="114249" y="210495"/>
                  <a:pt x="112808" y="209039"/>
                </a:cubicBezTo>
                <a:cubicBezTo>
                  <a:pt x="111367" y="207583"/>
                  <a:pt x="110642" y="205777"/>
                  <a:pt x="110642" y="203633"/>
                </a:cubicBezTo>
                <a:cubicBezTo>
                  <a:pt x="110642" y="201490"/>
                  <a:pt x="111367" y="199698"/>
                  <a:pt x="112808" y="198278"/>
                </a:cubicBezTo>
                <a:cubicBezTo>
                  <a:pt x="114249" y="196852"/>
                  <a:pt x="116041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60"/>
                  <a:pt x="188820" y="81374"/>
                  <a:pt x="174190" y="66941"/>
                </a:cubicBezTo>
                <a:cubicBezTo>
                  <a:pt x="159552" y="52487"/>
                  <a:pt x="141725" y="45266"/>
                  <a:pt x="120701" y="45266"/>
                </a:cubicBezTo>
                <a:cubicBezTo>
                  <a:pt x="99677" y="45266"/>
                  <a:pt x="81850" y="52487"/>
                  <a:pt x="67212" y="66941"/>
                </a:cubicBezTo>
                <a:cubicBezTo>
                  <a:pt x="52582" y="81374"/>
                  <a:pt x="45266" y="98960"/>
                  <a:pt x="45266" y="119699"/>
                </a:cubicBezTo>
                <a:lnTo>
                  <a:pt x="45266" y="176026"/>
                </a:lnTo>
                <a:cubicBezTo>
                  <a:pt x="45266" y="177445"/>
                  <a:pt x="44776" y="178644"/>
                  <a:pt x="43803" y="179617"/>
                </a:cubicBezTo>
                <a:cubicBezTo>
                  <a:pt x="42830" y="180590"/>
                  <a:pt x="41645" y="181066"/>
                  <a:pt x="40234" y="181051"/>
                </a:cubicBezTo>
                <a:cubicBezTo>
                  <a:pt x="34703" y="181051"/>
                  <a:pt x="29963" y="179083"/>
                  <a:pt x="26027" y="175141"/>
                </a:cubicBezTo>
                <a:cubicBezTo>
                  <a:pt x="22085" y="171205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0995" y="133985"/>
                  <a:pt x="22758" y="130884"/>
                </a:cubicBezTo>
                <a:cubicBezTo>
                  <a:pt x="24521" y="127782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581" y="88177"/>
                  <a:pt x="40863" y="78456"/>
                </a:cubicBezTo>
                <a:cubicBezTo>
                  <a:pt x="46144" y="68734"/>
                  <a:pt x="52765" y="60270"/>
                  <a:pt x="60731" y="53057"/>
                </a:cubicBezTo>
                <a:cubicBezTo>
                  <a:pt x="68690" y="45852"/>
                  <a:pt x="77826" y="40234"/>
                  <a:pt x="88134" y="36210"/>
                </a:cubicBezTo>
                <a:cubicBezTo>
                  <a:pt x="98448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08"/>
                  <a:pt x="180546" y="52933"/>
                </a:cubicBezTo>
                <a:cubicBezTo>
                  <a:pt x="188593" y="60058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881" y="126736"/>
                  <a:pt x="218644" y="129757"/>
                </a:cubicBezTo>
                <a:cubicBezTo>
                  <a:pt x="220407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07" y="168981"/>
                  <a:pt x="218644" y="172002"/>
                </a:cubicBezTo>
                <a:cubicBezTo>
                  <a:pt x="216881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18184" y="211226"/>
                </a:lnTo>
                <a:close/>
                <a:moveTo>
                  <a:pt x="85120" y="136114"/>
                </a:moveTo>
                <a:cubicBezTo>
                  <a:pt x="83693" y="134658"/>
                  <a:pt x="82984" y="132851"/>
                  <a:pt x="82984" y="130708"/>
                </a:cubicBezTo>
                <a:cubicBezTo>
                  <a:pt x="82984" y="128565"/>
                  <a:pt x="83708" y="126780"/>
                  <a:pt x="85171" y="125353"/>
                </a:cubicBezTo>
                <a:cubicBezTo>
                  <a:pt x="86627" y="123927"/>
                  <a:pt x="88433" y="123217"/>
                  <a:pt x="90577" y="123217"/>
                </a:cubicBezTo>
                <a:cubicBezTo>
                  <a:pt x="92720" y="123217"/>
                  <a:pt x="94505" y="123941"/>
                  <a:pt x="95932" y="125404"/>
                </a:cubicBezTo>
                <a:cubicBezTo>
                  <a:pt x="97358" y="126860"/>
                  <a:pt x="98068" y="128667"/>
                  <a:pt x="98068" y="130810"/>
                </a:cubicBezTo>
                <a:cubicBezTo>
                  <a:pt x="98068" y="132954"/>
                  <a:pt x="97343" y="134739"/>
                  <a:pt x="95880" y="136165"/>
                </a:cubicBezTo>
                <a:cubicBezTo>
                  <a:pt x="94425" y="137592"/>
                  <a:pt x="92618" y="138301"/>
                  <a:pt x="90474" y="138301"/>
                </a:cubicBezTo>
                <a:cubicBezTo>
                  <a:pt x="88331" y="138301"/>
                  <a:pt x="86546" y="137577"/>
                  <a:pt x="85120" y="136114"/>
                </a:cubicBezTo>
                <a:close/>
                <a:moveTo>
                  <a:pt x="145470" y="136114"/>
                </a:moveTo>
                <a:cubicBezTo>
                  <a:pt x="144044" y="134658"/>
                  <a:pt x="143334" y="132851"/>
                  <a:pt x="143334" y="130708"/>
                </a:cubicBezTo>
                <a:cubicBezTo>
                  <a:pt x="143334" y="128565"/>
                  <a:pt x="144058" y="126780"/>
                  <a:pt x="145521" y="125353"/>
                </a:cubicBezTo>
                <a:cubicBezTo>
                  <a:pt x="146977" y="123927"/>
                  <a:pt x="148784" y="123217"/>
                  <a:pt x="150927" y="123217"/>
                </a:cubicBezTo>
                <a:cubicBezTo>
                  <a:pt x="153071" y="123217"/>
                  <a:pt x="154855" y="123941"/>
                  <a:pt x="156282" y="125404"/>
                </a:cubicBezTo>
                <a:cubicBezTo>
                  <a:pt x="157708" y="126860"/>
                  <a:pt x="158418" y="128667"/>
                  <a:pt x="158418" y="130810"/>
                </a:cubicBezTo>
                <a:cubicBezTo>
                  <a:pt x="158418" y="132954"/>
                  <a:pt x="157694" y="134739"/>
                  <a:pt x="156231" y="136165"/>
                </a:cubicBezTo>
                <a:cubicBezTo>
                  <a:pt x="154775" y="137592"/>
                  <a:pt x="152968" y="138301"/>
                  <a:pt x="150825" y="138301"/>
                </a:cubicBezTo>
                <a:cubicBezTo>
                  <a:pt x="148681" y="138301"/>
                  <a:pt x="146897" y="137577"/>
                  <a:pt x="145470" y="136114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171"/>
                  <a:pt x="159171" y="74813"/>
                </a:cubicBezTo>
                <a:cubicBezTo>
                  <a:pt x="169903" y="84447"/>
                  <a:pt x="176443" y="96480"/>
                  <a:pt x="178791" y="110891"/>
                </a:cubicBezTo>
                <a:cubicBezTo>
                  <a:pt x="163868" y="110723"/>
                  <a:pt x="150247" y="106539"/>
                  <a:pt x="137928" y="98324"/>
                </a:cubicBezTo>
                <a:cubicBezTo>
                  <a:pt x="125602" y="90109"/>
                  <a:pt x="116063" y="79297"/>
                  <a:pt x="109311" y="65881"/>
                </a:cubicBezTo>
                <a:cubicBezTo>
                  <a:pt x="106678" y="79297"/>
                  <a:pt x="101045" y="91235"/>
                  <a:pt x="92413" y="101718"/>
                </a:cubicBezTo>
                <a:cubicBezTo>
                  <a:pt x="83781" y="112193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2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089" y="172339"/>
                  <a:pt x="49663" y="170013"/>
                </a:cubicBezTo>
                <a:cubicBezTo>
                  <a:pt x="48236" y="167679"/>
                  <a:pt x="47527" y="165075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59"/>
                  <a:pt x="19363" y="94169"/>
                </a:cubicBezTo>
                <a:cubicBezTo>
                  <a:pt x="18690" y="93079"/>
                  <a:pt x="18354" y="91864"/>
                  <a:pt x="18354" y="90526"/>
                </a:cubicBezTo>
                <a:cubicBezTo>
                  <a:pt x="18354" y="89187"/>
                  <a:pt x="18690" y="87973"/>
                  <a:pt x="19363" y="86883"/>
                </a:cubicBezTo>
                <a:cubicBezTo>
                  <a:pt x="20036" y="85793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065"/>
                  <a:pt x="116677" y="32816"/>
                </a:cubicBezTo>
                <a:cubicBezTo>
                  <a:pt x="117848" y="32567"/>
                  <a:pt x="119106" y="32436"/>
                  <a:pt x="120452" y="32436"/>
                </a:cubicBezTo>
                <a:cubicBezTo>
                  <a:pt x="121791" y="32436"/>
                  <a:pt x="123049" y="32567"/>
                  <a:pt x="124219" y="32816"/>
                </a:cubicBezTo>
                <a:cubicBezTo>
                  <a:pt x="125397" y="33065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41"/>
                  <a:pt x="230612" y="166633"/>
                  <a:pt x="229156" y="168074"/>
                </a:cubicBezTo>
                <a:cubicBezTo>
                  <a:pt x="227700" y="169515"/>
                  <a:pt x="225893" y="170239"/>
                  <a:pt x="223750" y="170239"/>
                </a:cubicBezTo>
                <a:cubicBezTo>
                  <a:pt x="221607" y="170239"/>
                  <a:pt x="219814" y="169515"/>
                  <a:pt x="218395" y="168074"/>
                </a:cubicBezTo>
                <a:cubicBezTo>
                  <a:pt x="216969" y="166633"/>
                  <a:pt x="216259" y="164841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89"/>
                  <a:pt x="192660" y="167701"/>
                  <a:pt x="191234" y="170013"/>
                </a:cubicBezTo>
                <a:cubicBezTo>
                  <a:pt x="189807" y="172339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37"/>
                  <a:pt x="124219" y="208586"/>
                </a:cubicBezTo>
                <a:cubicBezTo>
                  <a:pt x="123049" y="208834"/>
                  <a:pt x="121791" y="208966"/>
                  <a:pt x="120452" y="208966"/>
                </a:cubicBezTo>
                <a:cubicBezTo>
                  <a:pt x="119106" y="208966"/>
                  <a:pt x="117848" y="208834"/>
                  <a:pt x="116677" y="208586"/>
                </a:cubicBezTo>
                <a:cubicBezTo>
                  <a:pt x="115507" y="208337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35"/>
                  <a:pt x="124219" y="148484"/>
                </a:cubicBezTo>
                <a:cubicBezTo>
                  <a:pt x="123049" y="148740"/>
                  <a:pt x="121791" y="148864"/>
                  <a:pt x="120452" y="148864"/>
                </a:cubicBezTo>
                <a:cubicBezTo>
                  <a:pt x="119106" y="148864"/>
                  <a:pt x="117892" y="148740"/>
                  <a:pt x="116802" y="148484"/>
                </a:cubicBezTo>
                <a:cubicBezTo>
                  <a:pt x="115712" y="148235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46" y="221285"/>
                  <a:pt x="27491" y="219807"/>
                  <a:pt x="24542" y="216859"/>
                </a:cubicBezTo>
                <a:cubicBezTo>
                  <a:pt x="21594" y="213889"/>
                  <a:pt x="20117" y="210341"/>
                  <a:pt x="20117" y="206201"/>
                </a:cubicBezTo>
                <a:lnTo>
                  <a:pt x="20117" y="110394"/>
                </a:lnTo>
                <a:cubicBezTo>
                  <a:pt x="20117" y="107307"/>
                  <a:pt x="20958" y="104483"/>
                  <a:pt x="22633" y="101915"/>
                </a:cubicBezTo>
                <a:cubicBezTo>
                  <a:pt x="24308" y="99355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871" y="74125"/>
                  <a:pt x="87131" y="75515"/>
                </a:cubicBezTo>
                <a:cubicBezTo>
                  <a:pt x="89392" y="76905"/>
                  <a:pt x="90526" y="78975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86"/>
                  <a:pt x="137548" y="75215"/>
                </a:cubicBezTo>
                <a:cubicBezTo>
                  <a:pt x="139728" y="76736"/>
                  <a:pt x="140818" y="78821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56"/>
                  <a:pt x="219807" y="213911"/>
                  <a:pt x="216859" y="216859"/>
                </a:cubicBezTo>
                <a:cubicBezTo>
                  <a:pt x="213911" y="219807"/>
                  <a:pt x="210356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719"/>
                </a:lnTo>
                <a:lnTo>
                  <a:pt x="125734" y="115719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62"/>
                  <a:pt x="187840" y="22004"/>
                </a:cubicBezTo>
                <a:cubicBezTo>
                  <a:pt x="189178" y="20746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15" y="20117"/>
                  <a:pt x="208110" y="20746"/>
                  <a:pt x="209463" y="22004"/>
                </a:cubicBezTo>
                <a:cubicBezTo>
                  <a:pt x="210809" y="23262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02" y="210093"/>
                  <a:pt x="45135" y="207832"/>
                </a:cubicBezTo>
                <a:cubicBezTo>
                  <a:pt x="42874" y="205572"/>
                  <a:pt x="41741" y="202763"/>
                  <a:pt x="41741" y="199405"/>
                </a:cubicBezTo>
                <a:cubicBezTo>
                  <a:pt x="41741" y="196055"/>
                  <a:pt x="42874" y="193246"/>
                  <a:pt x="45135" y="190985"/>
                </a:cubicBezTo>
                <a:cubicBezTo>
                  <a:pt x="47402" y="188718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50"/>
                  <a:pt x="34447" y="86378"/>
                </a:cubicBezTo>
                <a:cubicBezTo>
                  <a:pt x="31433" y="82098"/>
                  <a:pt x="29926" y="76444"/>
                  <a:pt x="29926" y="69407"/>
                </a:cubicBezTo>
                <a:cubicBezTo>
                  <a:pt x="29926" y="61521"/>
                  <a:pt x="32816" y="54696"/>
                  <a:pt x="38602" y="48909"/>
                </a:cubicBezTo>
                <a:cubicBezTo>
                  <a:pt x="44381" y="43123"/>
                  <a:pt x="51214" y="40234"/>
                  <a:pt x="59092" y="40234"/>
                </a:cubicBezTo>
                <a:cubicBezTo>
                  <a:pt x="66466" y="40234"/>
                  <a:pt x="72589" y="42201"/>
                  <a:pt x="77453" y="46144"/>
                </a:cubicBezTo>
                <a:cubicBezTo>
                  <a:pt x="82311" y="50080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07" y="40190"/>
                  <a:pt x="136165" y="41616"/>
                </a:cubicBezTo>
                <a:cubicBezTo>
                  <a:pt x="137423" y="43043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59969" y="26196"/>
                  <a:pt x="162068" y="25771"/>
                </a:cubicBezTo>
                <a:cubicBezTo>
                  <a:pt x="164160" y="25354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766" y="47776"/>
                  <a:pt x="211351" y="49290"/>
                </a:cubicBezTo>
                <a:cubicBezTo>
                  <a:pt x="211936" y="50797"/>
                  <a:pt x="211812" y="52384"/>
                  <a:pt x="210978" y="54067"/>
                </a:cubicBezTo>
                <a:cubicBezTo>
                  <a:pt x="210136" y="55742"/>
                  <a:pt x="208922" y="56744"/>
                  <a:pt x="207327" y="57081"/>
                </a:cubicBezTo>
                <a:cubicBezTo>
                  <a:pt x="205733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177"/>
                  <a:pt x="207452" y="81601"/>
                </a:cubicBezTo>
                <a:cubicBezTo>
                  <a:pt x="208966" y="82018"/>
                  <a:pt x="210136" y="83064"/>
                  <a:pt x="210978" y="84739"/>
                </a:cubicBezTo>
                <a:cubicBezTo>
                  <a:pt x="211812" y="86422"/>
                  <a:pt x="211936" y="88097"/>
                  <a:pt x="211351" y="89772"/>
                </a:cubicBezTo>
                <a:cubicBezTo>
                  <a:pt x="210766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364"/>
                  <a:pt x="162697" y="113283"/>
                </a:cubicBezTo>
                <a:cubicBezTo>
                  <a:pt x="160517" y="113195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23" y="96641"/>
                  <a:pt x="136165" y="97819"/>
                </a:cubicBezTo>
                <a:cubicBezTo>
                  <a:pt x="134907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10" y="81009"/>
                  <a:pt x="85120" y="83108"/>
                </a:cubicBezTo>
                <a:cubicBezTo>
                  <a:pt x="84030" y="85200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45" y="188718"/>
                  <a:pt x="169105" y="190985"/>
                </a:cubicBezTo>
                <a:cubicBezTo>
                  <a:pt x="171373" y="193246"/>
                  <a:pt x="172500" y="196055"/>
                  <a:pt x="172500" y="199405"/>
                </a:cubicBezTo>
                <a:cubicBezTo>
                  <a:pt x="172500" y="202763"/>
                  <a:pt x="171373" y="205572"/>
                  <a:pt x="169105" y="207832"/>
                </a:cubicBezTo>
                <a:cubicBezTo>
                  <a:pt x="166845" y="210093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8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638" y="196142"/>
                  <a:pt x="199222" y="194672"/>
                  <a:pt x="202126" y="191739"/>
                </a:cubicBezTo>
                <a:cubicBezTo>
                  <a:pt x="205023" y="188805"/>
                  <a:pt x="206464" y="185243"/>
                  <a:pt x="206450" y="181051"/>
                </a:cubicBezTo>
                <a:cubicBezTo>
                  <a:pt x="206450" y="176860"/>
                  <a:pt x="205001" y="173297"/>
                  <a:pt x="202097" y="170364"/>
                </a:cubicBezTo>
                <a:cubicBezTo>
                  <a:pt x="199200" y="167430"/>
                  <a:pt x="195616" y="165967"/>
                  <a:pt x="191358" y="165967"/>
                </a:cubicBezTo>
                <a:lnTo>
                  <a:pt x="50541" y="165967"/>
                </a:lnTo>
                <a:cubicBezTo>
                  <a:pt x="46269" y="165967"/>
                  <a:pt x="42684" y="167430"/>
                  <a:pt x="39780" y="170364"/>
                </a:cubicBezTo>
                <a:cubicBezTo>
                  <a:pt x="36883" y="173297"/>
                  <a:pt x="35442" y="176860"/>
                  <a:pt x="35457" y="181051"/>
                </a:cubicBezTo>
                <a:cubicBezTo>
                  <a:pt x="35457" y="185243"/>
                  <a:pt x="36905" y="188805"/>
                  <a:pt x="39809" y="191739"/>
                </a:cubicBezTo>
                <a:cubicBezTo>
                  <a:pt x="42706" y="194672"/>
                  <a:pt x="46283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73" y="130759"/>
                  <a:pt x="94381" y="130035"/>
                  <a:pt x="92940" y="128594"/>
                </a:cubicBezTo>
                <a:cubicBezTo>
                  <a:pt x="91499" y="127138"/>
                  <a:pt x="90774" y="125346"/>
                  <a:pt x="90774" y="123217"/>
                </a:cubicBezTo>
                <a:lnTo>
                  <a:pt x="90774" y="37717"/>
                </a:lnTo>
                <a:cubicBezTo>
                  <a:pt x="90774" y="35574"/>
                  <a:pt x="91499" y="33782"/>
                  <a:pt x="92940" y="32340"/>
                </a:cubicBezTo>
                <a:cubicBezTo>
                  <a:pt x="94395" y="30899"/>
                  <a:pt x="96195" y="30175"/>
                  <a:pt x="98324" y="30175"/>
                </a:cubicBezTo>
                <a:lnTo>
                  <a:pt x="183816" y="30175"/>
                </a:lnTo>
                <a:cubicBezTo>
                  <a:pt x="185960" y="30175"/>
                  <a:pt x="187759" y="30899"/>
                  <a:pt x="189200" y="32340"/>
                </a:cubicBezTo>
                <a:cubicBezTo>
                  <a:pt x="190641" y="33782"/>
                  <a:pt x="191358" y="35574"/>
                  <a:pt x="191358" y="37717"/>
                </a:cubicBezTo>
                <a:lnTo>
                  <a:pt x="191358" y="123217"/>
                </a:lnTo>
                <a:cubicBezTo>
                  <a:pt x="191358" y="125361"/>
                  <a:pt x="190641" y="127153"/>
                  <a:pt x="189200" y="128594"/>
                </a:cubicBezTo>
                <a:cubicBezTo>
                  <a:pt x="187759" y="130035"/>
                  <a:pt x="185960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96" y="108126"/>
                  <a:pt x="23511" y="107416"/>
                  <a:pt x="22055" y="105990"/>
                </a:cubicBezTo>
                <a:cubicBezTo>
                  <a:pt x="20592" y="104563"/>
                  <a:pt x="19868" y="102764"/>
                  <a:pt x="19868" y="100584"/>
                </a:cubicBezTo>
                <a:cubicBezTo>
                  <a:pt x="19868" y="98404"/>
                  <a:pt x="20578" y="96605"/>
                  <a:pt x="22004" y="95178"/>
                </a:cubicBezTo>
                <a:cubicBezTo>
                  <a:pt x="23431" y="93752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06" y="93042"/>
                  <a:pt x="71791" y="93752"/>
                  <a:pt x="73247" y="95178"/>
                </a:cubicBezTo>
                <a:cubicBezTo>
                  <a:pt x="74710" y="96605"/>
                  <a:pt x="75442" y="98404"/>
                  <a:pt x="75442" y="100584"/>
                </a:cubicBezTo>
                <a:cubicBezTo>
                  <a:pt x="75442" y="102764"/>
                  <a:pt x="74710" y="104563"/>
                  <a:pt x="73247" y="105990"/>
                </a:cubicBezTo>
                <a:cubicBezTo>
                  <a:pt x="71791" y="107416"/>
                  <a:pt x="70006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92" y="77951"/>
                  <a:pt x="157891" y="77227"/>
                  <a:pt x="159303" y="75764"/>
                </a:cubicBezTo>
                <a:cubicBezTo>
                  <a:pt x="160722" y="74308"/>
                  <a:pt x="161439" y="72501"/>
                  <a:pt x="161439" y="70358"/>
                </a:cubicBezTo>
                <a:cubicBezTo>
                  <a:pt x="161439" y="68214"/>
                  <a:pt x="160722" y="66429"/>
                  <a:pt x="159303" y="65003"/>
                </a:cubicBezTo>
                <a:cubicBezTo>
                  <a:pt x="157877" y="63576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48" y="62867"/>
                  <a:pt x="124249" y="63569"/>
                  <a:pt x="122837" y="64981"/>
                </a:cubicBezTo>
                <a:cubicBezTo>
                  <a:pt x="121410" y="66385"/>
                  <a:pt x="120701" y="68185"/>
                  <a:pt x="120701" y="70387"/>
                </a:cubicBezTo>
                <a:cubicBezTo>
                  <a:pt x="120701" y="72581"/>
                  <a:pt x="121425" y="74388"/>
                  <a:pt x="122866" y="75815"/>
                </a:cubicBezTo>
                <a:cubicBezTo>
                  <a:pt x="124307" y="77241"/>
                  <a:pt x="126099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30" y="77951"/>
                  <a:pt x="44030" y="77227"/>
                  <a:pt x="42626" y="75764"/>
                </a:cubicBezTo>
                <a:cubicBezTo>
                  <a:pt x="41199" y="74308"/>
                  <a:pt x="40482" y="72501"/>
                  <a:pt x="40482" y="70358"/>
                </a:cubicBezTo>
                <a:cubicBezTo>
                  <a:pt x="40482" y="68214"/>
                  <a:pt x="41207" y="66429"/>
                  <a:pt x="42648" y="65003"/>
                </a:cubicBezTo>
                <a:cubicBezTo>
                  <a:pt x="44089" y="63576"/>
                  <a:pt x="45881" y="62867"/>
                  <a:pt x="48032" y="62867"/>
                </a:cubicBezTo>
                <a:lnTo>
                  <a:pt x="69904" y="62867"/>
                </a:lnTo>
                <a:cubicBezTo>
                  <a:pt x="72099" y="62867"/>
                  <a:pt x="73905" y="63569"/>
                  <a:pt x="75310" y="64981"/>
                </a:cubicBezTo>
                <a:cubicBezTo>
                  <a:pt x="76736" y="66385"/>
                  <a:pt x="77453" y="68185"/>
                  <a:pt x="77453" y="70387"/>
                </a:cubicBezTo>
                <a:cubicBezTo>
                  <a:pt x="77453" y="72581"/>
                  <a:pt x="76736" y="74388"/>
                  <a:pt x="75310" y="75815"/>
                </a:cubicBezTo>
                <a:cubicBezTo>
                  <a:pt x="73891" y="77241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0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2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52"/>
                  <a:pt x="95522" y="98653"/>
                  <a:pt x="96963" y="97212"/>
                </a:cubicBezTo>
                <a:cubicBezTo>
                  <a:pt x="98419" y="95771"/>
                  <a:pt x="100218" y="95054"/>
                  <a:pt x="102347" y="95054"/>
                </a:cubicBezTo>
                <a:lnTo>
                  <a:pt x="138806" y="95054"/>
                </a:lnTo>
                <a:cubicBezTo>
                  <a:pt x="140949" y="95054"/>
                  <a:pt x="142749" y="95771"/>
                  <a:pt x="144190" y="97212"/>
                </a:cubicBezTo>
                <a:cubicBezTo>
                  <a:pt x="145631" y="98653"/>
                  <a:pt x="146348" y="100452"/>
                  <a:pt x="146348" y="102596"/>
                </a:cubicBezTo>
                <a:lnTo>
                  <a:pt x="146348" y="139055"/>
                </a:lnTo>
                <a:cubicBezTo>
                  <a:pt x="146348" y="141205"/>
                  <a:pt x="145631" y="142998"/>
                  <a:pt x="144190" y="144439"/>
                </a:cubicBezTo>
                <a:cubicBezTo>
                  <a:pt x="142749" y="145880"/>
                  <a:pt x="140949" y="146604"/>
                  <a:pt x="138806" y="146604"/>
                </a:cubicBezTo>
                <a:lnTo>
                  <a:pt x="102347" y="146604"/>
                </a:lnTo>
                <a:cubicBezTo>
                  <a:pt x="100196" y="146604"/>
                  <a:pt x="98404" y="145880"/>
                  <a:pt x="96963" y="144439"/>
                </a:cubicBezTo>
                <a:cubicBezTo>
                  <a:pt x="95522" y="142983"/>
                  <a:pt x="94798" y="141183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74" y="150876"/>
                  <a:pt x="33782" y="150144"/>
                  <a:pt x="32340" y="148689"/>
                </a:cubicBezTo>
                <a:cubicBezTo>
                  <a:pt x="30899" y="147233"/>
                  <a:pt x="30175" y="145426"/>
                  <a:pt x="30175" y="143283"/>
                </a:cubicBezTo>
                <a:cubicBezTo>
                  <a:pt x="30175" y="141139"/>
                  <a:pt x="30899" y="139347"/>
                  <a:pt x="32340" y="137928"/>
                </a:cubicBezTo>
                <a:cubicBezTo>
                  <a:pt x="33782" y="136502"/>
                  <a:pt x="35574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74" y="104607"/>
                  <a:pt x="33782" y="103876"/>
                  <a:pt x="32340" y="102420"/>
                </a:cubicBezTo>
                <a:cubicBezTo>
                  <a:pt x="30899" y="100964"/>
                  <a:pt x="30175" y="99158"/>
                  <a:pt x="30175" y="97014"/>
                </a:cubicBezTo>
                <a:cubicBezTo>
                  <a:pt x="30175" y="94871"/>
                  <a:pt x="30899" y="93079"/>
                  <a:pt x="32340" y="91659"/>
                </a:cubicBezTo>
                <a:cubicBezTo>
                  <a:pt x="33782" y="90233"/>
                  <a:pt x="35574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74"/>
                  <a:pt x="91257" y="33782"/>
                  <a:pt x="92713" y="32340"/>
                </a:cubicBezTo>
                <a:cubicBezTo>
                  <a:pt x="94169" y="30899"/>
                  <a:pt x="95975" y="30175"/>
                  <a:pt x="98119" y="30175"/>
                </a:cubicBezTo>
                <a:cubicBezTo>
                  <a:pt x="100262" y="30175"/>
                  <a:pt x="102054" y="30899"/>
                  <a:pt x="103474" y="32340"/>
                </a:cubicBezTo>
                <a:cubicBezTo>
                  <a:pt x="104900" y="33782"/>
                  <a:pt x="105617" y="35574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74"/>
                  <a:pt x="137526" y="33782"/>
                  <a:pt x="138981" y="32340"/>
                </a:cubicBezTo>
                <a:cubicBezTo>
                  <a:pt x="140437" y="30899"/>
                  <a:pt x="142244" y="30175"/>
                  <a:pt x="144387" y="30175"/>
                </a:cubicBezTo>
                <a:cubicBezTo>
                  <a:pt x="146531" y="30175"/>
                  <a:pt x="148323" y="30899"/>
                  <a:pt x="149742" y="32340"/>
                </a:cubicBezTo>
                <a:cubicBezTo>
                  <a:pt x="151169" y="33782"/>
                  <a:pt x="151885" y="35574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28" y="89523"/>
                  <a:pt x="207620" y="90248"/>
                  <a:pt x="209061" y="91711"/>
                </a:cubicBezTo>
                <a:cubicBezTo>
                  <a:pt x="210502" y="93166"/>
                  <a:pt x="211226" y="94966"/>
                  <a:pt x="211226" y="97117"/>
                </a:cubicBezTo>
                <a:cubicBezTo>
                  <a:pt x="211226" y="99260"/>
                  <a:pt x="210502" y="101045"/>
                  <a:pt x="209061" y="102471"/>
                </a:cubicBezTo>
                <a:cubicBezTo>
                  <a:pt x="207620" y="103898"/>
                  <a:pt x="205828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28" y="135792"/>
                  <a:pt x="207620" y="136516"/>
                  <a:pt x="209061" y="137979"/>
                </a:cubicBezTo>
                <a:cubicBezTo>
                  <a:pt x="210502" y="139435"/>
                  <a:pt x="211226" y="141235"/>
                  <a:pt x="211226" y="143385"/>
                </a:cubicBezTo>
                <a:cubicBezTo>
                  <a:pt x="211226" y="145529"/>
                  <a:pt x="210502" y="147313"/>
                  <a:pt x="209061" y="148740"/>
                </a:cubicBezTo>
                <a:cubicBezTo>
                  <a:pt x="207620" y="150166"/>
                  <a:pt x="205828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28"/>
                  <a:pt x="151154" y="207620"/>
                  <a:pt x="149691" y="209061"/>
                </a:cubicBezTo>
                <a:cubicBezTo>
                  <a:pt x="148235" y="210502"/>
                  <a:pt x="146436" y="211226"/>
                  <a:pt x="144285" y="211226"/>
                </a:cubicBezTo>
                <a:cubicBezTo>
                  <a:pt x="142142" y="211226"/>
                  <a:pt x="140357" y="210502"/>
                  <a:pt x="138930" y="209061"/>
                </a:cubicBezTo>
                <a:cubicBezTo>
                  <a:pt x="137504" y="207620"/>
                  <a:pt x="136794" y="205828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28"/>
                  <a:pt x="104885" y="207620"/>
                  <a:pt x="103422" y="209061"/>
                </a:cubicBezTo>
                <a:cubicBezTo>
                  <a:pt x="101967" y="210502"/>
                  <a:pt x="100167" y="211226"/>
                  <a:pt x="98016" y="211226"/>
                </a:cubicBezTo>
                <a:cubicBezTo>
                  <a:pt x="95873" y="211226"/>
                  <a:pt x="94088" y="210502"/>
                  <a:pt x="92662" y="209061"/>
                </a:cubicBezTo>
                <a:cubicBezTo>
                  <a:pt x="91235" y="207620"/>
                  <a:pt x="90526" y="205828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4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72"/>
                </a:lnTo>
                <a:lnTo>
                  <a:pt x="211226" y="60372"/>
                </a:lnTo>
                <a:cubicBezTo>
                  <a:pt x="213370" y="60372"/>
                  <a:pt x="215169" y="61097"/>
                  <a:pt x="216610" y="62538"/>
                </a:cubicBezTo>
                <a:cubicBezTo>
                  <a:pt x="218051" y="63993"/>
                  <a:pt x="218768" y="65793"/>
                  <a:pt x="218768" y="67922"/>
                </a:cubicBezTo>
                <a:cubicBezTo>
                  <a:pt x="218768" y="70050"/>
                  <a:pt x="218051" y="71835"/>
                  <a:pt x="216610" y="73276"/>
                </a:cubicBezTo>
                <a:cubicBezTo>
                  <a:pt x="215169" y="74717"/>
                  <a:pt x="213370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78" y="113159"/>
                </a:lnTo>
                <a:cubicBezTo>
                  <a:pt x="213421" y="113159"/>
                  <a:pt x="215206" y="113883"/>
                  <a:pt x="216632" y="115346"/>
                </a:cubicBezTo>
                <a:cubicBezTo>
                  <a:pt x="218059" y="116802"/>
                  <a:pt x="218768" y="118609"/>
                  <a:pt x="218768" y="120752"/>
                </a:cubicBezTo>
                <a:cubicBezTo>
                  <a:pt x="218768" y="122895"/>
                  <a:pt x="218051" y="124680"/>
                  <a:pt x="216610" y="126107"/>
                </a:cubicBezTo>
                <a:cubicBezTo>
                  <a:pt x="215169" y="127533"/>
                  <a:pt x="213370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78" y="165967"/>
                </a:lnTo>
                <a:cubicBezTo>
                  <a:pt x="213421" y="165967"/>
                  <a:pt x="215206" y="166691"/>
                  <a:pt x="216632" y="168155"/>
                </a:cubicBezTo>
                <a:cubicBezTo>
                  <a:pt x="218059" y="169610"/>
                  <a:pt x="218768" y="171410"/>
                  <a:pt x="218768" y="173560"/>
                </a:cubicBezTo>
                <a:cubicBezTo>
                  <a:pt x="218768" y="175704"/>
                  <a:pt x="218051" y="177496"/>
                  <a:pt x="216610" y="178937"/>
                </a:cubicBezTo>
                <a:cubicBezTo>
                  <a:pt x="215169" y="180378"/>
                  <a:pt x="213370" y="181102"/>
                  <a:pt x="211226" y="181102"/>
                </a:cubicBezTo>
                <a:lnTo>
                  <a:pt x="203684" y="181102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30" y="181051"/>
                  <a:pt x="112822" y="180327"/>
                  <a:pt x="114263" y="178886"/>
                </a:cubicBezTo>
                <a:cubicBezTo>
                  <a:pt x="115705" y="177430"/>
                  <a:pt x="116429" y="175638"/>
                  <a:pt x="116429" y="173509"/>
                </a:cubicBezTo>
                <a:lnTo>
                  <a:pt x="116429" y="138301"/>
                </a:lnTo>
                <a:cubicBezTo>
                  <a:pt x="116429" y="136158"/>
                  <a:pt x="115705" y="134366"/>
                  <a:pt x="114263" y="132924"/>
                </a:cubicBezTo>
                <a:cubicBezTo>
                  <a:pt x="112822" y="131483"/>
                  <a:pt x="111030" y="130759"/>
                  <a:pt x="108879" y="130759"/>
                </a:cubicBezTo>
                <a:lnTo>
                  <a:pt x="60350" y="130759"/>
                </a:lnTo>
                <a:cubicBezTo>
                  <a:pt x="58207" y="130759"/>
                  <a:pt x="56408" y="131483"/>
                  <a:pt x="54966" y="132924"/>
                </a:cubicBezTo>
                <a:cubicBezTo>
                  <a:pt x="53525" y="134366"/>
                  <a:pt x="52808" y="136158"/>
                  <a:pt x="52808" y="138301"/>
                </a:cubicBezTo>
                <a:lnTo>
                  <a:pt x="52808" y="173509"/>
                </a:lnTo>
                <a:cubicBezTo>
                  <a:pt x="52808" y="175653"/>
                  <a:pt x="53525" y="177445"/>
                  <a:pt x="54966" y="178886"/>
                </a:cubicBezTo>
                <a:cubicBezTo>
                  <a:pt x="56429" y="180327"/>
                  <a:pt x="58222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11" y="96561"/>
                  <a:pt x="169903" y="95836"/>
                  <a:pt x="171344" y="94395"/>
                </a:cubicBezTo>
                <a:cubicBezTo>
                  <a:pt x="172785" y="92940"/>
                  <a:pt x="173509" y="91147"/>
                  <a:pt x="173509" y="89019"/>
                </a:cubicBezTo>
                <a:lnTo>
                  <a:pt x="173509" y="67892"/>
                </a:lnTo>
                <a:cubicBezTo>
                  <a:pt x="173509" y="65749"/>
                  <a:pt x="172785" y="63957"/>
                  <a:pt x="171344" y="62516"/>
                </a:cubicBezTo>
                <a:cubicBezTo>
                  <a:pt x="169903" y="61075"/>
                  <a:pt x="168111" y="60350"/>
                  <a:pt x="165967" y="60350"/>
                </a:cubicBezTo>
                <a:lnTo>
                  <a:pt x="131513" y="60350"/>
                </a:lnTo>
                <a:cubicBezTo>
                  <a:pt x="129369" y="60350"/>
                  <a:pt x="127577" y="61075"/>
                  <a:pt x="126136" y="62516"/>
                </a:cubicBezTo>
                <a:cubicBezTo>
                  <a:pt x="124688" y="63957"/>
                  <a:pt x="123971" y="65749"/>
                  <a:pt x="123971" y="67892"/>
                </a:cubicBezTo>
                <a:lnTo>
                  <a:pt x="123971" y="89019"/>
                </a:lnTo>
                <a:cubicBezTo>
                  <a:pt x="123971" y="91162"/>
                  <a:pt x="124688" y="92954"/>
                  <a:pt x="126136" y="94395"/>
                </a:cubicBezTo>
                <a:cubicBezTo>
                  <a:pt x="127592" y="95836"/>
                  <a:pt x="129384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30" y="123217"/>
                  <a:pt x="112822" y="122493"/>
                  <a:pt x="114263" y="121052"/>
                </a:cubicBezTo>
                <a:cubicBezTo>
                  <a:pt x="115705" y="119596"/>
                  <a:pt x="116429" y="117804"/>
                  <a:pt x="116429" y="115675"/>
                </a:cubicBezTo>
                <a:lnTo>
                  <a:pt x="116429" y="67892"/>
                </a:lnTo>
                <a:cubicBezTo>
                  <a:pt x="116429" y="65749"/>
                  <a:pt x="115705" y="63957"/>
                  <a:pt x="114263" y="62516"/>
                </a:cubicBezTo>
                <a:cubicBezTo>
                  <a:pt x="112822" y="61075"/>
                  <a:pt x="111030" y="60350"/>
                  <a:pt x="108879" y="60350"/>
                </a:cubicBezTo>
                <a:lnTo>
                  <a:pt x="60350" y="60350"/>
                </a:lnTo>
                <a:cubicBezTo>
                  <a:pt x="58207" y="60350"/>
                  <a:pt x="56408" y="61075"/>
                  <a:pt x="54966" y="62516"/>
                </a:cubicBezTo>
                <a:cubicBezTo>
                  <a:pt x="53525" y="63957"/>
                  <a:pt x="52808" y="65749"/>
                  <a:pt x="52808" y="67892"/>
                </a:cubicBezTo>
                <a:lnTo>
                  <a:pt x="52808" y="115675"/>
                </a:lnTo>
                <a:cubicBezTo>
                  <a:pt x="52808" y="117819"/>
                  <a:pt x="53525" y="119611"/>
                  <a:pt x="54966" y="121052"/>
                </a:cubicBezTo>
                <a:cubicBezTo>
                  <a:pt x="56429" y="122493"/>
                  <a:pt x="58222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11" y="181051"/>
                  <a:pt x="169903" y="180327"/>
                  <a:pt x="171344" y="178886"/>
                </a:cubicBezTo>
                <a:cubicBezTo>
                  <a:pt x="172785" y="177430"/>
                  <a:pt x="173509" y="175638"/>
                  <a:pt x="173509" y="173509"/>
                </a:cubicBezTo>
                <a:lnTo>
                  <a:pt x="173509" y="111652"/>
                </a:lnTo>
                <a:cubicBezTo>
                  <a:pt x="173509" y="109501"/>
                  <a:pt x="172785" y="107709"/>
                  <a:pt x="171344" y="106268"/>
                </a:cubicBezTo>
                <a:cubicBezTo>
                  <a:pt x="169903" y="104827"/>
                  <a:pt x="168111" y="104103"/>
                  <a:pt x="165967" y="104103"/>
                </a:cubicBezTo>
                <a:lnTo>
                  <a:pt x="131513" y="104103"/>
                </a:lnTo>
                <a:cubicBezTo>
                  <a:pt x="129369" y="104103"/>
                  <a:pt x="127577" y="104827"/>
                  <a:pt x="126136" y="106268"/>
                </a:cubicBezTo>
                <a:cubicBezTo>
                  <a:pt x="124688" y="107709"/>
                  <a:pt x="123971" y="109501"/>
                  <a:pt x="123971" y="111652"/>
                </a:cubicBezTo>
                <a:lnTo>
                  <a:pt x="123971" y="173509"/>
                </a:lnTo>
                <a:cubicBezTo>
                  <a:pt x="123971" y="175653"/>
                  <a:pt x="124688" y="177445"/>
                  <a:pt x="126136" y="178886"/>
                </a:cubicBezTo>
                <a:cubicBezTo>
                  <a:pt x="127592" y="180327"/>
                  <a:pt x="129384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6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59"/>
                </a:moveTo>
                <a:cubicBezTo>
                  <a:pt x="135873" y="126216"/>
                  <a:pt x="138301" y="120262"/>
                  <a:pt x="138301" y="113210"/>
                </a:cubicBezTo>
                <a:cubicBezTo>
                  <a:pt x="138301" y="106136"/>
                  <a:pt x="135887" y="100167"/>
                  <a:pt x="131059" y="95302"/>
                </a:cubicBezTo>
                <a:cubicBezTo>
                  <a:pt x="126216" y="90445"/>
                  <a:pt x="120262" y="88009"/>
                  <a:pt x="113210" y="88009"/>
                </a:cubicBezTo>
                <a:cubicBezTo>
                  <a:pt x="106136" y="88009"/>
                  <a:pt x="100167" y="90423"/>
                  <a:pt x="95302" y="95251"/>
                </a:cubicBezTo>
                <a:cubicBezTo>
                  <a:pt x="90445" y="100101"/>
                  <a:pt x="88009" y="106048"/>
                  <a:pt x="88009" y="113108"/>
                </a:cubicBezTo>
                <a:cubicBezTo>
                  <a:pt x="88009" y="120181"/>
                  <a:pt x="90423" y="126151"/>
                  <a:pt x="95251" y="131008"/>
                </a:cubicBezTo>
                <a:cubicBezTo>
                  <a:pt x="100101" y="135873"/>
                  <a:pt x="106048" y="138301"/>
                  <a:pt x="113108" y="138301"/>
                </a:cubicBezTo>
                <a:cubicBezTo>
                  <a:pt x="120181" y="138301"/>
                  <a:pt x="126151" y="135887"/>
                  <a:pt x="131008" y="131059"/>
                </a:cubicBezTo>
                <a:close/>
                <a:moveTo>
                  <a:pt x="113283" y="153392"/>
                </a:moveTo>
                <a:cubicBezTo>
                  <a:pt x="102135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135"/>
                  <a:pt x="153392" y="113283"/>
                </a:cubicBezTo>
                <a:cubicBezTo>
                  <a:pt x="153392" y="116890"/>
                  <a:pt x="152763" y="120576"/>
                  <a:pt x="151505" y="124344"/>
                </a:cubicBezTo>
                <a:cubicBezTo>
                  <a:pt x="150247" y="128118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42" y="159932"/>
                  <a:pt x="169362" y="161944"/>
                </a:cubicBezTo>
                <a:cubicBezTo>
                  <a:pt x="169274" y="163956"/>
                  <a:pt x="168476" y="165748"/>
                  <a:pt x="166969" y="167321"/>
                </a:cubicBezTo>
                <a:cubicBezTo>
                  <a:pt x="165463" y="16876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18" y="150459"/>
                  <a:pt x="124344" y="151629"/>
                </a:cubicBezTo>
                <a:cubicBezTo>
                  <a:pt x="120576" y="152807"/>
                  <a:pt x="116890" y="153392"/>
                  <a:pt x="113283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86"/>
                  <a:pt x="30907" y="156494"/>
                  <a:pt x="32362" y="155053"/>
                </a:cubicBezTo>
                <a:cubicBezTo>
                  <a:pt x="33818" y="153612"/>
                  <a:pt x="35625" y="152888"/>
                  <a:pt x="37768" y="152888"/>
                </a:cubicBezTo>
                <a:cubicBezTo>
                  <a:pt x="39912" y="152888"/>
                  <a:pt x="41704" y="153612"/>
                  <a:pt x="43123" y="155053"/>
                </a:cubicBezTo>
                <a:cubicBezTo>
                  <a:pt x="44550" y="156494"/>
                  <a:pt x="45266" y="158286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15" y="196142"/>
                  <a:pt x="84908" y="196867"/>
                  <a:pt x="86349" y="198330"/>
                </a:cubicBezTo>
                <a:cubicBezTo>
                  <a:pt x="87790" y="199785"/>
                  <a:pt x="88514" y="201585"/>
                  <a:pt x="88514" y="203736"/>
                </a:cubicBezTo>
                <a:cubicBezTo>
                  <a:pt x="88514" y="205879"/>
                  <a:pt x="87790" y="207664"/>
                  <a:pt x="86349" y="209090"/>
                </a:cubicBezTo>
                <a:cubicBezTo>
                  <a:pt x="84908" y="210517"/>
                  <a:pt x="83115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86" y="211226"/>
                  <a:pt x="156494" y="210495"/>
                  <a:pt x="155053" y="209039"/>
                </a:cubicBezTo>
                <a:cubicBezTo>
                  <a:pt x="153612" y="207583"/>
                  <a:pt x="152888" y="205777"/>
                  <a:pt x="152888" y="203633"/>
                </a:cubicBezTo>
                <a:cubicBezTo>
                  <a:pt x="152888" y="201490"/>
                  <a:pt x="153612" y="199698"/>
                  <a:pt x="155053" y="198278"/>
                </a:cubicBezTo>
                <a:cubicBezTo>
                  <a:pt x="156494" y="196852"/>
                  <a:pt x="158286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86"/>
                  <a:pt x="196867" y="156494"/>
                  <a:pt x="198330" y="155053"/>
                </a:cubicBezTo>
                <a:cubicBezTo>
                  <a:pt x="199785" y="153612"/>
                  <a:pt x="201585" y="152888"/>
                  <a:pt x="203736" y="152888"/>
                </a:cubicBezTo>
                <a:cubicBezTo>
                  <a:pt x="205879" y="152888"/>
                  <a:pt x="207664" y="153612"/>
                  <a:pt x="209090" y="155053"/>
                </a:cubicBezTo>
                <a:cubicBezTo>
                  <a:pt x="210517" y="156494"/>
                  <a:pt x="211226" y="158286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15" y="30175"/>
                  <a:pt x="84908" y="30907"/>
                  <a:pt x="86349" y="32362"/>
                </a:cubicBezTo>
                <a:cubicBezTo>
                  <a:pt x="87790" y="33818"/>
                  <a:pt x="88514" y="35625"/>
                  <a:pt x="88514" y="37768"/>
                </a:cubicBezTo>
                <a:cubicBezTo>
                  <a:pt x="88514" y="39912"/>
                  <a:pt x="87790" y="41704"/>
                  <a:pt x="86349" y="43123"/>
                </a:cubicBezTo>
                <a:cubicBezTo>
                  <a:pt x="84908" y="44550"/>
                  <a:pt x="83115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15"/>
                  <a:pt x="44535" y="84908"/>
                  <a:pt x="43072" y="86349"/>
                </a:cubicBezTo>
                <a:cubicBezTo>
                  <a:pt x="41616" y="87790"/>
                  <a:pt x="39817" y="88514"/>
                  <a:pt x="37666" y="88514"/>
                </a:cubicBezTo>
                <a:cubicBezTo>
                  <a:pt x="35523" y="88514"/>
                  <a:pt x="33738" y="87790"/>
                  <a:pt x="32311" y="86349"/>
                </a:cubicBezTo>
                <a:cubicBezTo>
                  <a:pt x="30885" y="84908"/>
                  <a:pt x="30175" y="83115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86" y="45266"/>
                  <a:pt x="156494" y="44535"/>
                  <a:pt x="155053" y="43072"/>
                </a:cubicBezTo>
                <a:cubicBezTo>
                  <a:pt x="153612" y="41616"/>
                  <a:pt x="152888" y="39817"/>
                  <a:pt x="152888" y="37666"/>
                </a:cubicBezTo>
                <a:cubicBezTo>
                  <a:pt x="152888" y="35523"/>
                  <a:pt x="153612" y="33738"/>
                  <a:pt x="155053" y="32311"/>
                </a:cubicBezTo>
                <a:cubicBezTo>
                  <a:pt x="156494" y="30885"/>
                  <a:pt x="158286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15"/>
                  <a:pt x="210495" y="84908"/>
                  <a:pt x="209039" y="86349"/>
                </a:cubicBezTo>
                <a:cubicBezTo>
                  <a:pt x="207583" y="87790"/>
                  <a:pt x="205777" y="88514"/>
                  <a:pt x="203633" y="88514"/>
                </a:cubicBezTo>
                <a:cubicBezTo>
                  <a:pt x="201490" y="88514"/>
                  <a:pt x="199698" y="87790"/>
                  <a:pt x="198278" y="86349"/>
                </a:cubicBezTo>
                <a:cubicBezTo>
                  <a:pt x="196852" y="84908"/>
                  <a:pt x="196142" y="83115"/>
                  <a:pt x="196142" y="8097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8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308"/>
                  <a:pt x="105617" y="42428"/>
                  <a:pt x="106619" y="40636"/>
                </a:cubicBezTo>
                <a:cubicBezTo>
                  <a:pt x="107629" y="38858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30" y="29853"/>
                  <a:pt x="114088" y="27710"/>
                </a:cubicBezTo>
                <a:cubicBezTo>
                  <a:pt x="115024" y="25552"/>
                  <a:pt x="116641" y="24023"/>
                  <a:pt x="118938" y="23138"/>
                </a:cubicBezTo>
                <a:cubicBezTo>
                  <a:pt x="121220" y="22297"/>
                  <a:pt x="123466" y="22341"/>
                  <a:pt x="125682" y="23262"/>
                </a:cubicBezTo>
                <a:cubicBezTo>
                  <a:pt x="127892" y="24184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262" y="96729"/>
                  <a:pt x="166340" y="98572"/>
                </a:cubicBezTo>
                <a:cubicBezTo>
                  <a:pt x="165419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84" y="109677"/>
                  <a:pt x="158696" y="111776"/>
                </a:cubicBezTo>
                <a:cubicBezTo>
                  <a:pt x="157708" y="113868"/>
                  <a:pt x="156026" y="115339"/>
                  <a:pt x="153641" y="116173"/>
                </a:cubicBezTo>
                <a:cubicBezTo>
                  <a:pt x="151483" y="117014"/>
                  <a:pt x="149340" y="116926"/>
                  <a:pt x="147233" y="115924"/>
                </a:cubicBezTo>
                <a:cubicBezTo>
                  <a:pt x="145134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658" y="111732"/>
                  <a:pt x="132895" y="110891"/>
                </a:cubicBezTo>
                <a:cubicBezTo>
                  <a:pt x="131140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35" y="101462"/>
                  <a:pt x="116297" y="102720"/>
                </a:cubicBezTo>
                <a:cubicBezTo>
                  <a:pt x="112866" y="103978"/>
                  <a:pt x="109194" y="104527"/>
                  <a:pt x="105288" y="104359"/>
                </a:cubicBezTo>
                <a:cubicBezTo>
                  <a:pt x="100979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3971" y="97819"/>
                  <a:pt x="70533" y="103349"/>
                </a:cubicBezTo>
                <a:cubicBezTo>
                  <a:pt x="67095" y="108865"/>
                  <a:pt x="65383" y="114900"/>
                  <a:pt x="65383" y="121454"/>
                </a:cubicBezTo>
                <a:cubicBezTo>
                  <a:pt x="65383" y="130745"/>
                  <a:pt x="68631" y="138638"/>
                  <a:pt x="75134" y="145141"/>
                </a:cubicBezTo>
                <a:cubicBezTo>
                  <a:pt x="81638" y="151644"/>
                  <a:pt x="89538" y="154899"/>
                  <a:pt x="98821" y="154899"/>
                </a:cubicBezTo>
                <a:lnTo>
                  <a:pt x="178535" y="154899"/>
                </a:lnTo>
                <a:cubicBezTo>
                  <a:pt x="180685" y="154899"/>
                  <a:pt x="182478" y="155631"/>
                  <a:pt x="183919" y="157087"/>
                </a:cubicBezTo>
                <a:cubicBezTo>
                  <a:pt x="185360" y="158542"/>
                  <a:pt x="186084" y="160349"/>
                  <a:pt x="186084" y="162493"/>
                </a:cubicBezTo>
                <a:cubicBezTo>
                  <a:pt x="186084" y="164636"/>
                  <a:pt x="185360" y="166428"/>
                  <a:pt x="183919" y="167847"/>
                </a:cubicBezTo>
                <a:cubicBezTo>
                  <a:pt x="182478" y="169274"/>
                  <a:pt x="18068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11" y="196142"/>
                  <a:pt x="187503" y="196867"/>
                  <a:pt x="188944" y="198330"/>
                </a:cubicBezTo>
                <a:cubicBezTo>
                  <a:pt x="190385" y="199785"/>
                  <a:pt x="191110" y="201585"/>
                  <a:pt x="191110" y="203736"/>
                </a:cubicBezTo>
                <a:cubicBezTo>
                  <a:pt x="191110" y="205879"/>
                  <a:pt x="190385" y="207664"/>
                  <a:pt x="188944" y="209090"/>
                </a:cubicBezTo>
                <a:cubicBezTo>
                  <a:pt x="187503" y="210517"/>
                  <a:pt x="185711" y="211226"/>
                  <a:pt x="183568" y="211226"/>
                </a:cubicBezTo>
                <a:lnTo>
                  <a:pt x="57834" y="211226"/>
                </a:lnTo>
                <a:cubicBezTo>
                  <a:pt x="55691" y="211226"/>
                  <a:pt x="53898" y="210495"/>
                  <a:pt x="52457" y="209039"/>
                </a:cubicBezTo>
                <a:cubicBezTo>
                  <a:pt x="51016" y="207583"/>
                  <a:pt x="50292" y="205777"/>
                  <a:pt x="50292" y="203633"/>
                </a:cubicBezTo>
                <a:cubicBezTo>
                  <a:pt x="50292" y="201490"/>
                  <a:pt x="51016" y="199698"/>
                  <a:pt x="52457" y="198278"/>
                </a:cubicBezTo>
                <a:cubicBezTo>
                  <a:pt x="53898" y="196852"/>
                  <a:pt x="55691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40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47" y="211226"/>
                  <a:pt x="31265" y="207957"/>
                  <a:pt x="28317" y="201417"/>
                </a:cubicBezTo>
                <a:cubicBezTo>
                  <a:pt x="25362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324" y="45266"/>
                  <a:pt x="76524" y="44535"/>
                  <a:pt x="75083" y="43072"/>
                </a:cubicBezTo>
                <a:cubicBezTo>
                  <a:pt x="73642" y="41616"/>
                  <a:pt x="72925" y="39817"/>
                  <a:pt x="72925" y="37666"/>
                </a:cubicBezTo>
                <a:cubicBezTo>
                  <a:pt x="72925" y="35523"/>
                  <a:pt x="73642" y="33738"/>
                  <a:pt x="75083" y="32311"/>
                </a:cubicBezTo>
                <a:cubicBezTo>
                  <a:pt x="76524" y="30885"/>
                  <a:pt x="78324" y="30175"/>
                  <a:pt x="80467" y="30175"/>
                </a:cubicBezTo>
                <a:lnTo>
                  <a:pt x="160934" y="30175"/>
                </a:lnTo>
                <a:cubicBezTo>
                  <a:pt x="163078" y="30175"/>
                  <a:pt x="164877" y="30907"/>
                  <a:pt x="166318" y="32362"/>
                </a:cubicBezTo>
                <a:cubicBezTo>
                  <a:pt x="167759" y="33818"/>
                  <a:pt x="168476" y="35625"/>
                  <a:pt x="168476" y="37768"/>
                </a:cubicBezTo>
                <a:cubicBezTo>
                  <a:pt x="168476" y="39912"/>
                  <a:pt x="167759" y="41704"/>
                  <a:pt x="166318" y="43123"/>
                </a:cubicBezTo>
                <a:cubicBezTo>
                  <a:pt x="164877" y="44550"/>
                  <a:pt x="163078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40" y="194884"/>
                  <a:pt x="213084" y="201417"/>
                </a:cubicBezTo>
                <a:cubicBezTo>
                  <a:pt x="210136" y="207957"/>
                  <a:pt x="205155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2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42" y="148360"/>
                  <a:pt x="58909" y="142690"/>
                  <a:pt x="47527" y="131337"/>
                </a:cubicBezTo>
                <a:cubicBezTo>
                  <a:pt x="36130" y="120006"/>
                  <a:pt x="30424" y="106231"/>
                  <a:pt x="30424" y="90021"/>
                </a:cubicBezTo>
                <a:cubicBezTo>
                  <a:pt x="30424" y="86670"/>
                  <a:pt x="30680" y="83525"/>
                  <a:pt x="31185" y="80592"/>
                </a:cubicBezTo>
                <a:cubicBezTo>
                  <a:pt x="31682" y="77658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288" y="67227"/>
                  <a:pt x="39429" y="66890"/>
                </a:cubicBezTo>
                <a:cubicBezTo>
                  <a:pt x="40570" y="66554"/>
                  <a:pt x="41741" y="66554"/>
                  <a:pt x="42948" y="66890"/>
                </a:cubicBezTo>
                <a:cubicBezTo>
                  <a:pt x="44155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10" y="45025"/>
                  <a:pt x="66429" y="43935"/>
                  <a:pt x="66107" y="42750"/>
                </a:cubicBezTo>
                <a:cubicBezTo>
                  <a:pt x="65793" y="41572"/>
                  <a:pt x="65800" y="40402"/>
                  <a:pt x="66137" y="39231"/>
                </a:cubicBezTo>
                <a:cubicBezTo>
                  <a:pt x="66466" y="38054"/>
                  <a:pt x="66971" y="37022"/>
                  <a:pt x="67644" y="36137"/>
                </a:cubicBezTo>
                <a:cubicBezTo>
                  <a:pt x="68317" y="35245"/>
                  <a:pt x="69319" y="34506"/>
                  <a:pt x="70658" y="33921"/>
                </a:cubicBezTo>
                <a:cubicBezTo>
                  <a:pt x="73847" y="32582"/>
                  <a:pt x="76861" y="31616"/>
                  <a:pt x="79714" y="31031"/>
                </a:cubicBezTo>
                <a:cubicBezTo>
                  <a:pt x="82559" y="30446"/>
                  <a:pt x="85654" y="30153"/>
                  <a:pt x="88989" y="30153"/>
                </a:cubicBezTo>
                <a:cubicBezTo>
                  <a:pt x="105624" y="30153"/>
                  <a:pt x="119764" y="35969"/>
                  <a:pt x="131410" y="47600"/>
                </a:cubicBezTo>
                <a:cubicBezTo>
                  <a:pt x="143049" y="59253"/>
                  <a:pt x="148864" y="73393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62" y="178659"/>
                  <a:pt x="206574" y="184950"/>
                </a:cubicBezTo>
                <a:cubicBezTo>
                  <a:pt x="206493" y="191234"/>
                  <a:pt x="204101" y="196559"/>
                  <a:pt x="199405" y="200919"/>
                </a:cubicBezTo>
                <a:cubicBezTo>
                  <a:pt x="195052" y="204943"/>
                  <a:pt x="189895" y="206910"/>
                  <a:pt x="183941" y="206823"/>
                </a:cubicBezTo>
                <a:cubicBezTo>
                  <a:pt x="177993" y="206742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06"/>
                  <a:pt x="131769" y="103730"/>
                </a:cubicBezTo>
                <a:cubicBezTo>
                  <a:pt x="133107" y="98953"/>
                  <a:pt x="133780" y="94381"/>
                  <a:pt x="133780" y="90021"/>
                </a:cubicBezTo>
                <a:cubicBezTo>
                  <a:pt x="133780" y="77453"/>
                  <a:pt x="129128" y="66802"/>
                  <a:pt x="119823" y="58090"/>
                </a:cubicBezTo>
                <a:cubicBezTo>
                  <a:pt x="110518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880" y="74220"/>
                  <a:pt x="115800" y="76319"/>
                </a:cubicBezTo>
                <a:cubicBezTo>
                  <a:pt x="115712" y="78412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04" y="114498"/>
                  <a:pt x="76597" y="115171"/>
                  <a:pt x="74535" y="115171"/>
                </a:cubicBezTo>
                <a:cubicBezTo>
                  <a:pt x="72457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46" y="112318"/>
                  <a:pt x="58514" y="120701"/>
                </a:cubicBezTo>
                <a:cubicBezTo>
                  <a:pt x="67183" y="129084"/>
                  <a:pt x="77351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38" y="81945"/>
                  <a:pt x="23006" y="79363"/>
                </a:cubicBezTo>
                <a:cubicBezTo>
                  <a:pt x="21082" y="76780"/>
                  <a:pt x="20117" y="73796"/>
                  <a:pt x="20117" y="70409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206201" y="20117"/>
                </a:lnTo>
                <a:cubicBezTo>
                  <a:pt x="210356" y="20117"/>
                  <a:pt x="213911" y="21594"/>
                  <a:pt x="216859" y="24542"/>
                </a:cubicBezTo>
                <a:cubicBezTo>
                  <a:pt x="219807" y="27491"/>
                  <a:pt x="221285" y="31046"/>
                  <a:pt x="221285" y="35208"/>
                </a:cubicBezTo>
                <a:lnTo>
                  <a:pt x="221285" y="70409"/>
                </a:lnTo>
                <a:cubicBezTo>
                  <a:pt x="221285" y="73796"/>
                  <a:pt x="220319" y="76780"/>
                  <a:pt x="218395" y="79363"/>
                </a:cubicBezTo>
                <a:cubicBezTo>
                  <a:pt x="216464" y="81945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477" y="135792"/>
                  <a:pt x="147270" y="135061"/>
                  <a:pt x="148711" y="133597"/>
                </a:cubicBezTo>
                <a:cubicBezTo>
                  <a:pt x="150152" y="132142"/>
                  <a:pt x="150876" y="130342"/>
                  <a:pt x="150876" y="128192"/>
                </a:cubicBezTo>
                <a:cubicBezTo>
                  <a:pt x="150876" y="126048"/>
                  <a:pt x="150152" y="124263"/>
                  <a:pt x="148711" y="122837"/>
                </a:cubicBezTo>
                <a:cubicBezTo>
                  <a:pt x="147270" y="121410"/>
                  <a:pt x="145477" y="120701"/>
                  <a:pt x="143334" y="120701"/>
                </a:cubicBezTo>
                <a:lnTo>
                  <a:pt x="98068" y="120701"/>
                </a:lnTo>
                <a:cubicBezTo>
                  <a:pt x="95924" y="120701"/>
                  <a:pt x="94132" y="121432"/>
                  <a:pt x="92691" y="122888"/>
                </a:cubicBezTo>
                <a:cubicBezTo>
                  <a:pt x="91250" y="124344"/>
                  <a:pt x="90526" y="126151"/>
                  <a:pt x="90526" y="128294"/>
                </a:cubicBezTo>
                <a:cubicBezTo>
                  <a:pt x="90526" y="130437"/>
                  <a:pt x="91250" y="132230"/>
                  <a:pt x="92691" y="133649"/>
                </a:cubicBezTo>
                <a:cubicBezTo>
                  <a:pt x="94132" y="135075"/>
                  <a:pt x="95924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604"/>
                  <a:pt x="66854" y="123049"/>
                  <a:pt x="69809" y="120101"/>
                </a:cubicBezTo>
                <a:cubicBezTo>
                  <a:pt x="72772" y="117146"/>
                  <a:pt x="76327" y="115675"/>
                  <a:pt x="80467" y="115675"/>
                </a:cubicBezTo>
                <a:lnTo>
                  <a:pt x="160934" y="115675"/>
                </a:lnTo>
                <a:cubicBezTo>
                  <a:pt x="165089" y="115675"/>
                  <a:pt x="168645" y="117146"/>
                  <a:pt x="171593" y="120101"/>
                </a:cubicBezTo>
                <a:cubicBezTo>
                  <a:pt x="174548" y="123049"/>
                  <a:pt x="176026" y="126604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48"/>
                  <a:pt x="20995" y="74710"/>
                  <a:pt x="22758" y="72194"/>
                </a:cubicBezTo>
                <a:cubicBezTo>
                  <a:pt x="24521" y="69663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881" y="69663"/>
                  <a:pt x="218644" y="72194"/>
                </a:cubicBezTo>
                <a:cubicBezTo>
                  <a:pt x="220407" y="74710"/>
                  <a:pt x="221285" y="77548"/>
                  <a:pt x="221285" y="80716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8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32" y="192265"/>
                </a:moveTo>
                <a:cubicBezTo>
                  <a:pt x="29546" y="186501"/>
                  <a:pt x="26657" y="179493"/>
                  <a:pt x="26657" y="171242"/>
                </a:cubicBezTo>
                <a:lnTo>
                  <a:pt x="17600" y="171242"/>
                </a:lnTo>
                <a:cubicBezTo>
                  <a:pt x="15457" y="171242"/>
                  <a:pt x="13665" y="170525"/>
                  <a:pt x="12224" y="169084"/>
                </a:cubicBezTo>
                <a:cubicBezTo>
                  <a:pt x="10783" y="167620"/>
                  <a:pt x="10058" y="165828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08" y="40234"/>
                  <a:pt x="163363" y="41711"/>
                  <a:pt x="166318" y="44659"/>
                </a:cubicBezTo>
                <a:cubicBezTo>
                  <a:pt x="169266" y="47607"/>
                  <a:pt x="170744" y="5116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95" y="82230"/>
                  <a:pt x="194262" y="82764"/>
                  <a:pt x="196391" y="83840"/>
                </a:cubicBezTo>
                <a:cubicBezTo>
                  <a:pt x="198535" y="84908"/>
                  <a:pt x="200297" y="86385"/>
                  <a:pt x="201673" y="88265"/>
                </a:cubicBezTo>
                <a:lnTo>
                  <a:pt x="229836" y="125734"/>
                </a:lnTo>
                <a:cubicBezTo>
                  <a:pt x="230341" y="126370"/>
                  <a:pt x="230714" y="127065"/>
                  <a:pt x="230963" y="127818"/>
                </a:cubicBezTo>
                <a:cubicBezTo>
                  <a:pt x="231219" y="128572"/>
                  <a:pt x="231343" y="129384"/>
                  <a:pt x="231343" y="130254"/>
                </a:cubicBezTo>
                <a:lnTo>
                  <a:pt x="231343" y="163700"/>
                </a:lnTo>
                <a:cubicBezTo>
                  <a:pt x="231343" y="165843"/>
                  <a:pt x="230619" y="167642"/>
                  <a:pt x="229178" y="169084"/>
                </a:cubicBezTo>
                <a:cubicBezTo>
                  <a:pt x="227737" y="170525"/>
                  <a:pt x="225945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05" y="186457"/>
                  <a:pt x="204840" y="192243"/>
                </a:cubicBezTo>
                <a:cubicBezTo>
                  <a:pt x="199076" y="198022"/>
                  <a:pt x="192075" y="200919"/>
                  <a:pt x="183846" y="200919"/>
                </a:cubicBezTo>
                <a:cubicBezTo>
                  <a:pt x="175609" y="200919"/>
                  <a:pt x="168601" y="198030"/>
                  <a:pt x="162822" y="192265"/>
                </a:cubicBezTo>
                <a:cubicBezTo>
                  <a:pt x="157035" y="186501"/>
                  <a:pt x="154146" y="179493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15" y="186457"/>
                  <a:pt x="77351" y="192243"/>
                </a:cubicBezTo>
                <a:cubicBezTo>
                  <a:pt x="71579" y="198022"/>
                  <a:pt x="64586" y="200919"/>
                  <a:pt x="56349" y="200919"/>
                </a:cubicBezTo>
                <a:cubicBezTo>
                  <a:pt x="48119" y="200919"/>
                  <a:pt x="41111" y="198030"/>
                  <a:pt x="35332" y="192265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42" y="142705"/>
                  <a:pt x="70789" y="145470"/>
                </a:cubicBezTo>
                <a:cubicBezTo>
                  <a:pt x="75230" y="148235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50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2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3971" y="207327"/>
                  <a:pt x="56451" y="199537"/>
                </a:cubicBezTo>
                <a:cubicBezTo>
                  <a:pt x="38931" y="191739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19" y="49875"/>
                  <a:pt x="56707" y="41997"/>
                </a:cubicBezTo>
                <a:cubicBezTo>
                  <a:pt x="74388" y="34118"/>
                  <a:pt x="95719" y="30175"/>
                  <a:pt x="120701" y="30175"/>
                </a:cubicBezTo>
                <a:cubicBezTo>
                  <a:pt x="145682" y="30175"/>
                  <a:pt x="167013" y="34118"/>
                  <a:pt x="184694" y="41997"/>
                </a:cubicBezTo>
                <a:cubicBezTo>
                  <a:pt x="202382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470" y="191739"/>
                  <a:pt x="184950" y="199537"/>
                </a:cubicBezTo>
                <a:cubicBezTo>
                  <a:pt x="167430" y="207327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10" y="86290"/>
                  <a:pt x="165082" y="81850"/>
                </a:cubicBezTo>
                <a:cubicBezTo>
                  <a:pt x="180254" y="77409"/>
                  <a:pt x="190020" y="72420"/>
                  <a:pt x="194379" y="66890"/>
                </a:cubicBezTo>
                <a:cubicBezTo>
                  <a:pt x="189851" y="61521"/>
                  <a:pt x="180005" y="56576"/>
                  <a:pt x="164833" y="52055"/>
                </a:cubicBezTo>
                <a:cubicBezTo>
                  <a:pt x="149662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26"/>
                  <a:pt x="75939" y="82098"/>
                </a:cubicBezTo>
                <a:cubicBezTo>
                  <a:pt x="90694" y="86378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51"/>
                  <a:pt x="141571" y="141198"/>
                </a:cubicBezTo>
                <a:cubicBezTo>
                  <a:pt x="148616" y="140437"/>
                  <a:pt x="155360" y="139311"/>
                  <a:pt x="161812" y="137804"/>
                </a:cubicBezTo>
                <a:cubicBezTo>
                  <a:pt x="168272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37" y="100335"/>
                  <a:pt x="79085" y="98821"/>
                </a:cubicBezTo>
                <a:cubicBezTo>
                  <a:pt x="72633" y="97314"/>
                  <a:pt x="66510" y="95471"/>
                  <a:pt x="60731" y="93291"/>
                </a:cubicBezTo>
                <a:cubicBezTo>
                  <a:pt x="54944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377" y="136289"/>
                  <a:pt x="78836" y="137804"/>
                </a:cubicBezTo>
                <a:cubicBezTo>
                  <a:pt x="85288" y="139311"/>
                  <a:pt x="92033" y="140437"/>
                  <a:pt x="99077" y="141198"/>
                </a:cubicBezTo>
                <a:cubicBezTo>
                  <a:pt x="106114" y="141951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26"/>
                  <a:pt x="145594" y="193999"/>
                </a:cubicBezTo>
                <a:cubicBezTo>
                  <a:pt x="154146" y="192580"/>
                  <a:pt x="161980" y="190693"/>
                  <a:pt x="169105" y="188344"/>
                </a:cubicBezTo>
                <a:cubicBezTo>
                  <a:pt x="176230" y="185996"/>
                  <a:pt x="182266" y="183399"/>
                  <a:pt x="187211" y="180546"/>
                </a:cubicBezTo>
                <a:cubicBezTo>
                  <a:pt x="192156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382"/>
                  <a:pt x="180298" y="147482"/>
                </a:cubicBezTo>
                <a:cubicBezTo>
                  <a:pt x="174431" y="149574"/>
                  <a:pt x="168272" y="151381"/>
                  <a:pt x="161812" y="152888"/>
                </a:cubicBezTo>
                <a:cubicBezTo>
                  <a:pt x="155360" y="154395"/>
                  <a:pt x="148652" y="155528"/>
                  <a:pt x="141695" y="156282"/>
                </a:cubicBezTo>
                <a:cubicBezTo>
                  <a:pt x="134739" y="157035"/>
                  <a:pt x="127658" y="157416"/>
                  <a:pt x="120452" y="157416"/>
                </a:cubicBezTo>
                <a:cubicBezTo>
                  <a:pt x="113239" y="157416"/>
                  <a:pt x="106114" y="157035"/>
                  <a:pt x="99077" y="156282"/>
                </a:cubicBezTo>
                <a:cubicBezTo>
                  <a:pt x="92033" y="155528"/>
                  <a:pt x="85288" y="154395"/>
                  <a:pt x="78836" y="152888"/>
                </a:cubicBezTo>
                <a:cubicBezTo>
                  <a:pt x="72377" y="151381"/>
                  <a:pt x="66305" y="149574"/>
                  <a:pt x="60599" y="147482"/>
                </a:cubicBezTo>
                <a:cubicBezTo>
                  <a:pt x="54901" y="145382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37"/>
                  <a:pt x="53811" y="180671"/>
                </a:cubicBezTo>
                <a:cubicBezTo>
                  <a:pt x="58675" y="183604"/>
                  <a:pt x="64710" y="186208"/>
                  <a:pt x="71916" y="188469"/>
                </a:cubicBezTo>
                <a:cubicBezTo>
                  <a:pt x="79129" y="190729"/>
                  <a:pt x="87007" y="192580"/>
                  <a:pt x="95558" y="193999"/>
                </a:cubicBezTo>
                <a:cubicBezTo>
                  <a:pt x="104103" y="195426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4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30" y="196011"/>
                  <a:pt x="25523" y="185704"/>
                </a:cubicBezTo>
                <a:cubicBezTo>
                  <a:pt x="15216" y="175397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261"/>
                  <a:pt x="78207" y="55947"/>
                </a:cubicBezTo>
                <a:cubicBezTo>
                  <a:pt x="90606" y="45640"/>
                  <a:pt x="104944" y="40482"/>
                  <a:pt x="121206" y="40482"/>
                </a:cubicBezTo>
                <a:cubicBezTo>
                  <a:pt x="139976" y="40482"/>
                  <a:pt x="155821" y="47315"/>
                  <a:pt x="168732" y="60980"/>
                </a:cubicBezTo>
                <a:cubicBezTo>
                  <a:pt x="181636" y="74644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35"/>
                  <a:pt x="218768" y="127870"/>
                </a:cubicBezTo>
                <a:cubicBezTo>
                  <a:pt x="227152" y="135997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18" y="60855"/>
                  <a:pt x="82603" y="71418"/>
                </a:cubicBezTo>
                <a:cubicBezTo>
                  <a:pt x="72296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788"/>
                  <a:pt x="35962" y="121081"/>
                </a:cubicBezTo>
                <a:cubicBezTo>
                  <a:pt x="28749" y="128367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6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61104"/>
                </a:moveTo>
                <a:cubicBezTo>
                  <a:pt x="68639" y="61104"/>
                  <a:pt x="65676" y="62326"/>
                  <a:pt x="63240" y="64776"/>
                </a:cubicBezTo>
                <a:cubicBezTo>
                  <a:pt x="60811" y="67227"/>
                  <a:pt x="59597" y="70197"/>
                  <a:pt x="59597" y="73701"/>
                </a:cubicBezTo>
                <a:cubicBezTo>
                  <a:pt x="59597" y="77205"/>
                  <a:pt x="60819" y="80175"/>
                  <a:pt x="63269" y="82603"/>
                </a:cubicBezTo>
                <a:cubicBezTo>
                  <a:pt x="65712" y="85032"/>
                  <a:pt x="68690" y="86254"/>
                  <a:pt x="72194" y="86254"/>
                </a:cubicBezTo>
                <a:cubicBezTo>
                  <a:pt x="75698" y="86254"/>
                  <a:pt x="78668" y="85025"/>
                  <a:pt x="81096" y="82581"/>
                </a:cubicBezTo>
                <a:cubicBezTo>
                  <a:pt x="83525" y="80131"/>
                  <a:pt x="84739" y="77153"/>
                  <a:pt x="84739" y="73649"/>
                </a:cubicBezTo>
                <a:cubicBezTo>
                  <a:pt x="84739" y="70145"/>
                  <a:pt x="83518" y="67183"/>
                  <a:pt x="81074" y="64754"/>
                </a:cubicBezTo>
                <a:cubicBezTo>
                  <a:pt x="78624" y="62318"/>
                  <a:pt x="75646" y="61104"/>
                  <a:pt x="72143" y="61104"/>
                </a:cubicBezTo>
                <a:close/>
                <a:moveTo>
                  <a:pt x="72143" y="165206"/>
                </a:moveTo>
                <a:cubicBezTo>
                  <a:pt x="68639" y="165206"/>
                  <a:pt x="65676" y="166435"/>
                  <a:pt x="63240" y="168879"/>
                </a:cubicBezTo>
                <a:cubicBezTo>
                  <a:pt x="60811" y="171329"/>
                  <a:pt x="59597" y="174307"/>
                  <a:pt x="59597" y="177811"/>
                </a:cubicBezTo>
                <a:cubicBezTo>
                  <a:pt x="59597" y="181315"/>
                  <a:pt x="60819" y="184277"/>
                  <a:pt x="63269" y="186706"/>
                </a:cubicBezTo>
                <a:cubicBezTo>
                  <a:pt x="65712" y="189142"/>
                  <a:pt x="68690" y="190356"/>
                  <a:pt x="72194" y="190356"/>
                </a:cubicBezTo>
                <a:cubicBezTo>
                  <a:pt x="75698" y="190356"/>
                  <a:pt x="78668" y="189134"/>
                  <a:pt x="81096" y="186684"/>
                </a:cubicBezTo>
                <a:cubicBezTo>
                  <a:pt x="83525" y="184233"/>
                  <a:pt x="84739" y="181263"/>
                  <a:pt x="84739" y="177759"/>
                </a:cubicBezTo>
                <a:cubicBezTo>
                  <a:pt x="84739" y="174255"/>
                  <a:pt x="83518" y="171285"/>
                  <a:pt x="81074" y="168857"/>
                </a:cubicBezTo>
                <a:cubicBezTo>
                  <a:pt x="78624" y="166428"/>
                  <a:pt x="75646" y="165206"/>
                  <a:pt x="72143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47" y="31221"/>
                  <a:pt x="208834" y="32816"/>
                </a:cubicBezTo>
                <a:cubicBezTo>
                  <a:pt x="210429" y="34411"/>
                  <a:pt x="211226" y="36569"/>
                  <a:pt x="211226" y="39305"/>
                </a:cubicBezTo>
                <a:lnTo>
                  <a:pt x="211226" y="106868"/>
                </a:lnTo>
                <a:cubicBezTo>
                  <a:pt x="211226" y="109787"/>
                  <a:pt x="210429" y="112237"/>
                  <a:pt x="208834" y="114212"/>
                </a:cubicBezTo>
                <a:cubicBezTo>
                  <a:pt x="207247" y="116195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55" y="116195"/>
                  <a:pt x="32567" y="114212"/>
                </a:cubicBezTo>
                <a:cubicBezTo>
                  <a:pt x="30973" y="112237"/>
                  <a:pt x="30175" y="109787"/>
                  <a:pt x="30175" y="106868"/>
                </a:cubicBezTo>
                <a:lnTo>
                  <a:pt x="30175" y="39305"/>
                </a:lnTo>
                <a:cubicBezTo>
                  <a:pt x="30175" y="36569"/>
                  <a:pt x="30973" y="34411"/>
                  <a:pt x="32567" y="32816"/>
                </a:cubicBezTo>
                <a:cubicBezTo>
                  <a:pt x="34155" y="31221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24"/>
                  <a:pt x="208213" y="137423"/>
                </a:cubicBezTo>
                <a:cubicBezTo>
                  <a:pt x="210224" y="139515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881"/>
                  <a:pt x="208213" y="218644"/>
                </a:cubicBezTo>
                <a:cubicBezTo>
                  <a:pt x="206201" y="220407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4996" y="220407"/>
                  <a:pt x="33065" y="218644"/>
                </a:cubicBezTo>
                <a:cubicBezTo>
                  <a:pt x="31141" y="216881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0973" y="139515"/>
                  <a:pt x="32567" y="137423"/>
                </a:cubicBezTo>
                <a:cubicBezTo>
                  <a:pt x="34155" y="135324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8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321"/>
                  <a:pt x="31653" y="160766"/>
                  <a:pt x="34601" y="157818"/>
                </a:cubicBezTo>
                <a:cubicBezTo>
                  <a:pt x="37571" y="154863"/>
                  <a:pt x="41119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88"/>
                  <a:pt x="61828" y="120533"/>
                  <a:pt x="64776" y="117585"/>
                </a:cubicBezTo>
                <a:cubicBezTo>
                  <a:pt x="67746" y="114629"/>
                  <a:pt x="71294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913" y="88009"/>
                  <a:pt x="90357" y="86539"/>
                  <a:pt x="87409" y="83583"/>
                </a:cubicBezTo>
                <a:cubicBezTo>
                  <a:pt x="84454" y="80621"/>
                  <a:pt x="82984" y="77066"/>
                  <a:pt x="82984" y="72925"/>
                </a:cubicBezTo>
                <a:lnTo>
                  <a:pt x="82984" y="35208"/>
                </a:lnTo>
                <a:cubicBezTo>
                  <a:pt x="82984" y="31046"/>
                  <a:pt x="84454" y="27491"/>
                  <a:pt x="87409" y="24542"/>
                </a:cubicBezTo>
                <a:cubicBezTo>
                  <a:pt x="90372" y="21594"/>
                  <a:pt x="93927" y="20117"/>
                  <a:pt x="98068" y="20117"/>
                </a:cubicBezTo>
                <a:lnTo>
                  <a:pt x="143334" y="20117"/>
                </a:lnTo>
                <a:cubicBezTo>
                  <a:pt x="147489" y="20117"/>
                  <a:pt x="151044" y="21594"/>
                  <a:pt x="153992" y="24542"/>
                </a:cubicBezTo>
                <a:cubicBezTo>
                  <a:pt x="156948" y="27491"/>
                  <a:pt x="158418" y="31046"/>
                  <a:pt x="158418" y="35208"/>
                </a:cubicBezTo>
                <a:lnTo>
                  <a:pt x="158418" y="72925"/>
                </a:lnTo>
                <a:cubicBezTo>
                  <a:pt x="158418" y="77080"/>
                  <a:pt x="156948" y="80635"/>
                  <a:pt x="153992" y="83583"/>
                </a:cubicBezTo>
                <a:cubicBezTo>
                  <a:pt x="151044" y="86539"/>
                  <a:pt x="147489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22" y="113159"/>
                  <a:pt x="173677" y="114629"/>
                  <a:pt x="176626" y="117585"/>
                </a:cubicBezTo>
                <a:cubicBezTo>
                  <a:pt x="179574" y="120533"/>
                  <a:pt x="181051" y="124088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297" y="153392"/>
                  <a:pt x="203853" y="154863"/>
                  <a:pt x="206801" y="157818"/>
                </a:cubicBezTo>
                <a:cubicBezTo>
                  <a:pt x="209749" y="160766"/>
                  <a:pt x="211226" y="164321"/>
                  <a:pt x="211226" y="168476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150876" y="221285"/>
                </a:lnTo>
                <a:cubicBezTo>
                  <a:pt x="146721" y="221285"/>
                  <a:pt x="143166" y="219807"/>
                  <a:pt x="140218" y="216859"/>
                </a:cubicBezTo>
                <a:cubicBezTo>
                  <a:pt x="137262" y="213889"/>
                  <a:pt x="135792" y="210341"/>
                  <a:pt x="135792" y="206201"/>
                </a:cubicBezTo>
                <a:lnTo>
                  <a:pt x="135792" y="168476"/>
                </a:lnTo>
                <a:cubicBezTo>
                  <a:pt x="135792" y="164321"/>
                  <a:pt x="137262" y="160766"/>
                  <a:pt x="140218" y="157818"/>
                </a:cubicBezTo>
                <a:cubicBezTo>
                  <a:pt x="143180" y="154863"/>
                  <a:pt x="146736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681" y="153392"/>
                  <a:pt x="98236" y="154863"/>
                  <a:pt x="101191" y="157818"/>
                </a:cubicBezTo>
                <a:cubicBezTo>
                  <a:pt x="104139" y="160766"/>
                  <a:pt x="105617" y="164321"/>
                  <a:pt x="105617" y="168476"/>
                </a:cubicBezTo>
                <a:lnTo>
                  <a:pt x="105617" y="206201"/>
                </a:lnTo>
                <a:cubicBezTo>
                  <a:pt x="105617" y="210356"/>
                  <a:pt x="104139" y="213911"/>
                  <a:pt x="101191" y="216859"/>
                </a:cubicBezTo>
                <a:cubicBezTo>
                  <a:pt x="98236" y="219807"/>
                  <a:pt x="94681" y="221285"/>
                  <a:pt x="90526" y="221285"/>
                </a:cubicBezTo>
                <a:lnTo>
                  <a:pt x="45266" y="221285"/>
                </a:ln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60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57" y="211226"/>
                  <a:pt x="13665" y="210495"/>
                  <a:pt x="12224" y="209039"/>
                </a:cubicBezTo>
                <a:cubicBezTo>
                  <a:pt x="10783" y="207583"/>
                  <a:pt x="10058" y="205777"/>
                  <a:pt x="10058" y="203633"/>
                </a:cubicBezTo>
                <a:cubicBezTo>
                  <a:pt x="10058" y="201490"/>
                  <a:pt x="10783" y="199698"/>
                  <a:pt x="12224" y="198278"/>
                </a:cubicBezTo>
                <a:cubicBezTo>
                  <a:pt x="13679" y="196852"/>
                  <a:pt x="15472" y="196142"/>
                  <a:pt x="17600" y="196142"/>
                </a:cubicBezTo>
                <a:lnTo>
                  <a:pt x="223801" y="196142"/>
                </a:lnTo>
                <a:cubicBezTo>
                  <a:pt x="225945" y="196142"/>
                  <a:pt x="227737" y="196867"/>
                  <a:pt x="229178" y="198330"/>
                </a:cubicBezTo>
                <a:cubicBezTo>
                  <a:pt x="230619" y="199785"/>
                  <a:pt x="231343" y="201585"/>
                  <a:pt x="231343" y="203736"/>
                </a:cubicBezTo>
                <a:cubicBezTo>
                  <a:pt x="231343" y="205879"/>
                  <a:pt x="230619" y="207664"/>
                  <a:pt x="229178" y="209090"/>
                </a:cubicBezTo>
                <a:cubicBezTo>
                  <a:pt x="227737" y="210517"/>
                  <a:pt x="225945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2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21" y="167723"/>
                  <a:pt x="88134" y="169735"/>
                </a:cubicBezTo>
                <a:cubicBezTo>
                  <a:pt x="88053" y="171746"/>
                  <a:pt x="87256" y="173509"/>
                  <a:pt x="85749" y="175016"/>
                </a:cubicBezTo>
                <a:cubicBezTo>
                  <a:pt x="84242" y="176523"/>
                  <a:pt x="82435" y="177277"/>
                  <a:pt x="80343" y="177277"/>
                </a:cubicBezTo>
                <a:cubicBezTo>
                  <a:pt x="78243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8997" y="62362"/>
                  <a:pt x="81096" y="62362"/>
                </a:cubicBezTo>
                <a:cubicBezTo>
                  <a:pt x="83188" y="62362"/>
                  <a:pt x="84995" y="63116"/>
                  <a:pt x="86502" y="64622"/>
                </a:cubicBezTo>
                <a:cubicBezTo>
                  <a:pt x="88009" y="66137"/>
                  <a:pt x="88763" y="67936"/>
                  <a:pt x="88763" y="70028"/>
                </a:cubicBezTo>
                <a:cubicBezTo>
                  <a:pt x="88763" y="72128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180" y="72669"/>
                  <a:pt x="153268" y="70658"/>
                </a:cubicBezTo>
                <a:cubicBezTo>
                  <a:pt x="153349" y="68646"/>
                  <a:pt x="154146" y="66890"/>
                  <a:pt x="155653" y="65383"/>
                </a:cubicBezTo>
                <a:cubicBezTo>
                  <a:pt x="157160" y="63869"/>
                  <a:pt x="158967" y="63116"/>
                  <a:pt x="161059" y="63116"/>
                </a:cubicBezTo>
                <a:cubicBezTo>
                  <a:pt x="163158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7993"/>
                  <a:pt x="160430" y="177906"/>
                </a:cubicBezTo>
                <a:cubicBezTo>
                  <a:pt x="158418" y="177825"/>
                  <a:pt x="156662" y="177028"/>
                  <a:pt x="155148" y="175521"/>
                </a:cubicBezTo>
                <a:cubicBezTo>
                  <a:pt x="153641" y="174014"/>
                  <a:pt x="152888" y="172207"/>
                  <a:pt x="152888" y="170115"/>
                </a:cubicBezTo>
                <a:cubicBezTo>
                  <a:pt x="152888" y="168016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4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6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41"/>
                  <a:pt x="17856" y="139011"/>
                </a:cubicBezTo>
                <a:cubicBezTo>
                  <a:pt x="12655" y="133780"/>
                  <a:pt x="10058" y="127423"/>
                  <a:pt x="10058" y="119947"/>
                </a:cubicBezTo>
                <a:cubicBezTo>
                  <a:pt x="10058" y="112471"/>
                  <a:pt x="12677" y="106114"/>
                  <a:pt x="17908" y="100884"/>
                </a:cubicBezTo>
                <a:cubicBezTo>
                  <a:pt x="23138" y="95654"/>
                  <a:pt x="29488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28"/>
                  <a:pt x="139815" y="27966"/>
                </a:cubicBezTo>
                <a:cubicBezTo>
                  <a:pt x="145009" y="33196"/>
                  <a:pt x="147606" y="39546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54"/>
                  <a:pt x="223545" y="100884"/>
                </a:cubicBezTo>
                <a:cubicBezTo>
                  <a:pt x="228746" y="106114"/>
                  <a:pt x="231343" y="112471"/>
                  <a:pt x="231343" y="119947"/>
                </a:cubicBezTo>
                <a:cubicBezTo>
                  <a:pt x="231343" y="127423"/>
                  <a:pt x="228732" y="133780"/>
                  <a:pt x="223501" y="139011"/>
                </a:cubicBezTo>
                <a:cubicBezTo>
                  <a:pt x="218271" y="144241"/>
                  <a:pt x="211914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415" y="118762"/>
                </a:moveTo>
                <a:cubicBezTo>
                  <a:pt x="95346" y="116802"/>
                  <a:pt x="96312" y="114417"/>
                  <a:pt x="96312" y="111601"/>
                </a:cubicBezTo>
                <a:cubicBezTo>
                  <a:pt x="96312" y="108784"/>
                  <a:pt x="95332" y="106407"/>
                  <a:pt x="93364" y="104483"/>
                </a:cubicBezTo>
                <a:cubicBezTo>
                  <a:pt x="91403" y="102552"/>
                  <a:pt x="89019" y="101593"/>
                  <a:pt x="86202" y="101593"/>
                </a:cubicBezTo>
                <a:cubicBezTo>
                  <a:pt x="83386" y="101593"/>
                  <a:pt x="81009" y="102574"/>
                  <a:pt x="79085" y="104534"/>
                </a:cubicBezTo>
                <a:cubicBezTo>
                  <a:pt x="77153" y="106495"/>
                  <a:pt x="76195" y="108879"/>
                  <a:pt x="76195" y="111696"/>
                </a:cubicBezTo>
                <a:cubicBezTo>
                  <a:pt x="76195" y="114512"/>
                  <a:pt x="77175" y="116890"/>
                  <a:pt x="79136" y="118813"/>
                </a:cubicBezTo>
                <a:cubicBezTo>
                  <a:pt x="81096" y="120745"/>
                  <a:pt x="83488" y="121710"/>
                  <a:pt x="86305" y="121710"/>
                </a:cubicBezTo>
                <a:cubicBezTo>
                  <a:pt x="89121" y="121710"/>
                  <a:pt x="91491" y="120723"/>
                  <a:pt x="93415" y="118762"/>
                </a:cubicBezTo>
                <a:close/>
                <a:moveTo>
                  <a:pt x="162317" y="118762"/>
                </a:moveTo>
                <a:cubicBezTo>
                  <a:pt x="164248" y="116802"/>
                  <a:pt x="165206" y="114417"/>
                  <a:pt x="165206" y="111601"/>
                </a:cubicBezTo>
                <a:cubicBezTo>
                  <a:pt x="165206" y="108784"/>
                  <a:pt x="164226" y="106407"/>
                  <a:pt x="162266" y="104483"/>
                </a:cubicBezTo>
                <a:cubicBezTo>
                  <a:pt x="160305" y="102552"/>
                  <a:pt x="157913" y="101593"/>
                  <a:pt x="155104" y="101593"/>
                </a:cubicBezTo>
                <a:cubicBezTo>
                  <a:pt x="152288" y="101593"/>
                  <a:pt x="149910" y="102574"/>
                  <a:pt x="147986" y="104534"/>
                </a:cubicBezTo>
                <a:cubicBezTo>
                  <a:pt x="146055" y="106495"/>
                  <a:pt x="145090" y="108879"/>
                  <a:pt x="145090" y="111696"/>
                </a:cubicBezTo>
                <a:cubicBezTo>
                  <a:pt x="145090" y="114512"/>
                  <a:pt x="146070" y="116890"/>
                  <a:pt x="148038" y="118813"/>
                </a:cubicBezTo>
                <a:cubicBezTo>
                  <a:pt x="149998" y="120745"/>
                  <a:pt x="152383" y="121710"/>
                  <a:pt x="155199" y="121710"/>
                </a:cubicBezTo>
                <a:cubicBezTo>
                  <a:pt x="158016" y="121710"/>
                  <a:pt x="160393" y="120723"/>
                  <a:pt x="162317" y="118762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47" y="169735"/>
                  <a:pt x="159340" y="169003"/>
                  <a:pt x="160781" y="167547"/>
                </a:cubicBezTo>
                <a:cubicBezTo>
                  <a:pt x="162222" y="166092"/>
                  <a:pt x="162946" y="164285"/>
                  <a:pt x="162946" y="162141"/>
                </a:cubicBezTo>
                <a:cubicBezTo>
                  <a:pt x="162946" y="159998"/>
                  <a:pt x="162222" y="158213"/>
                  <a:pt x="160781" y="156787"/>
                </a:cubicBezTo>
                <a:cubicBezTo>
                  <a:pt x="159340" y="155360"/>
                  <a:pt x="157547" y="154651"/>
                  <a:pt x="155404" y="154651"/>
                </a:cubicBezTo>
                <a:lnTo>
                  <a:pt x="85997" y="154651"/>
                </a:lnTo>
                <a:cubicBezTo>
                  <a:pt x="83854" y="154651"/>
                  <a:pt x="82062" y="155375"/>
                  <a:pt x="80621" y="156838"/>
                </a:cubicBezTo>
                <a:cubicBezTo>
                  <a:pt x="79180" y="158294"/>
                  <a:pt x="78456" y="160093"/>
                  <a:pt x="78456" y="162244"/>
                </a:cubicBezTo>
                <a:cubicBezTo>
                  <a:pt x="78456" y="164387"/>
                  <a:pt x="79180" y="166172"/>
                  <a:pt x="80621" y="167599"/>
                </a:cubicBezTo>
                <a:cubicBezTo>
                  <a:pt x="82062" y="169025"/>
                  <a:pt x="83854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8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09" y="208044"/>
                  <a:pt x="75061" y="201673"/>
                </a:cubicBezTo>
                <a:cubicBezTo>
                  <a:pt x="69107" y="195301"/>
                  <a:pt x="65712" y="188096"/>
                  <a:pt x="64879" y="180049"/>
                </a:cubicBezTo>
                <a:cubicBezTo>
                  <a:pt x="54988" y="179208"/>
                  <a:pt x="46729" y="175060"/>
                  <a:pt x="40109" y="167599"/>
                </a:cubicBezTo>
                <a:cubicBezTo>
                  <a:pt x="33489" y="160137"/>
                  <a:pt x="30175" y="151044"/>
                  <a:pt x="30175" y="140313"/>
                </a:cubicBezTo>
                <a:cubicBezTo>
                  <a:pt x="30175" y="136626"/>
                  <a:pt x="30636" y="133063"/>
                  <a:pt x="31558" y="129625"/>
                </a:cubicBezTo>
                <a:cubicBezTo>
                  <a:pt x="32479" y="126195"/>
                  <a:pt x="33862" y="122881"/>
                  <a:pt x="35705" y="119699"/>
                </a:cubicBezTo>
                <a:cubicBezTo>
                  <a:pt x="33862" y="116677"/>
                  <a:pt x="32479" y="113495"/>
                  <a:pt x="31558" y="110138"/>
                </a:cubicBezTo>
                <a:cubicBezTo>
                  <a:pt x="30636" y="106787"/>
                  <a:pt x="30175" y="103181"/>
                  <a:pt x="30175" y="99326"/>
                </a:cubicBezTo>
                <a:cubicBezTo>
                  <a:pt x="30175" y="89267"/>
                  <a:pt x="33657" y="80635"/>
                  <a:pt x="40614" y="73430"/>
                </a:cubicBezTo>
                <a:cubicBezTo>
                  <a:pt x="47571" y="66217"/>
                  <a:pt x="55822" y="62026"/>
                  <a:pt x="65383" y="60855"/>
                </a:cubicBezTo>
                <a:cubicBezTo>
                  <a:pt x="65712" y="52304"/>
                  <a:pt x="68938" y="45054"/>
                  <a:pt x="75061" y="39100"/>
                </a:cubicBezTo>
                <a:cubicBezTo>
                  <a:pt x="81177" y="33152"/>
                  <a:pt x="88514" y="30175"/>
                  <a:pt x="97065" y="30175"/>
                </a:cubicBezTo>
                <a:cubicBezTo>
                  <a:pt x="101923" y="30175"/>
                  <a:pt x="106239" y="31053"/>
                  <a:pt x="110013" y="32816"/>
                </a:cubicBezTo>
                <a:cubicBezTo>
                  <a:pt x="113788" y="34579"/>
                  <a:pt x="117350" y="37132"/>
                  <a:pt x="120701" y="40482"/>
                </a:cubicBezTo>
                <a:cubicBezTo>
                  <a:pt x="124051" y="37132"/>
                  <a:pt x="127577" y="34579"/>
                  <a:pt x="131264" y="32816"/>
                </a:cubicBezTo>
                <a:cubicBezTo>
                  <a:pt x="134951" y="31053"/>
                  <a:pt x="139223" y="30175"/>
                  <a:pt x="144087" y="30175"/>
                </a:cubicBezTo>
                <a:cubicBezTo>
                  <a:pt x="152471" y="30175"/>
                  <a:pt x="159676" y="33152"/>
                  <a:pt x="165711" y="39100"/>
                </a:cubicBezTo>
                <a:cubicBezTo>
                  <a:pt x="171746" y="45054"/>
                  <a:pt x="175016" y="52304"/>
                  <a:pt x="175521" y="60855"/>
                </a:cubicBezTo>
                <a:cubicBezTo>
                  <a:pt x="185243" y="61689"/>
                  <a:pt x="193626" y="65756"/>
                  <a:pt x="200663" y="73050"/>
                </a:cubicBezTo>
                <a:cubicBezTo>
                  <a:pt x="207708" y="80343"/>
                  <a:pt x="211226" y="89099"/>
                  <a:pt x="211226" y="99326"/>
                </a:cubicBezTo>
                <a:cubicBezTo>
                  <a:pt x="211226" y="103181"/>
                  <a:pt x="210722" y="106831"/>
                  <a:pt x="209719" y="110262"/>
                </a:cubicBezTo>
                <a:cubicBezTo>
                  <a:pt x="208710" y="113700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13" y="160978"/>
                  <a:pt x="201292" y="168103"/>
                </a:cubicBezTo>
                <a:cubicBezTo>
                  <a:pt x="194672" y="175228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881" y="188805"/>
                  <a:pt x="133151" y="191739"/>
                </a:cubicBezTo>
                <a:cubicBezTo>
                  <a:pt x="136414" y="194672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397"/>
                  <a:pt x="150627" y="173129"/>
                </a:cubicBezTo>
                <a:cubicBezTo>
                  <a:pt x="147270" y="170868"/>
                  <a:pt x="144424" y="168059"/>
                  <a:pt x="142076" y="164709"/>
                </a:cubicBezTo>
                <a:cubicBezTo>
                  <a:pt x="140737" y="162866"/>
                  <a:pt x="140232" y="160978"/>
                  <a:pt x="140569" y="159047"/>
                </a:cubicBezTo>
                <a:cubicBezTo>
                  <a:pt x="140898" y="157123"/>
                  <a:pt x="141988" y="155485"/>
                  <a:pt x="143839" y="154146"/>
                </a:cubicBezTo>
                <a:cubicBezTo>
                  <a:pt x="145682" y="152807"/>
                  <a:pt x="147562" y="152302"/>
                  <a:pt x="149493" y="152639"/>
                </a:cubicBezTo>
                <a:cubicBezTo>
                  <a:pt x="151417" y="152968"/>
                  <a:pt x="153056" y="154058"/>
                  <a:pt x="154395" y="155909"/>
                </a:cubicBezTo>
                <a:cubicBezTo>
                  <a:pt x="156575" y="158923"/>
                  <a:pt x="159259" y="161227"/>
                  <a:pt x="162441" y="162822"/>
                </a:cubicBezTo>
                <a:cubicBezTo>
                  <a:pt x="165631" y="164416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265"/>
                  <a:pt x="195638" y="136670"/>
                </a:cubicBezTo>
                <a:cubicBezTo>
                  <a:pt x="195301" y="135075"/>
                  <a:pt x="194965" y="133444"/>
                  <a:pt x="194628" y="131769"/>
                </a:cubicBezTo>
                <a:cubicBezTo>
                  <a:pt x="191614" y="133941"/>
                  <a:pt x="188301" y="135580"/>
                  <a:pt x="184694" y="136670"/>
                </a:cubicBezTo>
                <a:cubicBezTo>
                  <a:pt x="181095" y="137760"/>
                  <a:pt x="177364" y="138301"/>
                  <a:pt x="173509" y="138301"/>
                </a:cubicBezTo>
                <a:cubicBezTo>
                  <a:pt x="171329" y="138301"/>
                  <a:pt x="169522" y="137592"/>
                  <a:pt x="168103" y="136165"/>
                </a:cubicBezTo>
                <a:cubicBezTo>
                  <a:pt x="166677" y="134739"/>
                  <a:pt x="165967" y="132939"/>
                  <a:pt x="165967" y="130759"/>
                </a:cubicBezTo>
                <a:cubicBezTo>
                  <a:pt x="165967" y="128579"/>
                  <a:pt x="166677" y="126780"/>
                  <a:pt x="168103" y="125353"/>
                </a:cubicBezTo>
                <a:cubicBezTo>
                  <a:pt x="169522" y="123927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37" y="83276"/>
                  <a:pt x="165836" y="86378"/>
                </a:cubicBezTo>
                <a:cubicBezTo>
                  <a:pt x="162734" y="89480"/>
                  <a:pt x="159171" y="91784"/>
                  <a:pt x="155148" y="93291"/>
                </a:cubicBezTo>
                <a:cubicBezTo>
                  <a:pt x="153136" y="94132"/>
                  <a:pt x="151212" y="94088"/>
                  <a:pt x="149369" y="93166"/>
                </a:cubicBezTo>
                <a:cubicBezTo>
                  <a:pt x="147526" y="92245"/>
                  <a:pt x="146267" y="90774"/>
                  <a:pt x="145594" y="88763"/>
                </a:cubicBezTo>
                <a:cubicBezTo>
                  <a:pt x="144921" y="86751"/>
                  <a:pt x="145009" y="84783"/>
                  <a:pt x="145850" y="82859"/>
                </a:cubicBezTo>
                <a:cubicBezTo>
                  <a:pt x="146684" y="80928"/>
                  <a:pt x="148111" y="79626"/>
                  <a:pt x="150123" y="78960"/>
                </a:cubicBezTo>
                <a:cubicBezTo>
                  <a:pt x="153136" y="77951"/>
                  <a:pt x="155609" y="75939"/>
                  <a:pt x="157540" y="72925"/>
                </a:cubicBezTo>
                <a:cubicBezTo>
                  <a:pt x="159464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29"/>
                  <a:pt x="133020" y="49663"/>
                </a:cubicBezTo>
                <a:cubicBezTo>
                  <a:pt x="129837" y="52596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08" y="52596"/>
                  <a:pt x="108506" y="49663"/>
                </a:cubicBezTo>
                <a:cubicBezTo>
                  <a:pt x="105405" y="46729"/>
                  <a:pt x="101593" y="45266"/>
                  <a:pt x="97065" y="45266"/>
                </a:cubicBezTo>
                <a:cubicBezTo>
                  <a:pt x="92706" y="45266"/>
                  <a:pt x="88894" y="46942"/>
                  <a:pt x="85624" y="50292"/>
                </a:cubicBezTo>
                <a:cubicBezTo>
                  <a:pt x="82355" y="53642"/>
                  <a:pt x="80716" y="57754"/>
                  <a:pt x="80716" y="62611"/>
                </a:cubicBezTo>
                <a:cubicBezTo>
                  <a:pt x="80716" y="66466"/>
                  <a:pt x="81638" y="69867"/>
                  <a:pt x="83488" y="72801"/>
                </a:cubicBezTo>
                <a:cubicBezTo>
                  <a:pt x="85332" y="75734"/>
                  <a:pt x="87760" y="77702"/>
                  <a:pt x="90774" y="78704"/>
                </a:cubicBezTo>
                <a:cubicBezTo>
                  <a:pt x="92786" y="79377"/>
                  <a:pt x="94256" y="80679"/>
                  <a:pt x="95178" y="82603"/>
                </a:cubicBezTo>
                <a:cubicBezTo>
                  <a:pt x="96100" y="84534"/>
                  <a:pt x="96224" y="86422"/>
                  <a:pt x="95558" y="88265"/>
                </a:cubicBezTo>
                <a:cubicBezTo>
                  <a:pt x="94717" y="90277"/>
                  <a:pt x="93335" y="91784"/>
                  <a:pt x="91403" y="92786"/>
                </a:cubicBezTo>
                <a:cubicBezTo>
                  <a:pt x="89480" y="93795"/>
                  <a:pt x="87512" y="93876"/>
                  <a:pt x="85500" y="93042"/>
                </a:cubicBezTo>
                <a:cubicBezTo>
                  <a:pt x="81477" y="91696"/>
                  <a:pt x="77951" y="89480"/>
                  <a:pt x="74937" y="86378"/>
                </a:cubicBezTo>
                <a:cubicBezTo>
                  <a:pt x="71916" y="83276"/>
                  <a:pt x="69568" y="79714"/>
                  <a:pt x="67892" y="75690"/>
                </a:cubicBezTo>
                <a:cubicBezTo>
                  <a:pt x="62026" y="76195"/>
                  <a:pt x="56788" y="78668"/>
                  <a:pt x="52179" y="83108"/>
                </a:cubicBezTo>
                <a:cubicBezTo>
                  <a:pt x="47571" y="87548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879" y="123927"/>
                  <a:pt x="73298" y="125353"/>
                </a:cubicBezTo>
                <a:cubicBezTo>
                  <a:pt x="74725" y="126780"/>
                  <a:pt x="75442" y="128579"/>
                  <a:pt x="75442" y="130759"/>
                </a:cubicBezTo>
                <a:cubicBezTo>
                  <a:pt x="75442" y="132939"/>
                  <a:pt x="74725" y="134739"/>
                  <a:pt x="73298" y="136165"/>
                </a:cubicBezTo>
                <a:cubicBezTo>
                  <a:pt x="71879" y="137592"/>
                  <a:pt x="70072" y="138301"/>
                  <a:pt x="67892" y="138301"/>
                </a:cubicBezTo>
                <a:cubicBezTo>
                  <a:pt x="64037" y="138301"/>
                  <a:pt x="60307" y="137716"/>
                  <a:pt x="56707" y="136546"/>
                </a:cubicBezTo>
                <a:cubicBezTo>
                  <a:pt x="53101" y="135368"/>
                  <a:pt x="49787" y="133780"/>
                  <a:pt x="46773" y="131769"/>
                </a:cubicBezTo>
                <a:cubicBezTo>
                  <a:pt x="46269" y="133107"/>
                  <a:pt x="45888" y="134534"/>
                  <a:pt x="45640" y="136041"/>
                </a:cubicBezTo>
                <a:cubicBezTo>
                  <a:pt x="45391" y="137548"/>
                  <a:pt x="45266" y="139055"/>
                  <a:pt x="45266" y="140569"/>
                </a:cubicBezTo>
                <a:cubicBezTo>
                  <a:pt x="45266" y="147774"/>
                  <a:pt x="47483" y="153685"/>
                  <a:pt x="51923" y="158294"/>
                </a:cubicBezTo>
                <a:cubicBezTo>
                  <a:pt x="56371" y="162902"/>
                  <a:pt x="61777" y="165206"/>
                  <a:pt x="68148" y="165206"/>
                </a:cubicBezTo>
                <a:cubicBezTo>
                  <a:pt x="71835" y="165206"/>
                  <a:pt x="75310" y="164373"/>
                  <a:pt x="78580" y="162697"/>
                </a:cubicBezTo>
                <a:cubicBezTo>
                  <a:pt x="81850" y="161015"/>
                  <a:pt x="84571" y="158754"/>
                  <a:pt x="86751" y="155909"/>
                </a:cubicBezTo>
                <a:cubicBezTo>
                  <a:pt x="88097" y="154226"/>
                  <a:pt x="89772" y="153180"/>
                  <a:pt x="91784" y="152763"/>
                </a:cubicBezTo>
                <a:cubicBezTo>
                  <a:pt x="93795" y="152346"/>
                  <a:pt x="95639" y="152807"/>
                  <a:pt x="97314" y="154146"/>
                </a:cubicBezTo>
                <a:cubicBezTo>
                  <a:pt x="98989" y="155485"/>
                  <a:pt x="100043" y="157160"/>
                  <a:pt x="100460" y="159171"/>
                </a:cubicBezTo>
                <a:cubicBezTo>
                  <a:pt x="100877" y="161183"/>
                  <a:pt x="100416" y="163027"/>
                  <a:pt x="99077" y="164709"/>
                </a:cubicBezTo>
                <a:cubicBezTo>
                  <a:pt x="96729" y="168059"/>
                  <a:pt x="93920" y="170868"/>
                  <a:pt x="90650" y="173129"/>
                </a:cubicBezTo>
                <a:cubicBezTo>
                  <a:pt x="87380" y="175397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672"/>
                  <a:pt x="108382" y="191739"/>
                </a:cubicBezTo>
                <a:cubicBezTo>
                  <a:pt x="111564" y="188805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70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29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25" y="175119"/>
                  <a:pt x="33467" y="173253"/>
                  <a:pt x="32165" y="170942"/>
                </a:cubicBezTo>
                <a:cubicBezTo>
                  <a:pt x="30841" y="168630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1" y="72772"/>
                  <a:pt x="32165" y="70460"/>
                </a:cubicBezTo>
                <a:cubicBezTo>
                  <a:pt x="33489" y="68148"/>
                  <a:pt x="35340" y="66283"/>
                  <a:pt x="37717" y="64879"/>
                </a:cubicBezTo>
                <a:lnTo>
                  <a:pt x="113159" y="21375"/>
                </a:lnTo>
                <a:cubicBezTo>
                  <a:pt x="115551" y="20036"/>
                  <a:pt x="118089" y="19363"/>
                  <a:pt x="120752" y="19363"/>
                </a:cubicBezTo>
                <a:cubicBezTo>
                  <a:pt x="123400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76" y="66283"/>
                  <a:pt x="207935" y="68148"/>
                  <a:pt x="209237" y="70460"/>
                </a:cubicBezTo>
                <a:cubicBezTo>
                  <a:pt x="210561" y="72772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61" y="168630"/>
                  <a:pt x="209237" y="170942"/>
                </a:cubicBezTo>
                <a:cubicBezTo>
                  <a:pt x="207935" y="173253"/>
                  <a:pt x="206076" y="175119"/>
                  <a:pt x="203684" y="176523"/>
                </a:cubicBezTo>
                <a:lnTo>
                  <a:pt x="128243" y="220027"/>
                </a:lnTo>
                <a:cubicBezTo>
                  <a:pt x="125851" y="221365"/>
                  <a:pt x="123320" y="222038"/>
                  <a:pt x="120650" y="222038"/>
                </a:cubicBezTo>
                <a:cubicBezTo>
                  <a:pt x="118001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2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22361"/>
                </a:moveTo>
                <a:cubicBezTo>
                  <a:pt x="72128" y="123802"/>
                  <a:pt x="71418" y="125595"/>
                  <a:pt x="71418" y="127745"/>
                </a:cubicBezTo>
                <a:lnTo>
                  <a:pt x="71418" y="164204"/>
                </a:lnTo>
                <a:cubicBezTo>
                  <a:pt x="71418" y="166348"/>
                  <a:pt x="72143" y="168140"/>
                  <a:pt x="73606" y="169581"/>
                </a:cubicBezTo>
                <a:cubicBezTo>
                  <a:pt x="75061" y="171029"/>
                  <a:pt x="76861" y="171746"/>
                  <a:pt x="79011" y="171746"/>
                </a:cubicBezTo>
                <a:cubicBezTo>
                  <a:pt x="81155" y="171746"/>
                  <a:pt x="82940" y="171029"/>
                  <a:pt x="84366" y="169581"/>
                </a:cubicBezTo>
                <a:cubicBezTo>
                  <a:pt x="85793" y="168140"/>
                  <a:pt x="86502" y="166348"/>
                  <a:pt x="86502" y="164204"/>
                </a:cubicBezTo>
                <a:lnTo>
                  <a:pt x="86502" y="127745"/>
                </a:lnTo>
                <a:cubicBezTo>
                  <a:pt x="86502" y="125595"/>
                  <a:pt x="85771" y="123802"/>
                  <a:pt x="84315" y="122361"/>
                </a:cubicBezTo>
                <a:cubicBezTo>
                  <a:pt x="82859" y="120920"/>
                  <a:pt x="81052" y="120196"/>
                  <a:pt x="78909" y="120196"/>
                </a:cubicBezTo>
                <a:cubicBezTo>
                  <a:pt x="76766" y="120196"/>
                  <a:pt x="74973" y="120920"/>
                  <a:pt x="73554" y="122361"/>
                </a:cubicBezTo>
                <a:close/>
                <a:moveTo>
                  <a:pt x="157035" y="68295"/>
                </a:moveTo>
                <a:cubicBezTo>
                  <a:pt x="155609" y="69736"/>
                  <a:pt x="154899" y="71535"/>
                  <a:pt x="154899" y="73679"/>
                </a:cubicBezTo>
                <a:lnTo>
                  <a:pt x="154899" y="164204"/>
                </a:lnTo>
                <a:cubicBezTo>
                  <a:pt x="154899" y="166348"/>
                  <a:pt x="155631" y="168140"/>
                  <a:pt x="157087" y="169581"/>
                </a:cubicBezTo>
                <a:cubicBezTo>
                  <a:pt x="158542" y="171029"/>
                  <a:pt x="160349" y="171746"/>
                  <a:pt x="162493" y="171746"/>
                </a:cubicBezTo>
                <a:cubicBezTo>
                  <a:pt x="164636" y="171746"/>
                  <a:pt x="166428" y="171029"/>
                  <a:pt x="167847" y="169581"/>
                </a:cubicBezTo>
                <a:cubicBezTo>
                  <a:pt x="169274" y="168140"/>
                  <a:pt x="169991" y="166348"/>
                  <a:pt x="169991" y="164204"/>
                </a:cubicBezTo>
                <a:lnTo>
                  <a:pt x="169991" y="73679"/>
                </a:lnTo>
                <a:cubicBezTo>
                  <a:pt x="169991" y="71535"/>
                  <a:pt x="169259" y="69736"/>
                  <a:pt x="167796" y="68295"/>
                </a:cubicBezTo>
                <a:cubicBezTo>
                  <a:pt x="166340" y="66854"/>
                  <a:pt x="164541" y="66137"/>
                  <a:pt x="162390" y="66137"/>
                </a:cubicBezTo>
                <a:cubicBezTo>
                  <a:pt x="160247" y="66137"/>
                  <a:pt x="158462" y="66854"/>
                  <a:pt x="157035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4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59" y="201168"/>
                  <a:pt x="169566" y="200444"/>
                  <a:pt x="168125" y="199003"/>
                </a:cubicBezTo>
                <a:cubicBezTo>
                  <a:pt x="166684" y="197547"/>
                  <a:pt x="165967" y="195755"/>
                  <a:pt x="165967" y="193626"/>
                </a:cubicBezTo>
                <a:lnTo>
                  <a:pt x="165967" y="138301"/>
                </a:lnTo>
                <a:cubicBezTo>
                  <a:pt x="165967" y="136158"/>
                  <a:pt x="166684" y="134366"/>
                  <a:pt x="168125" y="132924"/>
                </a:cubicBezTo>
                <a:cubicBezTo>
                  <a:pt x="169581" y="131483"/>
                  <a:pt x="171381" y="130759"/>
                  <a:pt x="173509" y="130759"/>
                </a:cubicBezTo>
                <a:lnTo>
                  <a:pt x="193626" y="130759"/>
                </a:lnTo>
                <a:cubicBezTo>
                  <a:pt x="195769" y="130759"/>
                  <a:pt x="197562" y="131483"/>
                  <a:pt x="199003" y="132924"/>
                </a:cubicBezTo>
                <a:cubicBezTo>
                  <a:pt x="200444" y="134366"/>
                  <a:pt x="201168" y="136158"/>
                  <a:pt x="201168" y="138301"/>
                </a:cubicBezTo>
                <a:lnTo>
                  <a:pt x="201168" y="193626"/>
                </a:lnTo>
                <a:cubicBezTo>
                  <a:pt x="201168" y="195769"/>
                  <a:pt x="200444" y="197562"/>
                  <a:pt x="199003" y="199003"/>
                </a:cubicBezTo>
                <a:cubicBezTo>
                  <a:pt x="197562" y="200444"/>
                  <a:pt x="195769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99" y="201168"/>
                  <a:pt x="106700" y="200444"/>
                  <a:pt x="105258" y="199003"/>
                </a:cubicBezTo>
                <a:cubicBezTo>
                  <a:pt x="103817" y="197547"/>
                  <a:pt x="103100" y="195755"/>
                  <a:pt x="103100" y="193626"/>
                </a:cubicBezTo>
                <a:lnTo>
                  <a:pt x="103100" y="47776"/>
                </a:lnTo>
                <a:cubicBezTo>
                  <a:pt x="103100" y="45632"/>
                  <a:pt x="103817" y="43840"/>
                  <a:pt x="105258" y="42399"/>
                </a:cubicBezTo>
                <a:cubicBezTo>
                  <a:pt x="106721" y="40958"/>
                  <a:pt x="108514" y="40234"/>
                  <a:pt x="110642" y="40234"/>
                </a:cubicBezTo>
                <a:lnTo>
                  <a:pt x="130759" y="40234"/>
                </a:lnTo>
                <a:cubicBezTo>
                  <a:pt x="132903" y="40234"/>
                  <a:pt x="134702" y="40958"/>
                  <a:pt x="136143" y="42399"/>
                </a:cubicBezTo>
                <a:cubicBezTo>
                  <a:pt x="137584" y="43840"/>
                  <a:pt x="138301" y="45632"/>
                  <a:pt x="138301" y="47776"/>
                </a:cubicBezTo>
                <a:lnTo>
                  <a:pt x="138301" y="193626"/>
                </a:lnTo>
                <a:cubicBezTo>
                  <a:pt x="138301" y="195769"/>
                  <a:pt x="137584" y="197562"/>
                  <a:pt x="136143" y="199003"/>
                </a:cubicBezTo>
                <a:cubicBezTo>
                  <a:pt x="134702" y="200444"/>
                  <a:pt x="132903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632" y="201168"/>
                  <a:pt x="43840" y="200444"/>
                  <a:pt x="42399" y="199003"/>
                </a:cubicBezTo>
                <a:cubicBezTo>
                  <a:pt x="40958" y="197547"/>
                  <a:pt x="40234" y="195755"/>
                  <a:pt x="40234" y="193626"/>
                </a:cubicBezTo>
                <a:lnTo>
                  <a:pt x="40234" y="98068"/>
                </a:lnTo>
                <a:cubicBezTo>
                  <a:pt x="40234" y="95924"/>
                  <a:pt x="40958" y="94132"/>
                  <a:pt x="42399" y="92691"/>
                </a:cubicBezTo>
                <a:cubicBezTo>
                  <a:pt x="43855" y="91250"/>
                  <a:pt x="45647" y="90526"/>
                  <a:pt x="47776" y="90526"/>
                </a:cubicBezTo>
                <a:lnTo>
                  <a:pt x="67892" y="90526"/>
                </a:lnTo>
                <a:cubicBezTo>
                  <a:pt x="70043" y="90526"/>
                  <a:pt x="71835" y="91250"/>
                  <a:pt x="73276" y="92691"/>
                </a:cubicBezTo>
                <a:cubicBezTo>
                  <a:pt x="74717" y="94132"/>
                  <a:pt x="75442" y="95924"/>
                  <a:pt x="75442" y="98068"/>
                </a:cubicBezTo>
                <a:lnTo>
                  <a:pt x="75442" y="193626"/>
                </a:lnTo>
                <a:cubicBezTo>
                  <a:pt x="75442" y="195769"/>
                  <a:pt x="74717" y="197562"/>
                  <a:pt x="73276" y="199003"/>
                </a:cubicBezTo>
                <a:cubicBezTo>
                  <a:pt x="71835" y="200444"/>
                  <a:pt x="70043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6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104"/>
                  <a:pt x="83701" y="37549"/>
                  <a:pt x="86656" y="34601"/>
                </a:cubicBezTo>
                <a:cubicBezTo>
                  <a:pt x="89619" y="31653"/>
                  <a:pt x="93174" y="30175"/>
                  <a:pt x="97314" y="30175"/>
                </a:cubicBezTo>
                <a:lnTo>
                  <a:pt x="144087" y="30175"/>
                </a:lnTo>
                <a:cubicBezTo>
                  <a:pt x="148243" y="30175"/>
                  <a:pt x="151798" y="31653"/>
                  <a:pt x="154746" y="34601"/>
                </a:cubicBezTo>
                <a:cubicBezTo>
                  <a:pt x="157701" y="37549"/>
                  <a:pt x="159171" y="41104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56" y="110642"/>
                  <a:pt x="213911" y="112120"/>
                  <a:pt x="216859" y="115068"/>
                </a:cubicBezTo>
                <a:cubicBezTo>
                  <a:pt x="219807" y="118016"/>
                  <a:pt x="221285" y="121571"/>
                  <a:pt x="221285" y="125734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8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311" y="209061"/>
                </a:moveTo>
                <a:cubicBezTo>
                  <a:pt x="30885" y="207605"/>
                  <a:pt x="30175" y="205813"/>
                  <a:pt x="30175" y="203684"/>
                </a:cubicBezTo>
                <a:lnTo>
                  <a:pt x="30175" y="192119"/>
                </a:lnTo>
                <a:cubicBezTo>
                  <a:pt x="30175" y="189968"/>
                  <a:pt x="30907" y="188176"/>
                  <a:pt x="32362" y="186735"/>
                </a:cubicBezTo>
                <a:cubicBezTo>
                  <a:pt x="33818" y="185294"/>
                  <a:pt x="35625" y="184570"/>
                  <a:pt x="37768" y="184570"/>
                </a:cubicBezTo>
                <a:cubicBezTo>
                  <a:pt x="39912" y="184570"/>
                  <a:pt x="41704" y="185294"/>
                  <a:pt x="43123" y="186735"/>
                </a:cubicBezTo>
                <a:cubicBezTo>
                  <a:pt x="44550" y="188176"/>
                  <a:pt x="45266" y="189968"/>
                  <a:pt x="45266" y="192119"/>
                </a:cubicBezTo>
                <a:lnTo>
                  <a:pt x="45266" y="203684"/>
                </a:lnTo>
                <a:cubicBezTo>
                  <a:pt x="45266" y="205828"/>
                  <a:pt x="44535" y="207620"/>
                  <a:pt x="43072" y="209061"/>
                </a:cubicBezTo>
                <a:cubicBezTo>
                  <a:pt x="41616" y="210502"/>
                  <a:pt x="39817" y="211226"/>
                  <a:pt x="37666" y="211226"/>
                </a:cubicBezTo>
                <a:cubicBezTo>
                  <a:pt x="35523" y="211226"/>
                  <a:pt x="33738" y="210502"/>
                  <a:pt x="32311" y="209061"/>
                </a:cubicBezTo>
                <a:close/>
                <a:moveTo>
                  <a:pt x="73803" y="209061"/>
                </a:moveTo>
                <a:cubicBezTo>
                  <a:pt x="72377" y="207605"/>
                  <a:pt x="71667" y="205813"/>
                  <a:pt x="71667" y="203684"/>
                </a:cubicBezTo>
                <a:lnTo>
                  <a:pt x="71667" y="151885"/>
                </a:lnTo>
                <a:cubicBezTo>
                  <a:pt x="71667" y="149735"/>
                  <a:pt x="72399" y="147943"/>
                  <a:pt x="73854" y="146502"/>
                </a:cubicBezTo>
                <a:cubicBezTo>
                  <a:pt x="75310" y="145060"/>
                  <a:pt x="77117" y="144336"/>
                  <a:pt x="79260" y="144336"/>
                </a:cubicBezTo>
                <a:cubicBezTo>
                  <a:pt x="81404" y="144336"/>
                  <a:pt x="83188" y="145060"/>
                  <a:pt x="84615" y="146502"/>
                </a:cubicBezTo>
                <a:cubicBezTo>
                  <a:pt x="86041" y="147943"/>
                  <a:pt x="86751" y="149735"/>
                  <a:pt x="86751" y="151885"/>
                </a:cubicBezTo>
                <a:lnTo>
                  <a:pt x="86751" y="203684"/>
                </a:lnTo>
                <a:cubicBezTo>
                  <a:pt x="86751" y="205828"/>
                  <a:pt x="86027" y="207620"/>
                  <a:pt x="84564" y="209061"/>
                </a:cubicBezTo>
                <a:cubicBezTo>
                  <a:pt x="83108" y="210502"/>
                  <a:pt x="81308" y="211226"/>
                  <a:pt x="79158" y="211226"/>
                </a:cubicBezTo>
                <a:cubicBezTo>
                  <a:pt x="77014" y="211226"/>
                  <a:pt x="75230" y="210502"/>
                  <a:pt x="73803" y="209061"/>
                </a:cubicBezTo>
                <a:close/>
                <a:moveTo>
                  <a:pt x="115295" y="209061"/>
                </a:moveTo>
                <a:cubicBezTo>
                  <a:pt x="113868" y="207605"/>
                  <a:pt x="113159" y="205813"/>
                  <a:pt x="113159" y="203684"/>
                </a:cubicBezTo>
                <a:lnTo>
                  <a:pt x="113159" y="166969"/>
                </a:lnTo>
                <a:cubicBezTo>
                  <a:pt x="113159" y="164826"/>
                  <a:pt x="113883" y="163027"/>
                  <a:pt x="115346" y="161585"/>
                </a:cubicBezTo>
                <a:cubicBezTo>
                  <a:pt x="116802" y="160144"/>
                  <a:pt x="118609" y="159427"/>
                  <a:pt x="120752" y="159427"/>
                </a:cubicBezTo>
                <a:cubicBezTo>
                  <a:pt x="122895" y="159427"/>
                  <a:pt x="124680" y="160144"/>
                  <a:pt x="126107" y="161585"/>
                </a:cubicBezTo>
                <a:cubicBezTo>
                  <a:pt x="127533" y="163027"/>
                  <a:pt x="128243" y="164826"/>
                  <a:pt x="128243" y="166969"/>
                </a:cubicBezTo>
                <a:lnTo>
                  <a:pt x="128243" y="203684"/>
                </a:lnTo>
                <a:cubicBezTo>
                  <a:pt x="128243" y="205828"/>
                  <a:pt x="127519" y="207620"/>
                  <a:pt x="126056" y="209061"/>
                </a:cubicBezTo>
                <a:cubicBezTo>
                  <a:pt x="124600" y="210502"/>
                  <a:pt x="122793" y="211226"/>
                  <a:pt x="120650" y="211226"/>
                </a:cubicBezTo>
                <a:cubicBezTo>
                  <a:pt x="118506" y="211226"/>
                  <a:pt x="116721" y="210502"/>
                  <a:pt x="115295" y="209061"/>
                </a:cubicBezTo>
                <a:close/>
                <a:moveTo>
                  <a:pt x="156787" y="209061"/>
                </a:moveTo>
                <a:cubicBezTo>
                  <a:pt x="155360" y="207605"/>
                  <a:pt x="154651" y="205813"/>
                  <a:pt x="154651" y="203684"/>
                </a:cubicBezTo>
                <a:lnTo>
                  <a:pt x="154651" y="141827"/>
                </a:lnTo>
                <a:cubicBezTo>
                  <a:pt x="154651" y="139676"/>
                  <a:pt x="155375" y="137884"/>
                  <a:pt x="156838" y="136443"/>
                </a:cubicBezTo>
                <a:cubicBezTo>
                  <a:pt x="158294" y="135002"/>
                  <a:pt x="160093" y="134278"/>
                  <a:pt x="162244" y="134278"/>
                </a:cubicBezTo>
                <a:cubicBezTo>
                  <a:pt x="164387" y="134278"/>
                  <a:pt x="166172" y="135002"/>
                  <a:pt x="167599" y="136443"/>
                </a:cubicBezTo>
                <a:cubicBezTo>
                  <a:pt x="169025" y="137884"/>
                  <a:pt x="169735" y="139676"/>
                  <a:pt x="169735" y="141827"/>
                </a:cubicBezTo>
                <a:lnTo>
                  <a:pt x="169735" y="203684"/>
                </a:lnTo>
                <a:cubicBezTo>
                  <a:pt x="169735" y="205828"/>
                  <a:pt x="169003" y="207620"/>
                  <a:pt x="167547" y="209061"/>
                </a:cubicBezTo>
                <a:cubicBezTo>
                  <a:pt x="166092" y="210502"/>
                  <a:pt x="164285" y="211226"/>
                  <a:pt x="162141" y="211226"/>
                </a:cubicBezTo>
                <a:cubicBezTo>
                  <a:pt x="159998" y="211226"/>
                  <a:pt x="158213" y="210502"/>
                  <a:pt x="156787" y="209061"/>
                </a:cubicBezTo>
                <a:close/>
                <a:moveTo>
                  <a:pt x="198278" y="209061"/>
                </a:moveTo>
                <a:cubicBezTo>
                  <a:pt x="196852" y="207605"/>
                  <a:pt x="196142" y="205813"/>
                  <a:pt x="196142" y="203684"/>
                </a:cubicBezTo>
                <a:lnTo>
                  <a:pt x="196142" y="111652"/>
                </a:lnTo>
                <a:cubicBezTo>
                  <a:pt x="196142" y="109501"/>
                  <a:pt x="196867" y="107709"/>
                  <a:pt x="198330" y="106268"/>
                </a:cubicBezTo>
                <a:cubicBezTo>
                  <a:pt x="199785" y="104827"/>
                  <a:pt x="201585" y="104103"/>
                  <a:pt x="203736" y="104103"/>
                </a:cubicBezTo>
                <a:cubicBezTo>
                  <a:pt x="205879" y="104103"/>
                  <a:pt x="207664" y="104827"/>
                  <a:pt x="209090" y="106268"/>
                </a:cubicBezTo>
                <a:cubicBezTo>
                  <a:pt x="210517" y="107709"/>
                  <a:pt x="211226" y="109501"/>
                  <a:pt x="211226" y="111652"/>
                </a:cubicBezTo>
                <a:lnTo>
                  <a:pt x="211226" y="203684"/>
                </a:lnTo>
                <a:cubicBezTo>
                  <a:pt x="211226" y="205828"/>
                  <a:pt x="210495" y="207620"/>
                  <a:pt x="209039" y="209061"/>
                </a:cubicBezTo>
                <a:cubicBezTo>
                  <a:pt x="207583" y="210502"/>
                  <a:pt x="205777" y="211226"/>
                  <a:pt x="203633" y="211226"/>
                </a:cubicBezTo>
                <a:cubicBezTo>
                  <a:pt x="201490" y="211226"/>
                  <a:pt x="199698" y="210502"/>
                  <a:pt x="198278" y="209061"/>
                </a:cubicBezTo>
                <a:close/>
                <a:moveTo>
                  <a:pt x="140693" y="115924"/>
                </a:moveTo>
                <a:cubicBezTo>
                  <a:pt x="138762" y="115924"/>
                  <a:pt x="136875" y="115529"/>
                  <a:pt x="135031" y="114739"/>
                </a:cubicBezTo>
                <a:cubicBezTo>
                  <a:pt x="133188" y="113956"/>
                  <a:pt x="131513" y="112837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26" y="140569"/>
                  <a:pt x="39926" y="141278"/>
                  <a:pt x="37842" y="141198"/>
                </a:cubicBezTo>
                <a:cubicBezTo>
                  <a:pt x="35749" y="141110"/>
                  <a:pt x="33964" y="140313"/>
                  <a:pt x="32487" y="138806"/>
                </a:cubicBezTo>
                <a:cubicBezTo>
                  <a:pt x="31133" y="137299"/>
                  <a:pt x="30409" y="135536"/>
                  <a:pt x="30329" y="133524"/>
                </a:cubicBezTo>
                <a:cubicBezTo>
                  <a:pt x="30241" y="131513"/>
                  <a:pt x="30958" y="129757"/>
                  <a:pt x="32465" y="128243"/>
                </a:cubicBezTo>
                <a:lnTo>
                  <a:pt x="90050" y="71162"/>
                </a:lnTo>
                <a:cubicBezTo>
                  <a:pt x="91572" y="69670"/>
                  <a:pt x="93247" y="68587"/>
                  <a:pt x="95076" y="67922"/>
                </a:cubicBezTo>
                <a:cubicBezTo>
                  <a:pt x="96904" y="67234"/>
                  <a:pt x="98741" y="66890"/>
                  <a:pt x="100584" y="66890"/>
                </a:cubicBezTo>
                <a:cubicBezTo>
                  <a:pt x="102427" y="66890"/>
                  <a:pt x="104300" y="67234"/>
                  <a:pt x="106195" y="67922"/>
                </a:cubicBezTo>
                <a:cubicBezTo>
                  <a:pt x="108104" y="68587"/>
                  <a:pt x="109757" y="69670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44" y="41741"/>
                  <a:pt x="208937" y="43255"/>
                </a:cubicBezTo>
                <a:cubicBezTo>
                  <a:pt x="210297" y="44762"/>
                  <a:pt x="211014" y="46517"/>
                  <a:pt x="211102" y="48529"/>
                </a:cubicBezTo>
                <a:cubicBezTo>
                  <a:pt x="211183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03" y="114037"/>
                  <a:pt x="146472" y="114790"/>
                </a:cubicBezTo>
                <a:cubicBezTo>
                  <a:pt x="144548" y="115544"/>
                  <a:pt x="142617" y="115924"/>
                  <a:pt x="140693" y="11592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80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67" y="132924"/>
                </a:moveTo>
                <a:cubicBezTo>
                  <a:pt x="14155" y="131769"/>
                  <a:pt x="13145" y="130196"/>
                  <a:pt x="12824" y="128221"/>
                </a:cubicBezTo>
                <a:cubicBezTo>
                  <a:pt x="12487" y="126224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90" y="63737"/>
                  <a:pt x="54359" y="61382"/>
                  <a:pt x="59370" y="61082"/>
                </a:cubicBezTo>
                <a:cubicBezTo>
                  <a:pt x="64381" y="60760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113" y="35237"/>
                  <a:pt x="126319" y="32838"/>
                  <a:pt x="131813" y="32794"/>
                </a:cubicBezTo>
                <a:cubicBezTo>
                  <a:pt x="137314" y="32721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718" y="15018"/>
                  <a:pt x="197335" y="13899"/>
                  <a:pt x="199486" y="13482"/>
                </a:cubicBezTo>
                <a:cubicBezTo>
                  <a:pt x="201614" y="13058"/>
                  <a:pt x="203589" y="13540"/>
                  <a:pt x="205418" y="14908"/>
                </a:cubicBezTo>
                <a:cubicBezTo>
                  <a:pt x="207108" y="16035"/>
                  <a:pt x="208081" y="17564"/>
                  <a:pt x="208337" y="19488"/>
                </a:cubicBezTo>
                <a:cubicBezTo>
                  <a:pt x="208586" y="21419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20" y="82018"/>
                  <a:pt x="163070" y="82098"/>
                </a:cubicBezTo>
                <a:cubicBezTo>
                  <a:pt x="157621" y="82186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96" y="99845"/>
                  <a:pt x="96312" y="102179"/>
                  <a:pt x="91177" y="102544"/>
                </a:cubicBezTo>
                <a:cubicBezTo>
                  <a:pt x="86049" y="102918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48" y="133780"/>
                  <a:pt x="21748" y="134278"/>
                </a:cubicBezTo>
                <a:cubicBezTo>
                  <a:pt x="19656" y="134783"/>
                  <a:pt x="17695" y="134329"/>
                  <a:pt x="15867" y="132924"/>
                </a:cubicBezTo>
                <a:close/>
                <a:moveTo>
                  <a:pt x="146553" y="186084"/>
                </a:moveTo>
                <a:cubicBezTo>
                  <a:pt x="154629" y="186084"/>
                  <a:pt x="161564" y="183275"/>
                  <a:pt x="167350" y="177657"/>
                </a:cubicBezTo>
                <a:cubicBezTo>
                  <a:pt x="173129" y="172039"/>
                  <a:pt x="176026" y="165170"/>
                  <a:pt x="176026" y="157035"/>
                </a:cubicBezTo>
                <a:cubicBezTo>
                  <a:pt x="176026" y="148908"/>
                  <a:pt x="173180" y="141988"/>
                  <a:pt x="167496" y="136289"/>
                </a:cubicBezTo>
                <a:cubicBezTo>
                  <a:pt x="161812" y="130591"/>
                  <a:pt x="154848" y="127745"/>
                  <a:pt x="146604" y="127745"/>
                </a:cubicBezTo>
                <a:cubicBezTo>
                  <a:pt x="138506" y="127745"/>
                  <a:pt x="131659" y="130635"/>
                  <a:pt x="126056" y="136414"/>
                </a:cubicBezTo>
                <a:cubicBezTo>
                  <a:pt x="120474" y="142200"/>
                  <a:pt x="117687" y="149135"/>
                  <a:pt x="117687" y="157211"/>
                </a:cubicBezTo>
                <a:cubicBezTo>
                  <a:pt x="117687" y="165294"/>
                  <a:pt x="120474" y="172127"/>
                  <a:pt x="126056" y="177708"/>
                </a:cubicBezTo>
                <a:cubicBezTo>
                  <a:pt x="131637" y="183290"/>
                  <a:pt x="138469" y="186084"/>
                  <a:pt x="146553" y="186084"/>
                </a:cubicBezTo>
                <a:close/>
                <a:moveTo>
                  <a:pt x="146604" y="201168"/>
                </a:moveTo>
                <a:cubicBezTo>
                  <a:pt x="134380" y="201168"/>
                  <a:pt x="123985" y="196881"/>
                  <a:pt x="115419" y="188315"/>
                </a:cubicBezTo>
                <a:cubicBezTo>
                  <a:pt x="106868" y="179749"/>
                  <a:pt x="102596" y="169362"/>
                  <a:pt x="102596" y="157138"/>
                </a:cubicBezTo>
                <a:cubicBezTo>
                  <a:pt x="102596" y="144914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8974" y="112654"/>
                  <a:pt x="169486" y="116977"/>
                  <a:pt x="178132" y="125631"/>
                </a:cubicBezTo>
                <a:cubicBezTo>
                  <a:pt x="186786" y="134278"/>
                  <a:pt x="191110" y="144790"/>
                  <a:pt x="191110" y="157160"/>
                </a:cubicBezTo>
                <a:cubicBezTo>
                  <a:pt x="191110" y="162024"/>
                  <a:pt x="190400" y="166589"/>
                  <a:pt x="188974" y="170868"/>
                </a:cubicBezTo>
                <a:cubicBezTo>
                  <a:pt x="187547" y="175141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577" y="197605"/>
                  <a:pt x="160305" y="199032"/>
                </a:cubicBezTo>
                <a:cubicBezTo>
                  <a:pt x="156033" y="200458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2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24"/>
                  <a:pt x="23387" y="172624"/>
                </a:cubicBezTo>
                <a:cubicBezTo>
                  <a:pt x="23387" y="170532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15" y="107292"/>
                  <a:pt x="89333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603" y="80972"/>
                  <a:pt x="167811" y="80240"/>
                  <a:pt x="166370" y="78785"/>
                </a:cubicBezTo>
                <a:cubicBezTo>
                  <a:pt x="164921" y="77322"/>
                  <a:pt x="164204" y="75522"/>
                  <a:pt x="164204" y="73379"/>
                </a:cubicBezTo>
                <a:cubicBezTo>
                  <a:pt x="164204" y="71228"/>
                  <a:pt x="164921" y="69443"/>
                  <a:pt x="166370" y="68017"/>
                </a:cubicBezTo>
                <a:cubicBezTo>
                  <a:pt x="167811" y="66598"/>
                  <a:pt x="169603" y="65881"/>
                  <a:pt x="171746" y="65881"/>
                </a:cubicBezTo>
                <a:lnTo>
                  <a:pt x="213743" y="65881"/>
                </a:lnTo>
                <a:cubicBezTo>
                  <a:pt x="215886" y="65881"/>
                  <a:pt x="217678" y="66605"/>
                  <a:pt x="219120" y="68046"/>
                </a:cubicBezTo>
                <a:cubicBezTo>
                  <a:pt x="220561" y="69487"/>
                  <a:pt x="221285" y="71279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590" y="119194"/>
                  <a:pt x="219200" y="120701"/>
                </a:cubicBezTo>
                <a:cubicBezTo>
                  <a:pt x="217803" y="122208"/>
                  <a:pt x="216091" y="122961"/>
                  <a:pt x="214043" y="122961"/>
                </a:cubicBezTo>
                <a:cubicBezTo>
                  <a:pt x="211994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3012" y="155236"/>
                  <a:pt x="139494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52" y="180298"/>
                  <a:pt x="31053" y="180298"/>
                </a:cubicBezTo>
                <a:cubicBezTo>
                  <a:pt x="28961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4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72" y="139647"/>
                  <a:pt x="97753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51"/>
                  <a:pt x="23387" y="74052"/>
                </a:cubicBezTo>
                <a:cubicBezTo>
                  <a:pt x="23387" y="71960"/>
                  <a:pt x="24140" y="70160"/>
                  <a:pt x="25647" y="68646"/>
                </a:cubicBezTo>
                <a:cubicBezTo>
                  <a:pt x="27161" y="67139"/>
                  <a:pt x="28961" y="66385"/>
                  <a:pt x="31053" y="66385"/>
                </a:cubicBezTo>
                <a:cubicBezTo>
                  <a:pt x="33152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55" y="91447"/>
                  <a:pt x="131081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01"/>
                  <a:pt x="207203" y="127467"/>
                  <a:pt x="208710" y="126056"/>
                </a:cubicBezTo>
                <a:cubicBezTo>
                  <a:pt x="210224" y="124666"/>
                  <a:pt x="211994" y="123971"/>
                  <a:pt x="214043" y="123971"/>
                </a:cubicBezTo>
                <a:cubicBezTo>
                  <a:pt x="216091" y="123971"/>
                  <a:pt x="217803" y="124666"/>
                  <a:pt x="219200" y="126056"/>
                </a:cubicBezTo>
                <a:cubicBezTo>
                  <a:pt x="220590" y="127467"/>
                  <a:pt x="221285" y="129201"/>
                  <a:pt x="221285" y="131264"/>
                </a:cubicBezTo>
                <a:lnTo>
                  <a:pt x="221285" y="173509"/>
                </a:lnTo>
                <a:cubicBezTo>
                  <a:pt x="221285" y="175653"/>
                  <a:pt x="220561" y="177445"/>
                  <a:pt x="219120" y="178886"/>
                </a:cubicBezTo>
                <a:cubicBezTo>
                  <a:pt x="217678" y="180327"/>
                  <a:pt x="215886" y="181051"/>
                  <a:pt x="213743" y="181051"/>
                </a:cubicBezTo>
                <a:lnTo>
                  <a:pt x="171746" y="181051"/>
                </a:lnTo>
                <a:cubicBezTo>
                  <a:pt x="169603" y="181051"/>
                  <a:pt x="167811" y="180320"/>
                  <a:pt x="166370" y="178864"/>
                </a:cubicBezTo>
                <a:cubicBezTo>
                  <a:pt x="164921" y="177408"/>
                  <a:pt x="164204" y="175601"/>
                  <a:pt x="164204" y="173458"/>
                </a:cubicBezTo>
                <a:cubicBezTo>
                  <a:pt x="164204" y="171315"/>
                  <a:pt x="164921" y="169522"/>
                  <a:pt x="166370" y="168103"/>
                </a:cubicBezTo>
                <a:cubicBezTo>
                  <a:pt x="167811" y="166677"/>
                  <a:pt x="169603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6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43" y="74973"/>
                  <a:pt x="181176" y="59970"/>
                </a:cubicBezTo>
                <a:cubicBezTo>
                  <a:pt x="166509" y="44967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13" y="46437"/>
                  <a:pt x="57710" y="62867"/>
                </a:cubicBezTo>
                <a:cubicBezTo>
                  <a:pt x="42706" y="79297"/>
                  <a:pt x="35208" y="98572"/>
                  <a:pt x="35208" y="120701"/>
                </a:cubicBezTo>
                <a:cubicBezTo>
                  <a:pt x="35208" y="142829"/>
                  <a:pt x="42706" y="162105"/>
                  <a:pt x="57710" y="178535"/>
                </a:cubicBezTo>
                <a:cubicBezTo>
                  <a:pt x="72713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09" y="196435"/>
                  <a:pt x="181176" y="181432"/>
                </a:cubicBezTo>
                <a:cubicBezTo>
                  <a:pt x="195843" y="166428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44"/>
                  <a:pt x="81477" y="213362"/>
                </a:cubicBez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8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90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74"/>
                  <a:pt x="128967" y="33782"/>
                  <a:pt x="130408" y="32340"/>
                </a:cubicBezTo>
                <a:cubicBezTo>
                  <a:pt x="131864" y="30899"/>
                  <a:pt x="133656" y="30175"/>
                  <a:pt x="135792" y="30175"/>
                </a:cubicBezTo>
                <a:lnTo>
                  <a:pt x="203684" y="30175"/>
                </a:lnTo>
                <a:cubicBezTo>
                  <a:pt x="205828" y="30175"/>
                  <a:pt x="207620" y="30899"/>
                  <a:pt x="209061" y="32340"/>
                </a:cubicBezTo>
                <a:cubicBezTo>
                  <a:pt x="210502" y="33782"/>
                  <a:pt x="211226" y="35574"/>
                  <a:pt x="211226" y="37717"/>
                </a:cubicBezTo>
                <a:lnTo>
                  <a:pt x="211226" y="90526"/>
                </a:lnTo>
                <a:cubicBezTo>
                  <a:pt x="211226" y="92669"/>
                  <a:pt x="210502" y="94468"/>
                  <a:pt x="209061" y="95910"/>
                </a:cubicBezTo>
                <a:cubicBezTo>
                  <a:pt x="207620" y="97351"/>
                  <a:pt x="205828" y="98068"/>
                  <a:pt x="203684" y="98068"/>
                </a:cubicBezTo>
                <a:lnTo>
                  <a:pt x="135792" y="98068"/>
                </a:lnTo>
                <a:cubicBezTo>
                  <a:pt x="133641" y="98068"/>
                  <a:pt x="131849" y="97351"/>
                  <a:pt x="130408" y="95910"/>
                </a:cubicBezTo>
                <a:cubicBezTo>
                  <a:pt x="128967" y="94447"/>
                  <a:pt x="128243" y="92654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74"/>
                  <a:pt x="30899" y="33782"/>
                  <a:pt x="32340" y="32340"/>
                </a:cubicBezTo>
                <a:cubicBezTo>
                  <a:pt x="33796" y="30899"/>
                  <a:pt x="35588" y="30175"/>
                  <a:pt x="37717" y="30175"/>
                </a:cubicBezTo>
                <a:lnTo>
                  <a:pt x="105617" y="30175"/>
                </a:lnTo>
                <a:cubicBezTo>
                  <a:pt x="107760" y="30175"/>
                  <a:pt x="109552" y="30899"/>
                  <a:pt x="110994" y="32340"/>
                </a:cubicBezTo>
                <a:cubicBezTo>
                  <a:pt x="112435" y="33782"/>
                  <a:pt x="113159" y="35574"/>
                  <a:pt x="113159" y="37717"/>
                </a:cubicBezTo>
                <a:lnTo>
                  <a:pt x="113159" y="120701"/>
                </a:lnTo>
                <a:cubicBezTo>
                  <a:pt x="113159" y="122844"/>
                  <a:pt x="112435" y="124644"/>
                  <a:pt x="110994" y="126085"/>
                </a:cubicBezTo>
                <a:cubicBezTo>
                  <a:pt x="109552" y="127526"/>
                  <a:pt x="107760" y="128243"/>
                  <a:pt x="105617" y="128243"/>
                </a:cubicBezTo>
                <a:lnTo>
                  <a:pt x="37717" y="128243"/>
                </a:lnTo>
                <a:cubicBezTo>
                  <a:pt x="35574" y="128243"/>
                  <a:pt x="33782" y="127526"/>
                  <a:pt x="32340" y="126085"/>
                </a:cubicBezTo>
                <a:cubicBezTo>
                  <a:pt x="30899" y="124622"/>
                  <a:pt x="30175" y="122830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57"/>
                  <a:pt x="128967" y="116758"/>
                  <a:pt x="130408" y="115317"/>
                </a:cubicBezTo>
                <a:cubicBezTo>
                  <a:pt x="131864" y="113876"/>
                  <a:pt x="133656" y="113159"/>
                  <a:pt x="135792" y="113159"/>
                </a:cubicBezTo>
                <a:lnTo>
                  <a:pt x="203684" y="113159"/>
                </a:lnTo>
                <a:cubicBezTo>
                  <a:pt x="205828" y="113159"/>
                  <a:pt x="207620" y="113876"/>
                  <a:pt x="209061" y="115317"/>
                </a:cubicBezTo>
                <a:cubicBezTo>
                  <a:pt x="210502" y="116758"/>
                  <a:pt x="211226" y="118557"/>
                  <a:pt x="211226" y="120701"/>
                </a:cubicBezTo>
                <a:lnTo>
                  <a:pt x="211226" y="203684"/>
                </a:lnTo>
                <a:cubicBezTo>
                  <a:pt x="211226" y="205828"/>
                  <a:pt x="210502" y="207620"/>
                  <a:pt x="209061" y="209061"/>
                </a:cubicBezTo>
                <a:cubicBezTo>
                  <a:pt x="207620" y="210502"/>
                  <a:pt x="205828" y="211226"/>
                  <a:pt x="203684" y="211226"/>
                </a:cubicBezTo>
                <a:lnTo>
                  <a:pt x="135792" y="211226"/>
                </a:lnTo>
                <a:cubicBezTo>
                  <a:pt x="133641" y="211226"/>
                  <a:pt x="131849" y="210502"/>
                  <a:pt x="130408" y="209061"/>
                </a:cubicBezTo>
                <a:cubicBezTo>
                  <a:pt x="128967" y="207605"/>
                  <a:pt x="128243" y="205813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733"/>
                  <a:pt x="30899" y="146933"/>
                  <a:pt x="32340" y="145492"/>
                </a:cubicBezTo>
                <a:cubicBezTo>
                  <a:pt x="33796" y="144051"/>
                  <a:pt x="35588" y="143334"/>
                  <a:pt x="37717" y="143334"/>
                </a:cubicBezTo>
                <a:lnTo>
                  <a:pt x="105617" y="143334"/>
                </a:lnTo>
                <a:cubicBezTo>
                  <a:pt x="107760" y="143334"/>
                  <a:pt x="109552" y="144051"/>
                  <a:pt x="110994" y="145492"/>
                </a:cubicBezTo>
                <a:cubicBezTo>
                  <a:pt x="112435" y="146933"/>
                  <a:pt x="113159" y="148733"/>
                  <a:pt x="113159" y="150876"/>
                </a:cubicBezTo>
                <a:lnTo>
                  <a:pt x="113159" y="203684"/>
                </a:lnTo>
                <a:cubicBezTo>
                  <a:pt x="113159" y="205828"/>
                  <a:pt x="112435" y="207620"/>
                  <a:pt x="110994" y="209061"/>
                </a:cubicBezTo>
                <a:cubicBezTo>
                  <a:pt x="109552" y="210502"/>
                  <a:pt x="107760" y="211226"/>
                  <a:pt x="105617" y="211226"/>
                </a:cubicBezTo>
                <a:lnTo>
                  <a:pt x="37717" y="211226"/>
                </a:lnTo>
                <a:cubicBezTo>
                  <a:pt x="35574" y="211226"/>
                  <a:pt x="33782" y="210502"/>
                  <a:pt x="32340" y="209061"/>
                </a:cubicBezTo>
                <a:cubicBezTo>
                  <a:pt x="30899" y="207605"/>
                  <a:pt x="30175" y="205813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2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37" y="181051"/>
                </a:moveTo>
                <a:cubicBezTo>
                  <a:pt x="22794" y="181051"/>
                  <a:pt x="18646" y="179325"/>
                  <a:pt x="15216" y="175872"/>
                </a:cubicBezTo>
                <a:cubicBezTo>
                  <a:pt x="11777" y="172419"/>
                  <a:pt x="10058" y="168272"/>
                  <a:pt x="10058" y="163422"/>
                </a:cubicBezTo>
                <a:cubicBezTo>
                  <a:pt x="10058" y="158579"/>
                  <a:pt x="11777" y="154439"/>
                  <a:pt x="15216" y="151000"/>
                </a:cubicBezTo>
                <a:cubicBezTo>
                  <a:pt x="18646" y="147562"/>
                  <a:pt x="22780" y="145850"/>
                  <a:pt x="27608" y="145850"/>
                </a:cubicBezTo>
                <a:cubicBezTo>
                  <a:pt x="28485" y="145850"/>
                  <a:pt x="29334" y="145887"/>
                  <a:pt x="30175" y="145975"/>
                </a:cubicBezTo>
                <a:cubicBezTo>
                  <a:pt x="31016" y="146055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188" y="93876"/>
                  <a:pt x="83108" y="93042"/>
                </a:cubicBezTo>
                <a:cubicBezTo>
                  <a:pt x="83020" y="92201"/>
                  <a:pt x="82984" y="91345"/>
                  <a:pt x="82984" y="90474"/>
                </a:cubicBezTo>
                <a:cubicBezTo>
                  <a:pt x="82984" y="85646"/>
                  <a:pt x="84710" y="81513"/>
                  <a:pt x="88163" y="78075"/>
                </a:cubicBezTo>
                <a:cubicBezTo>
                  <a:pt x="91616" y="74644"/>
                  <a:pt x="95763" y="72925"/>
                  <a:pt x="100606" y="72925"/>
                </a:cubicBezTo>
                <a:cubicBezTo>
                  <a:pt x="105456" y="72925"/>
                  <a:pt x="109596" y="74652"/>
                  <a:pt x="113034" y="78104"/>
                </a:cubicBezTo>
                <a:cubicBezTo>
                  <a:pt x="116465" y="81557"/>
                  <a:pt x="118184" y="85712"/>
                  <a:pt x="118184" y="90577"/>
                </a:cubicBezTo>
                <a:cubicBezTo>
                  <a:pt x="118184" y="90877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22"/>
                  <a:pt x="148360" y="123342"/>
                </a:cubicBezTo>
                <a:cubicBezTo>
                  <a:pt x="149201" y="123254"/>
                  <a:pt x="150035" y="123217"/>
                  <a:pt x="150876" y="123217"/>
                </a:cubicBezTo>
                <a:cubicBezTo>
                  <a:pt x="151717" y="123217"/>
                  <a:pt x="152551" y="123254"/>
                  <a:pt x="153392" y="123342"/>
                </a:cubicBezTo>
                <a:cubicBezTo>
                  <a:pt x="154226" y="123422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47" y="81308"/>
                  <a:pt x="196267" y="80467"/>
                </a:cubicBezTo>
                <a:cubicBezTo>
                  <a:pt x="196179" y="79626"/>
                  <a:pt x="196142" y="78777"/>
                  <a:pt x="196142" y="77900"/>
                </a:cubicBezTo>
                <a:cubicBezTo>
                  <a:pt x="196142" y="73072"/>
                  <a:pt x="197869" y="68938"/>
                  <a:pt x="201322" y="65508"/>
                </a:cubicBezTo>
                <a:cubicBezTo>
                  <a:pt x="204774" y="62069"/>
                  <a:pt x="208922" y="60350"/>
                  <a:pt x="213765" y="60350"/>
                </a:cubicBezTo>
                <a:cubicBezTo>
                  <a:pt x="218607" y="60350"/>
                  <a:pt x="222755" y="62077"/>
                  <a:pt x="226186" y="65530"/>
                </a:cubicBezTo>
                <a:cubicBezTo>
                  <a:pt x="229624" y="68982"/>
                  <a:pt x="231343" y="73130"/>
                  <a:pt x="231343" y="77980"/>
                </a:cubicBezTo>
                <a:cubicBezTo>
                  <a:pt x="231343" y="82823"/>
                  <a:pt x="229624" y="86963"/>
                  <a:pt x="226186" y="90401"/>
                </a:cubicBezTo>
                <a:cubicBezTo>
                  <a:pt x="222755" y="93839"/>
                  <a:pt x="218622" y="95558"/>
                  <a:pt x="213794" y="95558"/>
                </a:cubicBezTo>
                <a:cubicBezTo>
                  <a:pt x="212916" y="95558"/>
                  <a:pt x="212068" y="95515"/>
                  <a:pt x="211226" y="95427"/>
                </a:cubicBezTo>
                <a:cubicBezTo>
                  <a:pt x="210385" y="95346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272" y="137467"/>
                  <a:pt x="168352" y="138301"/>
                </a:cubicBezTo>
                <a:cubicBezTo>
                  <a:pt x="168440" y="139142"/>
                  <a:pt x="168476" y="139998"/>
                  <a:pt x="168476" y="140869"/>
                </a:cubicBezTo>
                <a:cubicBezTo>
                  <a:pt x="168476" y="145697"/>
                  <a:pt x="166750" y="149830"/>
                  <a:pt x="163297" y="153268"/>
                </a:cubicBezTo>
                <a:cubicBezTo>
                  <a:pt x="159844" y="156699"/>
                  <a:pt x="155697" y="158418"/>
                  <a:pt x="150854" y="158418"/>
                </a:cubicBezTo>
                <a:cubicBezTo>
                  <a:pt x="146004" y="158418"/>
                  <a:pt x="141864" y="156699"/>
                  <a:pt x="138426" y="153268"/>
                </a:cubicBezTo>
                <a:cubicBezTo>
                  <a:pt x="134995" y="149830"/>
                  <a:pt x="133276" y="145697"/>
                  <a:pt x="133276" y="140869"/>
                </a:cubicBezTo>
                <a:cubicBezTo>
                  <a:pt x="133276" y="139998"/>
                  <a:pt x="133312" y="139142"/>
                  <a:pt x="133400" y="138301"/>
                </a:cubicBezTo>
                <a:cubicBezTo>
                  <a:pt x="133480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21"/>
                  <a:pt x="103100" y="108002"/>
                </a:cubicBezTo>
                <a:cubicBezTo>
                  <a:pt x="102259" y="108089"/>
                  <a:pt x="101396" y="108126"/>
                  <a:pt x="100511" y="108126"/>
                </a:cubicBezTo>
                <a:cubicBezTo>
                  <a:pt x="100204" y="108126"/>
                  <a:pt x="98294" y="107877"/>
                  <a:pt x="94776" y="107373"/>
                </a:cubicBezTo>
                <a:lnTo>
                  <a:pt x="44506" y="157665"/>
                </a:lnTo>
                <a:cubicBezTo>
                  <a:pt x="44842" y="159003"/>
                  <a:pt x="45054" y="160093"/>
                  <a:pt x="45135" y="160934"/>
                </a:cubicBezTo>
                <a:cubicBezTo>
                  <a:pt x="45223" y="161776"/>
                  <a:pt x="45266" y="162624"/>
                  <a:pt x="45266" y="163502"/>
                </a:cubicBezTo>
                <a:cubicBezTo>
                  <a:pt x="45266" y="168330"/>
                  <a:pt x="43533" y="172463"/>
                  <a:pt x="40080" y="175894"/>
                </a:cubicBezTo>
                <a:cubicBezTo>
                  <a:pt x="36627" y="179332"/>
                  <a:pt x="32479" y="181051"/>
                  <a:pt x="27637" y="18105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4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599" y="87300"/>
                  <a:pt x="165338" y="87380"/>
                </a:cubicBezTo>
                <a:cubicBezTo>
                  <a:pt x="163070" y="87468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6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32"/>
                  <a:pt x="80972" y="213618"/>
                </a:cubicBezTo>
                <a:cubicBezTo>
                  <a:pt x="68734" y="208505"/>
                  <a:pt x="58090" y="201417"/>
                  <a:pt x="49034" y="192368"/>
                </a:cubicBezTo>
                <a:cubicBezTo>
                  <a:pt x="39985" y="183312"/>
                  <a:pt x="32896" y="172668"/>
                  <a:pt x="27783" y="160430"/>
                </a:cubicBezTo>
                <a:cubicBezTo>
                  <a:pt x="22670" y="148191"/>
                  <a:pt x="20117" y="134951"/>
                  <a:pt x="20117" y="120701"/>
                </a:cubicBezTo>
                <a:cubicBezTo>
                  <a:pt x="20117" y="106619"/>
                  <a:pt x="22670" y="93459"/>
                  <a:pt x="27783" y="81221"/>
                </a:cubicBezTo>
                <a:cubicBezTo>
                  <a:pt x="32896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587"/>
                  <a:pt x="150123" y="24521"/>
                </a:cubicBezTo>
                <a:cubicBezTo>
                  <a:pt x="159676" y="27454"/>
                  <a:pt x="168645" y="31770"/>
                  <a:pt x="177028" y="37468"/>
                </a:cubicBezTo>
                <a:cubicBezTo>
                  <a:pt x="178871" y="38639"/>
                  <a:pt x="180005" y="40234"/>
                  <a:pt x="180422" y="42245"/>
                </a:cubicBezTo>
                <a:cubicBezTo>
                  <a:pt x="180839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063" y="43379"/>
                  <a:pt x="59721" y="59721"/>
                </a:cubicBezTo>
                <a:cubicBezTo>
                  <a:pt x="43379" y="76063"/>
                  <a:pt x="35208" y="96392"/>
                  <a:pt x="35208" y="120701"/>
                </a:cubicBezTo>
                <a:cubicBezTo>
                  <a:pt x="35208" y="145009"/>
                  <a:pt x="43379" y="165338"/>
                  <a:pt x="59721" y="181680"/>
                </a:cubicBezTo>
                <a:cubicBezTo>
                  <a:pt x="76063" y="198022"/>
                  <a:pt x="96392" y="206201"/>
                  <a:pt x="120701" y="206201"/>
                </a:cubicBezTo>
                <a:cubicBezTo>
                  <a:pt x="145009" y="206201"/>
                  <a:pt x="165338" y="198022"/>
                  <a:pt x="181680" y="181680"/>
                </a:cubicBezTo>
                <a:cubicBezTo>
                  <a:pt x="198022" y="165338"/>
                  <a:pt x="206201" y="145009"/>
                  <a:pt x="206201" y="120701"/>
                </a:cubicBezTo>
                <a:cubicBezTo>
                  <a:pt x="206201" y="117519"/>
                  <a:pt x="206069" y="114417"/>
                  <a:pt x="205820" y="111396"/>
                </a:cubicBezTo>
                <a:cubicBezTo>
                  <a:pt x="205572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166"/>
                  <a:pt x="216003" y="94425"/>
                </a:cubicBezTo>
                <a:cubicBezTo>
                  <a:pt x="217847" y="95683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05"/>
                  <a:pt x="160181" y="213618"/>
                </a:cubicBezTo>
                <a:cubicBezTo>
                  <a:pt x="147943" y="218732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688" y="126860"/>
                  <a:pt x="67768" y="124600"/>
                </a:cubicBezTo>
                <a:cubicBezTo>
                  <a:pt x="67856" y="122332"/>
                  <a:pt x="68646" y="120452"/>
                  <a:pt x="70160" y="118938"/>
                </a:cubicBezTo>
                <a:cubicBezTo>
                  <a:pt x="71667" y="117431"/>
                  <a:pt x="73554" y="116677"/>
                  <a:pt x="75815" y="116677"/>
                </a:cubicBezTo>
                <a:cubicBezTo>
                  <a:pt x="78075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8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00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29" y="210890"/>
                  <a:pt x="19239" y="210224"/>
                </a:cubicBezTo>
                <a:cubicBezTo>
                  <a:pt x="18149" y="209551"/>
                  <a:pt x="17264" y="208630"/>
                  <a:pt x="16598" y="207452"/>
                </a:cubicBezTo>
                <a:cubicBezTo>
                  <a:pt x="15925" y="206281"/>
                  <a:pt x="15552" y="205067"/>
                  <a:pt x="15464" y="203809"/>
                </a:cubicBezTo>
                <a:cubicBezTo>
                  <a:pt x="15384" y="202551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5968" y="29129"/>
                  <a:pt x="117058" y="28544"/>
                </a:cubicBezTo>
                <a:cubicBezTo>
                  <a:pt x="118148" y="27951"/>
                  <a:pt x="119362" y="27659"/>
                  <a:pt x="120701" y="27659"/>
                </a:cubicBezTo>
                <a:cubicBezTo>
                  <a:pt x="122039" y="27659"/>
                  <a:pt x="123254" y="27951"/>
                  <a:pt x="124344" y="28544"/>
                </a:cubicBezTo>
                <a:cubicBezTo>
                  <a:pt x="125434" y="29129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18" y="202551"/>
                  <a:pt x="225937" y="203809"/>
                </a:cubicBezTo>
                <a:cubicBezTo>
                  <a:pt x="225849" y="205067"/>
                  <a:pt x="225476" y="206281"/>
                  <a:pt x="224803" y="207452"/>
                </a:cubicBezTo>
                <a:cubicBezTo>
                  <a:pt x="224138" y="208630"/>
                  <a:pt x="223253" y="209551"/>
                  <a:pt x="222163" y="210224"/>
                </a:cubicBezTo>
                <a:cubicBezTo>
                  <a:pt x="221073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116" y="179669"/>
                </a:moveTo>
                <a:cubicBezTo>
                  <a:pt x="128535" y="178242"/>
                  <a:pt x="129252" y="176443"/>
                  <a:pt x="129252" y="174263"/>
                </a:cubicBezTo>
                <a:cubicBezTo>
                  <a:pt x="129252" y="172083"/>
                  <a:pt x="128535" y="170283"/>
                  <a:pt x="127116" y="168857"/>
                </a:cubicBezTo>
                <a:cubicBezTo>
                  <a:pt x="125690" y="167430"/>
                  <a:pt x="123883" y="166721"/>
                  <a:pt x="121710" y="166721"/>
                </a:cubicBezTo>
                <a:cubicBezTo>
                  <a:pt x="119530" y="166721"/>
                  <a:pt x="117724" y="167430"/>
                  <a:pt x="116297" y="168857"/>
                </a:cubicBezTo>
                <a:cubicBezTo>
                  <a:pt x="114878" y="170283"/>
                  <a:pt x="114161" y="172083"/>
                  <a:pt x="114161" y="174263"/>
                </a:cubicBezTo>
                <a:cubicBezTo>
                  <a:pt x="114161" y="176443"/>
                  <a:pt x="114878" y="178242"/>
                  <a:pt x="116297" y="179669"/>
                </a:cubicBezTo>
                <a:cubicBezTo>
                  <a:pt x="117724" y="181095"/>
                  <a:pt x="119530" y="181805"/>
                  <a:pt x="121710" y="181805"/>
                </a:cubicBezTo>
                <a:cubicBezTo>
                  <a:pt x="123883" y="181805"/>
                  <a:pt x="125690" y="181095"/>
                  <a:pt x="127116" y="179669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35" y="101125"/>
                  <a:pt x="127116" y="99706"/>
                </a:cubicBezTo>
                <a:cubicBezTo>
                  <a:pt x="125690" y="98280"/>
                  <a:pt x="123883" y="97570"/>
                  <a:pt x="121710" y="97570"/>
                </a:cubicBezTo>
                <a:cubicBezTo>
                  <a:pt x="119530" y="97570"/>
                  <a:pt x="117724" y="98280"/>
                  <a:pt x="116297" y="99706"/>
                </a:cubicBezTo>
                <a:cubicBezTo>
                  <a:pt x="114878" y="101125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2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611" y="168601"/>
                </a:moveTo>
                <a:cubicBezTo>
                  <a:pt x="128206" y="167013"/>
                  <a:pt x="128996" y="165038"/>
                  <a:pt x="128996" y="162697"/>
                </a:cubicBezTo>
                <a:cubicBezTo>
                  <a:pt x="128996" y="160349"/>
                  <a:pt x="128206" y="158381"/>
                  <a:pt x="126611" y="156787"/>
                </a:cubicBezTo>
                <a:cubicBezTo>
                  <a:pt x="125017" y="155192"/>
                  <a:pt x="123049" y="154395"/>
                  <a:pt x="120701" y="154395"/>
                </a:cubicBezTo>
                <a:cubicBezTo>
                  <a:pt x="118353" y="154395"/>
                  <a:pt x="116385" y="155192"/>
                  <a:pt x="114790" y="156787"/>
                </a:cubicBezTo>
                <a:cubicBezTo>
                  <a:pt x="113195" y="158381"/>
                  <a:pt x="112405" y="160349"/>
                  <a:pt x="112405" y="162697"/>
                </a:cubicBezTo>
                <a:cubicBezTo>
                  <a:pt x="112405" y="165038"/>
                  <a:pt x="113195" y="167013"/>
                  <a:pt x="114790" y="168601"/>
                </a:cubicBezTo>
                <a:cubicBezTo>
                  <a:pt x="116385" y="170195"/>
                  <a:pt x="118353" y="170993"/>
                  <a:pt x="120701" y="170993"/>
                </a:cubicBezTo>
                <a:cubicBezTo>
                  <a:pt x="123049" y="170993"/>
                  <a:pt x="125017" y="170195"/>
                  <a:pt x="126611" y="168601"/>
                </a:cubicBezTo>
                <a:close/>
                <a:moveTo>
                  <a:pt x="126860" y="130335"/>
                </a:moveTo>
                <a:cubicBezTo>
                  <a:pt x="128287" y="128887"/>
                  <a:pt x="128996" y="127094"/>
                  <a:pt x="128996" y="124951"/>
                </a:cubicBezTo>
                <a:lnTo>
                  <a:pt x="128996" y="76422"/>
                </a:lnTo>
                <a:cubicBezTo>
                  <a:pt x="128996" y="74271"/>
                  <a:pt x="128272" y="72479"/>
                  <a:pt x="126809" y="71038"/>
                </a:cubicBezTo>
                <a:cubicBezTo>
                  <a:pt x="125353" y="69597"/>
                  <a:pt x="123554" y="68873"/>
                  <a:pt x="121403" y="68873"/>
                </a:cubicBezTo>
                <a:cubicBezTo>
                  <a:pt x="119260" y="68873"/>
                  <a:pt x="117475" y="69597"/>
                  <a:pt x="116048" y="71038"/>
                </a:cubicBezTo>
                <a:cubicBezTo>
                  <a:pt x="114622" y="72479"/>
                  <a:pt x="113912" y="74271"/>
                  <a:pt x="113912" y="76422"/>
                </a:cubicBezTo>
                <a:lnTo>
                  <a:pt x="113912" y="124951"/>
                </a:lnTo>
                <a:cubicBezTo>
                  <a:pt x="113912" y="127094"/>
                  <a:pt x="114644" y="128887"/>
                  <a:pt x="116100" y="130335"/>
                </a:cubicBezTo>
                <a:cubicBezTo>
                  <a:pt x="117555" y="131776"/>
                  <a:pt x="119362" y="132493"/>
                  <a:pt x="121505" y="132493"/>
                </a:cubicBezTo>
                <a:cubicBezTo>
                  <a:pt x="123649" y="132493"/>
                  <a:pt x="125434" y="131776"/>
                  <a:pt x="126860" y="130335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4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860" y="168828"/>
                </a:moveTo>
                <a:cubicBezTo>
                  <a:pt x="128287" y="167386"/>
                  <a:pt x="128996" y="165594"/>
                  <a:pt x="128996" y="163451"/>
                </a:cubicBezTo>
                <a:lnTo>
                  <a:pt x="128996" y="118184"/>
                </a:lnTo>
                <a:cubicBezTo>
                  <a:pt x="128996" y="116041"/>
                  <a:pt x="128272" y="114249"/>
                  <a:pt x="126809" y="112808"/>
                </a:cubicBezTo>
                <a:cubicBezTo>
                  <a:pt x="125353" y="111367"/>
                  <a:pt x="123554" y="110642"/>
                  <a:pt x="121403" y="110642"/>
                </a:cubicBezTo>
                <a:cubicBezTo>
                  <a:pt x="119260" y="110642"/>
                  <a:pt x="117475" y="111367"/>
                  <a:pt x="116048" y="112808"/>
                </a:cubicBezTo>
                <a:cubicBezTo>
                  <a:pt x="114622" y="114249"/>
                  <a:pt x="113912" y="116041"/>
                  <a:pt x="113912" y="118184"/>
                </a:cubicBezTo>
                <a:lnTo>
                  <a:pt x="113912" y="163451"/>
                </a:lnTo>
                <a:cubicBezTo>
                  <a:pt x="113912" y="165594"/>
                  <a:pt x="114644" y="167386"/>
                  <a:pt x="116100" y="168828"/>
                </a:cubicBezTo>
                <a:cubicBezTo>
                  <a:pt x="117555" y="170269"/>
                  <a:pt x="119362" y="170993"/>
                  <a:pt x="121505" y="170993"/>
                </a:cubicBezTo>
                <a:cubicBezTo>
                  <a:pt x="123649" y="170993"/>
                  <a:pt x="125434" y="170269"/>
                  <a:pt x="126860" y="168828"/>
                </a:cubicBezTo>
                <a:close/>
                <a:moveTo>
                  <a:pt x="126611" y="89721"/>
                </a:moveTo>
                <a:cubicBezTo>
                  <a:pt x="128206" y="88177"/>
                  <a:pt x="128996" y="86268"/>
                  <a:pt x="128996" y="83986"/>
                </a:cubicBezTo>
                <a:cubicBezTo>
                  <a:pt x="128996" y="81572"/>
                  <a:pt x="128206" y="79545"/>
                  <a:pt x="126611" y="77900"/>
                </a:cubicBezTo>
                <a:cubicBezTo>
                  <a:pt x="125017" y="76261"/>
                  <a:pt x="123049" y="75442"/>
                  <a:pt x="120701" y="75442"/>
                </a:cubicBezTo>
                <a:cubicBezTo>
                  <a:pt x="118353" y="75442"/>
                  <a:pt x="116385" y="76261"/>
                  <a:pt x="114790" y="77900"/>
                </a:cubicBezTo>
                <a:cubicBezTo>
                  <a:pt x="113195" y="79531"/>
                  <a:pt x="112405" y="81557"/>
                  <a:pt x="112405" y="83986"/>
                </a:cubicBezTo>
                <a:cubicBezTo>
                  <a:pt x="112405" y="86268"/>
                  <a:pt x="113195" y="88177"/>
                  <a:pt x="114790" y="89721"/>
                </a:cubicBezTo>
                <a:cubicBezTo>
                  <a:pt x="116385" y="91264"/>
                  <a:pt x="118353" y="92033"/>
                  <a:pt x="120701" y="92033"/>
                </a:cubicBezTo>
                <a:cubicBezTo>
                  <a:pt x="123049" y="92033"/>
                  <a:pt x="125017" y="91264"/>
                  <a:pt x="126611" y="89721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6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  <a:moveTo>
                  <a:pt x="121403" y="75442"/>
                </a:moveTo>
                <a:cubicBezTo>
                  <a:pt x="126465" y="75442"/>
                  <a:pt x="130927" y="76985"/>
                  <a:pt x="134783" y="80087"/>
                </a:cubicBezTo>
                <a:cubicBezTo>
                  <a:pt x="138638" y="83188"/>
                  <a:pt x="140569" y="87146"/>
                  <a:pt x="140569" y="91959"/>
                </a:cubicBezTo>
                <a:cubicBezTo>
                  <a:pt x="140569" y="96370"/>
                  <a:pt x="139252" y="100196"/>
                  <a:pt x="136619" y="103452"/>
                </a:cubicBezTo>
                <a:cubicBezTo>
                  <a:pt x="134000" y="106721"/>
                  <a:pt x="131044" y="109787"/>
                  <a:pt x="127745" y="112654"/>
                </a:cubicBezTo>
                <a:cubicBezTo>
                  <a:pt x="123883" y="115836"/>
                  <a:pt x="120533" y="119391"/>
                  <a:pt x="117687" y="123320"/>
                </a:cubicBezTo>
                <a:cubicBezTo>
                  <a:pt x="114834" y="127241"/>
                  <a:pt x="113408" y="131644"/>
                  <a:pt x="113408" y="136546"/>
                </a:cubicBezTo>
                <a:cubicBezTo>
                  <a:pt x="113408" y="138389"/>
                  <a:pt x="114110" y="139852"/>
                  <a:pt x="115522" y="140942"/>
                </a:cubicBezTo>
                <a:cubicBezTo>
                  <a:pt x="116926" y="142032"/>
                  <a:pt x="118572" y="142581"/>
                  <a:pt x="120452" y="142581"/>
                </a:cubicBezTo>
                <a:cubicBezTo>
                  <a:pt x="122464" y="142581"/>
                  <a:pt x="124132" y="141908"/>
                  <a:pt x="125456" y="140569"/>
                </a:cubicBezTo>
                <a:cubicBezTo>
                  <a:pt x="126780" y="139223"/>
                  <a:pt x="127621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28" y="120547"/>
                  <a:pt x="139611" y="118236"/>
                </a:cubicBezTo>
                <a:cubicBezTo>
                  <a:pt x="143766" y="114849"/>
                  <a:pt x="147189" y="110891"/>
                  <a:pt x="149874" y="106370"/>
                </a:cubicBezTo>
                <a:cubicBezTo>
                  <a:pt x="152551" y="101842"/>
                  <a:pt x="153897" y="96926"/>
                  <a:pt x="153897" y="91630"/>
                </a:cubicBezTo>
                <a:cubicBezTo>
                  <a:pt x="153897" y="83181"/>
                  <a:pt x="150752" y="76151"/>
                  <a:pt x="144461" y="70533"/>
                </a:cubicBezTo>
                <a:cubicBezTo>
                  <a:pt x="138177" y="64915"/>
                  <a:pt x="130723" y="62113"/>
                  <a:pt x="122113" y="62113"/>
                </a:cubicBezTo>
                <a:cubicBezTo>
                  <a:pt x="11614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560" y="80423"/>
                  <a:pt x="89648" y="82355"/>
                </a:cubicBezTo>
                <a:cubicBezTo>
                  <a:pt x="89728" y="84278"/>
                  <a:pt x="90526" y="85829"/>
                  <a:pt x="92033" y="87007"/>
                </a:cubicBezTo>
                <a:cubicBezTo>
                  <a:pt x="93949" y="88346"/>
                  <a:pt x="95924" y="88763"/>
                  <a:pt x="97972" y="88265"/>
                </a:cubicBezTo>
                <a:cubicBezTo>
                  <a:pt x="100013" y="87760"/>
                  <a:pt x="101725" y="86583"/>
                  <a:pt x="103100" y="84739"/>
                </a:cubicBezTo>
                <a:cubicBezTo>
                  <a:pt x="105244" y="81740"/>
                  <a:pt x="107921" y="79443"/>
                  <a:pt x="111118" y="77856"/>
                </a:cubicBezTo>
                <a:cubicBezTo>
                  <a:pt x="114322" y="76246"/>
                  <a:pt x="117753" y="75442"/>
                  <a:pt x="121403" y="7544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8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11226"/>
                </a:moveTo>
                <a:cubicBezTo>
                  <a:pt x="115829" y="211226"/>
                  <a:pt x="111688" y="209500"/>
                  <a:pt x="108250" y="206047"/>
                </a:cubicBezTo>
                <a:cubicBezTo>
                  <a:pt x="104820" y="202594"/>
                  <a:pt x="103100" y="198447"/>
                  <a:pt x="103100" y="193597"/>
                </a:cubicBezTo>
                <a:cubicBezTo>
                  <a:pt x="103100" y="188754"/>
                  <a:pt x="104827" y="184614"/>
                  <a:pt x="108280" y="181176"/>
                </a:cubicBezTo>
                <a:cubicBezTo>
                  <a:pt x="111732" y="177737"/>
                  <a:pt x="115880" y="176026"/>
                  <a:pt x="120723" y="176026"/>
                </a:cubicBezTo>
                <a:cubicBezTo>
                  <a:pt x="125573" y="176026"/>
                  <a:pt x="129713" y="177752"/>
                  <a:pt x="133151" y="181205"/>
                </a:cubicBezTo>
                <a:cubicBezTo>
                  <a:pt x="136582" y="184658"/>
                  <a:pt x="138301" y="188805"/>
                  <a:pt x="138301" y="193648"/>
                </a:cubicBezTo>
                <a:cubicBezTo>
                  <a:pt x="138301" y="198491"/>
                  <a:pt x="136575" y="202638"/>
                  <a:pt x="133122" y="206069"/>
                </a:cubicBezTo>
                <a:cubicBezTo>
                  <a:pt x="129669" y="209507"/>
                  <a:pt x="125522" y="211226"/>
                  <a:pt x="120679" y="211226"/>
                </a:cubicBezTo>
                <a:close/>
                <a:moveTo>
                  <a:pt x="120679" y="150876"/>
                </a:moveTo>
                <a:cubicBezTo>
                  <a:pt x="115829" y="150876"/>
                  <a:pt x="111688" y="149150"/>
                  <a:pt x="108250" y="145697"/>
                </a:cubicBezTo>
                <a:cubicBezTo>
                  <a:pt x="104820" y="142259"/>
                  <a:pt x="103100" y="138118"/>
                  <a:pt x="103100" y="133276"/>
                </a:cubicBezTo>
                <a:lnTo>
                  <a:pt x="103100" y="47776"/>
                </a:lnTo>
                <a:cubicBezTo>
                  <a:pt x="103100" y="42933"/>
                  <a:pt x="104827" y="38793"/>
                  <a:pt x="108280" y="35354"/>
                </a:cubicBezTo>
                <a:cubicBezTo>
                  <a:pt x="111732" y="31916"/>
                  <a:pt x="115880" y="30190"/>
                  <a:pt x="120723" y="30175"/>
                </a:cubicBezTo>
                <a:cubicBezTo>
                  <a:pt x="125573" y="30175"/>
                  <a:pt x="129713" y="31902"/>
                  <a:pt x="133151" y="35354"/>
                </a:cubicBezTo>
                <a:cubicBezTo>
                  <a:pt x="136582" y="38793"/>
                  <a:pt x="138301" y="42933"/>
                  <a:pt x="138301" y="47776"/>
                </a:cubicBezTo>
                <a:lnTo>
                  <a:pt x="138301" y="133276"/>
                </a:lnTo>
                <a:cubicBezTo>
                  <a:pt x="138301" y="138118"/>
                  <a:pt x="136575" y="142259"/>
                  <a:pt x="133122" y="145697"/>
                </a:cubicBezTo>
                <a:cubicBezTo>
                  <a:pt x="129669" y="149150"/>
                  <a:pt x="125522" y="150876"/>
                  <a:pt x="120679" y="15087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10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20701" y="206201"/>
                </a:moveTo>
                <a:cubicBezTo>
                  <a:pt x="130927" y="206201"/>
                  <a:pt x="140774" y="204482"/>
                  <a:pt x="150247" y="201044"/>
                </a:cubicBezTo>
                <a:cubicBezTo>
                  <a:pt x="159720" y="197605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908"/>
                  <a:pt x="40482" y="91330"/>
                </a:cubicBezTo>
                <a:cubicBezTo>
                  <a:pt x="36964" y="100752"/>
                  <a:pt x="35208" y="110540"/>
                  <a:pt x="35208" y="120701"/>
                </a:cubicBezTo>
                <a:cubicBezTo>
                  <a:pt x="35208" y="144570"/>
                  <a:pt x="43489" y="164790"/>
                  <a:pt x="60050" y="181351"/>
                </a:cubicBezTo>
                <a:cubicBezTo>
                  <a:pt x="76612" y="197913"/>
                  <a:pt x="96831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20"/>
                  <a:pt x="200663" y="150247"/>
                </a:cubicBezTo>
                <a:cubicBezTo>
                  <a:pt x="204350" y="140774"/>
                  <a:pt x="206201" y="130927"/>
                  <a:pt x="206201" y="120701"/>
                </a:cubicBezTo>
                <a:cubicBezTo>
                  <a:pt x="206201" y="96831"/>
                  <a:pt x="197913" y="76612"/>
                  <a:pt x="181351" y="60050"/>
                </a:cubicBezTo>
                <a:cubicBezTo>
                  <a:pt x="164790" y="43489"/>
                  <a:pt x="144570" y="35201"/>
                  <a:pt x="120701" y="35208"/>
                </a:cubicBezTo>
                <a:cubicBezTo>
                  <a:pt x="110525" y="35208"/>
                  <a:pt x="100738" y="36964"/>
                  <a:pt x="91330" y="40482"/>
                </a:cubicBezTo>
                <a:cubicBezTo>
                  <a:pt x="81923" y="44008"/>
                  <a:pt x="73357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2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815" y="129603"/>
                </a:moveTo>
                <a:cubicBezTo>
                  <a:pt x="78243" y="127153"/>
                  <a:pt x="79465" y="124183"/>
                  <a:pt x="79465" y="120679"/>
                </a:cubicBezTo>
                <a:cubicBezTo>
                  <a:pt x="79465" y="117175"/>
                  <a:pt x="78236" y="114205"/>
                  <a:pt x="75793" y="111776"/>
                </a:cubicBezTo>
                <a:cubicBezTo>
                  <a:pt x="73342" y="109340"/>
                  <a:pt x="70365" y="108126"/>
                  <a:pt x="66861" y="108126"/>
                </a:cubicBezTo>
                <a:cubicBezTo>
                  <a:pt x="63357" y="108126"/>
                  <a:pt x="60394" y="109355"/>
                  <a:pt x="57958" y="111798"/>
                </a:cubicBezTo>
                <a:cubicBezTo>
                  <a:pt x="55530" y="114249"/>
                  <a:pt x="54315" y="117219"/>
                  <a:pt x="54315" y="120723"/>
                </a:cubicBezTo>
                <a:cubicBezTo>
                  <a:pt x="54315" y="124227"/>
                  <a:pt x="55537" y="127197"/>
                  <a:pt x="57988" y="129625"/>
                </a:cubicBezTo>
                <a:cubicBezTo>
                  <a:pt x="60431" y="132061"/>
                  <a:pt x="63408" y="133276"/>
                  <a:pt x="66912" y="133276"/>
                </a:cubicBezTo>
                <a:cubicBezTo>
                  <a:pt x="70416" y="133276"/>
                  <a:pt x="73386" y="132047"/>
                  <a:pt x="75815" y="129603"/>
                </a:cubicBezTo>
                <a:close/>
                <a:moveTo>
                  <a:pt x="129625" y="129603"/>
                </a:moveTo>
                <a:cubicBezTo>
                  <a:pt x="132061" y="127153"/>
                  <a:pt x="133276" y="124183"/>
                  <a:pt x="133276" y="120679"/>
                </a:cubicBezTo>
                <a:cubicBezTo>
                  <a:pt x="133276" y="117175"/>
                  <a:pt x="132047" y="114205"/>
                  <a:pt x="129603" y="111776"/>
                </a:cubicBezTo>
                <a:cubicBezTo>
                  <a:pt x="127153" y="109340"/>
                  <a:pt x="124183" y="108126"/>
                  <a:pt x="120679" y="108126"/>
                </a:cubicBezTo>
                <a:cubicBezTo>
                  <a:pt x="117175" y="108126"/>
                  <a:pt x="114205" y="109355"/>
                  <a:pt x="111776" y="111798"/>
                </a:cubicBezTo>
                <a:cubicBezTo>
                  <a:pt x="109340" y="114249"/>
                  <a:pt x="108126" y="117219"/>
                  <a:pt x="108126" y="120723"/>
                </a:cubicBezTo>
                <a:cubicBezTo>
                  <a:pt x="108126" y="124227"/>
                  <a:pt x="109355" y="127197"/>
                  <a:pt x="111798" y="129625"/>
                </a:cubicBezTo>
                <a:cubicBezTo>
                  <a:pt x="114249" y="132061"/>
                  <a:pt x="117219" y="133276"/>
                  <a:pt x="120723" y="133276"/>
                </a:cubicBezTo>
                <a:cubicBezTo>
                  <a:pt x="124227" y="133276"/>
                  <a:pt x="127197" y="132047"/>
                  <a:pt x="129625" y="129603"/>
                </a:cubicBezTo>
                <a:close/>
                <a:moveTo>
                  <a:pt x="183187" y="129603"/>
                </a:moveTo>
                <a:cubicBezTo>
                  <a:pt x="185616" y="127153"/>
                  <a:pt x="186838" y="124183"/>
                  <a:pt x="186838" y="120679"/>
                </a:cubicBezTo>
                <a:cubicBezTo>
                  <a:pt x="186838" y="117175"/>
                  <a:pt x="185609" y="114205"/>
                  <a:pt x="183165" y="111776"/>
                </a:cubicBezTo>
                <a:cubicBezTo>
                  <a:pt x="180715" y="109340"/>
                  <a:pt x="177737" y="108126"/>
                  <a:pt x="174233" y="108126"/>
                </a:cubicBezTo>
                <a:cubicBezTo>
                  <a:pt x="170729" y="108126"/>
                  <a:pt x="167767" y="109355"/>
                  <a:pt x="165338" y="111798"/>
                </a:cubicBezTo>
                <a:cubicBezTo>
                  <a:pt x="162902" y="114249"/>
                  <a:pt x="161688" y="117219"/>
                  <a:pt x="161688" y="120723"/>
                </a:cubicBezTo>
                <a:cubicBezTo>
                  <a:pt x="161688" y="124227"/>
                  <a:pt x="162910" y="127197"/>
                  <a:pt x="165360" y="129625"/>
                </a:cubicBezTo>
                <a:cubicBezTo>
                  <a:pt x="167811" y="132061"/>
                  <a:pt x="170781" y="133276"/>
                  <a:pt x="174285" y="133276"/>
                </a:cubicBezTo>
                <a:cubicBezTo>
                  <a:pt x="177789" y="133276"/>
                  <a:pt x="180759" y="132047"/>
                  <a:pt x="183187" y="12960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4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21" y="90065"/>
                  <a:pt x="155528" y="90145"/>
                </a:cubicBezTo>
                <a:cubicBezTo>
                  <a:pt x="153429" y="90233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21" y="185996"/>
                  <a:pt x="32063" y="184321"/>
                </a:cubicBezTo>
                <a:cubicBezTo>
                  <a:pt x="30804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04" y="59012"/>
                  <a:pt x="32063" y="57337"/>
                </a:cubicBezTo>
                <a:cubicBezTo>
                  <a:pt x="33321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891"/>
                  <a:pt x="153641" y="17476"/>
                </a:cubicBezTo>
                <a:cubicBezTo>
                  <a:pt x="155485" y="18061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081" y="55654"/>
                  <a:pt x="209339" y="57337"/>
                </a:cubicBezTo>
                <a:cubicBezTo>
                  <a:pt x="210597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597" y="182646"/>
                  <a:pt x="209339" y="184321"/>
                </a:cubicBezTo>
                <a:cubicBezTo>
                  <a:pt x="208081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40"/>
                  <a:pt x="153641" y="223926"/>
                </a:cubicBezTo>
                <a:cubicBezTo>
                  <a:pt x="151798" y="224511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6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632" y="191110"/>
                  <a:pt x="43840" y="190378"/>
                  <a:pt x="42399" y="188922"/>
                </a:cubicBezTo>
                <a:cubicBezTo>
                  <a:pt x="40958" y="187467"/>
                  <a:pt x="40234" y="185660"/>
                  <a:pt x="40234" y="183516"/>
                </a:cubicBezTo>
                <a:cubicBezTo>
                  <a:pt x="40234" y="181373"/>
                  <a:pt x="40958" y="179581"/>
                  <a:pt x="42399" y="178162"/>
                </a:cubicBezTo>
                <a:cubicBezTo>
                  <a:pt x="43840" y="176735"/>
                  <a:pt x="45632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498" y="72881"/>
                  <a:pt x="72801" y="61733"/>
                </a:cubicBezTo>
                <a:cubicBezTo>
                  <a:pt x="81096" y="50585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080" y="27454"/>
                  <a:pt x="110013" y="24521"/>
                </a:cubicBezTo>
                <a:cubicBezTo>
                  <a:pt x="112947" y="21587"/>
                  <a:pt x="116509" y="20117"/>
                  <a:pt x="120701" y="20117"/>
                </a:cubicBezTo>
                <a:cubicBezTo>
                  <a:pt x="124892" y="20117"/>
                  <a:pt x="128455" y="21587"/>
                  <a:pt x="131388" y="24521"/>
                </a:cubicBezTo>
                <a:cubicBezTo>
                  <a:pt x="134322" y="27454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05" y="50585"/>
                  <a:pt x="168601" y="61733"/>
                </a:cubicBezTo>
                <a:cubicBezTo>
                  <a:pt x="176903" y="72881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769" y="176026"/>
                  <a:pt x="197562" y="176750"/>
                  <a:pt x="199003" y="178213"/>
                </a:cubicBezTo>
                <a:cubicBezTo>
                  <a:pt x="200444" y="179669"/>
                  <a:pt x="201168" y="181468"/>
                  <a:pt x="201168" y="183619"/>
                </a:cubicBezTo>
                <a:cubicBezTo>
                  <a:pt x="201168" y="185762"/>
                  <a:pt x="200444" y="187547"/>
                  <a:pt x="199003" y="188974"/>
                </a:cubicBezTo>
                <a:cubicBezTo>
                  <a:pt x="197562" y="190400"/>
                  <a:pt x="195769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30" y="219317"/>
                  <a:pt x="106495" y="215374"/>
                </a:cubicBezTo>
                <a:cubicBezTo>
                  <a:pt x="102552" y="211439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50" y="211439"/>
                  <a:pt x="134907" y="215374"/>
                </a:cubicBezTo>
                <a:cubicBezTo>
                  <a:pt x="130971" y="219317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564" y="76319"/>
                  <a:pt x="152763" y="67519"/>
                </a:cubicBezTo>
                <a:cubicBezTo>
                  <a:pt x="143963" y="58719"/>
                  <a:pt x="133276" y="54315"/>
                  <a:pt x="120701" y="54315"/>
                </a:cubicBezTo>
                <a:cubicBezTo>
                  <a:pt x="108126" y="54315"/>
                  <a:pt x="97438" y="58719"/>
                  <a:pt x="88638" y="67519"/>
                </a:cubicBezTo>
                <a:cubicBezTo>
                  <a:pt x="79838" y="76319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8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735" y="211226"/>
                  <a:pt x="99582" y="208630"/>
                  <a:pt x="90226" y="203428"/>
                </a:cubicBezTo>
                <a:cubicBezTo>
                  <a:pt x="80870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632" y="181051"/>
                  <a:pt x="43840" y="180320"/>
                  <a:pt x="42399" y="178864"/>
                </a:cubicBezTo>
                <a:cubicBezTo>
                  <a:pt x="40958" y="177408"/>
                  <a:pt x="40234" y="175601"/>
                  <a:pt x="40234" y="173458"/>
                </a:cubicBezTo>
                <a:cubicBezTo>
                  <a:pt x="40234" y="171315"/>
                  <a:pt x="40958" y="169522"/>
                  <a:pt x="42399" y="168103"/>
                </a:cubicBezTo>
                <a:cubicBezTo>
                  <a:pt x="43840" y="166677"/>
                  <a:pt x="45632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89"/>
                  <a:pt x="61609" y="152712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84" y="139311"/>
                  <a:pt x="43584" y="138579"/>
                  <a:pt x="42143" y="137123"/>
                </a:cubicBezTo>
                <a:cubicBezTo>
                  <a:pt x="40702" y="135660"/>
                  <a:pt x="39985" y="133861"/>
                  <a:pt x="39985" y="131717"/>
                </a:cubicBezTo>
                <a:cubicBezTo>
                  <a:pt x="39985" y="129567"/>
                  <a:pt x="40702" y="127782"/>
                  <a:pt x="42143" y="126355"/>
                </a:cubicBezTo>
                <a:cubicBezTo>
                  <a:pt x="43584" y="124936"/>
                  <a:pt x="45384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53" y="114541"/>
                  <a:pt x="61733" y="109765"/>
                </a:cubicBezTo>
                <a:cubicBezTo>
                  <a:pt x="61821" y="104988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632" y="95558"/>
                  <a:pt x="43840" y="94827"/>
                  <a:pt x="42399" y="93364"/>
                </a:cubicBezTo>
                <a:cubicBezTo>
                  <a:pt x="40958" y="91908"/>
                  <a:pt x="40234" y="90109"/>
                  <a:pt x="40234" y="87958"/>
                </a:cubicBezTo>
                <a:cubicBezTo>
                  <a:pt x="40234" y="85815"/>
                  <a:pt x="40958" y="84030"/>
                  <a:pt x="42399" y="82603"/>
                </a:cubicBezTo>
                <a:cubicBezTo>
                  <a:pt x="43840" y="81177"/>
                  <a:pt x="45632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60"/>
                  <a:pt x="76195" y="40285"/>
                </a:cubicBezTo>
                <a:cubicBezTo>
                  <a:pt x="76195" y="38302"/>
                  <a:pt x="76897" y="36598"/>
                  <a:pt x="78302" y="35157"/>
                </a:cubicBezTo>
                <a:cubicBezTo>
                  <a:pt x="79597" y="33833"/>
                  <a:pt x="81235" y="33167"/>
                  <a:pt x="83232" y="33167"/>
                </a:cubicBezTo>
                <a:cubicBezTo>
                  <a:pt x="85229" y="33167"/>
                  <a:pt x="86897" y="33840"/>
                  <a:pt x="88236" y="35179"/>
                </a:cubicBezTo>
                <a:lnTo>
                  <a:pt x="106846" y="53789"/>
                </a:lnTo>
                <a:cubicBezTo>
                  <a:pt x="111491" y="52113"/>
                  <a:pt x="116209" y="51272"/>
                  <a:pt x="121001" y="51272"/>
                </a:cubicBezTo>
                <a:cubicBezTo>
                  <a:pt x="125829" y="51287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896" y="33196"/>
                  <a:pt x="158872" y="33196"/>
                </a:cubicBezTo>
                <a:cubicBezTo>
                  <a:pt x="160854" y="33196"/>
                  <a:pt x="162558" y="33899"/>
                  <a:pt x="163999" y="35303"/>
                </a:cubicBezTo>
                <a:cubicBezTo>
                  <a:pt x="165324" y="36598"/>
                  <a:pt x="165989" y="38237"/>
                  <a:pt x="165989" y="40234"/>
                </a:cubicBezTo>
                <a:cubicBezTo>
                  <a:pt x="165989" y="42231"/>
                  <a:pt x="165309" y="43906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703" y="64681"/>
                  <a:pt x="162295" y="68324"/>
                </a:cubicBezTo>
                <a:cubicBezTo>
                  <a:pt x="165879" y="71945"/>
                  <a:pt x="169032" y="75990"/>
                  <a:pt x="171746" y="80467"/>
                </a:cubicBezTo>
                <a:lnTo>
                  <a:pt x="193875" y="80467"/>
                </a:lnTo>
                <a:cubicBezTo>
                  <a:pt x="196018" y="80467"/>
                  <a:pt x="197818" y="81199"/>
                  <a:pt x="199259" y="82654"/>
                </a:cubicBezTo>
                <a:cubicBezTo>
                  <a:pt x="200700" y="84110"/>
                  <a:pt x="201417" y="85917"/>
                  <a:pt x="201417" y="88060"/>
                </a:cubicBezTo>
                <a:cubicBezTo>
                  <a:pt x="201417" y="90204"/>
                  <a:pt x="200700" y="91996"/>
                  <a:pt x="199259" y="93415"/>
                </a:cubicBezTo>
                <a:cubicBezTo>
                  <a:pt x="197818" y="94842"/>
                  <a:pt x="196018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49" y="105002"/>
                  <a:pt x="179669" y="109816"/>
                </a:cubicBezTo>
                <a:cubicBezTo>
                  <a:pt x="179581" y="114622"/>
                  <a:pt x="179544" y="119428"/>
                  <a:pt x="179544" y="124219"/>
                </a:cubicBezTo>
                <a:lnTo>
                  <a:pt x="193875" y="124219"/>
                </a:lnTo>
                <a:cubicBezTo>
                  <a:pt x="196018" y="124219"/>
                  <a:pt x="197818" y="124951"/>
                  <a:pt x="199259" y="126407"/>
                </a:cubicBezTo>
                <a:cubicBezTo>
                  <a:pt x="200700" y="127870"/>
                  <a:pt x="201417" y="129669"/>
                  <a:pt x="201417" y="131813"/>
                </a:cubicBezTo>
                <a:cubicBezTo>
                  <a:pt x="201417" y="133963"/>
                  <a:pt x="200700" y="135748"/>
                  <a:pt x="199259" y="137175"/>
                </a:cubicBezTo>
                <a:cubicBezTo>
                  <a:pt x="197818" y="138594"/>
                  <a:pt x="196018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581" y="148323"/>
                  <a:pt x="179669" y="152763"/>
                </a:cubicBezTo>
                <a:cubicBezTo>
                  <a:pt x="179749" y="157204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18" y="165967"/>
                  <a:pt x="197818" y="166691"/>
                  <a:pt x="199259" y="168155"/>
                </a:cubicBezTo>
                <a:cubicBezTo>
                  <a:pt x="200700" y="169610"/>
                  <a:pt x="201417" y="171410"/>
                  <a:pt x="201417" y="173560"/>
                </a:cubicBezTo>
                <a:cubicBezTo>
                  <a:pt x="201417" y="175704"/>
                  <a:pt x="200700" y="177489"/>
                  <a:pt x="199259" y="178915"/>
                </a:cubicBezTo>
                <a:cubicBezTo>
                  <a:pt x="197818" y="180342"/>
                  <a:pt x="196018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0978" y="198447"/>
                  <a:pt x="151505" y="203560"/>
                </a:cubicBezTo>
                <a:cubicBezTo>
                  <a:pt x="142047" y="208673"/>
                  <a:pt x="131783" y="211226"/>
                  <a:pt x="120701" y="211226"/>
                </a:cubicBezTo>
                <a:close/>
                <a:moveTo>
                  <a:pt x="120752" y="196142"/>
                </a:moveTo>
                <a:cubicBezTo>
                  <a:pt x="132786" y="196142"/>
                  <a:pt x="143078" y="191907"/>
                  <a:pt x="151629" y="183443"/>
                </a:cubicBezTo>
                <a:cubicBezTo>
                  <a:pt x="160181" y="174972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66" y="88302"/>
                  <a:pt x="151578" y="79838"/>
                </a:cubicBezTo>
                <a:cubicBezTo>
                  <a:pt x="142998" y="71374"/>
                  <a:pt x="132690" y="67139"/>
                  <a:pt x="120650" y="67139"/>
                </a:cubicBezTo>
                <a:cubicBezTo>
                  <a:pt x="108616" y="67139"/>
                  <a:pt x="98324" y="71374"/>
                  <a:pt x="89772" y="79838"/>
                </a:cubicBezTo>
                <a:cubicBezTo>
                  <a:pt x="81221" y="88302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35" y="174972"/>
                  <a:pt x="89823" y="183443"/>
                </a:cubicBezTo>
                <a:cubicBezTo>
                  <a:pt x="98404" y="191907"/>
                  <a:pt x="108711" y="196142"/>
                  <a:pt x="120752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19" y="160934"/>
                  <a:pt x="137211" y="160203"/>
                  <a:pt x="138652" y="158747"/>
                </a:cubicBezTo>
                <a:cubicBezTo>
                  <a:pt x="140093" y="157291"/>
                  <a:pt x="140818" y="155485"/>
                  <a:pt x="140818" y="153341"/>
                </a:cubicBezTo>
                <a:cubicBezTo>
                  <a:pt x="140818" y="151198"/>
                  <a:pt x="140093" y="149406"/>
                  <a:pt x="138652" y="147986"/>
                </a:cubicBezTo>
                <a:cubicBezTo>
                  <a:pt x="137211" y="146560"/>
                  <a:pt x="135419" y="145850"/>
                  <a:pt x="133276" y="145850"/>
                </a:cubicBezTo>
                <a:lnTo>
                  <a:pt x="108126" y="145850"/>
                </a:lnTo>
                <a:cubicBezTo>
                  <a:pt x="105983" y="145850"/>
                  <a:pt x="104190" y="146575"/>
                  <a:pt x="102749" y="148038"/>
                </a:cubicBezTo>
                <a:cubicBezTo>
                  <a:pt x="101308" y="149493"/>
                  <a:pt x="100584" y="151293"/>
                  <a:pt x="100584" y="153444"/>
                </a:cubicBezTo>
                <a:cubicBezTo>
                  <a:pt x="100584" y="155587"/>
                  <a:pt x="101308" y="157372"/>
                  <a:pt x="102749" y="158798"/>
                </a:cubicBezTo>
                <a:cubicBezTo>
                  <a:pt x="104190" y="160225"/>
                  <a:pt x="105983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19" y="117431"/>
                  <a:pt x="137211" y="116699"/>
                  <a:pt x="138652" y="115244"/>
                </a:cubicBezTo>
                <a:cubicBezTo>
                  <a:pt x="140093" y="113788"/>
                  <a:pt x="140818" y="111981"/>
                  <a:pt x="140818" y="109838"/>
                </a:cubicBezTo>
                <a:cubicBezTo>
                  <a:pt x="140818" y="107694"/>
                  <a:pt x="140093" y="105909"/>
                  <a:pt x="138652" y="104483"/>
                </a:cubicBezTo>
                <a:cubicBezTo>
                  <a:pt x="137211" y="103057"/>
                  <a:pt x="135419" y="102347"/>
                  <a:pt x="133276" y="102347"/>
                </a:cubicBezTo>
                <a:lnTo>
                  <a:pt x="108126" y="102347"/>
                </a:lnTo>
                <a:cubicBezTo>
                  <a:pt x="105983" y="102347"/>
                  <a:pt x="104190" y="103071"/>
                  <a:pt x="102749" y="104534"/>
                </a:cubicBezTo>
                <a:cubicBezTo>
                  <a:pt x="101308" y="105990"/>
                  <a:pt x="100584" y="107789"/>
                  <a:pt x="100584" y="109940"/>
                </a:cubicBezTo>
                <a:cubicBezTo>
                  <a:pt x="100584" y="112083"/>
                  <a:pt x="101308" y="113868"/>
                  <a:pt x="102749" y="115295"/>
                </a:cubicBezTo>
                <a:cubicBezTo>
                  <a:pt x="104190" y="116721"/>
                  <a:pt x="105983" y="117431"/>
                  <a:pt x="108126" y="117431"/>
                </a:cubicBezTo>
                <a:close/>
                <a:moveTo>
                  <a:pt x="120825" y="131769"/>
                </a:move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20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287" y="70701"/>
                  <a:pt x="126860" y="69275"/>
                </a:cubicBezTo>
                <a:cubicBezTo>
                  <a:pt x="125434" y="67856"/>
                  <a:pt x="123634" y="67139"/>
                  <a:pt x="121454" y="67139"/>
                </a:cubicBezTo>
                <a:cubicBezTo>
                  <a:pt x="119274" y="67139"/>
                  <a:pt x="117475" y="67856"/>
                  <a:pt x="116048" y="69275"/>
                </a:cubicBezTo>
                <a:cubicBezTo>
                  <a:pt x="114622" y="70701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28" y="165923"/>
                  <a:pt x="157789" y="165836"/>
                </a:cubicBezTo>
                <a:cubicBezTo>
                  <a:pt x="160057" y="165755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956"/>
                  <a:pt x="22758" y="93964"/>
                  <a:pt x="28039" y="81725"/>
                </a:cubicBezTo>
                <a:cubicBezTo>
                  <a:pt x="33321" y="69487"/>
                  <a:pt x="40526" y="58800"/>
                  <a:pt x="49663" y="49663"/>
                </a:cubicBezTo>
                <a:cubicBezTo>
                  <a:pt x="58800" y="40526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446" y="20117"/>
                  <a:pt x="147438" y="22758"/>
                  <a:pt x="159676" y="28039"/>
                </a:cubicBezTo>
                <a:cubicBezTo>
                  <a:pt x="171915" y="33321"/>
                  <a:pt x="182602" y="40526"/>
                  <a:pt x="191739" y="49663"/>
                </a:cubicBezTo>
                <a:cubicBezTo>
                  <a:pt x="200875" y="58800"/>
                  <a:pt x="208081" y="69487"/>
                  <a:pt x="213362" y="81725"/>
                </a:cubicBezTo>
                <a:cubicBezTo>
                  <a:pt x="218644" y="93964"/>
                  <a:pt x="221285" y="106956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875" y="182602"/>
                  <a:pt x="191739" y="191739"/>
                </a:cubicBezTo>
                <a:cubicBezTo>
                  <a:pt x="182602" y="200875"/>
                  <a:pt x="171915" y="208081"/>
                  <a:pt x="159676" y="213362"/>
                </a:cubicBezTo>
                <a:cubicBezTo>
                  <a:pt x="147438" y="218644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2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088" y="24433"/>
                  <a:pt x="92662" y="23006"/>
                </a:cubicBezTo>
                <a:cubicBezTo>
                  <a:pt x="91235" y="21587"/>
                  <a:pt x="90526" y="19780"/>
                  <a:pt x="90526" y="17600"/>
                </a:cubicBezTo>
                <a:cubicBezTo>
                  <a:pt x="90526" y="15420"/>
                  <a:pt x="91235" y="13621"/>
                  <a:pt x="92662" y="12194"/>
                </a:cubicBezTo>
                <a:cubicBezTo>
                  <a:pt x="94088" y="10768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13" y="10768"/>
                  <a:pt x="148740" y="12194"/>
                </a:cubicBezTo>
                <a:cubicBezTo>
                  <a:pt x="150166" y="13621"/>
                  <a:pt x="150876" y="15420"/>
                  <a:pt x="150876" y="17600"/>
                </a:cubicBezTo>
                <a:cubicBezTo>
                  <a:pt x="150876" y="19780"/>
                  <a:pt x="150166" y="21587"/>
                  <a:pt x="148740" y="23006"/>
                </a:cubicBezTo>
                <a:cubicBezTo>
                  <a:pt x="147313" y="24433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107" y="135412"/>
                </a:moveTo>
                <a:cubicBezTo>
                  <a:pt x="127533" y="133985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33" y="83276"/>
                  <a:pt x="126107" y="81850"/>
                </a:cubicBezTo>
                <a:cubicBezTo>
                  <a:pt x="124680" y="80423"/>
                  <a:pt x="122881" y="79714"/>
                  <a:pt x="120701" y="79714"/>
                </a:cubicBezTo>
                <a:cubicBezTo>
                  <a:pt x="118521" y="79714"/>
                  <a:pt x="116721" y="80423"/>
                  <a:pt x="115295" y="81850"/>
                </a:cubicBezTo>
                <a:cubicBezTo>
                  <a:pt x="113868" y="83276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868" y="133985"/>
                  <a:pt x="115295" y="135412"/>
                </a:cubicBezTo>
                <a:cubicBezTo>
                  <a:pt x="116721" y="136838"/>
                  <a:pt x="118521" y="137548"/>
                  <a:pt x="120701" y="137548"/>
                </a:cubicBezTo>
                <a:cubicBezTo>
                  <a:pt x="122881" y="137548"/>
                  <a:pt x="124680" y="136838"/>
                  <a:pt x="126107" y="135412"/>
                </a:cubicBezTo>
                <a:close/>
                <a:moveTo>
                  <a:pt x="85624" y="213867"/>
                </a:moveTo>
                <a:cubicBezTo>
                  <a:pt x="74644" y="209090"/>
                  <a:pt x="65047" y="202594"/>
                  <a:pt x="56832" y="194379"/>
                </a:cubicBezTo>
                <a:cubicBezTo>
                  <a:pt x="48617" y="186165"/>
                  <a:pt x="42121" y="176567"/>
                  <a:pt x="37344" y="165587"/>
                </a:cubicBezTo>
                <a:cubicBezTo>
                  <a:pt x="32567" y="154607"/>
                  <a:pt x="30175" y="142910"/>
                  <a:pt x="30175" y="130510"/>
                </a:cubicBezTo>
                <a:cubicBezTo>
                  <a:pt x="30175" y="118104"/>
                  <a:pt x="32567" y="106407"/>
                  <a:pt x="37344" y="95427"/>
                </a:cubicBezTo>
                <a:cubicBezTo>
                  <a:pt x="42121" y="84447"/>
                  <a:pt x="48617" y="74849"/>
                  <a:pt x="56832" y="66634"/>
                </a:cubicBezTo>
                <a:cubicBezTo>
                  <a:pt x="65047" y="58419"/>
                  <a:pt x="74644" y="51923"/>
                  <a:pt x="85624" y="47146"/>
                </a:cubicBezTo>
                <a:cubicBezTo>
                  <a:pt x="96605" y="42370"/>
                  <a:pt x="108294" y="39985"/>
                  <a:pt x="120701" y="39985"/>
                </a:cubicBezTo>
                <a:cubicBezTo>
                  <a:pt x="131930" y="39985"/>
                  <a:pt x="142493" y="41865"/>
                  <a:pt x="152383" y="45640"/>
                </a:cubicBezTo>
                <a:cubicBezTo>
                  <a:pt x="162273" y="49414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39" y="86751"/>
                  <a:pt x="204811" y="96312"/>
                </a:cubicBezTo>
                <a:cubicBezTo>
                  <a:pt x="209090" y="105866"/>
                  <a:pt x="211226" y="117263"/>
                  <a:pt x="211226" y="130510"/>
                </a:cubicBezTo>
                <a:cubicBezTo>
                  <a:pt x="211226" y="142910"/>
                  <a:pt x="208834" y="154607"/>
                  <a:pt x="204058" y="165587"/>
                </a:cubicBezTo>
                <a:cubicBezTo>
                  <a:pt x="199281" y="176567"/>
                  <a:pt x="192785" y="186165"/>
                  <a:pt x="184570" y="194379"/>
                </a:cubicBezTo>
                <a:cubicBezTo>
                  <a:pt x="176355" y="202594"/>
                  <a:pt x="166757" y="209090"/>
                  <a:pt x="155777" y="213867"/>
                </a:cubicBezTo>
                <a:cubicBezTo>
                  <a:pt x="144797" y="218644"/>
                  <a:pt x="133107" y="221036"/>
                  <a:pt x="120701" y="221036"/>
                </a:cubicBezTo>
                <a:cubicBezTo>
                  <a:pt x="108294" y="221036"/>
                  <a:pt x="96605" y="218644"/>
                  <a:pt x="85624" y="213867"/>
                </a:cubicBezTo>
                <a:close/>
                <a:moveTo>
                  <a:pt x="174138" y="183941"/>
                </a:moveTo>
                <a:cubicBezTo>
                  <a:pt x="188805" y="169274"/>
                  <a:pt x="196142" y="151461"/>
                  <a:pt x="196142" y="130510"/>
                </a:cubicBezTo>
                <a:cubicBezTo>
                  <a:pt x="196142" y="109552"/>
                  <a:pt x="188805" y="91740"/>
                  <a:pt x="174138" y="77073"/>
                </a:cubicBezTo>
                <a:cubicBezTo>
                  <a:pt x="159464" y="62406"/>
                  <a:pt x="141659" y="55069"/>
                  <a:pt x="120701" y="55069"/>
                </a:cubicBezTo>
                <a:cubicBezTo>
                  <a:pt x="99743" y="55069"/>
                  <a:pt x="81938" y="62406"/>
                  <a:pt x="67263" y="77073"/>
                </a:cubicBezTo>
                <a:cubicBezTo>
                  <a:pt x="52596" y="91740"/>
                  <a:pt x="45266" y="109552"/>
                  <a:pt x="45266" y="130510"/>
                </a:cubicBezTo>
                <a:cubicBezTo>
                  <a:pt x="45266" y="151461"/>
                  <a:pt x="52596" y="169274"/>
                  <a:pt x="67263" y="183941"/>
                </a:cubicBezTo>
                <a:cubicBezTo>
                  <a:pt x="81938" y="198615"/>
                  <a:pt x="99743" y="205945"/>
                  <a:pt x="120701" y="205945"/>
                </a:cubicBezTo>
                <a:cubicBezTo>
                  <a:pt x="141659" y="205945"/>
                  <a:pt x="159464" y="198615"/>
                  <a:pt x="174138" y="183941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4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10"/>
                  <a:pt x="151381" y="143707"/>
                </a:cubicBezTo>
                <a:cubicBezTo>
                  <a:pt x="142998" y="135412"/>
                  <a:pt x="132771" y="131264"/>
                  <a:pt x="120701" y="131264"/>
                </a:cubicBezTo>
                <a:cubicBezTo>
                  <a:pt x="108631" y="131264"/>
                  <a:pt x="98404" y="135412"/>
                  <a:pt x="90021" y="143707"/>
                </a:cubicBezTo>
                <a:cubicBezTo>
                  <a:pt x="81638" y="152010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796" y="220575"/>
                  <a:pt x="42370" y="219149"/>
                </a:cubicBezTo>
                <a:cubicBezTo>
                  <a:pt x="40943" y="217722"/>
                  <a:pt x="40234" y="215923"/>
                  <a:pt x="40234" y="213743"/>
                </a:cubicBezTo>
                <a:cubicBezTo>
                  <a:pt x="40234" y="211563"/>
                  <a:pt x="40943" y="209756"/>
                  <a:pt x="42370" y="208337"/>
                </a:cubicBezTo>
                <a:cubicBezTo>
                  <a:pt x="43796" y="206910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796" y="34491"/>
                  <a:pt x="42370" y="33065"/>
                </a:cubicBezTo>
                <a:cubicBezTo>
                  <a:pt x="40943" y="31646"/>
                  <a:pt x="40234" y="29839"/>
                  <a:pt x="40234" y="27659"/>
                </a:cubicBezTo>
                <a:cubicBezTo>
                  <a:pt x="40234" y="25479"/>
                  <a:pt x="40943" y="23679"/>
                  <a:pt x="42370" y="22253"/>
                </a:cubicBezTo>
                <a:cubicBezTo>
                  <a:pt x="43796" y="20826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05" y="20826"/>
                  <a:pt x="199032" y="22253"/>
                </a:cubicBezTo>
                <a:cubicBezTo>
                  <a:pt x="200458" y="23679"/>
                  <a:pt x="201168" y="25479"/>
                  <a:pt x="201168" y="27659"/>
                </a:cubicBezTo>
                <a:cubicBezTo>
                  <a:pt x="201168" y="29839"/>
                  <a:pt x="200458" y="31646"/>
                  <a:pt x="199032" y="33065"/>
                </a:cubicBezTo>
                <a:cubicBezTo>
                  <a:pt x="197605" y="34491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05" y="206910"/>
                  <a:pt x="199032" y="208337"/>
                </a:cubicBezTo>
                <a:cubicBezTo>
                  <a:pt x="200458" y="209756"/>
                  <a:pt x="201168" y="211563"/>
                  <a:pt x="201168" y="213743"/>
                </a:cubicBezTo>
                <a:cubicBezTo>
                  <a:pt x="201168" y="215923"/>
                  <a:pt x="200458" y="217722"/>
                  <a:pt x="199032" y="219149"/>
                </a:cubicBezTo>
                <a:cubicBezTo>
                  <a:pt x="197605" y="220575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6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463" y="139852"/>
                  <a:pt x="113532" y="137928"/>
                </a:cubicBezTo>
                <a:cubicBezTo>
                  <a:pt x="111608" y="135997"/>
                  <a:pt x="110642" y="133612"/>
                  <a:pt x="110642" y="130759"/>
                </a:cubicBezTo>
                <a:cubicBezTo>
                  <a:pt x="110642" y="127906"/>
                  <a:pt x="111608" y="125522"/>
                  <a:pt x="113532" y="123590"/>
                </a:cubicBezTo>
                <a:cubicBezTo>
                  <a:pt x="115463" y="121666"/>
                  <a:pt x="117848" y="120701"/>
                  <a:pt x="120701" y="120701"/>
                </a:cubicBezTo>
                <a:cubicBezTo>
                  <a:pt x="123554" y="120701"/>
                  <a:pt x="125938" y="121666"/>
                  <a:pt x="127870" y="123590"/>
                </a:cubicBezTo>
                <a:cubicBezTo>
                  <a:pt x="129794" y="125522"/>
                  <a:pt x="130759" y="127906"/>
                  <a:pt x="130759" y="130759"/>
                </a:cubicBezTo>
                <a:cubicBezTo>
                  <a:pt x="130759" y="133612"/>
                  <a:pt x="129794" y="135997"/>
                  <a:pt x="127870" y="137928"/>
                </a:cubicBezTo>
                <a:cubicBezTo>
                  <a:pt x="125938" y="139852"/>
                  <a:pt x="123554" y="140818"/>
                  <a:pt x="120701" y="140818"/>
                </a:cubicBezTo>
                <a:close/>
                <a:moveTo>
                  <a:pt x="73298" y="137928"/>
                </a:moveTo>
                <a:cubicBezTo>
                  <a:pt x="71374" y="135997"/>
                  <a:pt x="70409" y="133612"/>
                  <a:pt x="70409" y="130759"/>
                </a:cubicBezTo>
                <a:cubicBezTo>
                  <a:pt x="70409" y="127906"/>
                  <a:pt x="71374" y="125522"/>
                  <a:pt x="73298" y="123590"/>
                </a:cubicBezTo>
                <a:cubicBezTo>
                  <a:pt x="75230" y="121666"/>
                  <a:pt x="77614" y="120701"/>
                  <a:pt x="80467" y="120701"/>
                </a:cubicBezTo>
                <a:cubicBezTo>
                  <a:pt x="83320" y="120701"/>
                  <a:pt x="85705" y="121666"/>
                  <a:pt x="87636" y="123590"/>
                </a:cubicBezTo>
                <a:cubicBezTo>
                  <a:pt x="89560" y="125522"/>
                  <a:pt x="90526" y="127906"/>
                  <a:pt x="90526" y="130759"/>
                </a:cubicBezTo>
                <a:cubicBezTo>
                  <a:pt x="90526" y="133612"/>
                  <a:pt x="89560" y="135997"/>
                  <a:pt x="87636" y="137928"/>
                </a:cubicBezTo>
                <a:cubicBezTo>
                  <a:pt x="85705" y="139852"/>
                  <a:pt x="83320" y="140818"/>
                  <a:pt x="80467" y="140818"/>
                </a:cubicBezTo>
                <a:cubicBezTo>
                  <a:pt x="77614" y="140818"/>
                  <a:pt x="75230" y="139852"/>
                  <a:pt x="73298" y="137928"/>
                </a:cubicBezTo>
                <a:close/>
                <a:moveTo>
                  <a:pt x="160934" y="140818"/>
                </a:moveTo>
                <a:cubicBezTo>
                  <a:pt x="158081" y="140818"/>
                  <a:pt x="155697" y="139852"/>
                  <a:pt x="153766" y="137928"/>
                </a:cubicBezTo>
                <a:cubicBezTo>
                  <a:pt x="151842" y="135997"/>
                  <a:pt x="150876" y="133612"/>
                  <a:pt x="150876" y="130759"/>
                </a:cubicBezTo>
                <a:cubicBezTo>
                  <a:pt x="150876" y="127906"/>
                  <a:pt x="151842" y="125522"/>
                  <a:pt x="153766" y="123590"/>
                </a:cubicBezTo>
                <a:cubicBezTo>
                  <a:pt x="155697" y="121666"/>
                  <a:pt x="158081" y="120701"/>
                  <a:pt x="160934" y="120701"/>
                </a:cubicBezTo>
                <a:cubicBezTo>
                  <a:pt x="163787" y="120701"/>
                  <a:pt x="166172" y="121666"/>
                  <a:pt x="168103" y="123590"/>
                </a:cubicBezTo>
                <a:cubicBezTo>
                  <a:pt x="170027" y="125522"/>
                  <a:pt x="170993" y="127906"/>
                  <a:pt x="170993" y="130759"/>
                </a:cubicBezTo>
                <a:cubicBezTo>
                  <a:pt x="170993" y="133612"/>
                  <a:pt x="170027" y="135997"/>
                  <a:pt x="168103" y="137928"/>
                </a:cubicBezTo>
                <a:cubicBezTo>
                  <a:pt x="166172" y="139852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463" y="180086"/>
                  <a:pt x="113532" y="178162"/>
                </a:cubicBezTo>
                <a:cubicBezTo>
                  <a:pt x="111608" y="176230"/>
                  <a:pt x="110642" y="173846"/>
                  <a:pt x="110642" y="170993"/>
                </a:cubicBezTo>
                <a:cubicBezTo>
                  <a:pt x="110642" y="168140"/>
                  <a:pt x="111608" y="165755"/>
                  <a:pt x="113532" y="163824"/>
                </a:cubicBezTo>
                <a:cubicBezTo>
                  <a:pt x="115463" y="161900"/>
                  <a:pt x="117848" y="160934"/>
                  <a:pt x="120701" y="160934"/>
                </a:cubicBezTo>
                <a:cubicBezTo>
                  <a:pt x="123554" y="160934"/>
                  <a:pt x="125938" y="161900"/>
                  <a:pt x="127870" y="163824"/>
                </a:cubicBezTo>
                <a:cubicBezTo>
                  <a:pt x="129794" y="165755"/>
                  <a:pt x="130759" y="168140"/>
                  <a:pt x="130759" y="170993"/>
                </a:cubicBezTo>
                <a:cubicBezTo>
                  <a:pt x="130759" y="173846"/>
                  <a:pt x="129794" y="176230"/>
                  <a:pt x="127870" y="178162"/>
                </a:cubicBezTo>
                <a:cubicBezTo>
                  <a:pt x="125938" y="180086"/>
                  <a:pt x="123554" y="181051"/>
                  <a:pt x="120701" y="181051"/>
                </a:cubicBezTo>
                <a:close/>
                <a:moveTo>
                  <a:pt x="73298" y="178162"/>
                </a:moveTo>
                <a:cubicBezTo>
                  <a:pt x="71374" y="176230"/>
                  <a:pt x="70409" y="173846"/>
                  <a:pt x="70409" y="170993"/>
                </a:cubicBezTo>
                <a:cubicBezTo>
                  <a:pt x="70409" y="168140"/>
                  <a:pt x="71374" y="165755"/>
                  <a:pt x="73298" y="163824"/>
                </a:cubicBezTo>
                <a:cubicBezTo>
                  <a:pt x="75230" y="161900"/>
                  <a:pt x="77614" y="160934"/>
                  <a:pt x="80467" y="160934"/>
                </a:cubicBezTo>
                <a:cubicBezTo>
                  <a:pt x="83320" y="160934"/>
                  <a:pt x="85705" y="161900"/>
                  <a:pt x="87636" y="163824"/>
                </a:cubicBezTo>
                <a:cubicBezTo>
                  <a:pt x="89560" y="165755"/>
                  <a:pt x="90526" y="168140"/>
                  <a:pt x="90526" y="170993"/>
                </a:cubicBezTo>
                <a:cubicBezTo>
                  <a:pt x="90526" y="173846"/>
                  <a:pt x="89560" y="176230"/>
                  <a:pt x="87636" y="178162"/>
                </a:cubicBezTo>
                <a:cubicBezTo>
                  <a:pt x="85705" y="180086"/>
                  <a:pt x="83320" y="181051"/>
                  <a:pt x="80467" y="181051"/>
                </a:cubicBezTo>
                <a:cubicBezTo>
                  <a:pt x="77614" y="181051"/>
                  <a:pt x="75230" y="180086"/>
                  <a:pt x="73298" y="178162"/>
                </a:cubicBezTo>
                <a:close/>
                <a:moveTo>
                  <a:pt x="160934" y="181051"/>
                </a:moveTo>
                <a:cubicBezTo>
                  <a:pt x="158081" y="181051"/>
                  <a:pt x="155697" y="180086"/>
                  <a:pt x="153766" y="178162"/>
                </a:cubicBezTo>
                <a:cubicBezTo>
                  <a:pt x="151842" y="176230"/>
                  <a:pt x="150876" y="173846"/>
                  <a:pt x="150876" y="170993"/>
                </a:cubicBezTo>
                <a:cubicBezTo>
                  <a:pt x="150876" y="168140"/>
                  <a:pt x="151842" y="165755"/>
                  <a:pt x="153766" y="163824"/>
                </a:cubicBezTo>
                <a:cubicBezTo>
                  <a:pt x="155697" y="161900"/>
                  <a:pt x="158081" y="160934"/>
                  <a:pt x="160934" y="160934"/>
                </a:cubicBezTo>
                <a:cubicBezTo>
                  <a:pt x="163787" y="160934"/>
                  <a:pt x="166172" y="161900"/>
                  <a:pt x="168103" y="163824"/>
                </a:cubicBezTo>
                <a:cubicBezTo>
                  <a:pt x="170027" y="165755"/>
                  <a:pt x="170993" y="168140"/>
                  <a:pt x="170993" y="170993"/>
                </a:cubicBezTo>
                <a:cubicBezTo>
                  <a:pt x="170993" y="173846"/>
                  <a:pt x="170027" y="176230"/>
                  <a:pt x="168103" y="178162"/>
                </a:cubicBezTo>
                <a:cubicBezTo>
                  <a:pt x="166172" y="180086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8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30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486"/>
                  <a:pt x="155148" y="119567"/>
                </a:cubicBezTo>
                <a:cubicBezTo>
                  <a:pt x="157160" y="119655"/>
                  <a:pt x="158923" y="120452"/>
                  <a:pt x="160430" y="121959"/>
                </a:cubicBezTo>
                <a:cubicBezTo>
                  <a:pt x="161944" y="123466"/>
                  <a:pt x="162697" y="125244"/>
                  <a:pt x="162697" y="127292"/>
                </a:cubicBezTo>
                <a:cubicBezTo>
                  <a:pt x="162697" y="129333"/>
                  <a:pt x="161944" y="131081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458"/>
                  <a:pt x="77197" y="151717"/>
                  <a:pt x="77197" y="149669"/>
                </a:cubicBezTo>
                <a:cubicBezTo>
                  <a:pt x="77197" y="147621"/>
                  <a:pt x="77951" y="145850"/>
                  <a:pt x="79465" y="144336"/>
                </a:cubicBezTo>
                <a:cubicBezTo>
                  <a:pt x="80972" y="142829"/>
                  <a:pt x="82728" y="142120"/>
                  <a:pt x="84739" y="142200"/>
                </a:cubicBezTo>
                <a:cubicBezTo>
                  <a:pt x="86751" y="142288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2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784" y="178535"/>
                  <a:pt x="157584" y="177811"/>
                  <a:pt x="159025" y="176348"/>
                </a:cubicBezTo>
                <a:cubicBezTo>
                  <a:pt x="160466" y="174892"/>
                  <a:pt x="161183" y="173085"/>
                  <a:pt x="161183" y="170942"/>
                </a:cubicBezTo>
                <a:cubicBezTo>
                  <a:pt x="161183" y="168798"/>
                  <a:pt x="160466" y="167013"/>
                  <a:pt x="159025" y="165587"/>
                </a:cubicBezTo>
                <a:cubicBezTo>
                  <a:pt x="157584" y="164160"/>
                  <a:pt x="155784" y="163451"/>
                  <a:pt x="153641" y="163451"/>
                </a:cubicBezTo>
                <a:lnTo>
                  <a:pt x="87760" y="163451"/>
                </a:lnTo>
                <a:cubicBezTo>
                  <a:pt x="85617" y="163451"/>
                  <a:pt x="83818" y="164175"/>
                  <a:pt x="82376" y="165638"/>
                </a:cubicBezTo>
                <a:cubicBezTo>
                  <a:pt x="80935" y="167094"/>
                  <a:pt x="80218" y="168901"/>
                  <a:pt x="80218" y="171044"/>
                </a:cubicBezTo>
                <a:cubicBezTo>
                  <a:pt x="80218" y="173187"/>
                  <a:pt x="80935" y="174972"/>
                  <a:pt x="82376" y="176399"/>
                </a:cubicBezTo>
                <a:cubicBezTo>
                  <a:pt x="83818" y="177825"/>
                  <a:pt x="85617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784" y="135792"/>
                  <a:pt x="157584" y="135061"/>
                  <a:pt x="159025" y="133597"/>
                </a:cubicBezTo>
                <a:cubicBezTo>
                  <a:pt x="160466" y="132142"/>
                  <a:pt x="161183" y="130342"/>
                  <a:pt x="161183" y="128192"/>
                </a:cubicBezTo>
                <a:cubicBezTo>
                  <a:pt x="161183" y="126048"/>
                  <a:pt x="160466" y="124263"/>
                  <a:pt x="159025" y="122837"/>
                </a:cubicBezTo>
                <a:cubicBezTo>
                  <a:pt x="157584" y="121410"/>
                  <a:pt x="155784" y="120701"/>
                  <a:pt x="153641" y="120701"/>
                </a:cubicBezTo>
                <a:lnTo>
                  <a:pt x="87760" y="120701"/>
                </a:lnTo>
                <a:cubicBezTo>
                  <a:pt x="85617" y="120701"/>
                  <a:pt x="83818" y="121432"/>
                  <a:pt x="82376" y="122888"/>
                </a:cubicBezTo>
                <a:cubicBezTo>
                  <a:pt x="80935" y="124344"/>
                  <a:pt x="80218" y="126151"/>
                  <a:pt x="80218" y="128294"/>
                </a:cubicBezTo>
                <a:cubicBezTo>
                  <a:pt x="80218" y="130437"/>
                  <a:pt x="80935" y="132230"/>
                  <a:pt x="82376" y="133649"/>
                </a:cubicBezTo>
                <a:cubicBezTo>
                  <a:pt x="83818" y="135075"/>
                  <a:pt x="85617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93" y="20117"/>
                  <a:pt x="143875" y="20534"/>
                  <a:pt x="145770" y="21375"/>
                </a:cubicBezTo>
                <a:cubicBezTo>
                  <a:pt x="147665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620"/>
                  <a:pt x="199910" y="75515"/>
                </a:cubicBezTo>
                <a:cubicBezTo>
                  <a:pt x="200751" y="77409"/>
                  <a:pt x="201168" y="79392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56" y="81974"/>
                  <a:pt x="142156" y="81257"/>
                  <a:pt x="140715" y="79816"/>
                </a:cubicBezTo>
                <a:cubicBezTo>
                  <a:pt x="139274" y="78353"/>
                  <a:pt x="138557" y="76561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4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07" y="171242"/>
                  <a:pt x="135200" y="170517"/>
                  <a:pt x="136641" y="169054"/>
                </a:cubicBezTo>
                <a:cubicBezTo>
                  <a:pt x="138082" y="167599"/>
                  <a:pt x="138806" y="165799"/>
                  <a:pt x="138806" y="163648"/>
                </a:cubicBezTo>
                <a:cubicBezTo>
                  <a:pt x="138806" y="161505"/>
                  <a:pt x="138082" y="159720"/>
                  <a:pt x="136641" y="158294"/>
                </a:cubicBezTo>
                <a:cubicBezTo>
                  <a:pt x="135200" y="156867"/>
                  <a:pt x="133407" y="156158"/>
                  <a:pt x="131264" y="156158"/>
                </a:cubicBezTo>
                <a:lnTo>
                  <a:pt x="77197" y="156158"/>
                </a:lnTo>
                <a:cubicBezTo>
                  <a:pt x="75054" y="156158"/>
                  <a:pt x="73262" y="156889"/>
                  <a:pt x="71821" y="158345"/>
                </a:cubicBezTo>
                <a:cubicBezTo>
                  <a:pt x="70372" y="159801"/>
                  <a:pt x="69655" y="161607"/>
                  <a:pt x="69655" y="163751"/>
                </a:cubicBezTo>
                <a:cubicBezTo>
                  <a:pt x="69655" y="165894"/>
                  <a:pt x="70372" y="167679"/>
                  <a:pt x="71821" y="169105"/>
                </a:cubicBezTo>
                <a:cubicBezTo>
                  <a:pt x="73262" y="170532"/>
                  <a:pt x="75054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48" y="128243"/>
                  <a:pt x="168140" y="127519"/>
                  <a:pt x="169581" y="126056"/>
                </a:cubicBezTo>
                <a:cubicBezTo>
                  <a:pt x="171029" y="124600"/>
                  <a:pt x="171746" y="122793"/>
                  <a:pt x="171746" y="120650"/>
                </a:cubicBezTo>
                <a:cubicBezTo>
                  <a:pt x="171746" y="118506"/>
                  <a:pt x="171029" y="116721"/>
                  <a:pt x="169581" y="115295"/>
                </a:cubicBezTo>
                <a:cubicBezTo>
                  <a:pt x="168140" y="113868"/>
                  <a:pt x="166348" y="113159"/>
                  <a:pt x="164204" y="113159"/>
                </a:cubicBezTo>
                <a:lnTo>
                  <a:pt x="77197" y="113159"/>
                </a:lnTo>
                <a:cubicBezTo>
                  <a:pt x="75054" y="113159"/>
                  <a:pt x="73262" y="113883"/>
                  <a:pt x="71821" y="115346"/>
                </a:cubicBezTo>
                <a:cubicBezTo>
                  <a:pt x="70372" y="116802"/>
                  <a:pt x="69655" y="118609"/>
                  <a:pt x="69655" y="120752"/>
                </a:cubicBezTo>
                <a:cubicBezTo>
                  <a:pt x="69655" y="122895"/>
                  <a:pt x="70372" y="124680"/>
                  <a:pt x="71821" y="126107"/>
                </a:cubicBezTo>
                <a:cubicBezTo>
                  <a:pt x="73262" y="127533"/>
                  <a:pt x="75054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48" y="85244"/>
                  <a:pt x="168140" y="84513"/>
                  <a:pt x="169581" y="83057"/>
                </a:cubicBezTo>
                <a:cubicBezTo>
                  <a:pt x="171029" y="81601"/>
                  <a:pt x="171746" y="79794"/>
                  <a:pt x="171746" y="77651"/>
                </a:cubicBezTo>
                <a:cubicBezTo>
                  <a:pt x="171746" y="75507"/>
                  <a:pt x="171029" y="73723"/>
                  <a:pt x="169581" y="72296"/>
                </a:cubicBezTo>
                <a:cubicBezTo>
                  <a:pt x="168140" y="70870"/>
                  <a:pt x="166348" y="70160"/>
                  <a:pt x="164204" y="70160"/>
                </a:cubicBezTo>
                <a:lnTo>
                  <a:pt x="77197" y="70160"/>
                </a:lnTo>
                <a:cubicBezTo>
                  <a:pt x="75054" y="70160"/>
                  <a:pt x="73262" y="70884"/>
                  <a:pt x="71821" y="72347"/>
                </a:cubicBezTo>
                <a:cubicBezTo>
                  <a:pt x="70372" y="73803"/>
                  <a:pt x="69655" y="75603"/>
                  <a:pt x="69655" y="77753"/>
                </a:cubicBezTo>
                <a:cubicBezTo>
                  <a:pt x="69655" y="79897"/>
                  <a:pt x="70372" y="81682"/>
                  <a:pt x="71821" y="83108"/>
                </a:cubicBezTo>
                <a:cubicBezTo>
                  <a:pt x="73262" y="84534"/>
                  <a:pt x="75054" y="85244"/>
                  <a:pt x="77197" y="8524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6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56" y="170993"/>
                  <a:pt x="135456" y="170261"/>
                  <a:pt x="136897" y="168806"/>
                </a:cubicBezTo>
                <a:cubicBezTo>
                  <a:pt x="138338" y="167350"/>
                  <a:pt x="139055" y="165543"/>
                  <a:pt x="139055" y="163400"/>
                </a:cubicBezTo>
                <a:cubicBezTo>
                  <a:pt x="139055" y="161256"/>
                  <a:pt x="138338" y="159464"/>
                  <a:pt x="136897" y="158045"/>
                </a:cubicBezTo>
                <a:cubicBezTo>
                  <a:pt x="135456" y="156618"/>
                  <a:pt x="133656" y="155909"/>
                  <a:pt x="131513" y="155909"/>
                </a:cubicBezTo>
                <a:lnTo>
                  <a:pt x="77951" y="155909"/>
                </a:lnTo>
                <a:cubicBezTo>
                  <a:pt x="75807" y="155909"/>
                  <a:pt x="74015" y="156633"/>
                  <a:pt x="72574" y="158096"/>
                </a:cubicBezTo>
                <a:cubicBezTo>
                  <a:pt x="71133" y="159552"/>
                  <a:pt x="70409" y="161351"/>
                  <a:pt x="70409" y="163502"/>
                </a:cubicBezTo>
                <a:cubicBezTo>
                  <a:pt x="70409" y="165645"/>
                  <a:pt x="71133" y="167430"/>
                  <a:pt x="72574" y="168857"/>
                </a:cubicBezTo>
                <a:cubicBezTo>
                  <a:pt x="74015" y="170283"/>
                  <a:pt x="75807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594" y="128243"/>
                  <a:pt x="167386" y="127519"/>
                  <a:pt x="168828" y="126056"/>
                </a:cubicBezTo>
                <a:cubicBezTo>
                  <a:pt x="170269" y="124600"/>
                  <a:pt x="170993" y="122793"/>
                  <a:pt x="170993" y="120650"/>
                </a:cubicBezTo>
                <a:cubicBezTo>
                  <a:pt x="170993" y="118506"/>
                  <a:pt x="170269" y="116721"/>
                  <a:pt x="168828" y="115295"/>
                </a:cubicBezTo>
                <a:cubicBezTo>
                  <a:pt x="167386" y="113868"/>
                  <a:pt x="165594" y="113159"/>
                  <a:pt x="163451" y="113159"/>
                </a:cubicBezTo>
                <a:lnTo>
                  <a:pt x="77951" y="113159"/>
                </a:lnTo>
                <a:cubicBezTo>
                  <a:pt x="75807" y="113159"/>
                  <a:pt x="74015" y="113883"/>
                  <a:pt x="72574" y="115346"/>
                </a:cubicBezTo>
                <a:cubicBezTo>
                  <a:pt x="71133" y="116802"/>
                  <a:pt x="70409" y="118609"/>
                  <a:pt x="70409" y="120752"/>
                </a:cubicBezTo>
                <a:cubicBezTo>
                  <a:pt x="70409" y="122895"/>
                  <a:pt x="71133" y="124680"/>
                  <a:pt x="72574" y="126107"/>
                </a:cubicBezTo>
                <a:cubicBezTo>
                  <a:pt x="74015" y="127533"/>
                  <a:pt x="75807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594" y="85500"/>
                  <a:pt x="167386" y="84769"/>
                  <a:pt x="168828" y="83305"/>
                </a:cubicBezTo>
                <a:cubicBezTo>
                  <a:pt x="170269" y="81850"/>
                  <a:pt x="170993" y="80050"/>
                  <a:pt x="170993" y="77900"/>
                </a:cubicBezTo>
                <a:cubicBezTo>
                  <a:pt x="170993" y="75756"/>
                  <a:pt x="170269" y="73971"/>
                  <a:pt x="168828" y="72545"/>
                </a:cubicBezTo>
                <a:cubicBezTo>
                  <a:pt x="167386" y="71118"/>
                  <a:pt x="165594" y="70409"/>
                  <a:pt x="163451" y="70409"/>
                </a:cubicBezTo>
                <a:lnTo>
                  <a:pt x="77951" y="70409"/>
                </a:lnTo>
                <a:cubicBezTo>
                  <a:pt x="75807" y="70409"/>
                  <a:pt x="74015" y="71140"/>
                  <a:pt x="72574" y="72596"/>
                </a:cubicBezTo>
                <a:cubicBezTo>
                  <a:pt x="71133" y="74052"/>
                  <a:pt x="70409" y="75859"/>
                  <a:pt x="70409" y="78002"/>
                </a:cubicBezTo>
                <a:cubicBezTo>
                  <a:pt x="70409" y="80145"/>
                  <a:pt x="71133" y="81938"/>
                  <a:pt x="72574" y="83357"/>
                </a:cubicBezTo>
                <a:cubicBezTo>
                  <a:pt x="74015" y="84783"/>
                  <a:pt x="75807" y="85500"/>
                  <a:pt x="77951" y="85500"/>
                </a:cubicBez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8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41" y="115171"/>
                  <a:pt x="68521" y="117182"/>
                </a:cubicBezTo>
                <a:cubicBezTo>
                  <a:pt x="68609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0986"/>
                  <a:pt x="173004" y="88894"/>
                </a:cubicBezTo>
                <a:cubicBezTo>
                  <a:pt x="173004" y="86795"/>
                  <a:pt x="172251" y="84995"/>
                  <a:pt x="170744" y="83488"/>
                </a:cubicBezTo>
                <a:cubicBezTo>
                  <a:pt x="169230" y="81974"/>
                  <a:pt x="167430" y="81221"/>
                  <a:pt x="165338" y="81221"/>
                </a:cubicBezTo>
                <a:cubicBezTo>
                  <a:pt x="163239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40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263"/>
                  <a:pt x="100833" y="124344"/>
                </a:cubicBezTo>
                <a:cubicBezTo>
                  <a:pt x="102844" y="124432"/>
                  <a:pt x="104644" y="125229"/>
                  <a:pt x="106217" y="126736"/>
                </a:cubicBezTo>
                <a:cubicBezTo>
                  <a:pt x="107658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380"/>
                  <a:pt x="30680" y="144461"/>
                </a:cubicBezTo>
                <a:cubicBezTo>
                  <a:pt x="32692" y="144548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796"/>
                  <a:pt x="100833" y="43877"/>
                </a:cubicBezTo>
                <a:cubicBezTo>
                  <a:pt x="102844" y="43964"/>
                  <a:pt x="104644" y="44762"/>
                  <a:pt x="106217" y="46269"/>
                </a:cubicBezTo>
                <a:cubicBezTo>
                  <a:pt x="107658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13"/>
                  <a:pt x="30680" y="63993"/>
                </a:cubicBezTo>
                <a:cubicBezTo>
                  <a:pt x="32692" y="64081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58" y="168476"/>
                  <a:pt x="134366" y="167752"/>
                  <a:pt x="132924" y="166289"/>
                </a:cubicBezTo>
                <a:cubicBezTo>
                  <a:pt x="131483" y="164833"/>
                  <a:pt x="130759" y="163027"/>
                  <a:pt x="130759" y="160883"/>
                </a:cubicBezTo>
                <a:cubicBezTo>
                  <a:pt x="130759" y="158740"/>
                  <a:pt x="131483" y="156955"/>
                  <a:pt x="132924" y="155528"/>
                </a:cubicBezTo>
                <a:cubicBezTo>
                  <a:pt x="134366" y="154102"/>
                  <a:pt x="136158" y="153392"/>
                  <a:pt x="138301" y="153392"/>
                </a:cubicBezTo>
                <a:lnTo>
                  <a:pt x="213743" y="153392"/>
                </a:lnTo>
                <a:cubicBezTo>
                  <a:pt x="215886" y="153392"/>
                  <a:pt x="217678" y="154117"/>
                  <a:pt x="219120" y="155580"/>
                </a:cubicBezTo>
                <a:cubicBezTo>
                  <a:pt x="220561" y="157035"/>
                  <a:pt x="221285" y="158842"/>
                  <a:pt x="221285" y="160986"/>
                </a:cubicBezTo>
                <a:cubicBezTo>
                  <a:pt x="221285" y="163129"/>
                  <a:pt x="220561" y="164914"/>
                  <a:pt x="219120" y="166340"/>
                </a:cubicBezTo>
                <a:cubicBezTo>
                  <a:pt x="217678" y="167767"/>
                  <a:pt x="215886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58" y="88009"/>
                  <a:pt x="134366" y="87285"/>
                  <a:pt x="132924" y="85822"/>
                </a:cubicBezTo>
                <a:cubicBezTo>
                  <a:pt x="131483" y="84366"/>
                  <a:pt x="130759" y="82559"/>
                  <a:pt x="130759" y="80416"/>
                </a:cubicBezTo>
                <a:cubicBezTo>
                  <a:pt x="130759" y="78273"/>
                  <a:pt x="131483" y="76488"/>
                  <a:pt x="132924" y="75061"/>
                </a:cubicBezTo>
                <a:cubicBezTo>
                  <a:pt x="134366" y="73635"/>
                  <a:pt x="136158" y="72925"/>
                  <a:pt x="138301" y="72925"/>
                </a:cubicBezTo>
                <a:lnTo>
                  <a:pt x="213743" y="72925"/>
                </a:lnTo>
                <a:cubicBezTo>
                  <a:pt x="215886" y="72925"/>
                  <a:pt x="217678" y="73649"/>
                  <a:pt x="219120" y="75112"/>
                </a:cubicBezTo>
                <a:cubicBezTo>
                  <a:pt x="220561" y="76568"/>
                  <a:pt x="221285" y="78375"/>
                  <a:pt x="221285" y="80518"/>
                </a:cubicBezTo>
                <a:cubicBezTo>
                  <a:pt x="221285" y="82662"/>
                  <a:pt x="220561" y="84447"/>
                  <a:pt x="219120" y="85873"/>
                </a:cubicBezTo>
                <a:cubicBezTo>
                  <a:pt x="217678" y="87300"/>
                  <a:pt x="215886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2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763" y="170027"/>
                  <a:pt x="97694" y="168103"/>
                </a:cubicBezTo>
                <a:cubicBezTo>
                  <a:pt x="99618" y="166172"/>
                  <a:pt x="100584" y="163787"/>
                  <a:pt x="100584" y="160934"/>
                </a:cubicBezTo>
                <a:cubicBezTo>
                  <a:pt x="100584" y="158081"/>
                  <a:pt x="99618" y="155697"/>
                  <a:pt x="97694" y="153766"/>
                </a:cubicBezTo>
                <a:cubicBezTo>
                  <a:pt x="95763" y="151842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13" y="151842"/>
                  <a:pt x="53182" y="153766"/>
                </a:cubicBezTo>
                <a:cubicBezTo>
                  <a:pt x="51258" y="155697"/>
                  <a:pt x="50292" y="158081"/>
                  <a:pt x="50292" y="160934"/>
                </a:cubicBezTo>
                <a:cubicBezTo>
                  <a:pt x="50292" y="163787"/>
                  <a:pt x="51258" y="166172"/>
                  <a:pt x="53182" y="168103"/>
                </a:cubicBezTo>
                <a:cubicBezTo>
                  <a:pt x="55113" y="170027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694" y="91030"/>
                  <a:pt x="181929" y="91030"/>
                </a:cubicBezTo>
                <a:cubicBezTo>
                  <a:pt x="179164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763" y="129794"/>
                  <a:pt x="97694" y="127870"/>
                </a:cubicBezTo>
                <a:cubicBezTo>
                  <a:pt x="99618" y="125938"/>
                  <a:pt x="100584" y="123554"/>
                  <a:pt x="100584" y="120701"/>
                </a:cubicBezTo>
                <a:cubicBezTo>
                  <a:pt x="100584" y="117848"/>
                  <a:pt x="99618" y="115463"/>
                  <a:pt x="97694" y="113532"/>
                </a:cubicBezTo>
                <a:cubicBezTo>
                  <a:pt x="95763" y="111608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13" y="111608"/>
                  <a:pt x="53182" y="113532"/>
                </a:cubicBezTo>
                <a:cubicBezTo>
                  <a:pt x="51258" y="115463"/>
                  <a:pt x="50292" y="117848"/>
                  <a:pt x="50292" y="120701"/>
                </a:cubicBezTo>
                <a:cubicBezTo>
                  <a:pt x="50292" y="123554"/>
                  <a:pt x="51258" y="125938"/>
                  <a:pt x="53182" y="127870"/>
                </a:cubicBezTo>
                <a:cubicBezTo>
                  <a:pt x="55113" y="129794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763" y="89560"/>
                  <a:pt x="97694" y="87636"/>
                </a:cubicBezTo>
                <a:cubicBezTo>
                  <a:pt x="99618" y="85705"/>
                  <a:pt x="100584" y="83320"/>
                  <a:pt x="100584" y="80467"/>
                </a:cubicBezTo>
                <a:cubicBezTo>
                  <a:pt x="100584" y="77614"/>
                  <a:pt x="99618" y="75230"/>
                  <a:pt x="97694" y="73298"/>
                </a:cubicBezTo>
                <a:cubicBezTo>
                  <a:pt x="95763" y="71374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13" y="71374"/>
                  <a:pt x="53182" y="73298"/>
                </a:cubicBezTo>
                <a:cubicBezTo>
                  <a:pt x="51258" y="75230"/>
                  <a:pt x="50292" y="77614"/>
                  <a:pt x="50292" y="80467"/>
                </a:cubicBezTo>
                <a:cubicBezTo>
                  <a:pt x="50292" y="83320"/>
                  <a:pt x="51258" y="85705"/>
                  <a:pt x="53182" y="87636"/>
                </a:cubicBezTo>
                <a:cubicBezTo>
                  <a:pt x="55113" y="89560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4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17"/>
                  <a:pt x="24645" y="196516"/>
                </a:cubicBezTo>
                <a:cubicBezTo>
                  <a:pt x="21624" y="193414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7988"/>
                  <a:pt x="24645" y="44886"/>
                </a:cubicBezTo>
                <a:cubicBezTo>
                  <a:pt x="27659" y="41784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659" y="40234"/>
                  <a:pt x="103642" y="40651"/>
                  <a:pt x="105536" y="41492"/>
                </a:cubicBezTo>
                <a:cubicBezTo>
                  <a:pt x="107431" y="42326"/>
                  <a:pt x="109055" y="43430"/>
                  <a:pt x="110416" y="44784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31" y="56868"/>
                  <a:pt x="216632" y="59970"/>
                </a:cubicBezTo>
                <a:cubicBezTo>
                  <a:pt x="219734" y="63072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34" y="193414"/>
                  <a:pt x="216632" y="196516"/>
                </a:cubicBezTo>
                <a:cubicBezTo>
                  <a:pt x="213531" y="199617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6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632" y="138301"/>
                  <a:pt x="43840" y="137577"/>
                  <a:pt x="42399" y="136114"/>
                </a:cubicBezTo>
                <a:cubicBezTo>
                  <a:pt x="40958" y="134658"/>
                  <a:pt x="40234" y="132851"/>
                  <a:pt x="40234" y="130708"/>
                </a:cubicBezTo>
                <a:cubicBezTo>
                  <a:pt x="40234" y="128565"/>
                  <a:pt x="40958" y="126780"/>
                  <a:pt x="42399" y="125353"/>
                </a:cubicBezTo>
                <a:cubicBezTo>
                  <a:pt x="43840" y="123927"/>
                  <a:pt x="45632" y="123217"/>
                  <a:pt x="47776" y="123217"/>
                </a:cubicBezTo>
                <a:lnTo>
                  <a:pt x="108126" y="123217"/>
                </a:lnTo>
                <a:cubicBezTo>
                  <a:pt x="110277" y="123217"/>
                  <a:pt x="112069" y="123941"/>
                  <a:pt x="113510" y="125404"/>
                </a:cubicBezTo>
                <a:cubicBezTo>
                  <a:pt x="114951" y="126860"/>
                  <a:pt x="115675" y="128667"/>
                  <a:pt x="115675" y="130810"/>
                </a:cubicBezTo>
                <a:cubicBezTo>
                  <a:pt x="115675" y="132954"/>
                  <a:pt x="114951" y="134739"/>
                  <a:pt x="113510" y="136165"/>
                </a:cubicBezTo>
                <a:cubicBezTo>
                  <a:pt x="112069" y="137592"/>
                  <a:pt x="110277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632" y="96809"/>
                  <a:pt x="43840" y="96085"/>
                  <a:pt x="42399" y="94622"/>
                </a:cubicBezTo>
                <a:cubicBezTo>
                  <a:pt x="40958" y="93166"/>
                  <a:pt x="40234" y="91367"/>
                  <a:pt x="40234" y="89216"/>
                </a:cubicBezTo>
                <a:cubicBezTo>
                  <a:pt x="40234" y="87073"/>
                  <a:pt x="40958" y="85288"/>
                  <a:pt x="42399" y="83861"/>
                </a:cubicBezTo>
                <a:cubicBezTo>
                  <a:pt x="43840" y="82435"/>
                  <a:pt x="45632" y="81725"/>
                  <a:pt x="47776" y="81725"/>
                </a:cubicBezTo>
                <a:lnTo>
                  <a:pt x="150876" y="81725"/>
                </a:lnTo>
                <a:cubicBezTo>
                  <a:pt x="153019" y="81725"/>
                  <a:pt x="154819" y="82457"/>
                  <a:pt x="156260" y="83913"/>
                </a:cubicBezTo>
                <a:cubicBezTo>
                  <a:pt x="157701" y="85368"/>
                  <a:pt x="158418" y="87175"/>
                  <a:pt x="158418" y="89319"/>
                </a:cubicBezTo>
                <a:cubicBezTo>
                  <a:pt x="158418" y="91462"/>
                  <a:pt x="157701" y="93247"/>
                  <a:pt x="156260" y="94673"/>
                </a:cubicBezTo>
                <a:cubicBezTo>
                  <a:pt x="154819" y="96100"/>
                  <a:pt x="153019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632" y="55325"/>
                  <a:pt x="43840" y="54593"/>
                  <a:pt x="42399" y="53130"/>
                </a:cubicBezTo>
                <a:cubicBezTo>
                  <a:pt x="40958" y="51675"/>
                  <a:pt x="40234" y="49875"/>
                  <a:pt x="40234" y="47724"/>
                </a:cubicBezTo>
                <a:cubicBezTo>
                  <a:pt x="40234" y="45581"/>
                  <a:pt x="40958" y="43796"/>
                  <a:pt x="42399" y="42370"/>
                </a:cubicBezTo>
                <a:cubicBezTo>
                  <a:pt x="43840" y="40943"/>
                  <a:pt x="45632" y="40234"/>
                  <a:pt x="47776" y="40234"/>
                </a:cubicBezTo>
                <a:lnTo>
                  <a:pt x="150876" y="40234"/>
                </a:lnTo>
                <a:cubicBezTo>
                  <a:pt x="153019" y="40234"/>
                  <a:pt x="154819" y="40965"/>
                  <a:pt x="156260" y="42421"/>
                </a:cubicBezTo>
                <a:cubicBezTo>
                  <a:pt x="157701" y="43877"/>
                  <a:pt x="158418" y="45683"/>
                  <a:pt x="158418" y="47827"/>
                </a:cubicBezTo>
                <a:cubicBezTo>
                  <a:pt x="158418" y="49970"/>
                  <a:pt x="157701" y="51762"/>
                  <a:pt x="156260" y="53182"/>
                </a:cubicBezTo>
                <a:cubicBezTo>
                  <a:pt x="154819" y="54608"/>
                  <a:pt x="153019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317"/>
                  <a:pt x="130927" y="171410"/>
                  <a:pt x="131264" y="170539"/>
                </a:cubicBezTo>
                <a:cubicBezTo>
                  <a:pt x="131600" y="169669"/>
                  <a:pt x="132186" y="168813"/>
                  <a:pt x="133020" y="167979"/>
                </a:cubicBezTo>
                <a:lnTo>
                  <a:pt x="186230" y="114966"/>
                </a:lnTo>
                <a:cubicBezTo>
                  <a:pt x="187759" y="113444"/>
                  <a:pt x="189456" y="112332"/>
                  <a:pt x="191336" y="111652"/>
                </a:cubicBezTo>
                <a:cubicBezTo>
                  <a:pt x="193194" y="110979"/>
                  <a:pt x="195052" y="110642"/>
                  <a:pt x="196896" y="110642"/>
                </a:cubicBezTo>
                <a:cubicBezTo>
                  <a:pt x="198908" y="110642"/>
                  <a:pt x="200832" y="111023"/>
                  <a:pt x="202675" y="111776"/>
                </a:cubicBezTo>
                <a:cubicBezTo>
                  <a:pt x="204518" y="112530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04" y="138762"/>
                  <a:pt x="220151" y="140693"/>
                </a:cubicBezTo>
                <a:cubicBezTo>
                  <a:pt x="219397" y="142617"/>
                  <a:pt x="218256" y="144344"/>
                  <a:pt x="216735" y="145872"/>
                </a:cubicBezTo>
                <a:lnTo>
                  <a:pt x="163956" y="198908"/>
                </a:lnTo>
                <a:cubicBezTo>
                  <a:pt x="163114" y="199742"/>
                  <a:pt x="162258" y="200327"/>
                  <a:pt x="161388" y="200663"/>
                </a:cubicBezTo>
                <a:cubicBezTo>
                  <a:pt x="160517" y="201000"/>
                  <a:pt x="159610" y="201168"/>
                  <a:pt x="158674" y="201168"/>
                </a:cubicBezTo>
                <a:lnTo>
                  <a:pt x="138301" y="201168"/>
                </a:lnTo>
                <a:cubicBezTo>
                  <a:pt x="136158" y="201168"/>
                  <a:pt x="134366" y="200444"/>
                  <a:pt x="132924" y="199003"/>
                </a:cubicBezTo>
                <a:cubicBezTo>
                  <a:pt x="131483" y="197547"/>
                  <a:pt x="130759" y="195755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8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345" y="165967"/>
                  <a:pt x="80087" y="167013"/>
                  <a:pt x="88587" y="169105"/>
                </a:cubicBezTo>
                <a:cubicBezTo>
                  <a:pt x="97087" y="171205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936" y="62238"/>
                  <a:pt x="89121" y="59473"/>
                </a:cubicBezTo>
                <a:cubicBezTo>
                  <a:pt x="80299" y="56707"/>
                  <a:pt x="71382" y="55325"/>
                  <a:pt x="62362" y="55325"/>
                </a:cubicBezTo>
                <a:cubicBezTo>
                  <a:pt x="55991" y="55325"/>
                  <a:pt x="49751" y="56115"/>
                  <a:pt x="43628" y="57710"/>
                </a:cubicBezTo>
                <a:cubicBezTo>
                  <a:pt x="37512" y="59304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54" y="168689"/>
                  <a:pt x="42874" y="167599"/>
                </a:cubicBezTo>
                <a:cubicBezTo>
                  <a:pt x="49495" y="166509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05"/>
                  <a:pt x="153392" y="169105"/>
                </a:cubicBezTo>
                <a:cubicBezTo>
                  <a:pt x="161439" y="167013"/>
                  <a:pt x="169991" y="165967"/>
                  <a:pt x="179040" y="165967"/>
                </a:cubicBezTo>
                <a:cubicBezTo>
                  <a:pt x="185411" y="165967"/>
                  <a:pt x="191987" y="166465"/>
                  <a:pt x="198776" y="167474"/>
                </a:cubicBezTo>
                <a:cubicBezTo>
                  <a:pt x="205572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40" y="58675"/>
                  <a:pt x="198198" y="57337"/>
                </a:cubicBezTo>
                <a:cubicBezTo>
                  <a:pt x="191863" y="55991"/>
                  <a:pt x="185477" y="55325"/>
                  <a:pt x="179040" y="55325"/>
                </a:cubicBezTo>
                <a:cubicBezTo>
                  <a:pt x="169991" y="55325"/>
                  <a:pt x="161227" y="56707"/>
                  <a:pt x="152763" y="59473"/>
                </a:cubicBezTo>
                <a:cubicBezTo>
                  <a:pt x="144300" y="62238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555" y="198022"/>
                </a:moveTo>
                <a:cubicBezTo>
                  <a:pt x="116465" y="197774"/>
                  <a:pt x="115507" y="197313"/>
                  <a:pt x="114666" y="196640"/>
                </a:cubicBezTo>
                <a:cubicBezTo>
                  <a:pt x="106787" y="191783"/>
                  <a:pt x="98419" y="188008"/>
                  <a:pt x="89567" y="185323"/>
                </a:cubicBezTo>
                <a:cubicBezTo>
                  <a:pt x="80716" y="182646"/>
                  <a:pt x="71652" y="181300"/>
                  <a:pt x="62362" y="181300"/>
                </a:cubicBezTo>
                <a:cubicBezTo>
                  <a:pt x="56247" y="181300"/>
                  <a:pt x="50226" y="182061"/>
                  <a:pt x="44308" y="183568"/>
                </a:cubicBezTo>
                <a:cubicBezTo>
                  <a:pt x="38390" y="185075"/>
                  <a:pt x="32509" y="186918"/>
                  <a:pt x="26657" y="189098"/>
                </a:cubicBezTo>
                <a:cubicBezTo>
                  <a:pt x="22780" y="190941"/>
                  <a:pt x="19049" y="190693"/>
                  <a:pt x="15464" y="188344"/>
                </a:cubicBezTo>
                <a:cubicBezTo>
                  <a:pt x="11858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37"/>
                  <a:pt x="11821" y="54944"/>
                </a:cubicBezTo>
                <a:cubicBezTo>
                  <a:pt x="12992" y="52845"/>
                  <a:pt x="14755" y="51214"/>
                  <a:pt x="17103" y="50043"/>
                </a:cubicBezTo>
                <a:cubicBezTo>
                  <a:pt x="24140" y="46686"/>
                  <a:pt x="31463" y="44213"/>
                  <a:pt x="39078" y="42626"/>
                </a:cubicBezTo>
                <a:cubicBezTo>
                  <a:pt x="46686" y="41031"/>
                  <a:pt x="54447" y="40234"/>
                  <a:pt x="62362" y="40234"/>
                </a:cubicBezTo>
                <a:cubicBezTo>
                  <a:pt x="72925" y="40234"/>
                  <a:pt x="83188" y="41660"/>
                  <a:pt x="93166" y="44506"/>
                </a:cubicBezTo>
                <a:cubicBezTo>
                  <a:pt x="103137" y="47359"/>
                  <a:pt x="112486" y="51718"/>
                  <a:pt x="121206" y="57585"/>
                </a:cubicBezTo>
                <a:cubicBezTo>
                  <a:pt x="129757" y="51718"/>
                  <a:pt x="138930" y="47359"/>
                  <a:pt x="148740" y="44506"/>
                </a:cubicBezTo>
                <a:cubicBezTo>
                  <a:pt x="158542" y="41660"/>
                  <a:pt x="168645" y="40234"/>
                  <a:pt x="179040" y="40234"/>
                </a:cubicBezTo>
                <a:cubicBezTo>
                  <a:pt x="186903" y="40234"/>
                  <a:pt x="194606" y="41031"/>
                  <a:pt x="202148" y="42626"/>
                </a:cubicBezTo>
                <a:cubicBezTo>
                  <a:pt x="209712" y="44213"/>
                  <a:pt x="217013" y="46686"/>
                  <a:pt x="224050" y="50043"/>
                </a:cubicBezTo>
                <a:cubicBezTo>
                  <a:pt x="226398" y="51214"/>
                  <a:pt x="228198" y="52845"/>
                  <a:pt x="229456" y="54944"/>
                </a:cubicBezTo>
                <a:cubicBezTo>
                  <a:pt x="230714" y="57037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60"/>
                  <a:pt x="229456" y="186523"/>
                  <a:pt x="225689" y="188974"/>
                </a:cubicBezTo>
                <a:cubicBezTo>
                  <a:pt x="221914" y="191402"/>
                  <a:pt x="218183" y="191446"/>
                  <a:pt x="214496" y="189098"/>
                </a:cubicBezTo>
                <a:cubicBezTo>
                  <a:pt x="208798" y="186750"/>
                  <a:pt x="202997" y="184862"/>
                  <a:pt x="197093" y="183443"/>
                </a:cubicBezTo>
                <a:cubicBezTo>
                  <a:pt x="191175" y="182017"/>
                  <a:pt x="185155" y="181300"/>
                  <a:pt x="179040" y="181300"/>
                </a:cubicBezTo>
                <a:cubicBezTo>
                  <a:pt x="169939" y="181300"/>
                  <a:pt x="161044" y="182646"/>
                  <a:pt x="152361" y="185323"/>
                </a:cubicBezTo>
                <a:cubicBezTo>
                  <a:pt x="143656" y="188008"/>
                  <a:pt x="135456" y="191783"/>
                  <a:pt x="127745" y="196640"/>
                </a:cubicBezTo>
                <a:cubicBezTo>
                  <a:pt x="126904" y="197313"/>
                  <a:pt x="125938" y="197774"/>
                  <a:pt x="124849" y="198022"/>
                </a:cubicBezTo>
                <a:cubicBezTo>
                  <a:pt x="123759" y="198278"/>
                  <a:pt x="122544" y="198403"/>
                  <a:pt x="121206" y="198403"/>
                </a:cubicBezTo>
                <a:cubicBezTo>
                  <a:pt x="119860" y="198403"/>
                  <a:pt x="118645" y="198278"/>
                  <a:pt x="117555" y="198022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92"/>
                  <a:pt x="141154" y="86641"/>
                  <a:pt x="141827" y="85676"/>
                </a:cubicBezTo>
                <a:cubicBezTo>
                  <a:pt x="142493" y="84703"/>
                  <a:pt x="143246" y="84052"/>
                  <a:pt x="144087" y="83737"/>
                </a:cubicBezTo>
                <a:cubicBezTo>
                  <a:pt x="149113" y="81894"/>
                  <a:pt x="154256" y="80467"/>
                  <a:pt x="159501" y="79465"/>
                </a:cubicBezTo>
                <a:cubicBezTo>
                  <a:pt x="164746" y="78456"/>
                  <a:pt x="170269" y="77951"/>
                  <a:pt x="176070" y="77951"/>
                </a:cubicBezTo>
                <a:cubicBezTo>
                  <a:pt x="179691" y="77951"/>
                  <a:pt x="183275" y="78163"/>
                  <a:pt x="186808" y="78580"/>
                </a:cubicBezTo>
                <a:cubicBezTo>
                  <a:pt x="190349" y="78997"/>
                  <a:pt x="193794" y="79626"/>
                  <a:pt x="197145" y="80467"/>
                </a:cubicBezTo>
                <a:cubicBezTo>
                  <a:pt x="198154" y="80804"/>
                  <a:pt x="199076" y="81425"/>
                  <a:pt x="199910" y="82325"/>
                </a:cubicBezTo>
                <a:cubicBezTo>
                  <a:pt x="200751" y="83232"/>
                  <a:pt x="201168" y="84249"/>
                  <a:pt x="201168" y="85368"/>
                </a:cubicBezTo>
                <a:cubicBezTo>
                  <a:pt x="201168" y="87300"/>
                  <a:pt x="200539" y="88763"/>
                  <a:pt x="199281" y="89772"/>
                </a:cubicBezTo>
                <a:cubicBezTo>
                  <a:pt x="198022" y="90774"/>
                  <a:pt x="196472" y="91030"/>
                  <a:pt x="194628" y="90526"/>
                </a:cubicBezTo>
                <a:cubicBezTo>
                  <a:pt x="191812" y="89684"/>
                  <a:pt x="188849" y="89055"/>
                  <a:pt x="185726" y="88638"/>
                </a:cubicBezTo>
                <a:cubicBezTo>
                  <a:pt x="182609" y="88221"/>
                  <a:pt x="179376" y="88009"/>
                  <a:pt x="176026" y="88009"/>
                </a:cubicBezTo>
                <a:cubicBezTo>
                  <a:pt x="171161" y="88009"/>
                  <a:pt x="166465" y="88470"/>
                  <a:pt x="161944" y="89392"/>
                </a:cubicBezTo>
                <a:cubicBezTo>
                  <a:pt x="157416" y="90313"/>
                  <a:pt x="152968" y="91696"/>
                  <a:pt x="148616" y="93547"/>
                </a:cubicBezTo>
                <a:cubicBezTo>
                  <a:pt x="146267" y="94381"/>
                  <a:pt x="144380" y="94337"/>
                  <a:pt x="142954" y="93415"/>
                </a:cubicBezTo>
                <a:cubicBezTo>
                  <a:pt x="141527" y="92493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66"/>
                  <a:pt x="141154" y="141864"/>
                  <a:pt x="141827" y="140840"/>
                </a:cubicBezTo>
                <a:cubicBezTo>
                  <a:pt x="142493" y="139823"/>
                  <a:pt x="143246" y="139142"/>
                  <a:pt x="144087" y="138806"/>
                </a:cubicBezTo>
                <a:cubicBezTo>
                  <a:pt x="149113" y="136962"/>
                  <a:pt x="154256" y="135580"/>
                  <a:pt x="159501" y="134658"/>
                </a:cubicBezTo>
                <a:cubicBezTo>
                  <a:pt x="164746" y="133736"/>
                  <a:pt x="170269" y="133276"/>
                  <a:pt x="176070" y="133276"/>
                </a:cubicBezTo>
                <a:cubicBezTo>
                  <a:pt x="179691" y="133276"/>
                  <a:pt x="183275" y="133480"/>
                  <a:pt x="186808" y="133905"/>
                </a:cubicBezTo>
                <a:cubicBezTo>
                  <a:pt x="190349" y="134322"/>
                  <a:pt x="193794" y="134951"/>
                  <a:pt x="197145" y="135792"/>
                </a:cubicBezTo>
                <a:cubicBezTo>
                  <a:pt x="198154" y="136121"/>
                  <a:pt x="199076" y="136743"/>
                  <a:pt x="199910" y="137650"/>
                </a:cubicBezTo>
                <a:cubicBezTo>
                  <a:pt x="200751" y="138557"/>
                  <a:pt x="201168" y="139567"/>
                  <a:pt x="201168" y="140693"/>
                </a:cubicBezTo>
                <a:cubicBezTo>
                  <a:pt x="201168" y="142617"/>
                  <a:pt x="200539" y="144087"/>
                  <a:pt x="199281" y="145090"/>
                </a:cubicBezTo>
                <a:cubicBezTo>
                  <a:pt x="198022" y="146099"/>
                  <a:pt x="196472" y="146348"/>
                  <a:pt x="194628" y="145850"/>
                </a:cubicBezTo>
                <a:cubicBezTo>
                  <a:pt x="191812" y="145009"/>
                  <a:pt x="188849" y="144380"/>
                  <a:pt x="185726" y="143963"/>
                </a:cubicBezTo>
                <a:cubicBezTo>
                  <a:pt x="182609" y="143539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380" y="149450"/>
                  <a:pt x="142954" y="148616"/>
                </a:cubicBezTo>
                <a:cubicBezTo>
                  <a:pt x="141527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251"/>
                  <a:pt x="141154" y="114307"/>
                  <a:pt x="141827" y="113334"/>
                </a:cubicBezTo>
                <a:cubicBezTo>
                  <a:pt x="142493" y="112361"/>
                  <a:pt x="143246" y="111718"/>
                  <a:pt x="144087" y="111396"/>
                </a:cubicBezTo>
                <a:cubicBezTo>
                  <a:pt x="149113" y="109552"/>
                  <a:pt x="154256" y="108126"/>
                  <a:pt x="159501" y="107124"/>
                </a:cubicBezTo>
                <a:cubicBezTo>
                  <a:pt x="164746" y="106114"/>
                  <a:pt x="170269" y="105617"/>
                  <a:pt x="176070" y="105617"/>
                </a:cubicBezTo>
                <a:cubicBezTo>
                  <a:pt x="179691" y="105617"/>
                  <a:pt x="183275" y="105822"/>
                  <a:pt x="186808" y="106239"/>
                </a:cubicBezTo>
                <a:cubicBezTo>
                  <a:pt x="190349" y="106663"/>
                  <a:pt x="193794" y="107292"/>
                  <a:pt x="197145" y="108126"/>
                </a:cubicBezTo>
                <a:cubicBezTo>
                  <a:pt x="198154" y="108462"/>
                  <a:pt x="199076" y="109084"/>
                  <a:pt x="199910" y="109991"/>
                </a:cubicBezTo>
                <a:cubicBezTo>
                  <a:pt x="200751" y="110891"/>
                  <a:pt x="201168" y="111908"/>
                  <a:pt x="201168" y="113034"/>
                </a:cubicBezTo>
                <a:cubicBezTo>
                  <a:pt x="201168" y="114958"/>
                  <a:pt x="200539" y="116429"/>
                  <a:pt x="199281" y="117431"/>
                </a:cubicBezTo>
                <a:cubicBezTo>
                  <a:pt x="198022" y="118440"/>
                  <a:pt x="196472" y="118689"/>
                  <a:pt x="194628" y="118184"/>
                </a:cubicBezTo>
                <a:cubicBezTo>
                  <a:pt x="191812" y="117350"/>
                  <a:pt x="188849" y="116721"/>
                  <a:pt x="185726" y="116297"/>
                </a:cubicBezTo>
                <a:cubicBezTo>
                  <a:pt x="182609" y="115880"/>
                  <a:pt x="179376" y="115675"/>
                  <a:pt x="176026" y="115675"/>
                </a:cubicBezTo>
                <a:cubicBezTo>
                  <a:pt x="171161" y="115675"/>
                  <a:pt x="166465" y="116136"/>
                  <a:pt x="161944" y="117058"/>
                </a:cubicBezTo>
                <a:cubicBezTo>
                  <a:pt x="157416" y="117980"/>
                  <a:pt x="152968" y="119362"/>
                  <a:pt x="148616" y="121206"/>
                </a:cubicBezTo>
                <a:cubicBezTo>
                  <a:pt x="146267" y="122039"/>
                  <a:pt x="144380" y="122003"/>
                  <a:pt x="142954" y="121081"/>
                </a:cubicBezTo>
                <a:cubicBezTo>
                  <a:pt x="141527" y="120159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50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27"/>
                  <a:pt x="44506" y="188974"/>
                </a:cubicBezTo>
                <a:cubicBezTo>
                  <a:pt x="42165" y="188220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670" y="153978"/>
                  <a:pt x="23262" y="151629"/>
                </a:cubicBezTo>
                <a:cubicBezTo>
                  <a:pt x="23848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29" y="127782"/>
                  <a:pt x="46649" y="125858"/>
                </a:cubicBezTo>
                <a:cubicBezTo>
                  <a:pt x="46561" y="123927"/>
                  <a:pt x="46517" y="122208"/>
                  <a:pt x="46517" y="120701"/>
                </a:cubicBezTo>
                <a:cubicBezTo>
                  <a:pt x="46517" y="119194"/>
                  <a:pt x="46561" y="117475"/>
                  <a:pt x="46649" y="115544"/>
                </a:cubicBezTo>
                <a:cubicBezTo>
                  <a:pt x="46729" y="113620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48" y="92120"/>
                  <a:pt x="23262" y="89772"/>
                </a:cubicBezTo>
                <a:cubicBezTo>
                  <a:pt x="22670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182"/>
                  <a:pt x="44506" y="52428"/>
                </a:cubicBezTo>
                <a:cubicBezTo>
                  <a:pt x="46854" y="51675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41" y="54528"/>
                  <a:pt x="159047" y="56451"/>
                </a:cubicBezTo>
                <a:cubicBezTo>
                  <a:pt x="162653" y="58383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04" y="51675"/>
                  <a:pt x="196764" y="52428"/>
                </a:cubicBezTo>
                <a:cubicBezTo>
                  <a:pt x="199032" y="53182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32" y="87468"/>
                  <a:pt x="218139" y="89896"/>
                </a:cubicBezTo>
                <a:cubicBezTo>
                  <a:pt x="217554" y="92325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672" y="113364"/>
                  <a:pt x="194753" y="115295"/>
                </a:cubicBezTo>
                <a:cubicBezTo>
                  <a:pt x="194840" y="117219"/>
                  <a:pt x="194884" y="119026"/>
                  <a:pt x="194884" y="120701"/>
                </a:cubicBezTo>
                <a:cubicBezTo>
                  <a:pt x="194884" y="122376"/>
                  <a:pt x="194840" y="124139"/>
                  <a:pt x="194753" y="125982"/>
                </a:cubicBezTo>
                <a:cubicBezTo>
                  <a:pt x="194672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54" y="149076"/>
                  <a:pt x="218139" y="151505"/>
                </a:cubicBezTo>
                <a:cubicBezTo>
                  <a:pt x="218732" y="153934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20"/>
                  <a:pt x="196896" y="188974"/>
                </a:cubicBezTo>
                <a:cubicBezTo>
                  <a:pt x="194548" y="189727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485" y="182851"/>
                  <a:pt x="159047" y="184950"/>
                </a:cubicBezTo>
                <a:cubicBezTo>
                  <a:pt x="155609" y="187042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55" y="174599"/>
                  <a:pt x="151000" y="171746"/>
                </a:cubicBezTo>
                <a:cubicBezTo>
                  <a:pt x="155945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47" y="131893"/>
                  <a:pt x="179164" y="129128"/>
                </a:cubicBezTo>
                <a:cubicBezTo>
                  <a:pt x="179581" y="126355"/>
                  <a:pt x="179793" y="123554"/>
                  <a:pt x="179793" y="120701"/>
                </a:cubicBezTo>
                <a:cubicBezTo>
                  <a:pt x="179793" y="117848"/>
                  <a:pt x="179625" y="115046"/>
                  <a:pt x="179288" y="112274"/>
                </a:cubicBezTo>
                <a:cubicBezTo>
                  <a:pt x="178959" y="109509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1960"/>
                  <a:pt x="151381" y="69026"/>
                </a:cubicBezTo>
                <a:cubicBezTo>
                  <a:pt x="146516" y="66093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090" y="66554"/>
                  <a:pt x="90145" y="69407"/>
                </a:cubicBezTo>
                <a:cubicBezTo>
                  <a:pt x="85200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55" y="109509"/>
                  <a:pt x="62238" y="112274"/>
                </a:cubicBezTo>
                <a:cubicBezTo>
                  <a:pt x="61821" y="115046"/>
                  <a:pt x="61609" y="117848"/>
                  <a:pt x="61609" y="120701"/>
                </a:cubicBezTo>
                <a:cubicBezTo>
                  <a:pt x="61609" y="123554"/>
                  <a:pt x="61821" y="126355"/>
                  <a:pt x="62238" y="129128"/>
                </a:cubicBezTo>
                <a:cubicBezTo>
                  <a:pt x="62655" y="131893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456" y="168901"/>
                  <a:pt x="90401" y="171746"/>
                </a:cubicBezTo>
                <a:cubicBezTo>
                  <a:pt x="95346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2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509" y="209061"/>
                </a:moveTo>
                <a:cubicBezTo>
                  <a:pt x="108089" y="207605"/>
                  <a:pt x="107373" y="205813"/>
                  <a:pt x="107373" y="203684"/>
                </a:cubicBezTo>
                <a:lnTo>
                  <a:pt x="107373" y="162193"/>
                </a:lnTo>
                <a:cubicBezTo>
                  <a:pt x="107373" y="160049"/>
                  <a:pt x="108104" y="158250"/>
                  <a:pt x="109560" y="156809"/>
                </a:cubicBezTo>
                <a:cubicBezTo>
                  <a:pt x="111023" y="155368"/>
                  <a:pt x="112822" y="154651"/>
                  <a:pt x="114966" y="154651"/>
                </a:cubicBezTo>
                <a:cubicBezTo>
                  <a:pt x="117116" y="154651"/>
                  <a:pt x="118901" y="155368"/>
                  <a:pt x="120320" y="156809"/>
                </a:cubicBezTo>
                <a:cubicBezTo>
                  <a:pt x="121747" y="158250"/>
                  <a:pt x="122464" y="160049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28" y="175521"/>
                  <a:pt x="207620" y="176245"/>
                  <a:pt x="209061" y="177708"/>
                </a:cubicBezTo>
                <a:cubicBezTo>
                  <a:pt x="210502" y="179164"/>
                  <a:pt x="211226" y="180971"/>
                  <a:pt x="211226" y="183114"/>
                </a:cubicBezTo>
                <a:cubicBezTo>
                  <a:pt x="211226" y="185257"/>
                  <a:pt x="210502" y="187042"/>
                  <a:pt x="209061" y="188469"/>
                </a:cubicBezTo>
                <a:cubicBezTo>
                  <a:pt x="207620" y="189895"/>
                  <a:pt x="205828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28"/>
                  <a:pt x="121732" y="207620"/>
                  <a:pt x="120277" y="209061"/>
                </a:cubicBezTo>
                <a:cubicBezTo>
                  <a:pt x="118813" y="210502"/>
                  <a:pt x="117014" y="211226"/>
                  <a:pt x="114871" y="211226"/>
                </a:cubicBezTo>
                <a:cubicBezTo>
                  <a:pt x="112720" y="211226"/>
                  <a:pt x="110935" y="210502"/>
                  <a:pt x="109509" y="209061"/>
                </a:cubicBezTo>
                <a:close/>
                <a:moveTo>
                  <a:pt x="37717" y="190605"/>
                </a:moveTo>
                <a:cubicBezTo>
                  <a:pt x="35574" y="190605"/>
                  <a:pt x="33782" y="189881"/>
                  <a:pt x="32340" y="188418"/>
                </a:cubicBezTo>
                <a:cubicBezTo>
                  <a:pt x="30899" y="186962"/>
                  <a:pt x="30175" y="185155"/>
                  <a:pt x="30175" y="183012"/>
                </a:cubicBezTo>
                <a:cubicBezTo>
                  <a:pt x="30175" y="180868"/>
                  <a:pt x="30899" y="179083"/>
                  <a:pt x="32340" y="177657"/>
                </a:cubicBezTo>
                <a:cubicBezTo>
                  <a:pt x="33782" y="176230"/>
                  <a:pt x="35574" y="175521"/>
                  <a:pt x="37717" y="175521"/>
                </a:cubicBezTo>
                <a:lnTo>
                  <a:pt x="84739" y="175521"/>
                </a:lnTo>
                <a:cubicBezTo>
                  <a:pt x="86890" y="175521"/>
                  <a:pt x="88682" y="176245"/>
                  <a:pt x="90123" y="177708"/>
                </a:cubicBezTo>
                <a:cubicBezTo>
                  <a:pt x="91564" y="179164"/>
                  <a:pt x="92289" y="180971"/>
                  <a:pt x="92289" y="183114"/>
                </a:cubicBezTo>
                <a:cubicBezTo>
                  <a:pt x="92289" y="185257"/>
                  <a:pt x="91564" y="187042"/>
                  <a:pt x="90123" y="188469"/>
                </a:cubicBezTo>
                <a:cubicBezTo>
                  <a:pt x="88682" y="189895"/>
                  <a:pt x="86890" y="190605"/>
                  <a:pt x="84739" y="190605"/>
                </a:cubicBezTo>
                <a:lnTo>
                  <a:pt x="37717" y="190605"/>
                </a:lnTo>
                <a:close/>
                <a:moveTo>
                  <a:pt x="79333" y="146699"/>
                </a:moveTo>
                <a:cubicBezTo>
                  <a:pt x="77914" y="145243"/>
                  <a:pt x="77197" y="143451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74" y="128243"/>
                  <a:pt x="33782" y="127519"/>
                  <a:pt x="32340" y="126056"/>
                </a:cubicBezTo>
                <a:cubicBezTo>
                  <a:pt x="30899" y="124600"/>
                  <a:pt x="30175" y="122793"/>
                  <a:pt x="30175" y="120650"/>
                </a:cubicBezTo>
                <a:cubicBezTo>
                  <a:pt x="30175" y="118506"/>
                  <a:pt x="30899" y="116721"/>
                  <a:pt x="32340" y="115295"/>
                </a:cubicBezTo>
                <a:cubicBezTo>
                  <a:pt x="33782" y="113868"/>
                  <a:pt x="35574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31"/>
                  <a:pt x="77929" y="95639"/>
                  <a:pt x="79385" y="94198"/>
                </a:cubicBezTo>
                <a:cubicBezTo>
                  <a:pt x="80848" y="92757"/>
                  <a:pt x="82647" y="92033"/>
                  <a:pt x="84790" y="92033"/>
                </a:cubicBezTo>
                <a:cubicBezTo>
                  <a:pt x="86941" y="92033"/>
                  <a:pt x="88726" y="92757"/>
                  <a:pt x="90145" y="94198"/>
                </a:cubicBezTo>
                <a:cubicBezTo>
                  <a:pt x="91572" y="95639"/>
                  <a:pt x="92289" y="97431"/>
                  <a:pt x="92289" y="99582"/>
                </a:cubicBezTo>
                <a:lnTo>
                  <a:pt x="92289" y="141322"/>
                </a:lnTo>
                <a:cubicBezTo>
                  <a:pt x="92289" y="143466"/>
                  <a:pt x="91557" y="145258"/>
                  <a:pt x="90101" y="146699"/>
                </a:cubicBezTo>
                <a:cubicBezTo>
                  <a:pt x="88638" y="148140"/>
                  <a:pt x="86839" y="148864"/>
                  <a:pt x="84695" y="148864"/>
                </a:cubicBezTo>
                <a:cubicBezTo>
                  <a:pt x="82545" y="148864"/>
                  <a:pt x="80760" y="148140"/>
                  <a:pt x="79333" y="146699"/>
                </a:cubicBezTo>
                <a:close/>
                <a:moveTo>
                  <a:pt x="114914" y="128243"/>
                </a:moveTo>
                <a:cubicBezTo>
                  <a:pt x="112771" y="128243"/>
                  <a:pt x="110979" y="127519"/>
                  <a:pt x="109538" y="126056"/>
                </a:cubicBezTo>
                <a:cubicBezTo>
                  <a:pt x="108097" y="124600"/>
                  <a:pt x="107373" y="122793"/>
                  <a:pt x="107373" y="120650"/>
                </a:cubicBezTo>
                <a:cubicBezTo>
                  <a:pt x="107373" y="118506"/>
                  <a:pt x="108097" y="116721"/>
                  <a:pt x="109538" y="115295"/>
                </a:cubicBezTo>
                <a:cubicBezTo>
                  <a:pt x="110979" y="113868"/>
                  <a:pt x="112771" y="113159"/>
                  <a:pt x="114914" y="113159"/>
                </a:cubicBezTo>
                <a:lnTo>
                  <a:pt x="203684" y="113159"/>
                </a:lnTo>
                <a:cubicBezTo>
                  <a:pt x="205828" y="113159"/>
                  <a:pt x="207620" y="113883"/>
                  <a:pt x="209061" y="115346"/>
                </a:cubicBezTo>
                <a:cubicBezTo>
                  <a:pt x="210502" y="116802"/>
                  <a:pt x="211226" y="118609"/>
                  <a:pt x="211226" y="120752"/>
                </a:cubicBezTo>
                <a:cubicBezTo>
                  <a:pt x="211226" y="122895"/>
                  <a:pt x="210502" y="124680"/>
                  <a:pt x="209061" y="126107"/>
                </a:cubicBezTo>
                <a:cubicBezTo>
                  <a:pt x="207620" y="127533"/>
                  <a:pt x="205828" y="128243"/>
                  <a:pt x="203684" y="128243"/>
                </a:cubicBezTo>
                <a:lnTo>
                  <a:pt x="114914" y="128243"/>
                </a:lnTo>
                <a:close/>
                <a:moveTo>
                  <a:pt x="151256" y="84593"/>
                </a:moveTo>
                <a:cubicBezTo>
                  <a:pt x="149830" y="83130"/>
                  <a:pt x="149113" y="81338"/>
                  <a:pt x="149113" y="79209"/>
                </a:cubicBezTo>
                <a:lnTo>
                  <a:pt x="149113" y="37717"/>
                </a:lnTo>
                <a:cubicBezTo>
                  <a:pt x="149113" y="35574"/>
                  <a:pt x="149845" y="33782"/>
                  <a:pt x="151300" y="32340"/>
                </a:cubicBezTo>
                <a:cubicBezTo>
                  <a:pt x="152763" y="30899"/>
                  <a:pt x="154563" y="30175"/>
                  <a:pt x="156714" y="30175"/>
                </a:cubicBezTo>
                <a:cubicBezTo>
                  <a:pt x="158857" y="30175"/>
                  <a:pt x="160642" y="30899"/>
                  <a:pt x="162068" y="32340"/>
                </a:cubicBezTo>
                <a:cubicBezTo>
                  <a:pt x="163487" y="33782"/>
                  <a:pt x="164204" y="35574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28" y="50797"/>
                  <a:pt x="207620" y="51521"/>
                  <a:pt x="209061" y="52984"/>
                </a:cubicBezTo>
                <a:cubicBezTo>
                  <a:pt x="210502" y="54440"/>
                  <a:pt x="211226" y="56247"/>
                  <a:pt x="211226" y="58390"/>
                </a:cubicBezTo>
                <a:cubicBezTo>
                  <a:pt x="211226" y="60533"/>
                  <a:pt x="210502" y="62318"/>
                  <a:pt x="209061" y="63745"/>
                </a:cubicBezTo>
                <a:cubicBezTo>
                  <a:pt x="207620" y="65171"/>
                  <a:pt x="205828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52"/>
                  <a:pt x="163473" y="83152"/>
                  <a:pt x="162017" y="84593"/>
                </a:cubicBezTo>
                <a:cubicBezTo>
                  <a:pt x="160554" y="86034"/>
                  <a:pt x="158754" y="86751"/>
                  <a:pt x="156611" y="86751"/>
                </a:cubicBezTo>
                <a:cubicBezTo>
                  <a:pt x="154460" y="86751"/>
                  <a:pt x="152676" y="86034"/>
                  <a:pt x="151256" y="84593"/>
                </a:cubicBezTo>
                <a:close/>
                <a:moveTo>
                  <a:pt x="37717" y="65881"/>
                </a:moveTo>
                <a:cubicBezTo>
                  <a:pt x="35574" y="65881"/>
                  <a:pt x="33782" y="65156"/>
                  <a:pt x="32340" y="63693"/>
                </a:cubicBezTo>
                <a:cubicBezTo>
                  <a:pt x="30899" y="62238"/>
                  <a:pt x="30175" y="60431"/>
                  <a:pt x="30175" y="58288"/>
                </a:cubicBezTo>
                <a:cubicBezTo>
                  <a:pt x="30175" y="56144"/>
                  <a:pt x="30899" y="54359"/>
                  <a:pt x="32340" y="52933"/>
                </a:cubicBezTo>
                <a:cubicBezTo>
                  <a:pt x="33782" y="51506"/>
                  <a:pt x="35574" y="50797"/>
                  <a:pt x="37717" y="50797"/>
                </a:cubicBezTo>
                <a:lnTo>
                  <a:pt x="126487" y="50797"/>
                </a:lnTo>
                <a:cubicBezTo>
                  <a:pt x="128630" y="50797"/>
                  <a:pt x="130423" y="51521"/>
                  <a:pt x="131864" y="52984"/>
                </a:cubicBezTo>
                <a:cubicBezTo>
                  <a:pt x="133305" y="54440"/>
                  <a:pt x="134029" y="56247"/>
                  <a:pt x="134029" y="58390"/>
                </a:cubicBezTo>
                <a:cubicBezTo>
                  <a:pt x="134029" y="60533"/>
                  <a:pt x="133305" y="62318"/>
                  <a:pt x="131864" y="63745"/>
                </a:cubicBezTo>
                <a:cubicBezTo>
                  <a:pt x="130423" y="65171"/>
                  <a:pt x="128630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4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05" y="200202"/>
                  <a:pt x="103474" y="198278"/>
                </a:cubicBezTo>
                <a:cubicBezTo>
                  <a:pt x="101550" y="196347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52" y="196347"/>
                  <a:pt x="137928" y="198278"/>
                </a:cubicBezTo>
                <a:cubicBezTo>
                  <a:pt x="135997" y="200202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6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12" y="158674"/>
                  <a:pt x="61565" y="152383"/>
                  <a:pt x="49012" y="139815"/>
                </a:cubicBezTo>
                <a:cubicBezTo>
                  <a:pt x="36452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24" y="29926"/>
                  <a:pt x="94673" y="29926"/>
                </a:cubicBezTo>
                <a:cubicBezTo>
                  <a:pt x="112530" y="29926"/>
                  <a:pt x="127701" y="36210"/>
                  <a:pt x="140188" y="48785"/>
                </a:cubicBezTo>
                <a:cubicBezTo>
                  <a:pt x="152676" y="61360"/>
                  <a:pt x="158923" y="76539"/>
                  <a:pt x="158923" y="94322"/>
                </a:cubicBezTo>
                <a:cubicBezTo>
                  <a:pt x="158923" y="101513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21"/>
                  <a:pt x="207957" y="197649"/>
                  <a:pt x="207957" y="199859"/>
                </a:cubicBezTo>
                <a:cubicBezTo>
                  <a:pt x="207957" y="202075"/>
                  <a:pt x="207203" y="203933"/>
                  <a:pt x="205696" y="205440"/>
                </a:cubicBezTo>
                <a:cubicBezTo>
                  <a:pt x="204189" y="206954"/>
                  <a:pt x="202324" y="207708"/>
                  <a:pt x="200115" y="207708"/>
                </a:cubicBezTo>
                <a:cubicBezTo>
                  <a:pt x="197898" y="207708"/>
                  <a:pt x="196069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595"/>
                  <a:pt x="116429" y="155024"/>
                </a:cubicBezTo>
                <a:cubicBezTo>
                  <a:pt x="109735" y="157452"/>
                  <a:pt x="102610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433" y="143583"/>
                  <a:pt x="120006" y="138762"/>
                  <a:pt x="129530" y="129128"/>
                </a:cubicBezTo>
                <a:cubicBezTo>
                  <a:pt x="139069" y="119486"/>
                  <a:pt x="143839" y="107877"/>
                  <a:pt x="143839" y="94300"/>
                </a:cubicBezTo>
                <a:cubicBezTo>
                  <a:pt x="143839" y="80716"/>
                  <a:pt x="139069" y="69107"/>
                  <a:pt x="129530" y="59473"/>
                </a:cubicBezTo>
                <a:cubicBezTo>
                  <a:pt x="120006" y="49831"/>
                  <a:pt x="108433" y="45010"/>
                  <a:pt x="94798" y="45010"/>
                </a:cubicBezTo>
                <a:cubicBezTo>
                  <a:pt x="81038" y="45010"/>
                  <a:pt x="69341" y="49831"/>
                  <a:pt x="59721" y="59473"/>
                </a:cubicBezTo>
                <a:cubicBezTo>
                  <a:pt x="50080" y="69107"/>
                  <a:pt x="45266" y="80716"/>
                  <a:pt x="45266" y="94300"/>
                </a:cubicBezTo>
                <a:cubicBezTo>
                  <a:pt x="45266" y="107877"/>
                  <a:pt x="50080" y="119486"/>
                  <a:pt x="59721" y="129128"/>
                </a:cubicBezTo>
                <a:cubicBezTo>
                  <a:pt x="69341" y="138762"/>
                  <a:pt x="81038" y="143583"/>
                  <a:pt x="94798" y="14358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8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215374"/>
                </a:moveTo>
                <a:cubicBezTo>
                  <a:pt x="102303" y="211439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099" y="211439"/>
                  <a:pt x="135163" y="215374"/>
                </a:cubicBezTo>
                <a:cubicBezTo>
                  <a:pt x="131220" y="219317"/>
                  <a:pt x="126399" y="221285"/>
                  <a:pt x="120701" y="221285"/>
                </a:cubicBezTo>
                <a:cubicBezTo>
                  <a:pt x="115002" y="221285"/>
                  <a:pt x="110182" y="219317"/>
                  <a:pt x="106239" y="215374"/>
                </a:cubicBezTo>
                <a:close/>
                <a:moveTo>
                  <a:pt x="87512" y="185323"/>
                </a:moveTo>
                <a:cubicBezTo>
                  <a:pt x="85332" y="185323"/>
                  <a:pt x="83525" y="184614"/>
                  <a:pt x="82098" y="183187"/>
                </a:cubicBezTo>
                <a:cubicBezTo>
                  <a:pt x="80679" y="181761"/>
                  <a:pt x="79962" y="179961"/>
                  <a:pt x="79962" y="177781"/>
                </a:cubicBezTo>
                <a:cubicBezTo>
                  <a:pt x="79962" y="175601"/>
                  <a:pt x="80679" y="173802"/>
                  <a:pt x="82098" y="172375"/>
                </a:cubicBezTo>
                <a:cubicBezTo>
                  <a:pt x="83525" y="170949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877" y="170949"/>
                  <a:pt x="159303" y="172375"/>
                </a:cubicBezTo>
                <a:cubicBezTo>
                  <a:pt x="160722" y="173802"/>
                  <a:pt x="161439" y="175601"/>
                  <a:pt x="161439" y="177781"/>
                </a:cubicBezTo>
                <a:cubicBezTo>
                  <a:pt x="161439" y="179961"/>
                  <a:pt x="160722" y="181761"/>
                  <a:pt x="159303" y="183187"/>
                </a:cubicBezTo>
                <a:cubicBezTo>
                  <a:pt x="157877" y="184614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396" y="138682"/>
                  <a:pt x="54944" y="127870"/>
                </a:cubicBezTo>
                <a:cubicBezTo>
                  <a:pt x="48492" y="117058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58"/>
                  <a:pt x="186581" y="127870"/>
                </a:cubicBezTo>
                <a:cubicBezTo>
                  <a:pt x="180210" y="138682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41" y="60475"/>
                  <a:pt x="163326" y="48661"/>
                </a:cubicBezTo>
                <a:cubicBezTo>
                  <a:pt x="151505" y="36839"/>
                  <a:pt x="137299" y="30929"/>
                  <a:pt x="120701" y="30929"/>
                </a:cubicBezTo>
                <a:cubicBezTo>
                  <a:pt x="104103" y="30929"/>
                  <a:pt x="89896" y="36839"/>
                  <a:pt x="78075" y="48661"/>
                </a:cubicBezTo>
                <a:cubicBezTo>
                  <a:pt x="66261" y="60475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60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763" y="152763"/>
                </a:moveTo>
                <a:cubicBezTo>
                  <a:pt x="161564" y="143963"/>
                  <a:pt x="165967" y="133276"/>
                  <a:pt x="165967" y="120701"/>
                </a:cubicBezTo>
                <a:cubicBezTo>
                  <a:pt x="165967" y="108126"/>
                  <a:pt x="161564" y="97438"/>
                  <a:pt x="152763" y="88638"/>
                </a:cubicBezTo>
                <a:cubicBezTo>
                  <a:pt x="143963" y="79838"/>
                  <a:pt x="133276" y="75442"/>
                  <a:pt x="120701" y="75442"/>
                </a:cubicBezTo>
                <a:cubicBezTo>
                  <a:pt x="108126" y="75442"/>
                  <a:pt x="97438" y="79838"/>
                  <a:pt x="88638" y="88638"/>
                </a:cubicBezTo>
                <a:cubicBezTo>
                  <a:pt x="79838" y="97438"/>
                  <a:pt x="75442" y="108126"/>
                  <a:pt x="75442" y="120701"/>
                </a:cubicBezTo>
                <a:cubicBezTo>
                  <a:pt x="75442" y="133276"/>
                  <a:pt x="79838" y="143963"/>
                  <a:pt x="88638" y="152763"/>
                </a:cubicBezTo>
                <a:cubicBezTo>
                  <a:pt x="97438" y="161564"/>
                  <a:pt x="108126" y="165967"/>
                  <a:pt x="120701" y="165967"/>
                </a:cubicBezTo>
                <a:cubicBezTo>
                  <a:pt x="133276" y="165967"/>
                  <a:pt x="143963" y="161564"/>
                  <a:pt x="152763" y="152763"/>
                </a:cubicBezTo>
                <a:close/>
                <a:moveTo>
                  <a:pt x="106495" y="134907"/>
                </a:moveTo>
                <a:cubicBezTo>
                  <a:pt x="102552" y="130971"/>
                  <a:pt x="100584" y="126231"/>
                  <a:pt x="100584" y="120701"/>
                </a:cubicBezTo>
                <a:cubicBezTo>
                  <a:pt x="100584" y="115171"/>
                  <a:pt x="102552" y="110430"/>
                  <a:pt x="106495" y="106495"/>
                </a:cubicBezTo>
                <a:cubicBezTo>
                  <a:pt x="110430" y="102552"/>
                  <a:pt x="115171" y="100584"/>
                  <a:pt x="120701" y="100584"/>
                </a:cubicBezTo>
                <a:cubicBezTo>
                  <a:pt x="126231" y="100584"/>
                  <a:pt x="130971" y="102552"/>
                  <a:pt x="134907" y="106495"/>
                </a:cubicBezTo>
                <a:cubicBezTo>
                  <a:pt x="138850" y="110430"/>
                  <a:pt x="140818" y="115171"/>
                  <a:pt x="140818" y="120701"/>
                </a:cubicBezTo>
                <a:cubicBezTo>
                  <a:pt x="140818" y="126231"/>
                  <a:pt x="138850" y="130971"/>
                  <a:pt x="134907" y="134907"/>
                </a:cubicBezTo>
                <a:cubicBezTo>
                  <a:pt x="130971" y="138850"/>
                  <a:pt x="126231" y="140818"/>
                  <a:pt x="120701" y="140818"/>
                </a:cubicBezTo>
                <a:cubicBezTo>
                  <a:pt x="115171" y="140818"/>
                  <a:pt x="110430" y="138850"/>
                  <a:pt x="106495" y="13490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2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28"/>
                  <a:pt x="64652" y="207620"/>
                  <a:pt x="63189" y="209061"/>
                </a:cubicBezTo>
                <a:cubicBezTo>
                  <a:pt x="61733" y="210502"/>
                  <a:pt x="59933" y="211226"/>
                  <a:pt x="57783" y="211226"/>
                </a:cubicBezTo>
                <a:cubicBezTo>
                  <a:pt x="55639" y="211226"/>
                  <a:pt x="53855" y="210502"/>
                  <a:pt x="52428" y="209061"/>
                </a:cubicBezTo>
                <a:cubicBezTo>
                  <a:pt x="51002" y="207620"/>
                  <a:pt x="50292" y="205828"/>
                  <a:pt x="50292" y="203684"/>
                </a:cubicBezTo>
                <a:lnTo>
                  <a:pt x="50292" y="47776"/>
                </a:lnTo>
                <a:cubicBezTo>
                  <a:pt x="50292" y="45632"/>
                  <a:pt x="51016" y="43840"/>
                  <a:pt x="52457" y="42399"/>
                </a:cubicBezTo>
                <a:cubicBezTo>
                  <a:pt x="53913" y="40958"/>
                  <a:pt x="55705" y="40234"/>
                  <a:pt x="57834" y="40234"/>
                </a:cubicBezTo>
                <a:lnTo>
                  <a:pt x="130510" y="40234"/>
                </a:lnTo>
                <a:cubicBezTo>
                  <a:pt x="132266" y="40234"/>
                  <a:pt x="133846" y="40775"/>
                  <a:pt x="135236" y="41865"/>
                </a:cubicBezTo>
                <a:cubicBezTo>
                  <a:pt x="136626" y="42955"/>
                  <a:pt x="137482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769" y="61857"/>
                  <a:pt x="197562" y="62582"/>
                  <a:pt x="199003" y="64023"/>
                </a:cubicBezTo>
                <a:cubicBezTo>
                  <a:pt x="200444" y="65464"/>
                  <a:pt x="201168" y="67256"/>
                  <a:pt x="201168" y="69407"/>
                </a:cubicBezTo>
                <a:lnTo>
                  <a:pt x="201168" y="147357"/>
                </a:lnTo>
                <a:cubicBezTo>
                  <a:pt x="201168" y="149501"/>
                  <a:pt x="200444" y="151293"/>
                  <a:pt x="199003" y="152734"/>
                </a:cubicBezTo>
                <a:cubicBezTo>
                  <a:pt x="197562" y="154175"/>
                  <a:pt x="195769" y="154899"/>
                  <a:pt x="193626" y="154899"/>
                </a:cubicBezTo>
                <a:lnTo>
                  <a:pt x="142829" y="154899"/>
                </a:lnTo>
                <a:cubicBezTo>
                  <a:pt x="141066" y="154899"/>
                  <a:pt x="139494" y="154395"/>
                  <a:pt x="138104" y="153392"/>
                </a:cubicBezTo>
                <a:cubicBezTo>
                  <a:pt x="136714" y="152383"/>
                  <a:pt x="135858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771" y="76949"/>
                  <a:pt x="131198" y="76400"/>
                  <a:pt x="129801" y="75310"/>
                </a:cubicBezTo>
                <a:cubicBezTo>
                  <a:pt x="128411" y="74220"/>
                  <a:pt x="127555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569" y="118440"/>
                  <a:pt x="142142" y="118938"/>
                  <a:pt x="143532" y="119947"/>
                </a:cubicBezTo>
                <a:cubicBezTo>
                  <a:pt x="144921" y="120950"/>
                  <a:pt x="145777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4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180"/>
                  <a:pt x="89019" y="147233"/>
                </a:cubicBezTo>
                <a:cubicBezTo>
                  <a:pt x="81974" y="141278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33"/>
                  <a:pt x="31653" y="59677"/>
                  <a:pt x="34601" y="56729"/>
                </a:cubicBezTo>
                <a:cubicBezTo>
                  <a:pt x="37571" y="53781"/>
                  <a:pt x="41119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104"/>
                  <a:pt x="72889" y="37549"/>
                  <a:pt x="75844" y="34601"/>
                </a:cubicBezTo>
                <a:cubicBezTo>
                  <a:pt x="78807" y="31653"/>
                  <a:pt x="82362" y="30175"/>
                  <a:pt x="86502" y="30175"/>
                </a:cubicBezTo>
                <a:lnTo>
                  <a:pt x="154899" y="30175"/>
                </a:lnTo>
                <a:cubicBezTo>
                  <a:pt x="159054" y="30175"/>
                  <a:pt x="162610" y="31653"/>
                  <a:pt x="165565" y="34601"/>
                </a:cubicBezTo>
                <a:cubicBezTo>
                  <a:pt x="168513" y="37549"/>
                  <a:pt x="169991" y="41104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297" y="52304"/>
                  <a:pt x="203853" y="53781"/>
                  <a:pt x="206801" y="56729"/>
                </a:cubicBezTo>
                <a:cubicBezTo>
                  <a:pt x="209749" y="59677"/>
                  <a:pt x="211226" y="6323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278"/>
                  <a:pt x="152383" y="147233"/>
                </a:cubicBezTo>
                <a:cubicBezTo>
                  <a:pt x="145346" y="153180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066" y="196142"/>
                  <a:pt x="162866" y="196867"/>
                  <a:pt x="164307" y="198330"/>
                </a:cubicBezTo>
                <a:cubicBezTo>
                  <a:pt x="165748" y="199785"/>
                  <a:pt x="166465" y="201585"/>
                  <a:pt x="166465" y="203736"/>
                </a:cubicBezTo>
                <a:cubicBezTo>
                  <a:pt x="166465" y="205879"/>
                  <a:pt x="165748" y="207664"/>
                  <a:pt x="164307" y="209090"/>
                </a:cubicBezTo>
                <a:cubicBezTo>
                  <a:pt x="162866" y="210517"/>
                  <a:pt x="161066" y="211226"/>
                  <a:pt x="158923" y="211226"/>
                </a:cubicBezTo>
                <a:lnTo>
                  <a:pt x="82479" y="211226"/>
                </a:lnTo>
                <a:cubicBezTo>
                  <a:pt x="80336" y="211226"/>
                  <a:pt x="78536" y="210495"/>
                  <a:pt x="77095" y="209039"/>
                </a:cubicBezTo>
                <a:cubicBezTo>
                  <a:pt x="75654" y="207583"/>
                  <a:pt x="74937" y="205777"/>
                  <a:pt x="74937" y="203633"/>
                </a:cubicBezTo>
                <a:cubicBezTo>
                  <a:pt x="74937" y="201490"/>
                  <a:pt x="75654" y="199698"/>
                  <a:pt x="77095" y="198278"/>
                </a:cubicBezTo>
                <a:cubicBezTo>
                  <a:pt x="78536" y="196852"/>
                  <a:pt x="80336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39" y="92581"/>
                  <a:pt x="52684" y="98192"/>
                </a:cubicBezTo>
                <a:cubicBezTo>
                  <a:pt x="57629" y="103810"/>
                  <a:pt x="63869" y="107460"/>
                  <a:pt x="71418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772" y="103810"/>
                  <a:pt x="188718" y="98192"/>
                </a:cubicBezTo>
                <a:cubicBezTo>
                  <a:pt x="193663" y="92581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6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36"/>
                  <a:pt x="69655" y="203055"/>
                </a:cubicBezTo>
                <a:cubicBezTo>
                  <a:pt x="68148" y="202968"/>
                  <a:pt x="66802" y="202507"/>
                  <a:pt x="65632" y="201673"/>
                </a:cubicBezTo>
                <a:cubicBezTo>
                  <a:pt x="64454" y="200832"/>
                  <a:pt x="63576" y="199742"/>
                  <a:pt x="62991" y="198403"/>
                </a:cubicBezTo>
                <a:cubicBezTo>
                  <a:pt x="62406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558" y="102135"/>
                  <a:pt x="31309" y="100708"/>
                </a:cubicBezTo>
                <a:cubicBezTo>
                  <a:pt x="31053" y="99282"/>
                  <a:pt x="31097" y="97899"/>
                  <a:pt x="31433" y="96561"/>
                </a:cubicBezTo>
                <a:cubicBezTo>
                  <a:pt x="31770" y="95222"/>
                  <a:pt x="32523" y="94088"/>
                  <a:pt x="33694" y="93166"/>
                </a:cubicBezTo>
                <a:cubicBezTo>
                  <a:pt x="34872" y="92245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18"/>
                  <a:pt x="116677" y="33065"/>
                </a:cubicBezTo>
                <a:cubicBezTo>
                  <a:pt x="118016" y="32311"/>
                  <a:pt x="119362" y="31938"/>
                  <a:pt x="120701" y="31938"/>
                </a:cubicBezTo>
                <a:cubicBezTo>
                  <a:pt x="122039" y="31938"/>
                  <a:pt x="123385" y="32311"/>
                  <a:pt x="124724" y="33065"/>
                </a:cubicBezTo>
                <a:cubicBezTo>
                  <a:pt x="126063" y="33818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45"/>
                  <a:pt x="207708" y="93166"/>
                </a:cubicBezTo>
                <a:cubicBezTo>
                  <a:pt x="208878" y="94088"/>
                  <a:pt x="209632" y="95222"/>
                  <a:pt x="209968" y="96561"/>
                </a:cubicBezTo>
                <a:cubicBezTo>
                  <a:pt x="210305" y="97899"/>
                  <a:pt x="210349" y="99282"/>
                  <a:pt x="210093" y="100708"/>
                </a:cubicBezTo>
                <a:cubicBezTo>
                  <a:pt x="209844" y="102135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8996" y="197064"/>
                  <a:pt x="178410" y="198403"/>
                </a:cubicBezTo>
                <a:cubicBezTo>
                  <a:pt x="177825" y="199742"/>
                  <a:pt x="176947" y="200832"/>
                  <a:pt x="175770" y="201673"/>
                </a:cubicBezTo>
                <a:cubicBezTo>
                  <a:pt x="174599" y="202507"/>
                  <a:pt x="173253" y="202968"/>
                  <a:pt x="171746" y="203055"/>
                </a:cubicBezTo>
                <a:cubicBezTo>
                  <a:pt x="170239" y="203136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8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771" y="144878"/>
                  <a:pt x="113173" y="145719"/>
                  <a:pt x="113861" y="146377"/>
                </a:cubicBezTo>
                <a:cubicBezTo>
                  <a:pt x="114534" y="147028"/>
                  <a:pt x="115361" y="147357"/>
                  <a:pt x="116348" y="147357"/>
                </a:cubicBezTo>
                <a:lnTo>
                  <a:pt x="124497" y="147357"/>
                </a:lnTo>
                <a:cubicBezTo>
                  <a:pt x="125485" y="147357"/>
                  <a:pt x="126326" y="147028"/>
                  <a:pt x="127014" y="146377"/>
                </a:cubicBezTo>
                <a:cubicBezTo>
                  <a:pt x="127701" y="145719"/>
                  <a:pt x="128111" y="144878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47" y="135243"/>
                  <a:pt x="134402" y="134153"/>
                </a:cubicBezTo>
                <a:cubicBezTo>
                  <a:pt x="136151" y="133078"/>
                  <a:pt x="137701" y="131864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05" y="132120"/>
                  <a:pt x="151081" y="131315"/>
                </a:cubicBezTo>
                <a:lnTo>
                  <a:pt x="154951" y="124702"/>
                </a:lnTo>
                <a:cubicBezTo>
                  <a:pt x="155419" y="123898"/>
                  <a:pt x="155609" y="123071"/>
                  <a:pt x="155528" y="122237"/>
                </a:cubicBezTo>
                <a:cubicBezTo>
                  <a:pt x="155441" y="121396"/>
                  <a:pt x="155009" y="120628"/>
                  <a:pt x="154219" y="119918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219" y="97365"/>
                </a:lnTo>
                <a:cubicBezTo>
                  <a:pt x="155009" y="96663"/>
                  <a:pt x="155441" y="95888"/>
                  <a:pt x="155528" y="95054"/>
                </a:cubicBezTo>
                <a:cubicBezTo>
                  <a:pt x="155609" y="94212"/>
                  <a:pt x="155419" y="93393"/>
                  <a:pt x="154951" y="92588"/>
                </a:cubicBezTo>
                <a:lnTo>
                  <a:pt x="151081" y="85976"/>
                </a:lnTo>
                <a:cubicBezTo>
                  <a:pt x="150605" y="85156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665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126" y="72384"/>
                  <a:pt x="127723" y="71543"/>
                  <a:pt x="127036" y="70884"/>
                </a:cubicBezTo>
                <a:cubicBezTo>
                  <a:pt x="126370" y="70233"/>
                  <a:pt x="125536" y="69904"/>
                  <a:pt x="124549" y="69904"/>
                </a:cubicBezTo>
                <a:lnTo>
                  <a:pt x="116399" y="69904"/>
                </a:lnTo>
                <a:cubicBezTo>
                  <a:pt x="115412" y="69904"/>
                  <a:pt x="114571" y="70233"/>
                  <a:pt x="113883" y="70884"/>
                </a:cubicBezTo>
                <a:cubicBezTo>
                  <a:pt x="113195" y="71543"/>
                  <a:pt x="112786" y="72384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77" y="82245"/>
                  <a:pt x="106670" y="83284"/>
                </a:cubicBezTo>
                <a:cubicBezTo>
                  <a:pt x="104841" y="84308"/>
                  <a:pt x="103232" y="85463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92" y="85142"/>
                  <a:pt x="89823" y="85946"/>
                </a:cubicBezTo>
                <a:lnTo>
                  <a:pt x="85946" y="92559"/>
                </a:lnTo>
                <a:cubicBezTo>
                  <a:pt x="85478" y="93386"/>
                  <a:pt x="85288" y="94212"/>
                  <a:pt x="85368" y="95054"/>
                </a:cubicBezTo>
                <a:cubicBezTo>
                  <a:pt x="85456" y="95888"/>
                  <a:pt x="85888" y="96663"/>
                  <a:pt x="86678" y="97365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678" y="119896"/>
                </a:lnTo>
                <a:cubicBezTo>
                  <a:pt x="85888" y="120598"/>
                  <a:pt x="85456" y="121374"/>
                  <a:pt x="85368" y="122208"/>
                </a:cubicBezTo>
                <a:cubicBezTo>
                  <a:pt x="85288" y="123049"/>
                  <a:pt x="85478" y="123868"/>
                  <a:pt x="85946" y="124673"/>
                </a:cubicBezTo>
                <a:lnTo>
                  <a:pt x="89823" y="131286"/>
                </a:lnTo>
                <a:cubicBezTo>
                  <a:pt x="90292" y="132105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203" y="131864"/>
                  <a:pt x="104746" y="133078"/>
                  <a:pt x="106495" y="134153"/>
                </a:cubicBezTo>
                <a:cubicBezTo>
                  <a:pt x="108250" y="135243"/>
                  <a:pt x="110138" y="135953"/>
                  <a:pt x="112149" y="13628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60350" y="178037"/>
                </a:moveTo>
                <a:cubicBezTo>
                  <a:pt x="50797" y="169318"/>
                  <a:pt x="43379" y="159135"/>
                  <a:pt x="38098" y="147482"/>
                </a:cubicBezTo>
                <a:cubicBezTo>
                  <a:pt x="32816" y="135829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25" y="26276"/>
                  <a:pt x="176399" y="38602"/>
                </a:cubicBezTo>
                <a:cubicBezTo>
                  <a:pt x="192580" y="50921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55"/>
                  <a:pt x="220531" y="147986"/>
                </a:cubicBezTo>
                <a:cubicBezTo>
                  <a:pt x="219024" y="149910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39"/>
                  <a:pt x="189632" y="193794"/>
                  <a:pt x="186684" y="196742"/>
                </a:cubicBezTo>
                <a:cubicBezTo>
                  <a:pt x="183736" y="199690"/>
                  <a:pt x="180181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886"/>
                  <a:pt x="150144" y="217678"/>
                  <a:pt x="148689" y="219120"/>
                </a:cubicBezTo>
                <a:cubicBezTo>
                  <a:pt x="147233" y="220561"/>
                  <a:pt x="145426" y="221285"/>
                  <a:pt x="143283" y="221285"/>
                </a:cubicBezTo>
                <a:cubicBezTo>
                  <a:pt x="141139" y="221285"/>
                  <a:pt x="139347" y="220561"/>
                  <a:pt x="137928" y="219120"/>
                </a:cubicBezTo>
                <a:cubicBezTo>
                  <a:pt x="136502" y="217664"/>
                  <a:pt x="135792" y="215872"/>
                  <a:pt x="135792" y="213743"/>
                </a:cubicBezTo>
                <a:lnTo>
                  <a:pt x="135792" y="193626"/>
                </a:lnTo>
                <a:cubicBezTo>
                  <a:pt x="135792" y="191475"/>
                  <a:pt x="136509" y="189683"/>
                  <a:pt x="137950" y="188242"/>
                </a:cubicBezTo>
                <a:cubicBezTo>
                  <a:pt x="139413" y="186801"/>
                  <a:pt x="141205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83"/>
                  <a:pt x="176743" y="139391"/>
                  <a:pt x="178184" y="137950"/>
                </a:cubicBezTo>
                <a:cubicBezTo>
                  <a:pt x="179647" y="136509"/>
                  <a:pt x="181439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0980"/>
                  <a:pt x="166969" y="50672"/>
                </a:cubicBezTo>
                <a:cubicBezTo>
                  <a:pt x="153392" y="40358"/>
                  <a:pt x="137965" y="35208"/>
                  <a:pt x="120701" y="35208"/>
                </a:cubicBezTo>
                <a:cubicBezTo>
                  <a:pt x="99743" y="35208"/>
                  <a:pt x="81938" y="42457"/>
                  <a:pt x="67263" y="56956"/>
                </a:cubicBezTo>
                <a:cubicBezTo>
                  <a:pt x="52596" y="71455"/>
                  <a:pt x="45266" y="89143"/>
                  <a:pt x="45266" y="110013"/>
                </a:cubicBezTo>
                <a:cubicBezTo>
                  <a:pt x="45266" y="120811"/>
                  <a:pt x="47468" y="131066"/>
                  <a:pt x="51879" y="140796"/>
                </a:cubicBezTo>
                <a:cubicBezTo>
                  <a:pt x="56305" y="150518"/>
                  <a:pt x="62567" y="159157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886"/>
                  <a:pt x="74710" y="217678"/>
                  <a:pt x="73247" y="219120"/>
                </a:cubicBezTo>
                <a:cubicBezTo>
                  <a:pt x="71791" y="220561"/>
                  <a:pt x="69992" y="221285"/>
                  <a:pt x="67841" y="221285"/>
                </a:cubicBezTo>
                <a:cubicBezTo>
                  <a:pt x="65698" y="221285"/>
                  <a:pt x="63913" y="220561"/>
                  <a:pt x="62486" y="219120"/>
                </a:cubicBezTo>
                <a:cubicBezTo>
                  <a:pt x="61060" y="217664"/>
                  <a:pt x="60350" y="215872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70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670" y="102179"/>
                  <a:pt x="83108" y="96312"/>
                </a:cubicBezTo>
                <a:cubicBezTo>
                  <a:pt x="86546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190"/>
                  <a:pt x="156662" y="46649"/>
                </a:cubicBezTo>
                <a:cubicBezTo>
                  <a:pt x="142910" y="53101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54" y="99282"/>
                  <a:pt x="195513" y="85624"/>
                </a:cubicBezTo>
                <a:cubicBezTo>
                  <a:pt x="201965" y="71960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31" y="36130"/>
                  <a:pt x="204314" y="35962"/>
                </a:cubicBezTo>
                <a:cubicBezTo>
                  <a:pt x="203889" y="35793"/>
                  <a:pt x="203428" y="35705"/>
                  <a:pt x="202931" y="35705"/>
                </a:cubicBezTo>
                <a:close/>
                <a:moveTo>
                  <a:pt x="138301" y="86627"/>
                </a:moveTo>
                <a:cubicBezTo>
                  <a:pt x="138301" y="81682"/>
                  <a:pt x="139976" y="77534"/>
                  <a:pt x="143334" y="74183"/>
                </a:cubicBezTo>
                <a:cubicBezTo>
                  <a:pt x="146684" y="70826"/>
                  <a:pt x="150832" y="69151"/>
                  <a:pt x="155777" y="69151"/>
                </a:cubicBezTo>
                <a:cubicBezTo>
                  <a:pt x="160722" y="69151"/>
                  <a:pt x="164877" y="70826"/>
                  <a:pt x="168228" y="74183"/>
                </a:cubicBezTo>
                <a:cubicBezTo>
                  <a:pt x="171578" y="77534"/>
                  <a:pt x="173253" y="81682"/>
                  <a:pt x="173253" y="86627"/>
                </a:cubicBezTo>
                <a:cubicBezTo>
                  <a:pt x="173253" y="91572"/>
                  <a:pt x="171578" y="95719"/>
                  <a:pt x="168228" y="99077"/>
                </a:cubicBezTo>
                <a:cubicBezTo>
                  <a:pt x="164877" y="102427"/>
                  <a:pt x="160722" y="104103"/>
                  <a:pt x="155777" y="104103"/>
                </a:cubicBezTo>
                <a:cubicBezTo>
                  <a:pt x="150832" y="104103"/>
                  <a:pt x="146684" y="102427"/>
                  <a:pt x="143334" y="99077"/>
                </a:cubicBezTo>
                <a:cubicBezTo>
                  <a:pt x="139976" y="95719"/>
                  <a:pt x="138301" y="91572"/>
                  <a:pt x="138301" y="86627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22" y="155653"/>
                  <a:pt x="145975" y="159171"/>
                </a:cubicBezTo>
                <a:cubicBezTo>
                  <a:pt x="140020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893" y="68690"/>
                  <a:pt x="211607" y="86378"/>
                </a:cubicBezTo>
                <a:cubicBezTo>
                  <a:pt x="204314" y="104066"/>
                  <a:pt x="192785" y="120781"/>
                  <a:pt x="177028" y="136546"/>
                </a:cubicBezTo>
                <a:cubicBezTo>
                  <a:pt x="176860" y="136714"/>
                  <a:pt x="176691" y="136838"/>
                  <a:pt x="176523" y="136919"/>
                </a:cubicBezTo>
                <a:cubicBezTo>
                  <a:pt x="176355" y="137006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09" y="216508"/>
                  <a:pt x="135412" y="216003"/>
                </a:cubicBezTo>
                <a:cubicBezTo>
                  <a:pt x="132815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693" y="109552"/>
                  <a:pt x="26276" y="106868"/>
                </a:cubicBezTo>
                <a:cubicBezTo>
                  <a:pt x="25859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33"/>
                  <a:pt x="69904" y="60980"/>
                </a:cubicBezTo>
                <a:cubicBezTo>
                  <a:pt x="72252" y="60226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44"/>
                  <a:pt x="105361" y="65756"/>
                </a:cubicBezTo>
                <a:cubicBezTo>
                  <a:pt x="105529" y="65676"/>
                  <a:pt x="105697" y="65544"/>
                  <a:pt x="105866" y="65383"/>
                </a:cubicBezTo>
                <a:cubicBezTo>
                  <a:pt x="121623" y="49619"/>
                  <a:pt x="138301" y="38098"/>
                  <a:pt x="155909" y="30804"/>
                </a:cubicBezTo>
                <a:cubicBezTo>
                  <a:pt x="173509" y="23511"/>
                  <a:pt x="192785" y="20117"/>
                  <a:pt x="213743" y="20622"/>
                </a:cubicBezTo>
                <a:cubicBezTo>
                  <a:pt x="214745" y="20622"/>
                  <a:pt x="215711" y="20826"/>
                  <a:pt x="216632" y="21251"/>
                </a:cubicBezTo>
                <a:cubicBezTo>
                  <a:pt x="217554" y="21668"/>
                  <a:pt x="218432" y="22297"/>
                  <a:pt x="219273" y="23138"/>
                </a:cubicBezTo>
                <a:cubicBezTo>
                  <a:pt x="220114" y="23972"/>
                  <a:pt x="220743" y="24813"/>
                  <a:pt x="221160" y="25647"/>
                </a:cubicBezTo>
                <a:cubicBezTo>
                  <a:pt x="221577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04" y="150832"/>
                  <a:pt x="58968" y="150752"/>
                </a:cubicBezTo>
                <a:cubicBezTo>
                  <a:pt x="67432" y="150664"/>
                  <a:pt x="74600" y="153561"/>
                  <a:pt x="80467" y="159427"/>
                </a:cubicBezTo>
                <a:cubicBezTo>
                  <a:pt x="86334" y="165294"/>
                  <a:pt x="89223" y="172463"/>
                  <a:pt x="89143" y="180927"/>
                </a:cubicBezTo>
                <a:cubicBezTo>
                  <a:pt x="89055" y="189391"/>
                  <a:pt x="86085" y="196559"/>
                  <a:pt x="80218" y="202426"/>
                </a:cubicBezTo>
                <a:cubicBezTo>
                  <a:pt x="72340" y="210305"/>
                  <a:pt x="62903" y="215038"/>
                  <a:pt x="51923" y="216632"/>
                </a:cubicBezTo>
                <a:cubicBezTo>
                  <a:pt x="40943" y="218227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55"/>
                  <a:pt x="74432" y="181176"/>
                </a:cubicBezTo>
                <a:cubicBezTo>
                  <a:pt x="74432" y="176903"/>
                  <a:pt x="72925" y="173173"/>
                  <a:pt x="69904" y="169991"/>
                </a:cubicBezTo>
                <a:cubicBezTo>
                  <a:pt x="66722" y="166969"/>
                  <a:pt x="62991" y="165463"/>
                  <a:pt x="58719" y="165463"/>
                </a:cubicBezTo>
                <a:cubicBezTo>
                  <a:pt x="54440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2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70" y="165082"/>
                </a:moveTo>
                <a:cubicBezTo>
                  <a:pt x="126355" y="164833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095" y="83020"/>
                  <a:pt x="179669" y="81601"/>
                </a:cubicBezTo>
                <a:cubicBezTo>
                  <a:pt x="178242" y="80175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776" y="165338"/>
                  <a:pt x="119070" y="165082"/>
                </a:cubicBezTo>
                <a:close/>
                <a:moveTo>
                  <a:pt x="120196" y="40482"/>
                </a:moveTo>
                <a:cubicBezTo>
                  <a:pt x="127745" y="40482"/>
                  <a:pt x="135660" y="41492"/>
                  <a:pt x="143963" y="43503"/>
                </a:cubicBezTo>
                <a:cubicBezTo>
                  <a:pt x="152259" y="45515"/>
                  <a:pt x="160430" y="48785"/>
                  <a:pt x="168476" y="53313"/>
                </a:cubicBezTo>
                <a:cubicBezTo>
                  <a:pt x="170320" y="54484"/>
                  <a:pt x="171578" y="56100"/>
                  <a:pt x="172251" y="58163"/>
                </a:cubicBezTo>
                <a:cubicBezTo>
                  <a:pt x="172924" y="60226"/>
                  <a:pt x="172588" y="62194"/>
                  <a:pt x="171242" y="64074"/>
                </a:cubicBezTo>
                <a:cubicBezTo>
                  <a:pt x="169903" y="65947"/>
                  <a:pt x="168184" y="67015"/>
                  <a:pt x="166092" y="67263"/>
                </a:cubicBezTo>
                <a:cubicBezTo>
                  <a:pt x="163992" y="67519"/>
                  <a:pt x="161944" y="67139"/>
                  <a:pt x="159932" y="66137"/>
                </a:cubicBezTo>
                <a:cubicBezTo>
                  <a:pt x="153056" y="62443"/>
                  <a:pt x="146055" y="59765"/>
                  <a:pt x="138930" y="58090"/>
                </a:cubicBezTo>
                <a:cubicBezTo>
                  <a:pt x="131805" y="56408"/>
                  <a:pt x="125565" y="55574"/>
                  <a:pt x="120196" y="55574"/>
                </a:cubicBezTo>
                <a:cubicBezTo>
                  <a:pt x="96641" y="55574"/>
                  <a:pt x="76597" y="63971"/>
                  <a:pt x="60050" y="80767"/>
                </a:cubicBezTo>
                <a:cubicBezTo>
                  <a:pt x="43489" y="97570"/>
                  <a:pt x="35208" y="117921"/>
                  <a:pt x="35208" y="141827"/>
                </a:cubicBezTo>
                <a:cubicBezTo>
                  <a:pt x="35208" y="149369"/>
                  <a:pt x="36254" y="156992"/>
                  <a:pt x="38346" y="164709"/>
                </a:cubicBezTo>
                <a:cubicBezTo>
                  <a:pt x="40446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28"/>
                  <a:pt x="202675" y="122332"/>
                </a:cubicBezTo>
                <a:cubicBezTo>
                  <a:pt x="201168" y="115544"/>
                  <a:pt x="198652" y="109048"/>
                  <a:pt x="195133" y="102844"/>
                </a:cubicBezTo>
                <a:cubicBezTo>
                  <a:pt x="193963" y="101001"/>
                  <a:pt x="193502" y="98989"/>
                  <a:pt x="193750" y="96809"/>
                </a:cubicBezTo>
                <a:cubicBezTo>
                  <a:pt x="193999" y="94629"/>
                  <a:pt x="195052" y="92954"/>
                  <a:pt x="196896" y="91784"/>
                </a:cubicBezTo>
                <a:cubicBezTo>
                  <a:pt x="198674" y="90445"/>
                  <a:pt x="200627" y="90109"/>
                  <a:pt x="202755" y="90774"/>
                </a:cubicBezTo>
                <a:cubicBezTo>
                  <a:pt x="204884" y="91447"/>
                  <a:pt x="206450" y="92786"/>
                  <a:pt x="207452" y="94798"/>
                </a:cubicBezTo>
                <a:cubicBezTo>
                  <a:pt x="211307" y="102347"/>
                  <a:pt x="214284" y="109845"/>
                  <a:pt x="216384" y="117307"/>
                </a:cubicBezTo>
                <a:cubicBezTo>
                  <a:pt x="218476" y="124768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51" y="199076"/>
                  <a:pt x="200290" y="199910"/>
                </a:cubicBezTo>
                <a:cubicBezTo>
                  <a:pt x="198022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26" y="200458"/>
                  <a:pt x="39853" y="199032"/>
                </a:cubicBezTo>
                <a:cubicBezTo>
                  <a:pt x="37088" y="197605"/>
                  <a:pt x="35040" y="195550"/>
                  <a:pt x="33694" y="192873"/>
                </a:cubicBezTo>
                <a:cubicBezTo>
                  <a:pt x="29334" y="184826"/>
                  <a:pt x="25984" y="176647"/>
                  <a:pt x="23635" y="168352"/>
                </a:cubicBezTo>
                <a:cubicBezTo>
                  <a:pt x="21287" y="160057"/>
                  <a:pt x="20117" y="151212"/>
                  <a:pt x="20117" y="141827"/>
                </a:cubicBezTo>
                <a:cubicBezTo>
                  <a:pt x="20117" y="127906"/>
                  <a:pt x="22758" y="114790"/>
                  <a:pt x="28039" y="102471"/>
                </a:cubicBezTo>
                <a:cubicBezTo>
                  <a:pt x="33321" y="90145"/>
                  <a:pt x="40482" y="79421"/>
                  <a:pt x="49539" y="70284"/>
                </a:cubicBezTo>
                <a:cubicBezTo>
                  <a:pt x="58587" y="61148"/>
                  <a:pt x="69209" y="53898"/>
                  <a:pt x="81396" y="48529"/>
                </a:cubicBezTo>
                <a:cubicBezTo>
                  <a:pt x="93583" y="43167"/>
                  <a:pt x="106517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26" y="149537"/>
                  <a:pt x="47900" y="146853"/>
                </a:cubicBezTo>
                <a:cubicBezTo>
                  <a:pt x="46481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05" y="227569"/>
                  <a:pt x="92413" y="228073"/>
                </a:cubicBezTo>
                <a:cubicBezTo>
                  <a:pt x="90313" y="228578"/>
                  <a:pt x="88346" y="228410"/>
                  <a:pt x="86502" y="227569"/>
                </a:cubicBezTo>
                <a:cubicBezTo>
                  <a:pt x="84659" y="226735"/>
                  <a:pt x="83188" y="225389"/>
                  <a:pt x="82098" y="223545"/>
                </a:cubicBezTo>
                <a:cubicBezTo>
                  <a:pt x="81009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63" y="221285"/>
                  <a:pt x="47607" y="219807"/>
                  <a:pt x="44659" y="216859"/>
                </a:cubicBezTo>
                <a:cubicBezTo>
                  <a:pt x="41711" y="213889"/>
                  <a:pt x="40234" y="210341"/>
                  <a:pt x="40234" y="206201"/>
                </a:cubicBezTo>
                <a:lnTo>
                  <a:pt x="40234" y="97065"/>
                </a:lnTo>
                <a:cubicBezTo>
                  <a:pt x="40234" y="92903"/>
                  <a:pt x="41711" y="89355"/>
                  <a:pt x="44659" y="86400"/>
                </a:cubicBezTo>
                <a:cubicBezTo>
                  <a:pt x="47629" y="83452"/>
                  <a:pt x="51177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623"/>
                  <a:pt x="77585" y="33357"/>
                  <a:pt x="86905" y="24038"/>
                </a:cubicBezTo>
                <a:cubicBezTo>
                  <a:pt x="96224" y="14718"/>
                  <a:pt x="107497" y="10058"/>
                  <a:pt x="120723" y="10058"/>
                </a:cubicBezTo>
                <a:cubicBezTo>
                  <a:pt x="133956" y="10058"/>
                  <a:pt x="145221" y="14718"/>
                  <a:pt x="154519" y="24038"/>
                </a:cubicBezTo>
                <a:cubicBezTo>
                  <a:pt x="163824" y="33343"/>
                  <a:pt x="168476" y="44608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39" y="81974"/>
                  <a:pt x="193794" y="83452"/>
                  <a:pt x="196742" y="86400"/>
                </a:cubicBezTo>
                <a:cubicBezTo>
                  <a:pt x="199690" y="89355"/>
                  <a:pt x="201168" y="92903"/>
                  <a:pt x="201168" y="97065"/>
                </a:cubicBezTo>
                <a:lnTo>
                  <a:pt x="201168" y="206201"/>
                </a:lnTo>
                <a:cubicBezTo>
                  <a:pt x="201168" y="210356"/>
                  <a:pt x="199690" y="213911"/>
                  <a:pt x="196742" y="216859"/>
                </a:cubicBezTo>
                <a:cubicBezTo>
                  <a:pt x="193794" y="219807"/>
                  <a:pt x="190239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402" y="165463"/>
                </a:moveTo>
                <a:cubicBezTo>
                  <a:pt x="138177" y="161754"/>
                  <a:pt x="140064" y="157313"/>
                  <a:pt x="140064" y="152134"/>
                </a:cubicBezTo>
                <a:cubicBezTo>
                  <a:pt x="140064" y="147101"/>
                  <a:pt x="138162" y="142537"/>
                  <a:pt x="134358" y="138426"/>
                </a:cubicBezTo>
                <a:cubicBezTo>
                  <a:pt x="130547" y="134322"/>
                  <a:pt x="125982" y="132266"/>
                  <a:pt x="120650" y="132266"/>
                </a:cubicBezTo>
                <a:cubicBezTo>
                  <a:pt x="115317" y="132266"/>
                  <a:pt x="110767" y="134322"/>
                  <a:pt x="106999" y="138426"/>
                </a:cubicBezTo>
                <a:cubicBezTo>
                  <a:pt x="103225" y="142537"/>
                  <a:pt x="101337" y="147145"/>
                  <a:pt x="101337" y="152259"/>
                </a:cubicBezTo>
                <a:cubicBezTo>
                  <a:pt x="101337" y="157372"/>
                  <a:pt x="103239" y="161776"/>
                  <a:pt x="107043" y="165463"/>
                </a:cubicBezTo>
                <a:cubicBezTo>
                  <a:pt x="110855" y="169149"/>
                  <a:pt x="115419" y="170993"/>
                  <a:pt x="120752" y="170993"/>
                </a:cubicBezTo>
                <a:cubicBezTo>
                  <a:pt x="126085" y="170993"/>
                  <a:pt x="130635" y="169149"/>
                  <a:pt x="134402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48"/>
                  <a:pt x="150210" y="41031"/>
                  <a:pt x="143861" y="34674"/>
                </a:cubicBezTo>
                <a:cubicBezTo>
                  <a:pt x="137504" y="28324"/>
                  <a:pt x="129794" y="25150"/>
                  <a:pt x="120723" y="25150"/>
                </a:cubicBezTo>
                <a:cubicBezTo>
                  <a:pt x="111659" y="25150"/>
                  <a:pt x="103934" y="28324"/>
                  <a:pt x="97570" y="34674"/>
                </a:cubicBezTo>
                <a:cubicBezTo>
                  <a:pt x="91199" y="41031"/>
                  <a:pt x="88009" y="48748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8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180" y="189054"/>
                  <a:pt x="164833" y="173385"/>
                </a:cubicBezTo>
                <a:cubicBezTo>
                  <a:pt x="176487" y="157708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361" y="113868"/>
                  <a:pt x="55449" y="115295"/>
                </a:cubicBezTo>
                <a:cubicBezTo>
                  <a:pt x="55530" y="116721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309" y="220027"/>
                </a:moveTo>
                <a:cubicBezTo>
                  <a:pt x="117555" y="219858"/>
                  <a:pt x="116758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28"/>
                  <a:pt x="42999" y="51923"/>
                </a:cubicBezTo>
                <a:cubicBezTo>
                  <a:pt x="44842" y="49326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26"/>
                  <a:pt x="198403" y="51923"/>
                </a:cubicBezTo>
                <a:cubicBezTo>
                  <a:pt x="200246" y="54528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644" y="219610"/>
                  <a:pt x="123846" y="219858"/>
                  <a:pt x="123093" y="220027"/>
                </a:cubicBezTo>
                <a:cubicBezTo>
                  <a:pt x="122332" y="220195"/>
                  <a:pt x="121542" y="220283"/>
                  <a:pt x="120701" y="220283"/>
                </a:cubicBezTo>
                <a:cubicBezTo>
                  <a:pt x="119860" y="220283"/>
                  <a:pt x="119070" y="220195"/>
                  <a:pt x="118309" y="22002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0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5990"/>
                  <a:pt x="77197" y="118133"/>
                </a:cubicBezTo>
                <a:cubicBezTo>
                  <a:pt x="77197" y="120284"/>
                  <a:pt x="77951" y="122142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69"/>
                  <a:pt x="163956" y="98763"/>
                  <a:pt x="163956" y="96685"/>
                </a:cubicBezTo>
                <a:cubicBezTo>
                  <a:pt x="163956" y="94593"/>
                  <a:pt x="163239" y="92874"/>
                  <a:pt x="161812" y="91535"/>
                </a:cubicBezTo>
                <a:cubicBezTo>
                  <a:pt x="160393" y="90189"/>
                  <a:pt x="158586" y="89560"/>
                  <a:pt x="156406" y="89648"/>
                </a:cubicBezTo>
                <a:cubicBezTo>
                  <a:pt x="154226" y="89728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214" y="220027"/>
                </a:moveTo>
                <a:cubicBezTo>
                  <a:pt x="117438" y="219858"/>
                  <a:pt x="116677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0"/>
                  <a:pt x="40234" y="109860"/>
                </a:cubicBezTo>
                <a:lnTo>
                  <a:pt x="40234" y="60599"/>
                </a:lnTo>
                <a:cubicBezTo>
                  <a:pt x="40234" y="57366"/>
                  <a:pt x="41148" y="54454"/>
                  <a:pt x="42977" y="51879"/>
                </a:cubicBezTo>
                <a:cubicBezTo>
                  <a:pt x="44798" y="49297"/>
                  <a:pt x="47154" y="47424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62" y="47424"/>
                  <a:pt x="196618" y="49297"/>
                  <a:pt x="198425" y="51879"/>
                </a:cubicBezTo>
                <a:cubicBezTo>
                  <a:pt x="200254" y="54454"/>
                  <a:pt x="201168" y="57366"/>
                  <a:pt x="201168" y="60599"/>
                </a:cubicBezTo>
                <a:lnTo>
                  <a:pt x="201168" y="109860"/>
                </a:lnTo>
                <a:cubicBezTo>
                  <a:pt x="201168" y="134190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710" y="219610"/>
                  <a:pt x="123941" y="219858"/>
                  <a:pt x="123188" y="220027"/>
                </a:cubicBezTo>
                <a:cubicBezTo>
                  <a:pt x="122435" y="220195"/>
                  <a:pt x="121608" y="220283"/>
                  <a:pt x="120701" y="220283"/>
                </a:cubicBezTo>
                <a:cubicBezTo>
                  <a:pt x="119816" y="220283"/>
                  <a:pt x="118982" y="220195"/>
                  <a:pt x="11821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697" y="187042"/>
                  <a:pt x="167847" y="169362"/>
                </a:cubicBezTo>
                <a:cubicBezTo>
                  <a:pt x="180005" y="151673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396" y="151673"/>
                  <a:pt x="73554" y="169362"/>
                </a:cubicBezTo>
                <a:cubicBezTo>
                  <a:pt x="85705" y="187042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2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399"/>
                  <a:pt x="237627" y="120320"/>
                </a:cubicBezTo>
                <a:cubicBezTo>
                  <a:pt x="237963" y="121242"/>
                  <a:pt x="238132" y="122208"/>
                  <a:pt x="238132" y="123217"/>
                </a:cubicBezTo>
                <a:cubicBezTo>
                  <a:pt x="238132" y="124219"/>
                  <a:pt x="237920" y="125141"/>
                  <a:pt x="237503" y="125982"/>
                </a:cubicBezTo>
                <a:cubicBezTo>
                  <a:pt x="237086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774" y="159340"/>
                  <a:pt x="197020" y="159171"/>
                </a:cubicBezTo>
                <a:cubicBezTo>
                  <a:pt x="196267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294" y="159259"/>
                  <a:pt x="157540" y="159427"/>
                </a:cubicBezTo>
                <a:cubicBezTo>
                  <a:pt x="156787" y="159596"/>
                  <a:pt x="155989" y="159676"/>
                  <a:pt x="155148" y="159676"/>
                </a:cubicBezTo>
                <a:cubicBezTo>
                  <a:pt x="154314" y="159676"/>
                  <a:pt x="153517" y="159552"/>
                  <a:pt x="152763" y="159303"/>
                </a:cubicBezTo>
                <a:cubicBezTo>
                  <a:pt x="152010" y="159047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698" y="164914"/>
                  <a:pt x="103730" y="171373"/>
                </a:cubicBezTo>
                <a:cubicBezTo>
                  <a:pt x="94761" y="177825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34"/>
                  <a:pt x="97314" y="156282"/>
                </a:cubicBezTo>
                <a:cubicBezTo>
                  <a:pt x="105529" y="149830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528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198022" y="142581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654" y="122837"/>
                </a:lnTo>
                <a:lnTo>
                  <a:pt x="219522" y="122712"/>
                </a:lnTo>
                <a:lnTo>
                  <a:pt x="219654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13"/>
                  <a:pt x="98068" y="85624"/>
                </a:cubicBezTo>
                <a:cubicBezTo>
                  <a:pt x="90021" y="78836"/>
                  <a:pt x="80804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4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78"/>
                </a:moveTo>
                <a:cubicBezTo>
                  <a:pt x="117350" y="219946"/>
                  <a:pt x="116509" y="219749"/>
                  <a:pt x="115675" y="219500"/>
                </a:cubicBezTo>
                <a:cubicBezTo>
                  <a:pt x="92537" y="211621"/>
                  <a:pt x="74183" y="197496"/>
                  <a:pt x="60599" y="177130"/>
                </a:cubicBezTo>
                <a:cubicBezTo>
                  <a:pt x="47022" y="156757"/>
                  <a:pt x="40234" y="134417"/>
                  <a:pt x="40234" y="110086"/>
                </a:cubicBezTo>
                <a:lnTo>
                  <a:pt x="40234" y="60855"/>
                </a:lnTo>
                <a:cubicBezTo>
                  <a:pt x="40234" y="57615"/>
                  <a:pt x="41148" y="54710"/>
                  <a:pt x="42977" y="52128"/>
                </a:cubicBezTo>
                <a:cubicBezTo>
                  <a:pt x="44798" y="49546"/>
                  <a:pt x="47154" y="47680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62" y="47680"/>
                  <a:pt x="196618" y="49546"/>
                  <a:pt x="198425" y="52128"/>
                </a:cubicBezTo>
                <a:cubicBezTo>
                  <a:pt x="200254" y="54710"/>
                  <a:pt x="201168" y="57615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15" y="180671"/>
                  <a:pt x="176647" y="180927"/>
                </a:cubicBezTo>
                <a:cubicBezTo>
                  <a:pt x="174387" y="181176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17" y="154482"/>
                  <a:pt x="131461" y="155653"/>
                </a:cubicBezTo>
                <a:cubicBezTo>
                  <a:pt x="127906" y="156831"/>
                  <a:pt x="124322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43"/>
                  <a:pt x="183063" y="137175"/>
                </a:cubicBezTo>
                <a:cubicBezTo>
                  <a:pt x="185075" y="128206"/>
                  <a:pt x="186084" y="119194"/>
                  <a:pt x="186084" y="110138"/>
                </a:cubicBezTo>
                <a:lnTo>
                  <a:pt x="186084" y="60226"/>
                </a:lnTo>
                <a:lnTo>
                  <a:pt x="120701" y="36459"/>
                </a:lnTo>
                <a:lnTo>
                  <a:pt x="55325" y="60226"/>
                </a:lnTo>
                <a:lnTo>
                  <a:pt x="55325" y="110138"/>
                </a:lnTo>
                <a:cubicBezTo>
                  <a:pt x="55325" y="132098"/>
                  <a:pt x="61396" y="151922"/>
                  <a:pt x="73554" y="169610"/>
                </a:cubicBezTo>
                <a:cubicBezTo>
                  <a:pt x="85705" y="187298"/>
                  <a:pt x="101425" y="199325"/>
                  <a:pt x="120701" y="205696"/>
                </a:cubicBezTo>
                <a:cubicBezTo>
                  <a:pt x="124556" y="204687"/>
                  <a:pt x="129128" y="202719"/>
                  <a:pt x="134402" y="199785"/>
                </a:cubicBezTo>
                <a:cubicBezTo>
                  <a:pt x="139684" y="196852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27"/>
                  <a:pt x="159427" y="191490"/>
                </a:cubicBezTo>
                <a:cubicBezTo>
                  <a:pt x="160766" y="193246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30" y="209551"/>
                  <a:pt x="142449" y="212236"/>
                </a:cubicBezTo>
                <a:cubicBezTo>
                  <a:pt x="137175" y="214913"/>
                  <a:pt x="131600" y="217342"/>
                  <a:pt x="125734" y="219522"/>
                </a:cubicBezTo>
                <a:cubicBezTo>
                  <a:pt x="124892" y="219778"/>
                  <a:pt x="124051" y="219968"/>
                  <a:pt x="123217" y="220100"/>
                </a:cubicBezTo>
                <a:cubicBezTo>
                  <a:pt x="122376" y="220239"/>
                  <a:pt x="121542" y="220297"/>
                  <a:pt x="120701" y="220283"/>
                </a:cubicBezTo>
                <a:cubicBezTo>
                  <a:pt x="119860" y="220283"/>
                  <a:pt x="119026" y="220209"/>
                  <a:pt x="118184" y="220078"/>
                </a:cubicBezTo>
                <a:close/>
                <a:moveTo>
                  <a:pt x="136546" y="135887"/>
                </a:moveTo>
                <a:cubicBezTo>
                  <a:pt x="140898" y="131615"/>
                  <a:pt x="143078" y="126334"/>
                  <a:pt x="143078" y="120050"/>
                </a:cubicBezTo>
                <a:cubicBezTo>
                  <a:pt x="143078" y="113759"/>
                  <a:pt x="140883" y="108448"/>
                  <a:pt x="136494" y="104103"/>
                </a:cubicBezTo>
                <a:cubicBezTo>
                  <a:pt x="132098" y="99743"/>
                  <a:pt x="126816" y="97570"/>
                  <a:pt x="120650" y="97570"/>
                </a:cubicBezTo>
                <a:cubicBezTo>
                  <a:pt x="114483" y="97570"/>
                  <a:pt x="109216" y="99743"/>
                  <a:pt x="104856" y="104103"/>
                </a:cubicBezTo>
                <a:cubicBezTo>
                  <a:pt x="100504" y="108462"/>
                  <a:pt x="98324" y="113788"/>
                  <a:pt x="98324" y="120072"/>
                </a:cubicBezTo>
                <a:cubicBezTo>
                  <a:pt x="98324" y="126355"/>
                  <a:pt x="100518" y="131637"/>
                  <a:pt x="104907" y="135916"/>
                </a:cubicBezTo>
                <a:cubicBezTo>
                  <a:pt x="109304" y="140188"/>
                  <a:pt x="114585" y="142325"/>
                  <a:pt x="120752" y="142325"/>
                </a:cubicBezTo>
                <a:cubicBezTo>
                  <a:pt x="126919" y="142325"/>
                  <a:pt x="132186" y="140188"/>
                  <a:pt x="136546" y="135916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6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680" y="145807"/>
                  <a:pt x="126107" y="147233"/>
                </a:cubicBezTo>
                <a:cubicBezTo>
                  <a:pt x="127533" y="148652"/>
                  <a:pt x="128243" y="150459"/>
                  <a:pt x="128243" y="152639"/>
                </a:cubicBezTo>
                <a:cubicBezTo>
                  <a:pt x="128243" y="154819"/>
                  <a:pt x="127533" y="156618"/>
                  <a:pt x="126107" y="158045"/>
                </a:cubicBezTo>
                <a:cubicBezTo>
                  <a:pt x="124680" y="159464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21" y="95595"/>
                  <a:pt x="115295" y="94169"/>
                </a:cubicBezTo>
                <a:cubicBezTo>
                  <a:pt x="113868" y="92749"/>
                  <a:pt x="113159" y="90943"/>
                  <a:pt x="113159" y="88763"/>
                </a:cubicBezTo>
                <a:cubicBezTo>
                  <a:pt x="113159" y="86583"/>
                  <a:pt x="113868" y="84783"/>
                  <a:pt x="115295" y="83357"/>
                </a:cubicBezTo>
                <a:cubicBezTo>
                  <a:pt x="116721" y="81938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8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293" y="141198"/>
                  <a:pt x="61228" y="148989"/>
                </a:cubicBezTo>
                <a:cubicBezTo>
                  <a:pt x="65171" y="156787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456" y="146897"/>
                  <a:pt x="86883" y="145470"/>
                </a:cubicBezTo>
                <a:cubicBezTo>
                  <a:pt x="88302" y="144044"/>
                  <a:pt x="90109" y="143334"/>
                  <a:pt x="92289" y="143334"/>
                </a:cubicBezTo>
                <a:cubicBezTo>
                  <a:pt x="94468" y="143334"/>
                  <a:pt x="96268" y="144044"/>
                  <a:pt x="97694" y="145470"/>
                </a:cubicBezTo>
                <a:cubicBezTo>
                  <a:pt x="99114" y="146897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14" y="197605"/>
                  <a:pt x="97694" y="199032"/>
                </a:cubicBezTo>
                <a:cubicBezTo>
                  <a:pt x="96268" y="200458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59" y="200458"/>
                  <a:pt x="44133" y="199032"/>
                </a:cubicBezTo>
                <a:cubicBezTo>
                  <a:pt x="42706" y="197605"/>
                  <a:pt x="41997" y="195806"/>
                  <a:pt x="41997" y="193626"/>
                </a:cubicBezTo>
                <a:cubicBezTo>
                  <a:pt x="41997" y="191446"/>
                  <a:pt x="42706" y="189639"/>
                  <a:pt x="44133" y="188220"/>
                </a:cubicBezTo>
                <a:cubicBezTo>
                  <a:pt x="45559" y="186794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381" y="91323"/>
                  <a:pt x="52684" y="78331"/>
                </a:cubicBezTo>
                <a:cubicBezTo>
                  <a:pt x="60980" y="65339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39"/>
                  <a:pt x="94798" y="58463"/>
                </a:cubicBezTo>
                <a:cubicBezTo>
                  <a:pt x="93964" y="60394"/>
                  <a:pt x="92618" y="61857"/>
                  <a:pt x="90774" y="62867"/>
                </a:cubicBezTo>
                <a:cubicBezTo>
                  <a:pt x="80050" y="68565"/>
                  <a:pt x="71455" y="76656"/>
                  <a:pt x="65003" y="87131"/>
                </a:cubicBezTo>
                <a:cubicBezTo>
                  <a:pt x="58551" y="97607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09" y="103730"/>
                  <a:pt x="180173" y="95427"/>
                </a:cubicBezTo>
                <a:cubicBezTo>
                  <a:pt x="176230" y="87131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699" y="94505"/>
                  <a:pt x="155280" y="95932"/>
                </a:cubicBezTo>
                <a:cubicBezTo>
                  <a:pt x="153853" y="97358"/>
                  <a:pt x="152046" y="98068"/>
                  <a:pt x="149874" y="98068"/>
                </a:cubicBezTo>
                <a:cubicBezTo>
                  <a:pt x="147694" y="98068"/>
                  <a:pt x="145887" y="97358"/>
                  <a:pt x="144461" y="95932"/>
                </a:cubicBezTo>
                <a:cubicBezTo>
                  <a:pt x="143041" y="94505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41" y="43796"/>
                  <a:pt x="144461" y="42370"/>
                </a:cubicBezTo>
                <a:cubicBezTo>
                  <a:pt x="145887" y="40943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03" y="40943"/>
                  <a:pt x="198022" y="42370"/>
                </a:cubicBezTo>
                <a:cubicBezTo>
                  <a:pt x="199449" y="43796"/>
                  <a:pt x="200166" y="45596"/>
                  <a:pt x="200166" y="47776"/>
                </a:cubicBezTo>
                <a:cubicBezTo>
                  <a:pt x="200166" y="49956"/>
                  <a:pt x="199449" y="51762"/>
                  <a:pt x="198022" y="53182"/>
                </a:cubicBezTo>
                <a:cubicBezTo>
                  <a:pt x="196603" y="54608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42"/>
                  <a:pt x="189098" y="162566"/>
                </a:cubicBezTo>
                <a:cubicBezTo>
                  <a:pt x="181051" y="175397"/>
                  <a:pt x="170239" y="185323"/>
                  <a:pt x="156662" y="192368"/>
                </a:cubicBezTo>
                <a:cubicBezTo>
                  <a:pt x="154819" y="193370"/>
                  <a:pt x="152932" y="193502"/>
                  <a:pt x="151000" y="192741"/>
                </a:cubicBezTo>
                <a:cubicBezTo>
                  <a:pt x="149076" y="191987"/>
                  <a:pt x="147694" y="190605"/>
                  <a:pt x="146853" y="188593"/>
                </a:cubicBezTo>
                <a:cubicBezTo>
                  <a:pt x="146011" y="186750"/>
                  <a:pt x="146011" y="184862"/>
                  <a:pt x="146853" y="182939"/>
                </a:cubicBezTo>
                <a:cubicBezTo>
                  <a:pt x="147694" y="181007"/>
                  <a:pt x="149033" y="179544"/>
                  <a:pt x="150876" y="178535"/>
                </a:cubicBezTo>
                <a:cubicBezTo>
                  <a:pt x="161776" y="173004"/>
                  <a:pt x="170364" y="164958"/>
                  <a:pt x="176647" y="154395"/>
                </a:cubicBezTo>
                <a:cubicBezTo>
                  <a:pt x="182939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90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30" y="127826"/>
                  <a:pt x="55947" y="131008"/>
                </a:cubicBezTo>
                <a:cubicBezTo>
                  <a:pt x="56371" y="134197"/>
                  <a:pt x="57000" y="137211"/>
                  <a:pt x="57834" y="140064"/>
                </a:cubicBezTo>
                <a:cubicBezTo>
                  <a:pt x="58339" y="142076"/>
                  <a:pt x="58214" y="144087"/>
                  <a:pt x="57461" y="146099"/>
                </a:cubicBezTo>
                <a:cubicBezTo>
                  <a:pt x="56707" y="148111"/>
                  <a:pt x="55405" y="149537"/>
                  <a:pt x="53562" y="150371"/>
                </a:cubicBezTo>
                <a:cubicBezTo>
                  <a:pt x="51718" y="151212"/>
                  <a:pt x="49831" y="151212"/>
                  <a:pt x="47900" y="150371"/>
                </a:cubicBezTo>
                <a:cubicBezTo>
                  <a:pt x="45976" y="149537"/>
                  <a:pt x="44674" y="148191"/>
                  <a:pt x="44008" y="146348"/>
                </a:cubicBezTo>
                <a:cubicBezTo>
                  <a:pt x="42662" y="142156"/>
                  <a:pt x="41704" y="138009"/>
                  <a:pt x="41111" y="133905"/>
                </a:cubicBezTo>
                <a:cubicBezTo>
                  <a:pt x="40526" y="129794"/>
                  <a:pt x="40234" y="125565"/>
                  <a:pt x="40234" y="121206"/>
                </a:cubicBezTo>
                <a:cubicBezTo>
                  <a:pt x="40234" y="99245"/>
                  <a:pt x="48156" y="80343"/>
                  <a:pt x="63993" y="64498"/>
                </a:cubicBezTo>
                <a:cubicBezTo>
                  <a:pt x="79838" y="48661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50" y="13833"/>
                  <a:pt x="121081" y="13833"/>
                </a:cubicBezTo>
                <a:cubicBezTo>
                  <a:pt x="123005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380" y="62238"/>
                  <a:pt x="74557" y="75061"/>
                </a:cubicBezTo>
                <a:cubicBezTo>
                  <a:pt x="61733" y="87885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872" y="114329"/>
                  <a:pt x="185455" y="111147"/>
                </a:cubicBezTo>
                <a:cubicBezTo>
                  <a:pt x="185031" y="107958"/>
                  <a:pt x="184402" y="104856"/>
                  <a:pt x="183568" y="101842"/>
                </a:cubicBezTo>
                <a:cubicBezTo>
                  <a:pt x="182895" y="99831"/>
                  <a:pt x="182939" y="97819"/>
                  <a:pt x="183692" y="95807"/>
                </a:cubicBezTo>
                <a:cubicBezTo>
                  <a:pt x="184445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46" y="161812"/>
                  <a:pt x="177408" y="177657"/>
                </a:cubicBezTo>
                <a:cubicBezTo>
                  <a:pt x="161564" y="193502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47" y="228329"/>
                  <a:pt x="119823" y="228329"/>
                </a:cubicBezTo>
                <a:cubicBezTo>
                  <a:pt x="117892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892" y="159171"/>
                  <a:pt x="119823" y="159171"/>
                </a:cubicBezTo>
                <a:cubicBezTo>
                  <a:pt x="121747" y="159171"/>
                  <a:pt x="123385" y="159844"/>
                  <a:pt x="124724" y="161183"/>
                </a:cubicBezTo>
                <a:cubicBezTo>
                  <a:pt x="126063" y="162529"/>
                  <a:pt x="126736" y="164160"/>
                  <a:pt x="126736" y="166092"/>
                </a:cubicBezTo>
                <a:cubicBezTo>
                  <a:pt x="126736" y="168016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22" y="179917"/>
                  <a:pt x="166845" y="167094"/>
                </a:cubicBezTo>
                <a:cubicBezTo>
                  <a:pt x="179669" y="154270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2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785"/>
                </a:moveTo>
                <a:cubicBezTo>
                  <a:pt x="54067" y="192141"/>
                  <a:pt x="50292" y="182960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04" y="78851"/>
                  <a:pt x="35830" y="74103"/>
                </a:cubicBezTo>
                <a:cubicBezTo>
                  <a:pt x="32063" y="69363"/>
                  <a:pt x="30175" y="63964"/>
                  <a:pt x="30175" y="57914"/>
                </a:cubicBezTo>
                <a:cubicBezTo>
                  <a:pt x="30175" y="50153"/>
                  <a:pt x="32896" y="43584"/>
                  <a:pt x="38346" y="38222"/>
                </a:cubicBezTo>
                <a:cubicBezTo>
                  <a:pt x="43796" y="32860"/>
                  <a:pt x="50336" y="30175"/>
                  <a:pt x="57958" y="30175"/>
                </a:cubicBezTo>
                <a:cubicBezTo>
                  <a:pt x="65588" y="30175"/>
                  <a:pt x="72084" y="32867"/>
                  <a:pt x="77453" y="38244"/>
                </a:cubicBezTo>
                <a:cubicBezTo>
                  <a:pt x="82815" y="43628"/>
                  <a:pt x="85500" y="50168"/>
                  <a:pt x="85500" y="57863"/>
                </a:cubicBezTo>
                <a:cubicBezTo>
                  <a:pt x="85500" y="63862"/>
                  <a:pt x="83613" y="69253"/>
                  <a:pt x="79838" y="74030"/>
                </a:cubicBezTo>
                <a:cubicBezTo>
                  <a:pt x="76063" y="78807"/>
                  <a:pt x="71250" y="82296"/>
                  <a:pt x="65383" y="84491"/>
                </a:cubicBezTo>
                <a:lnTo>
                  <a:pt x="65383" y="172251"/>
                </a:lnTo>
                <a:cubicBezTo>
                  <a:pt x="65383" y="178820"/>
                  <a:pt x="67688" y="184445"/>
                  <a:pt x="72296" y="189120"/>
                </a:cubicBezTo>
                <a:cubicBezTo>
                  <a:pt x="76905" y="193802"/>
                  <a:pt x="82603" y="196142"/>
                  <a:pt x="89392" y="196142"/>
                </a:cubicBezTo>
                <a:cubicBezTo>
                  <a:pt x="96180" y="196142"/>
                  <a:pt x="101842" y="193802"/>
                  <a:pt x="106370" y="189120"/>
                </a:cubicBezTo>
                <a:cubicBezTo>
                  <a:pt x="110891" y="184445"/>
                  <a:pt x="113159" y="178820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797" y="162558"/>
                  <a:pt x="205572" y="167321"/>
                </a:cubicBezTo>
                <a:cubicBezTo>
                  <a:pt x="209339" y="172068"/>
                  <a:pt x="211226" y="177481"/>
                  <a:pt x="211226" y="183568"/>
                </a:cubicBezTo>
                <a:cubicBezTo>
                  <a:pt x="211226" y="191110"/>
                  <a:pt x="208534" y="197605"/>
                  <a:pt x="203158" y="203055"/>
                </a:cubicBezTo>
                <a:cubicBezTo>
                  <a:pt x="197774" y="208505"/>
                  <a:pt x="191241" y="211226"/>
                  <a:pt x="183568" y="211226"/>
                </a:cubicBezTo>
                <a:cubicBezTo>
                  <a:pt x="176026" y="211226"/>
                  <a:pt x="169522" y="208505"/>
                  <a:pt x="164080" y="203055"/>
                </a:cubicBezTo>
                <a:cubicBezTo>
                  <a:pt x="158630" y="197605"/>
                  <a:pt x="155909" y="191110"/>
                  <a:pt x="155909" y="183568"/>
                </a:cubicBezTo>
                <a:cubicBezTo>
                  <a:pt x="155909" y="177481"/>
                  <a:pt x="157789" y="172017"/>
                  <a:pt x="161564" y="167174"/>
                </a:cubicBezTo>
                <a:cubicBezTo>
                  <a:pt x="165338" y="162346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14" y="56788"/>
                  <a:pt x="169105" y="52179"/>
                </a:cubicBezTo>
                <a:cubicBezTo>
                  <a:pt x="164497" y="47571"/>
                  <a:pt x="158842" y="45266"/>
                  <a:pt x="152134" y="45266"/>
                </a:cubicBezTo>
                <a:cubicBezTo>
                  <a:pt x="145426" y="45266"/>
                  <a:pt x="139772" y="47571"/>
                  <a:pt x="135163" y="52179"/>
                </a:cubicBezTo>
                <a:cubicBezTo>
                  <a:pt x="130547" y="56788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60"/>
                  <a:pt x="124475" y="192141"/>
                  <a:pt x="116926" y="199785"/>
                </a:cubicBezTo>
                <a:cubicBezTo>
                  <a:pt x="109384" y="207430"/>
                  <a:pt x="100167" y="211241"/>
                  <a:pt x="89267" y="211226"/>
                </a:cubicBezTo>
                <a:cubicBezTo>
                  <a:pt x="78375" y="211226"/>
                  <a:pt x="69151" y="207415"/>
                  <a:pt x="61609" y="199785"/>
                </a:cubicBezTo>
                <a:close/>
                <a:moveTo>
                  <a:pt x="57958" y="70409"/>
                </a:moveTo>
                <a:cubicBezTo>
                  <a:pt x="61396" y="70409"/>
                  <a:pt x="64330" y="69151"/>
                  <a:pt x="66766" y="66634"/>
                </a:cubicBezTo>
                <a:cubicBezTo>
                  <a:pt x="69194" y="64125"/>
                  <a:pt x="70409" y="61148"/>
                  <a:pt x="70409" y="57710"/>
                </a:cubicBezTo>
                <a:cubicBezTo>
                  <a:pt x="70409" y="54271"/>
                  <a:pt x="69202" y="51338"/>
                  <a:pt x="66788" y="48909"/>
                </a:cubicBezTo>
                <a:cubicBezTo>
                  <a:pt x="64388" y="46481"/>
                  <a:pt x="61404" y="45266"/>
                  <a:pt x="57834" y="45266"/>
                </a:cubicBezTo>
                <a:cubicBezTo>
                  <a:pt x="54484" y="45266"/>
                  <a:pt x="51550" y="46466"/>
                  <a:pt x="49034" y="48887"/>
                </a:cubicBezTo>
                <a:cubicBezTo>
                  <a:pt x="46517" y="51301"/>
                  <a:pt x="45266" y="54279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28" y="70409"/>
                  <a:pt x="57958" y="70409"/>
                </a:cubicBezTo>
                <a:close/>
                <a:moveTo>
                  <a:pt x="183692" y="196142"/>
                </a:moveTo>
                <a:cubicBezTo>
                  <a:pt x="187130" y="196142"/>
                  <a:pt x="190064" y="194884"/>
                  <a:pt x="192492" y="192368"/>
                </a:cubicBezTo>
                <a:cubicBezTo>
                  <a:pt x="194921" y="189851"/>
                  <a:pt x="196142" y="186874"/>
                  <a:pt x="196142" y="183443"/>
                </a:cubicBezTo>
                <a:cubicBezTo>
                  <a:pt x="196142" y="180005"/>
                  <a:pt x="194935" y="177072"/>
                  <a:pt x="192521" y="174636"/>
                </a:cubicBezTo>
                <a:cubicBezTo>
                  <a:pt x="190122" y="172207"/>
                  <a:pt x="187137" y="170993"/>
                  <a:pt x="183568" y="170993"/>
                </a:cubicBezTo>
                <a:cubicBezTo>
                  <a:pt x="180210" y="170993"/>
                  <a:pt x="177277" y="172200"/>
                  <a:pt x="174767" y="174614"/>
                </a:cubicBezTo>
                <a:cubicBezTo>
                  <a:pt x="172251" y="177028"/>
                  <a:pt x="170993" y="180012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54" y="196142"/>
                  <a:pt x="183692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13" y="128579"/>
                  <a:pt x="114541" y="131769"/>
                </a:cubicBezTo>
                <a:cubicBezTo>
                  <a:pt x="116970" y="134951"/>
                  <a:pt x="119026" y="137884"/>
                  <a:pt x="120701" y="140569"/>
                </a:cubicBezTo>
                <a:cubicBezTo>
                  <a:pt x="123554" y="136209"/>
                  <a:pt x="126355" y="132434"/>
                  <a:pt x="129128" y="129252"/>
                </a:cubicBezTo>
                <a:cubicBezTo>
                  <a:pt x="131893" y="126063"/>
                  <a:pt x="134534" y="123385"/>
                  <a:pt x="137043" y="121206"/>
                </a:cubicBezTo>
                <a:cubicBezTo>
                  <a:pt x="146772" y="113327"/>
                  <a:pt x="153766" y="103810"/>
                  <a:pt x="158045" y="92662"/>
                </a:cubicBezTo>
                <a:cubicBezTo>
                  <a:pt x="162317" y="81513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16" y="86546"/>
                  <a:pt x="171871" y="98697"/>
                </a:cubicBezTo>
                <a:cubicBezTo>
                  <a:pt x="166926" y="110855"/>
                  <a:pt x="158674" y="122208"/>
                  <a:pt x="147101" y="132771"/>
                </a:cubicBezTo>
                <a:cubicBezTo>
                  <a:pt x="139728" y="139479"/>
                  <a:pt x="134739" y="145594"/>
                  <a:pt x="132142" y="151125"/>
                </a:cubicBezTo>
                <a:cubicBezTo>
                  <a:pt x="129545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33" y="217722"/>
                  <a:pt x="126107" y="219149"/>
                </a:cubicBezTo>
                <a:cubicBezTo>
                  <a:pt x="124680" y="220575"/>
                  <a:pt x="122881" y="221285"/>
                  <a:pt x="120701" y="221285"/>
                </a:cubicBezTo>
                <a:cubicBezTo>
                  <a:pt x="118521" y="221285"/>
                  <a:pt x="116721" y="220575"/>
                  <a:pt x="115295" y="219149"/>
                </a:cubicBezTo>
                <a:cubicBezTo>
                  <a:pt x="113868" y="217722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664" y="74052"/>
                  <a:pt x="63240" y="68273"/>
                </a:cubicBezTo>
                <a:cubicBezTo>
                  <a:pt x="62823" y="62486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31"/>
                  <a:pt x="78207" y="65508"/>
                </a:cubicBezTo>
                <a:cubicBezTo>
                  <a:pt x="78375" y="70284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06" y="117475"/>
                  <a:pt x="76568" y="112530"/>
                </a:cubicBezTo>
                <a:cubicBezTo>
                  <a:pt x="73130" y="107585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11"/>
                  <a:pt x="54593" y="93210"/>
                  <a:pt x="53130" y="94651"/>
                </a:cubicBezTo>
                <a:cubicBezTo>
                  <a:pt x="51675" y="96092"/>
                  <a:pt x="49875" y="96809"/>
                  <a:pt x="47724" y="96809"/>
                </a:cubicBezTo>
                <a:cubicBezTo>
                  <a:pt x="45581" y="96809"/>
                  <a:pt x="43796" y="96092"/>
                  <a:pt x="42370" y="94651"/>
                </a:cubicBezTo>
                <a:cubicBezTo>
                  <a:pt x="40943" y="93210"/>
                  <a:pt x="40234" y="91411"/>
                  <a:pt x="40234" y="89267"/>
                </a:cubicBezTo>
                <a:lnTo>
                  <a:pt x="40234" y="47776"/>
                </a:lnTo>
                <a:cubicBezTo>
                  <a:pt x="40234" y="45632"/>
                  <a:pt x="40958" y="43840"/>
                  <a:pt x="42399" y="42399"/>
                </a:cubicBezTo>
                <a:cubicBezTo>
                  <a:pt x="43855" y="40958"/>
                  <a:pt x="45647" y="40234"/>
                  <a:pt x="47776" y="40234"/>
                </a:cubicBezTo>
                <a:lnTo>
                  <a:pt x="89267" y="40234"/>
                </a:lnTo>
                <a:cubicBezTo>
                  <a:pt x="91411" y="40234"/>
                  <a:pt x="93210" y="40965"/>
                  <a:pt x="94651" y="42421"/>
                </a:cubicBezTo>
                <a:cubicBezTo>
                  <a:pt x="96092" y="43877"/>
                  <a:pt x="96809" y="45683"/>
                  <a:pt x="96809" y="47827"/>
                </a:cubicBezTo>
                <a:cubicBezTo>
                  <a:pt x="96809" y="49970"/>
                  <a:pt x="96092" y="51762"/>
                  <a:pt x="94651" y="53182"/>
                </a:cubicBezTo>
                <a:cubicBezTo>
                  <a:pt x="93210" y="54608"/>
                  <a:pt x="91411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70"/>
                  <a:pt x="127489" y="118265"/>
                </a:cubicBezTo>
                <a:cubicBezTo>
                  <a:pt x="128331" y="120159"/>
                  <a:pt x="128748" y="122142"/>
                  <a:pt x="128748" y="124219"/>
                </a:cubicBezTo>
                <a:lnTo>
                  <a:pt x="128748" y="193626"/>
                </a:lnTo>
                <a:cubicBezTo>
                  <a:pt x="128748" y="195769"/>
                  <a:pt x="128016" y="197562"/>
                  <a:pt x="126560" y="199003"/>
                </a:cubicBezTo>
                <a:cubicBezTo>
                  <a:pt x="125105" y="200444"/>
                  <a:pt x="123298" y="201168"/>
                  <a:pt x="121154" y="201168"/>
                </a:cubicBezTo>
                <a:cubicBezTo>
                  <a:pt x="119011" y="201168"/>
                  <a:pt x="117219" y="200444"/>
                  <a:pt x="115800" y="199003"/>
                </a:cubicBezTo>
                <a:cubicBezTo>
                  <a:pt x="114373" y="197562"/>
                  <a:pt x="113664" y="195769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80" y="105866"/>
                  <a:pt x="144131" y="106619"/>
                  <a:pt x="142098" y="106619"/>
                </a:cubicBezTo>
                <a:cubicBezTo>
                  <a:pt x="140071" y="106619"/>
                  <a:pt x="138301" y="105866"/>
                  <a:pt x="136794" y="104359"/>
                </a:cubicBezTo>
                <a:cubicBezTo>
                  <a:pt x="135287" y="102844"/>
                  <a:pt x="134534" y="101067"/>
                  <a:pt x="134534" y="99026"/>
                </a:cubicBezTo>
                <a:cubicBezTo>
                  <a:pt x="134534" y="96978"/>
                  <a:pt x="135287" y="95237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91" y="55325"/>
                  <a:pt x="148191" y="54593"/>
                  <a:pt x="146750" y="53130"/>
                </a:cubicBezTo>
                <a:cubicBezTo>
                  <a:pt x="145309" y="51675"/>
                  <a:pt x="144592" y="49875"/>
                  <a:pt x="144592" y="47724"/>
                </a:cubicBezTo>
                <a:cubicBezTo>
                  <a:pt x="144592" y="45581"/>
                  <a:pt x="145309" y="43796"/>
                  <a:pt x="146750" y="42370"/>
                </a:cubicBezTo>
                <a:cubicBezTo>
                  <a:pt x="148191" y="40943"/>
                  <a:pt x="149991" y="40234"/>
                  <a:pt x="152134" y="40234"/>
                </a:cubicBezTo>
                <a:lnTo>
                  <a:pt x="193626" y="40234"/>
                </a:lnTo>
                <a:cubicBezTo>
                  <a:pt x="195769" y="40234"/>
                  <a:pt x="197562" y="40958"/>
                  <a:pt x="199003" y="42399"/>
                </a:cubicBezTo>
                <a:cubicBezTo>
                  <a:pt x="200444" y="43840"/>
                  <a:pt x="201168" y="45632"/>
                  <a:pt x="201168" y="47776"/>
                </a:cubicBezTo>
                <a:lnTo>
                  <a:pt x="201168" y="89267"/>
                </a:lnTo>
                <a:cubicBezTo>
                  <a:pt x="201168" y="91411"/>
                  <a:pt x="200436" y="93210"/>
                  <a:pt x="198981" y="94651"/>
                </a:cubicBezTo>
                <a:cubicBezTo>
                  <a:pt x="197525" y="96092"/>
                  <a:pt x="195718" y="96809"/>
                  <a:pt x="193575" y="96809"/>
                </a:cubicBezTo>
                <a:cubicBezTo>
                  <a:pt x="191431" y="96809"/>
                  <a:pt x="189639" y="96092"/>
                  <a:pt x="188220" y="94651"/>
                </a:cubicBezTo>
                <a:cubicBezTo>
                  <a:pt x="186794" y="93210"/>
                  <a:pt x="186084" y="91411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70" y="187840"/>
                  <a:pt x="38551" y="182309"/>
                </a:cubicBezTo>
                <a:cubicBezTo>
                  <a:pt x="44133" y="176779"/>
                  <a:pt x="50906" y="174014"/>
                  <a:pt x="58865" y="174014"/>
                </a:cubicBezTo>
                <a:cubicBezTo>
                  <a:pt x="61214" y="174014"/>
                  <a:pt x="63269" y="174219"/>
                  <a:pt x="65025" y="174636"/>
                </a:cubicBezTo>
                <a:cubicBezTo>
                  <a:pt x="66788" y="175060"/>
                  <a:pt x="68580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15"/>
                  <a:pt x="84491" y="136670"/>
                </a:cubicBezTo>
                <a:cubicBezTo>
                  <a:pt x="82815" y="131725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6978" y="118353"/>
                  <a:pt x="42874" y="120701"/>
                </a:cubicBezTo>
                <a:cubicBezTo>
                  <a:pt x="38763" y="123049"/>
                  <a:pt x="34030" y="124219"/>
                  <a:pt x="28668" y="124219"/>
                </a:cubicBezTo>
                <a:cubicBezTo>
                  <a:pt x="20702" y="124219"/>
                  <a:pt x="13928" y="121432"/>
                  <a:pt x="8347" y="115851"/>
                </a:cubicBezTo>
                <a:cubicBezTo>
                  <a:pt x="2765" y="110262"/>
                  <a:pt x="-15" y="103503"/>
                  <a:pt x="0" y="95558"/>
                </a:cubicBezTo>
                <a:cubicBezTo>
                  <a:pt x="0" y="87592"/>
                  <a:pt x="2794" y="80818"/>
                  <a:pt x="8376" y="75237"/>
                </a:cubicBezTo>
                <a:cubicBezTo>
                  <a:pt x="13957" y="69655"/>
                  <a:pt x="20724" y="66868"/>
                  <a:pt x="28668" y="66890"/>
                </a:cubicBezTo>
                <a:cubicBezTo>
                  <a:pt x="36627" y="66890"/>
                  <a:pt x="43401" y="69677"/>
                  <a:pt x="48983" y="75259"/>
                </a:cubicBezTo>
                <a:cubicBezTo>
                  <a:pt x="54564" y="80848"/>
                  <a:pt x="57351" y="87607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673" y="97651"/>
                  <a:pt x="98953" y="94798"/>
                </a:cubicBezTo>
                <a:cubicBezTo>
                  <a:pt x="103225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462" y="50877"/>
                  <a:pt x="97694" y="45515"/>
                </a:cubicBezTo>
                <a:cubicBezTo>
                  <a:pt x="93920" y="40153"/>
                  <a:pt x="92033" y="34535"/>
                  <a:pt x="92033" y="28668"/>
                </a:cubicBezTo>
                <a:cubicBezTo>
                  <a:pt x="92033" y="20702"/>
                  <a:pt x="94798" y="13928"/>
                  <a:pt x="100335" y="8347"/>
                </a:cubicBezTo>
                <a:cubicBezTo>
                  <a:pt x="105866" y="2765"/>
                  <a:pt x="112654" y="-15"/>
                  <a:pt x="120701" y="0"/>
                </a:cubicBezTo>
                <a:cubicBezTo>
                  <a:pt x="128748" y="0"/>
                  <a:pt x="135536" y="2794"/>
                  <a:pt x="141066" y="8376"/>
                </a:cubicBezTo>
                <a:cubicBezTo>
                  <a:pt x="146604" y="13957"/>
                  <a:pt x="149369" y="20717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592"/>
                  <a:pt x="186859" y="80818"/>
                  <a:pt x="192441" y="75237"/>
                </a:cubicBezTo>
                <a:cubicBezTo>
                  <a:pt x="198022" y="69655"/>
                  <a:pt x="204789" y="66868"/>
                  <a:pt x="212733" y="66890"/>
                </a:cubicBezTo>
                <a:cubicBezTo>
                  <a:pt x="220700" y="66890"/>
                  <a:pt x="227473" y="69655"/>
                  <a:pt x="233055" y="75186"/>
                </a:cubicBezTo>
                <a:cubicBezTo>
                  <a:pt x="238636" y="80716"/>
                  <a:pt x="241416" y="87512"/>
                  <a:pt x="241402" y="95558"/>
                </a:cubicBezTo>
                <a:cubicBezTo>
                  <a:pt x="241402" y="103605"/>
                  <a:pt x="238607" y="110394"/>
                  <a:pt x="233026" y="115924"/>
                </a:cubicBezTo>
                <a:cubicBezTo>
                  <a:pt x="227444" y="121454"/>
                  <a:pt x="220685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30" y="131725"/>
                  <a:pt x="157035" y="136670"/>
                </a:cubicBezTo>
                <a:cubicBezTo>
                  <a:pt x="155441" y="141615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36" y="175060"/>
                  <a:pt x="176399" y="174636"/>
                </a:cubicBezTo>
                <a:cubicBezTo>
                  <a:pt x="178162" y="174219"/>
                  <a:pt x="180181" y="174014"/>
                  <a:pt x="182463" y="174014"/>
                </a:cubicBezTo>
                <a:cubicBezTo>
                  <a:pt x="190576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49"/>
                  <a:pt x="162193" y="222967"/>
                </a:cubicBezTo>
                <a:cubicBezTo>
                  <a:pt x="156662" y="217386"/>
                  <a:pt x="153897" y="210627"/>
                  <a:pt x="153897" y="202675"/>
                </a:cubicBezTo>
                <a:cubicBezTo>
                  <a:pt x="153897" y="199325"/>
                  <a:pt x="154358" y="196303"/>
                  <a:pt x="155280" y="193626"/>
                </a:cubicBezTo>
                <a:cubicBezTo>
                  <a:pt x="156201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20" y="162024"/>
                  <a:pt x="126670" y="163451"/>
                  <a:pt x="120547" y="163451"/>
                </a:cubicBezTo>
                <a:cubicBezTo>
                  <a:pt x="114446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00" y="191153"/>
                  <a:pt x="86122" y="193750"/>
                </a:cubicBezTo>
                <a:cubicBezTo>
                  <a:pt x="87044" y="196347"/>
                  <a:pt x="87512" y="199325"/>
                  <a:pt x="87512" y="202675"/>
                </a:cubicBezTo>
                <a:cubicBezTo>
                  <a:pt x="87512" y="210641"/>
                  <a:pt x="84739" y="217415"/>
                  <a:pt x="79209" y="222997"/>
                </a:cubicBezTo>
                <a:cubicBezTo>
                  <a:pt x="73679" y="228578"/>
                  <a:pt x="66890" y="231358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49" y="107833"/>
                  <a:pt x="38346" y="105236"/>
                </a:cubicBezTo>
                <a:cubicBezTo>
                  <a:pt x="40943" y="102640"/>
                  <a:pt x="42245" y="99414"/>
                  <a:pt x="42245" y="95558"/>
                </a:cubicBezTo>
                <a:cubicBezTo>
                  <a:pt x="42245" y="91696"/>
                  <a:pt x="40943" y="88470"/>
                  <a:pt x="38346" y="85873"/>
                </a:cubicBezTo>
                <a:cubicBezTo>
                  <a:pt x="35749" y="83276"/>
                  <a:pt x="32523" y="81974"/>
                  <a:pt x="28668" y="81974"/>
                </a:cubicBezTo>
                <a:cubicBezTo>
                  <a:pt x="24813" y="81974"/>
                  <a:pt x="21587" y="83276"/>
                  <a:pt x="18983" y="85873"/>
                </a:cubicBezTo>
                <a:cubicBezTo>
                  <a:pt x="16386" y="88492"/>
                  <a:pt x="15091" y="91718"/>
                  <a:pt x="15091" y="95558"/>
                </a:cubicBezTo>
                <a:cubicBezTo>
                  <a:pt x="15091" y="99414"/>
                  <a:pt x="16386" y="102640"/>
                  <a:pt x="18983" y="105236"/>
                </a:cubicBezTo>
                <a:cubicBezTo>
                  <a:pt x="21587" y="107833"/>
                  <a:pt x="24813" y="109135"/>
                  <a:pt x="28668" y="109135"/>
                </a:cubicBezTo>
                <a:close/>
                <a:moveTo>
                  <a:pt x="68521" y="212360"/>
                </a:moveTo>
                <a:cubicBezTo>
                  <a:pt x="71118" y="209756"/>
                  <a:pt x="72420" y="206530"/>
                  <a:pt x="72420" y="202675"/>
                </a:cubicBezTo>
                <a:cubicBezTo>
                  <a:pt x="72420" y="198820"/>
                  <a:pt x="71118" y="195594"/>
                  <a:pt x="68521" y="192997"/>
                </a:cubicBezTo>
                <a:cubicBezTo>
                  <a:pt x="65925" y="190400"/>
                  <a:pt x="62699" y="189098"/>
                  <a:pt x="58843" y="189098"/>
                </a:cubicBezTo>
                <a:cubicBezTo>
                  <a:pt x="54988" y="189098"/>
                  <a:pt x="51762" y="190400"/>
                  <a:pt x="49158" y="192997"/>
                </a:cubicBezTo>
                <a:cubicBezTo>
                  <a:pt x="46561" y="195594"/>
                  <a:pt x="45266" y="198820"/>
                  <a:pt x="45266" y="202675"/>
                </a:cubicBezTo>
                <a:cubicBezTo>
                  <a:pt x="45266" y="206530"/>
                  <a:pt x="46561" y="209756"/>
                  <a:pt x="49158" y="212360"/>
                </a:cubicBezTo>
                <a:cubicBezTo>
                  <a:pt x="51762" y="214957"/>
                  <a:pt x="54988" y="216259"/>
                  <a:pt x="58843" y="216259"/>
                </a:cubicBezTo>
                <a:cubicBezTo>
                  <a:pt x="62699" y="216259"/>
                  <a:pt x="65925" y="214957"/>
                  <a:pt x="68521" y="212360"/>
                </a:cubicBezTo>
                <a:close/>
                <a:moveTo>
                  <a:pt x="130379" y="38346"/>
                </a:moveTo>
                <a:cubicBezTo>
                  <a:pt x="132983" y="35749"/>
                  <a:pt x="134278" y="32523"/>
                  <a:pt x="134278" y="28668"/>
                </a:cubicBezTo>
                <a:cubicBezTo>
                  <a:pt x="134278" y="24813"/>
                  <a:pt x="132983" y="21587"/>
                  <a:pt x="130379" y="18983"/>
                </a:cubicBezTo>
                <a:cubicBezTo>
                  <a:pt x="127782" y="16386"/>
                  <a:pt x="124556" y="15091"/>
                  <a:pt x="120701" y="15091"/>
                </a:cubicBezTo>
                <a:cubicBezTo>
                  <a:pt x="116846" y="15091"/>
                  <a:pt x="113620" y="16386"/>
                  <a:pt x="111023" y="18983"/>
                </a:cubicBezTo>
                <a:cubicBezTo>
                  <a:pt x="108419" y="21587"/>
                  <a:pt x="107124" y="24813"/>
                  <a:pt x="107124" y="28668"/>
                </a:cubicBezTo>
                <a:cubicBezTo>
                  <a:pt x="107124" y="32523"/>
                  <a:pt x="108419" y="35749"/>
                  <a:pt x="111023" y="38346"/>
                </a:cubicBezTo>
                <a:cubicBezTo>
                  <a:pt x="113620" y="40943"/>
                  <a:pt x="116846" y="42245"/>
                  <a:pt x="120701" y="42245"/>
                </a:cubicBezTo>
                <a:cubicBezTo>
                  <a:pt x="124556" y="42245"/>
                  <a:pt x="127782" y="40943"/>
                  <a:pt x="130379" y="38346"/>
                </a:cubicBezTo>
                <a:close/>
                <a:moveTo>
                  <a:pt x="120825" y="148360"/>
                </a:moveTo>
                <a:cubicBezTo>
                  <a:pt x="127116" y="148360"/>
                  <a:pt x="132434" y="146143"/>
                  <a:pt x="136794" y="141695"/>
                </a:cubicBezTo>
                <a:cubicBezTo>
                  <a:pt x="141154" y="137255"/>
                  <a:pt x="143334" y="131893"/>
                  <a:pt x="143334" y="125602"/>
                </a:cubicBezTo>
                <a:cubicBezTo>
                  <a:pt x="143334" y="119318"/>
                  <a:pt x="141147" y="113993"/>
                  <a:pt x="136772" y="109640"/>
                </a:cubicBezTo>
                <a:cubicBezTo>
                  <a:pt x="132390" y="105280"/>
                  <a:pt x="127036" y="103100"/>
                  <a:pt x="120701" y="103100"/>
                </a:cubicBezTo>
                <a:cubicBezTo>
                  <a:pt x="114498" y="103100"/>
                  <a:pt x="109172" y="105288"/>
                  <a:pt x="104732" y="109662"/>
                </a:cubicBezTo>
                <a:cubicBezTo>
                  <a:pt x="100291" y="114037"/>
                  <a:pt x="98068" y="119391"/>
                  <a:pt x="98068" y="125734"/>
                </a:cubicBezTo>
                <a:cubicBezTo>
                  <a:pt x="98068" y="131930"/>
                  <a:pt x="100291" y="137255"/>
                  <a:pt x="104732" y="141695"/>
                </a:cubicBezTo>
                <a:cubicBezTo>
                  <a:pt x="109172" y="146143"/>
                  <a:pt x="114541" y="148360"/>
                  <a:pt x="120825" y="148360"/>
                </a:cubicBezTo>
                <a:close/>
                <a:moveTo>
                  <a:pt x="192243" y="212360"/>
                </a:moveTo>
                <a:cubicBezTo>
                  <a:pt x="194840" y="209756"/>
                  <a:pt x="196142" y="206530"/>
                  <a:pt x="196142" y="202675"/>
                </a:cubicBezTo>
                <a:cubicBezTo>
                  <a:pt x="196142" y="198820"/>
                  <a:pt x="194840" y="195594"/>
                  <a:pt x="192243" y="192997"/>
                </a:cubicBezTo>
                <a:cubicBezTo>
                  <a:pt x="189639" y="190400"/>
                  <a:pt x="186413" y="189098"/>
                  <a:pt x="182558" y="189098"/>
                </a:cubicBezTo>
                <a:cubicBezTo>
                  <a:pt x="178703" y="189098"/>
                  <a:pt x="175477" y="190400"/>
                  <a:pt x="172880" y="192997"/>
                </a:cubicBezTo>
                <a:cubicBezTo>
                  <a:pt x="170283" y="195594"/>
                  <a:pt x="168981" y="198820"/>
                  <a:pt x="168981" y="202675"/>
                </a:cubicBezTo>
                <a:cubicBezTo>
                  <a:pt x="168981" y="206530"/>
                  <a:pt x="170283" y="209756"/>
                  <a:pt x="172880" y="212360"/>
                </a:cubicBezTo>
                <a:cubicBezTo>
                  <a:pt x="175477" y="214957"/>
                  <a:pt x="178703" y="216259"/>
                  <a:pt x="182558" y="216259"/>
                </a:cubicBezTo>
                <a:cubicBezTo>
                  <a:pt x="186413" y="216259"/>
                  <a:pt x="189639" y="214957"/>
                  <a:pt x="192243" y="212360"/>
                </a:cubicBezTo>
                <a:close/>
                <a:moveTo>
                  <a:pt x="222419" y="105236"/>
                </a:moveTo>
                <a:cubicBezTo>
                  <a:pt x="225016" y="102640"/>
                  <a:pt x="226318" y="99414"/>
                  <a:pt x="226318" y="95558"/>
                </a:cubicBezTo>
                <a:cubicBezTo>
                  <a:pt x="226318" y="91696"/>
                  <a:pt x="225016" y="88470"/>
                  <a:pt x="222419" y="85873"/>
                </a:cubicBezTo>
                <a:cubicBezTo>
                  <a:pt x="219814" y="83276"/>
                  <a:pt x="216588" y="81974"/>
                  <a:pt x="212733" y="81974"/>
                </a:cubicBezTo>
                <a:cubicBezTo>
                  <a:pt x="208878" y="81974"/>
                  <a:pt x="205652" y="83276"/>
                  <a:pt x="203055" y="85873"/>
                </a:cubicBezTo>
                <a:cubicBezTo>
                  <a:pt x="200458" y="88470"/>
                  <a:pt x="199156" y="91696"/>
                  <a:pt x="199156" y="95558"/>
                </a:cubicBezTo>
                <a:cubicBezTo>
                  <a:pt x="199156" y="99414"/>
                  <a:pt x="200458" y="102640"/>
                  <a:pt x="203055" y="105236"/>
                </a:cubicBezTo>
                <a:cubicBezTo>
                  <a:pt x="205652" y="107833"/>
                  <a:pt x="208878" y="109135"/>
                  <a:pt x="212733" y="109135"/>
                </a:cubicBezTo>
                <a:cubicBezTo>
                  <a:pt x="216588" y="109135"/>
                  <a:pt x="219814" y="107833"/>
                  <a:pt x="222419" y="105236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63" y="170993"/>
                  <a:pt x="47607" y="169515"/>
                  <a:pt x="44659" y="166567"/>
                </a:cubicBezTo>
                <a:cubicBezTo>
                  <a:pt x="41711" y="163597"/>
                  <a:pt x="40234" y="160049"/>
                  <a:pt x="40234" y="155909"/>
                </a:cubicBezTo>
                <a:lnTo>
                  <a:pt x="40234" y="55325"/>
                </a:lnTo>
                <a:cubicBezTo>
                  <a:pt x="40234" y="51163"/>
                  <a:pt x="41711" y="47607"/>
                  <a:pt x="44659" y="44659"/>
                </a:cubicBezTo>
                <a:cubicBezTo>
                  <a:pt x="47629" y="41711"/>
                  <a:pt x="51177" y="40234"/>
                  <a:pt x="55325" y="40234"/>
                </a:cubicBezTo>
                <a:lnTo>
                  <a:pt x="216259" y="40234"/>
                </a:lnTo>
                <a:cubicBezTo>
                  <a:pt x="220414" y="40234"/>
                  <a:pt x="223969" y="41711"/>
                  <a:pt x="226918" y="44659"/>
                </a:cubicBezTo>
                <a:cubicBezTo>
                  <a:pt x="229866" y="47607"/>
                  <a:pt x="231343" y="51163"/>
                  <a:pt x="231343" y="55325"/>
                </a:cubicBezTo>
                <a:lnTo>
                  <a:pt x="231343" y="155909"/>
                </a:lnTo>
                <a:cubicBezTo>
                  <a:pt x="231343" y="160064"/>
                  <a:pt x="229866" y="163619"/>
                  <a:pt x="226918" y="166567"/>
                </a:cubicBezTo>
                <a:cubicBezTo>
                  <a:pt x="223969" y="169515"/>
                  <a:pt x="22041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87" y="201168"/>
                  <a:pt x="17432" y="199690"/>
                  <a:pt x="14484" y="196742"/>
                </a:cubicBezTo>
                <a:cubicBezTo>
                  <a:pt x="11536" y="193772"/>
                  <a:pt x="10058" y="190224"/>
                  <a:pt x="10058" y="186084"/>
                </a:cubicBezTo>
                <a:lnTo>
                  <a:pt x="10058" y="77951"/>
                </a:lnTo>
                <a:cubicBezTo>
                  <a:pt x="10058" y="75807"/>
                  <a:pt x="10790" y="74015"/>
                  <a:pt x="12246" y="72574"/>
                </a:cubicBezTo>
                <a:cubicBezTo>
                  <a:pt x="13701" y="71133"/>
                  <a:pt x="15508" y="70409"/>
                  <a:pt x="17652" y="70409"/>
                </a:cubicBezTo>
                <a:cubicBezTo>
                  <a:pt x="19795" y="70409"/>
                  <a:pt x="21587" y="71133"/>
                  <a:pt x="23006" y="72574"/>
                </a:cubicBezTo>
                <a:cubicBezTo>
                  <a:pt x="24433" y="74015"/>
                  <a:pt x="25150" y="75807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769" y="186084"/>
                  <a:pt x="197562" y="186808"/>
                  <a:pt x="199003" y="188271"/>
                </a:cubicBezTo>
                <a:cubicBezTo>
                  <a:pt x="200444" y="189727"/>
                  <a:pt x="201168" y="191527"/>
                  <a:pt x="201168" y="193677"/>
                </a:cubicBezTo>
                <a:cubicBezTo>
                  <a:pt x="201168" y="195821"/>
                  <a:pt x="200444" y="197605"/>
                  <a:pt x="199003" y="199032"/>
                </a:cubicBezTo>
                <a:cubicBezTo>
                  <a:pt x="197562" y="200458"/>
                  <a:pt x="195769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6970" y="210517"/>
                  <a:pt x="115544" y="209090"/>
                </a:cubicBezTo>
                <a:cubicBezTo>
                  <a:pt x="114124" y="207664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468" y="154058"/>
                  <a:pt x="89392" y="154899"/>
                </a:cubicBezTo>
                <a:cubicBezTo>
                  <a:pt x="91323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18" y="140313"/>
                  <a:pt x="143210" y="136289"/>
                </a:cubicBezTo>
                <a:cubicBezTo>
                  <a:pt x="138594" y="132266"/>
                  <a:pt x="129918" y="128162"/>
                  <a:pt x="117182" y="123971"/>
                </a:cubicBezTo>
                <a:cubicBezTo>
                  <a:pt x="105112" y="120116"/>
                  <a:pt x="96100" y="115002"/>
                  <a:pt x="90145" y="108631"/>
                </a:cubicBezTo>
                <a:cubicBezTo>
                  <a:pt x="84198" y="102259"/>
                  <a:pt x="81221" y="94300"/>
                  <a:pt x="81221" y="84739"/>
                </a:cubicBezTo>
                <a:cubicBezTo>
                  <a:pt x="81221" y="75522"/>
                  <a:pt x="84198" y="67812"/>
                  <a:pt x="90145" y="61609"/>
                </a:cubicBezTo>
                <a:cubicBezTo>
                  <a:pt x="96100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24" y="33738"/>
                  <a:pt x="115544" y="32311"/>
                </a:cubicBezTo>
                <a:cubicBezTo>
                  <a:pt x="116970" y="30885"/>
                  <a:pt x="118770" y="30175"/>
                  <a:pt x="120950" y="30175"/>
                </a:cubicBezTo>
                <a:cubicBezTo>
                  <a:pt x="123129" y="30175"/>
                  <a:pt x="124936" y="30885"/>
                  <a:pt x="126355" y="32311"/>
                </a:cubicBezTo>
                <a:cubicBezTo>
                  <a:pt x="127782" y="33738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40" y="53730"/>
                  <a:pt x="144717" y="56576"/>
                </a:cubicBezTo>
                <a:cubicBezTo>
                  <a:pt x="149493" y="59429"/>
                  <a:pt x="153473" y="63116"/>
                  <a:pt x="156662" y="67644"/>
                </a:cubicBezTo>
                <a:cubicBezTo>
                  <a:pt x="157833" y="69319"/>
                  <a:pt x="158081" y="71118"/>
                  <a:pt x="157416" y="73050"/>
                </a:cubicBezTo>
                <a:cubicBezTo>
                  <a:pt x="156743" y="74973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36" y="68441"/>
                  <a:pt x="133905" y="67015"/>
                </a:cubicBezTo>
                <a:cubicBezTo>
                  <a:pt x="130467" y="65588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19"/>
                  <a:pt x="103854" y="99955"/>
                </a:cubicBezTo>
                <a:cubicBezTo>
                  <a:pt x="108879" y="103898"/>
                  <a:pt x="118184" y="107958"/>
                  <a:pt x="131769" y="112149"/>
                </a:cubicBezTo>
                <a:cubicBezTo>
                  <a:pt x="143166" y="115675"/>
                  <a:pt x="151586" y="120745"/>
                  <a:pt x="157035" y="127365"/>
                </a:cubicBezTo>
                <a:cubicBezTo>
                  <a:pt x="162485" y="133985"/>
                  <a:pt x="165206" y="142325"/>
                  <a:pt x="165206" y="152383"/>
                </a:cubicBezTo>
                <a:cubicBezTo>
                  <a:pt x="165206" y="162946"/>
                  <a:pt x="162105" y="171454"/>
                  <a:pt x="155909" y="177906"/>
                </a:cubicBezTo>
                <a:cubicBezTo>
                  <a:pt x="149706" y="184365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782" y="207664"/>
                  <a:pt x="126355" y="209090"/>
                </a:cubicBezTo>
                <a:cubicBezTo>
                  <a:pt x="124936" y="210517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02" y="210056"/>
                  <a:pt x="47900" y="207708"/>
                </a:cubicBezTo>
                <a:cubicBezTo>
                  <a:pt x="44798" y="205374"/>
                  <a:pt x="42750" y="202529"/>
                  <a:pt x="41741" y="199156"/>
                </a:cubicBezTo>
                <a:cubicBezTo>
                  <a:pt x="37549" y="184738"/>
                  <a:pt x="34074" y="172295"/>
                  <a:pt x="31309" y="161812"/>
                </a:cubicBezTo>
                <a:cubicBezTo>
                  <a:pt x="28544" y="151337"/>
                  <a:pt x="26327" y="142142"/>
                  <a:pt x="24667" y="134227"/>
                </a:cubicBezTo>
                <a:cubicBezTo>
                  <a:pt x="23028" y="126319"/>
                  <a:pt x="21858" y="119296"/>
                  <a:pt x="21170" y="113159"/>
                </a:cubicBezTo>
                <a:cubicBezTo>
                  <a:pt x="20468" y="107036"/>
                  <a:pt x="20117" y="101169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5997" y="29334"/>
                  <a:pt x="142954" y="25647"/>
                </a:cubicBezTo>
                <a:cubicBezTo>
                  <a:pt x="149910" y="21960"/>
                  <a:pt x="157584" y="20117"/>
                  <a:pt x="165967" y="20117"/>
                </a:cubicBezTo>
                <a:cubicBezTo>
                  <a:pt x="170152" y="20117"/>
                  <a:pt x="173714" y="21587"/>
                  <a:pt x="176647" y="24521"/>
                </a:cubicBezTo>
                <a:cubicBezTo>
                  <a:pt x="179581" y="27454"/>
                  <a:pt x="181051" y="31016"/>
                  <a:pt x="181051" y="35208"/>
                </a:cubicBezTo>
                <a:cubicBezTo>
                  <a:pt x="181051" y="36210"/>
                  <a:pt x="180927" y="37220"/>
                  <a:pt x="180671" y="38222"/>
                </a:cubicBezTo>
                <a:cubicBezTo>
                  <a:pt x="180422" y="39231"/>
                  <a:pt x="180129" y="40153"/>
                  <a:pt x="179793" y="40987"/>
                </a:cubicBezTo>
                <a:cubicBezTo>
                  <a:pt x="179120" y="42830"/>
                  <a:pt x="178498" y="44674"/>
                  <a:pt x="177906" y="46517"/>
                </a:cubicBezTo>
                <a:cubicBezTo>
                  <a:pt x="177320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886" y="75442"/>
                  <a:pt x="217678" y="76159"/>
                  <a:pt x="219120" y="77600"/>
                </a:cubicBezTo>
                <a:cubicBezTo>
                  <a:pt x="220561" y="79041"/>
                  <a:pt x="221285" y="80833"/>
                  <a:pt x="221285" y="82984"/>
                </a:cubicBezTo>
                <a:lnTo>
                  <a:pt x="221285" y="140064"/>
                </a:lnTo>
                <a:cubicBezTo>
                  <a:pt x="221285" y="141776"/>
                  <a:pt x="220824" y="143290"/>
                  <a:pt x="219902" y="144614"/>
                </a:cubicBezTo>
                <a:cubicBezTo>
                  <a:pt x="218981" y="145938"/>
                  <a:pt x="217678" y="146853"/>
                  <a:pt x="216003" y="147357"/>
                </a:cubicBezTo>
                <a:lnTo>
                  <a:pt x="192895" y="154973"/>
                </a:lnTo>
                <a:lnTo>
                  <a:pt x="179288" y="200415"/>
                </a:lnTo>
                <a:cubicBezTo>
                  <a:pt x="178286" y="203699"/>
                  <a:pt x="176457" y="206325"/>
                  <a:pt x="173809" y="208286"/>
                </a:cubicBezTo>
                <a:cubicBezTo>
                  <a:pt x="171146" y="210246"/>
                  <a:pt x="168111" y="211226"/>
                  <a:pt x="164709" y="211226"/>
                </a:cubicBezTo>
                <a:lnTo>
                  <a:pt x="135792" y="211226"/>
                </a:lnTo>
                <a:cubicBezTo>
                  <a:pt x="131630" y="211226"/>
                  <a:pt x="128075" y="209749"/>
                  <a:pt x="125126" y="206801"/>
                </a:cubicBezTo>
                <a:cubicBezTo>
                  <a:pt x="122178" y="203831"/>
                  <a:pt x="120701" y="200283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297"/>
                  <a:pt x="99106" y="203853"/>
                  <a:pt x="96158" y="206801"/>
                </a:cubicBezTo>
                <a:cubicBezTo>
                  <a:pt x="93210" y="209749"/>
                  <a:pt x="89655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564" y="52011"/>
                  <a:pt x="162317" y="47900"/>
                </a:cubicBezTo>
                <a:cubicBezTo>
                  <a:pt x="163070" y="43796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23" y="55325"/>
                  <a:pt x="54842" y="59253"/>
                  <a:pt x="47000" y="67117"/>
                </a:cubicBezTo>
                <a:cubicBezTo>
                  <a:pt x="39136" y="74959"/>
                  <a:pt x="35208" y="84439"/>
                  <a:pt x="35208" y="95558"/>
                </a:cubicBezTo>
                <a:cubicBezTo>
                  <a:pt x="35208" y="102596"/>
                  <a:pt x="37051" y="114878"/>
                  <a:pt x="40738" y="132390"/>
                </a:cubicBezTo>
                <a:cubicBezTo>
                  <a:pt x="44425" y="149910"/>
                  <a:pt x="49707" y="171161"/>
                  <a:pt x="56576" y="196142"/>
                </a:cubicBezTo>
                <a:close/>
                <a:moveTo>
                  <a:pt x="168103" y="107753"/>
                </a:moveTo>
                <a:cubicBezTo>
                  <a:pt x="170027" y="105822"/>
                  <a:pt x="170993" y="103437"/>
                  <a:pt x="170993" y="100584"/>
                </a:cubicBezTo>
                <a:cubicBezTo>
                  <a:pt x="170993" y="97731"/>
                  <a:pt x="170027" y="95346"/>
                  <a:pt x="168103" y="93415"/>
                </a:cubicBezTo>
                <a:cubicBezTo>
                  <a:pt x="166172" y="91491"/>
                  <a:pt x="163787" y="90526"/>
                  <a:pt x="160934" y="90526"/>
                </a:cubicBezTo>
                <a:cubicBezTo>
                  <a:pt x="158081" y="90526"/>
                  <a:pt x="155697" y="91491"/>
                  <a:pt x="153766" y="93415"/>
                </a:cubicBezTo>
                <a:cubicBezTo>
                  <a:pt x="151842" y="95346"/>
                  <a:pt x="150876" y="97731"/>
                  <a:pt x="150876" y="100584"/>
                </a:cubicBezTo>
                <a:cubicBezTo>
                  <a:pt x="150876" y="103437"/>
                  <a:pt x="151842" y="105822"/>
                  <a:pt x="153766" y="107753"/>
                </a:cubicBezTo>
                <a:cubicBezTo>
                  <a:pt x="155697" y="109677"/>
                  <a:pt x="158081" y="110642"/>
                  <a:pt x="160934" y="110642"/>
                </a:cubicBezTo>
                <a:cubicBezTo>
                  <a:pt x="163787" y="110642"/>
                  <a:pt x="166172" y="109677"/>
                  <a:pt x="168103" y="107753"/>
                </a:cubicBezTo>
                <a:close/>
                <a:moveTo>
                  <a:pt x="123217" y="85500"/>
                </a:moveTo>
                <a:cubicBezTo>
                  <a:pt x="125361" y="85500"/>
                  <a:pt x="127153" y="84769"/>
                  <a:pt x="128594" y="83305"/>
                </a:cubicBezTo>
                <a:cubicBezTo>
                  <a:pt x="130035" y="81850"/>
                  <a:pt x="130759" y="80050"/>
                  <a:pt x="130759" y="77900"/>
                </a:cubicBezTo>
                <a:cubicBezTo>
                  <a:pt x="130759" y="75756"/>
                  <a:pt x="130035" y="73971"/>
                  <a:pt x="128594" y="72545"/>
                </a:cubicBezTo>
                <a:cubicBezTo>
                  <a:pt x="127153" y="71118"/>
                  <a:pt x="125361" y="70409"/>
                  <a:pt x="123217" y="70409"/>
                </a:cubicBezTo>
                <a:lnTo>
                  <a:pt x="88009" y="70409"/>
                </a:lnTo>
                <a:cubicBezTo>
                  <a:pt x="85866" y="70409"/>
                  <a:pt x="84074" y="71140"/>
                  <a:pt x="82632" y="72596"/>
                </a:cubicBezTo>
                <a:cubicBezTo>
                  <a:pt x="81191" y="74052"/>
                  <a:pt x="80467" y="75859"/>
                  <a:pt x="80467" y="78002"/>
                </a:cubicBezTo>
                <a:cubicBezTo>
                  <a:pt x="80467" y="80145"/>
                  <a:pt x="81191" y="81938"/>
                  <a:pt x="82632" y="83357"/>
                </a:cubicBezTo>
                <a:cubicBezTo>
                  <a:pt x="84074" y="84783"/>
                  <a:pt x="85866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729"/>
                </a:moveTo>
                <a:cubicBezTo>
                  <a:pt x="126568" y="189310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21" y="175228"/>
                  <a:pt x="151000" y="169610"/>
                </a:cubicBezTo>
                <a:cubicBezTo>
                  <a:pt x="156787" y="163992"/>
                  <a:pt x="159676" y="156831"/>
                  <a:pt x="159676" y="148111"/>
                </a:cubicBezTo>
                <a:cubicBezTo>
                  <a:pt x="159676" y="139391"/>
                  <a:pt x="157291" y="132434"/>
                  <a:pt x="152507" y="127241"/>
                </a:cubicBezTo>
                <a:cubicBezTo>
                  <a:pt x="147730" y="122039"/>
                  <a:pt x="139479" y="117519"/>
                  <a:pt x="127745" y="113664"/>
                </a:cubicBezTo>
                <a:cubicBezTo>
                  <a:pt x="117182" y="110138"/>
                  <a:pt x="109933" y="106663"/>
                  <a:pt x="105990" y="103225"/>
                </a:cubicBezTo>
                <a:cubicBezTo>
                  <a:pt x="102054" y="99787"/>
                  <a:pt x="100079" y="95302"/>
                  <a:pt x="100079" y="89772"/>
                </a:cubicBezTo>
                <a:cubicBezTo>
                  <a:pt x="100079" y="84571"/>
                  <a:pt x="101967" y="80511"/>
                  <a:pt x="105741" y="77578"/>
                </a:cubicBezTo>
                <a:cubicBezTo>
                  <a:pt x="109509" y="74644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27" y="82311"/>
                  <a:pt x="153012" y="80467"/>
                </a:cubicBezTo>
                <a:cubicBezTo>
                  <a:pt x="153597" y="78624"/>
                  <a:pt x="153305" y="76949"/>
                  <a:pt x="152134" y="75442"/>
                </a:cubicBezTo>
                <a:cubicBezTo>
                  <a:pt x="149281" y="71418"/>
                  <a:pt x="145807" y="68229"/>
                  <a:pt x="141695" y="65881"/>
                </a:cubicBezTo>
                <a:cubicBezTo>
                  <a:pt x="137592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475" y="49451"/>
                  <a:pt x="116048" y="50797"/>
                </a:cubicBezTo>
                <a:cubicBezTo>
                  <a:pt x="114622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16" y="65881"/>
                  <a:pt x="93671" y="70914"/>
                </a:cubicBezTo>
                <a:cubicBezTo>
                  <a:pt x="88726" y="75939"/>
                  <a:pt x="86254" y="82230"/>
                  <a:pt x="86254" y="89772"/>
                </a:cubicBezTo>
                <a:cubicBezTo>
                  <a:pt x="86254" y="97987"/>
                  <a:pt x="88390" y="104527"/>
                  <a:pt x="92662" y="109384"/>
                </a:cubicBezTo>
                <a:cubicBezTo>
                  <a:pt x="96941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294"/>
                  <a:pt x="139055" y="162068"/>
                </a:cubicBezTo>
                <a:cubicBezTo>
                  <a:pt x="134534" y="165836"/>
                  <a:pt x="128996" y="167723"/>
                  <a:pt x="122464" y="167723"/>
                </a:cubicBezTo>
                <a:cubicBezTo>
                  <a:pt x="116926" y="167723"/>
                  <a:pt x="111857" y="166384"/>
                  <a:pt x="107248" y="163700"/>
                </a:cubicBezTo>
                <a:cubicBezTo>
                  <a:pt x="102640" y="161015"/>
                  <a:pt x="99077" y="157248"/>
                  <a:pt x="96561" y="152383"/>
                </a:cubicBezTo>
                <a:cubicBezTo>
                  <a:pt x="95719" y="151044"/>
                  <a:pt x="94593" y="149998"/>
                  <a:pt x="93166" y="149245"/>
                </a:cubicBezTo>
                <a:cubicBezTo>
                  <a:pt x="91740" y="148484"/>
                  <a:pt x="90277" y="148360"/>
                  <a:pt x="88763" y="148864"/>
                </a:cubicBezTo>
                <a:cubicBezTo>
                  <a:pt x="86583" y="149706"/>
                  <a:pt x="85120" y="151000"/>
                  <a:pt x="84366" y="152763"/>
                </a:cubicBezTo>
                <a:cubicBezTo>
                  <a:pt x="83613" y="154519"/>
                  <a:pt x="83818" y="156326"/>
                  <a:pt x="84995" y="158169"/>
                </a:cubicBezTo>
                <a:cubicBezTo>
                  <a:pt x="88346" y="163700"/>
                  <a:pt x="92325" y="168184"/>
                  <a:pt x="96941" y="171622"/>
                </a:cubicBezTo>
                <a:cubicBezTo>
                  <a:pt x="101550" y="175060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24" y="189515"/>
                  <a:pt x="115544" y="190861"/>
                </a:cubicBezTo>
                <a:cubicBezTo>
                  <a:pt x="116970" y="192200"/>
                  <a:pt x="118609" y="192873"/>
                  <a:pt x="120452" y="192873"/>
                </a:cubicBezTo>
                <a:cubicBezTo>
                  <a:pt x="122296" y="192873"/>
                  <a:pt x="123883" y="192156"/>
                  <a:pt x="125229" y="19072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50"/>
                  <a:pt x="54037" y="99158"/>
                  <a:pt x="55500" y="97716"/>
                </a:cubicBezTo>
                <a:cubicBezTo>
                  <a:pt x="56956" y="96275"/>
                  <a:pt x="58756" y="95558"/>
                  <a:pt x="60906" y="95558"/>
                </a:cubicBezTo>
                <a:cubicBezTo>
                  <a:pt x="63050" y="95558"/>
                  <a:pt x="64835" y="96275"/>
                  <a:pt x="66261" y="97716"/>
                </a:cubicBezTo>
                <a:cubicBezTo>
                  <a:pt x="67688" y="99158"/>
                  <a:pt x="68397" y="100950"/>
                  <a:pt x="68397" y="103100"/>
                </a:cubicBezTo>
                <a:lnTo>
                  <a:pt x="68397" y="173253"/>
                </a:lnTo>
                <a:cubicBezTo>
                  <a:pt x="68397" y="175404"/>
                  <a:pt x="67666" y="177196"/>
                  <a:pt x="66210" y="178637"/>
                </a:cubicBezTo>
                <a:cubicBezTo>
                  <a:pt x="64754" y="180078"/>
                  <a:pt x="62947" y="180802"/>
                  <a:pt x="60804" y="180802"/>
                </a:cubicBezTo>
                <a:cubicBezTo>
                  <a:pt x="58661" y="180802"/>
                  <a:pt x="56868" y="180078"/>
                  <a:pt x="55449" y="178637"/>
                </a:cubicBezTo>
                <a:cubicBezTo>
                  <a:pt x="54023" y="177196"/>
                  <a:pt x="53313" y="175404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50"/>
                  <a:pt x="114893" y="99158"/>
                  <a:pt x="116348" y="97716"/>
                </a:cubicBezTo>
                <a:cubicBezTo>
                  <a:pt x="117811" y="96275"/>
                  <a:pt x="119611" y="95558"/>
                  <a:pt x="121754" y="95558"/>
                </a:cubicBezTo>
                <a:cubicBezTo>
                  <a:pt x="123905" y="95558"/>
                  <a:pt x="125690" y="96275"/>
                  <a:pt x="127116" y="97716"/>
                </a:cubicBezTo>
                <a:cubicBezTo>
                  <a:pt x="128535" y="99158"/>
                  <a:pt x="129252" y="100950"/>
                  <a:pt x="129252" y="103100"/>
                </a:cubicBezTo>
                <a:lnTo>
                  <a:pt x="129252" y="173253"/>
                </a:lnTo>
                <a:cubicBezTo>
                  <a:pt x="129252" y="175404"/>
                  <a:pt x="128521" y="177196"/>
                  <a:pt x="127065" y="178637"/>
                </a:cubicBezTo>
                <a:cubicBezTo>
                  <a:pt x="125602" y="180078"/>
                  <a:pt x="123802" y="180802"/>
                  <a:pt x="121659" y="180802"/>
                </a:cubicBezTo>
                <a:cubicBezTo>
                  <a:pt x="119508" y="180802"/>
                  <a:pt x="117724" y="180078"/>
                  <a:pt x="116297" y="178637"/>
                </a:cubicBezTo>
                <a:cubicBezTo>
                  <a:pt x="114878" y="177196"/>
                  <a:pt x="114161" y="175404"/>
                  <a:pt x="114161" y="173253"/>
                </a:cubicBezTo>
                <a:close/>
                <a:moveTo>
                  <a:pt x="27659" y="210978"/>
                </a:moveTo>
                <a:cubicBezTo>
                  <a:pt x="25515" y="210978"/>
                  <a:pt x="23723" y="210246"/>
                  <a:pt x="22282" y="208790"/>
                </a:cubicBezTo>
                <a:cubicBezTo>
                  <a:pt x="20841" y="207327"/>
                  <a:pt x="20117" y="205528"/>
                  <a:pt x="20117" y="203385"/>
                </a:cubicBezTo>
                <a:cubicBezTo>
                  <a:pt x="20117" y="201234"/>
                  <a:pt x="20841" y="199449"/>
                  <a:pt x="22282" y="198022"/>
                </a:cubicBezTo>
                <a:cubicBezTo>
                  <a:pt x="23738" y="196603"/>
                  <a:pt x="25530" y="195886"/>
                  <a:pt x="27659" y="195886"/>
                </a:cubicBezTo>
                <a:lnTo>
                  <a:pt x="213743" y="195886"/>
                </a:lnTo>
                <a:cubicBezTo>
                  <a:pt x="215886" y="195886"/>
                  <a:pt x="217678" y="196618"/>
                  <a:pt x="219120" y="198074"/>
                </a:cubicBezTo>
                <a:cubicBezTo>
                  <a:pt x="220561" y="199537"/>
                  <a:pt x="221285" y="201336"/>
                  <a:pt x="221285" y="203480"/>
                </a:cubicBezTo>
                <a:cubicBezTo>
                  <a:pt x="221285" y="205630"/>
                  <a:pt x="220561" y="207415"/>
                  <a:pt x="219120" y="208834"/>
                </a:cubicBezTo>
                <a:cubicBezTo>
                  <a:pt x="217678" y="210261"/>
                  <a:pt x="215886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50"/>
                  <a:pt x="173736" y="99158"/>
                  <a:pt x="175192" y="97716"/>
                </a:cubicBezTo>
                <a:cubicBezTo>
                  <a:pt x="176647" y="96275"/>
                  <a:pt x="178454" y="95558"/>
                  <a:pt x="180598" y="95558"/>
                </a:cubicBezTo>
                <a:cubicBezTo>
                  <a:pt x="182741" y="95558"/>
                  <a:pt x="184533" y="96275"/>
                  <a:pt x="185952" y="97716"/>
                </a:cubicBezTo>
                <a:cubicBezTo>
                  <a:pt x="187379" y="99158"/>
                  <a:pt x="188096" y="100950"/>
                  <a:pt x="188096" y="103100"/>
                </a:cubicBezTo>
                <a:lnTo>
                  <a:pt x="188096" y="173253"/>
                </a:lnTo>
                <a:cubicBezTo>
                  <a:pt x="188096" y="175404"/>
                  <a:pt x="187364" y="177196"/>
                  <a:pt x="185901" y="178637"/>
                </a:cubicBezTo>
                <a:cubicBezTo>
                  <a:pt x="184445" y="180078"/>
                  <a:pt x="182646" y="180802"/>
                  <a:pt x="180495" y="180802"/>
                </a:cubicBezTo>
                <a:cubicBezTo>
                  <a:pt x="178352" y="180802"/>
                  <a:pt x="176567" y="180078"/>
                  <a:pt x="175141" y="178637"/>
                </a:cubicBezTo>
                <a:cubicBezTo>
                  <a:pt x="173714" y="177196"/>
                  <a:pt x="173004" y="175404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94" y="80467"/>
                  <a:pt x="22926" y="79904"/>
                  <a:pt x="21799" y="78785"/>
                </a:cubicBezTo>
                <a:cubicBezTo>
                  <a:pt x="20680" y="77658"/>
                  <a:pt x="20117" y="76290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09" y="68441"/>
                  <a:pt x="20995" y="67519"/>
                </a:cubicBezTo>
                <a:cubicBezTo>
                  <a:pt x="21587" y="66598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36" y="12743"/>
                  <a:pt x="118053" y="12070"/>
                  <a:pt x="120701" y="12070"/>
                </a:cubicBezTo>
                <a:cubicBezTo>
                  <a:pt x="123349" y="12070"/>
                  <a:pt x="12586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14" y="66634"/>
                  <a:pt x="220407" y="67644"/>
                </a:cubicBezTo>
                <a:cubicBezTo>
                  <a:pt x="220992" y="68646"/>
                  <a:pt x="221285" y="69780"/>
                  <a:pt x="221285" y="71038"/>
                </a:cubicBezTo>
                <a:lnTo>
                  <a:pt x="221285" y="73606"/>
                </a:lnTo>
                <a:cubicBezTo>
                  <a:pt x="221285" y="75544"/>
                  <a:pt x="220656" y="77175"/>
                  <a:pt x="219397" y="78477"/>
                </a:cubicBezTo>
                <a:cubicBezTo>
                  <a:pt x="218139" y="79802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53811" y="65383"/>
                </a:ln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32" y="188974"/>
                  <a:pt x="114285" y="189727"/>
                </a:cubicBezTo>
                <a:cubicBezTo>
                  <a:pt x="115046" y="190480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55" y="190480"/>
                  <a:pt x="127116" y="189727"/>
                </a:cubicBezTo>
                <a:cubicBezTo>
                  <a:pt x="127870" y="188974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477" y="180802"/>
                  <a:pt x="147270" y="180078"/>
                  <a:pt x="148711" y="178637"/>
                </a:cubicBezTo>
                <a:cubicBezTo>
                  <a:pt x="150152" y="177181"/>
                  <a:pt x="150876" y="175382"/>
                  <a:pt x="150876" y="173253"/>
                </a:cubicBezTo>
                <a:lnTo>
                  <a:pt x="150876" y="140569"/>
                </a:lnTo>
                <a:cubicBezTo>
                  <a:pt x="150876" y="138418"/>
                  <a:pt x="150152" y="136626"/>
                  <a:pt x="148711" y="135185"/>
                </a:cubicBezTo>
                <a:cubicBezTo>
                  <a:pt x="147270" y="133744"/>
                  <a:pt x="145477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477" y="115419"/>
                  <a:pt x="147270" y="114688"/>
                  <a:pt x="148711" y="113232"/>
                </a:cubicBezTo>
                <a:cubicBezTo>
                  <a:pt x="150152" y="111776"/>
                  <a:pt x="150876" y="109969"/>
                  <a:pt x="150876" y="107826"/>
                </a:cubicBezTo>
                <a:cubicBezTo>
                  <a:pt x="150876" y="105683"/>
                  <a:pt x="150152" y="103898"/>
                  <a:pt x="148711" y="102471"/>
                </a:cubicBezTo>
                <a:cubicBezTo>
                  <a:pt x="147270" y="101045"/>
                  <a:pt x="145477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870" y="92157"/>
                  <a:pt x="127116" y="91403"/>
                </a:cubicBezTo>
                <a:cubicBezTo>
                  <a:pt x="126355" y="90650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46" y="90650"/>
                  <a:pt x="114285" y="91403"/>
                </a:cubicBezTo>
                <a:cubicBezTo>
                  <a:pt x="113532" y="92157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924" y="100335"/>
                  <a:pt x="94132" y="101052"/>
                  <a:pt x="92691" y="102493"/>
                </a:cubicBezTo>
                <a:cubicBezTo>
                  <a:pt x="91250" y="103934"/>
                  <a:pt x="90526" y="105734"/>
                  <a:pt x="90526" y="107877"/>
                </a:cubicBezTo>
                <a:lnTo>
                  <a:pt x="90526" y="140569"/>
                </a:lnTo>
                <a:cubicBezTo>
                  <a:pt x="90526" y="142712"/>
                  <a:pt x="91250" y="144504"/>
                  <a:pt x="92691" y="145946"/>
                </a:cubicBezTo>
                <a:cubicBezTo>
                  <a:pt x="94147" y="147387"/>
                  <a:pt x="95939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924" y="165711"/>
                  <a:pt x="94132" y="166443"/>
                  <a:pt x="92691" y="167898"/>
                </a:cubicBezTo>
                <a:cubicBezTo>
                  <a:pt x="91250" y="169362"/>
                  <a:pt x="90526" y="171161"/>
                  <a:pt x="90526" y="173304"/>
                </a:cubicBezTo>
                <a:cubicBezTo>
                  <a:pt x="90526" y="175455"/>
                  <a:pt x="91250" y="177240"/>
                  <a:pt x="92691" y="178659"/>
                </a:cubicBezTo>
                <a:cubicBezTo>
                  <a:pt x="94132" y="180086"/>
                  <a:pt x="95924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709" y="81974"/>
                  <a:pt x="142910" y="81257"/>
                  <a:pt x="141469" y="79816"/>
                </a:cubicBezTo>
                <a:cubicBezTo>
                  <a:pt x="140028" y="78353"/>
                  <a:pt x="139311" y="76561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4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22" y="123093"/>
                  <a:pt x="122837" y="123342"/>
                </a:cubicBezTo>
                <a:cubicBezTo>
                  <a:pt x="122252" y="123590"/>
                  <a:pt x="121542" y="123722"/>
                  <a:pt x="120701" y="123722"/>
                </a:cubicBezTo>
                <a:cubicBezTo>
                  <a:pt x="119860" y="123722"/>
                  <a:pt x="119150" y="123590"/>
                  <a:pt x="118565" y="123342"/>
                </a:cubicBezTo>
                <a:cubicBezTo>
                  <a:pt x="117980" y="123093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031"/>
                </a:lnTo>
                <a:lnTo>
                  <a:pt x="35208" y="61206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77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6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871" y="211336"/>
                  <a:pt x="24769" y="210041"/>
                </a:cubicBezTo>
                <a:cubicBezTo>
                  <a:pt x="21668" y="208768"/>
                  <a:pt x="20117" y="206479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8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816" y="210473"/>
                </a:moveTo>
                <a:cubicBezTo>
                  <a:pt x="212931" y="210473"/>
                  <a:pt x="212024" y="210305"/>
                  <a:pt x="211102" y="209968"/>
                </a:cubicBezTo>
                <a:cubicBezTo>
                  <a:pt x="210180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79" y="181051"/>
                  <a:pt x="67724" y="179574"/>
                  <a:pt x="64776" y="176626"/>
                </a:cubicBezTo>
                <a:cubicBezTo>
                  <a:pt x="61828" y="173656"/>
                  <a:pt x="60350" y="170108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48" y="145850"/>
                  <a:pt x="178703" y="144373"/>
                  <a:pt x="181658" y="141425"/>
                </a:cubicBezTo>
                <a:cubicBezTo>
                  <a:pt x="184606" y="138455"/>
                  <a:pt x="186084" y="134900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56" y="60350"/>
                  <a:pt x="213911" y="61828"/>
                  <a:pt x="216859" y="64776"/>
                </a:cubicBezTo>
                <a:cubicBezTo>
                  <a:pt x="219807" y="67724"/>
                  <a:pt x="221285" y="71279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487" y="207123"/>
                  <a:pt x="218893" y="208461"/>
                </a:cubicBezTo>
                <a:cubicBezTo>
                  <a:pt x="217305" y="209800"/>
                  <a:pt x="215608" y="210473"/>
                  <a:pt x="213816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586" y="160430"/>
                </a:moveTo>
                <a:cubicBezTo>
                  <a:pt x="25793" y="160430"/>
                  <a:pt x="24096" y="159764"/>
                  <a:pt x="22509" y="158418"/>
                </a:cubicBezTo>
                <a:cubicBezTo>
                  <a:pt x="20914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155909" y="20117"/>
                </a:lnTo>
                <a:cubicBezTo>
                  <a:pt x="160064" y="20117"/>
                  <a:pt x="163619" y="21594"/>
                  <a:pt x="166567" y="24542"/>
                </a:cubicBezTo>
                <a:cubicBezTo>
                  <a:pt x="169515" y="27491"/>
                  <a:pt x="170993" y="31046"/>
                  <a:pt x="170993" y="35208"/>
                </a:cubicBezTo>
                <a:lnTo>
                  <a:pt x="170993" y="115675"/>
                </a:lnTo>
                <a:cubicBezTo>
                  <a:pt x="170993" y="119830"/>
                  <a:pt x="169515" y="123385"/>
                  <a:pt x="166567" y="126334"/>
                </a:cubicBezTo>
                <a:cubicBezTo>
                  <a:pt x="163619" y="129282"/>
                  <a:pt x="160064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21" y="159596"/>
                  <a:pt x="30300" y="159932"/>
                </a:cubicBezTo>
                <a:cubicBezTo>
                  <a:pt x="29378" y="160261"/>
                  <a:pt x="28471" y="160430"/>
                  <a:pt x="27586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0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66" y="128243"/>
                  <a:pt x="187167" y="127519"/>
                  <a:pt x="185726" y="126056"/>
                </a:cubicBezTo>
                <a:cubicBezTo>
                  <a:pt x="184285" y="124600"/>
                  <a:pt x="183568" y="122793"/>
                  <a:pt x="183568" y="120650"/>
                </a:cubicBezTo>
                <a:cubicBezTo>
                  <a:pt x="183568" y="118506"/>
                  <a:pt x="184285" y="116721"/>
                  <a:pt x="185726" y="115295"/>
                </a:cubicBezTo>
                <a:cubicBezTo>
                  <a:pt x="187167" y="113868"/>
                  <a:pt x="188966" y="113159"/>
                  <a:pt x="191110" y="113159"/>
                </a:cubicBezTo>
                <a:lnTo>
                  <a:pt x="213743" y="113159"/>
                </a:lnTo>
                <a:cubicBezTo>
                  <a:pt x="215886" y="113159"/>
                  <a:pt x="217678" y="113883"/>
                  <a:pt x="219120" y="115346"/>
                </a:cubicBezTo>
                <a:cubicBezTo>
                  <a:pt x="220561" y="116802"/>
                  <a:pt x="221285" y="118609"/>
                  <a:pt x="221285" y="120752"/>
                </a:cubicBezTo>
                <a:cubicBezTo>
                  <a:pt x="221285" y="122895"/>
                  <a:pt x="220561" y="124680"/>
                  <a:pt x="219120" y="126107"/>
                </a:cubicBezTo>
                <a:cubicBezTo>
                  <a:pt x="217678" y="127533"/>
                  <a:pt x="215886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39" y="169822"/>
                  <a:pt x="175221" y="169486"/>
                </a:cubicBezTo>
                <a:cubicBezTo>
                  <a:pt x="177196" y="169149"/>
                  <a:pt x="179054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69"/>
                  <a:pt x="202177" y="189551"/>
                </a:cubicBezTo>
                <a:cubicBezTo>
                  <a:pt x="202507" y="191527"/>
                  <a:pt x="202009" y="193392"/>
                  <a:pt x="200663" y="195133"/>
                </a:cubicBezTo>
                <a:cubicBezTo>
                  <a:pt x="199325" y="196808"/>
                  <a:pt x="197664" y="197818"/>
                  <a:pt x="195689" y="198154"/>
                </a:cubicBezTo>
                <a:cubicBezTo>
                  <a:pt x="193706" y="198483"/>
                  <a:pt x="191848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64"/>
                  <a:pt x="168732" y="178081"/>
                </a:cubicBezTo>
                <a:cubicBezTo>
                  <a:pt x="168396" y="176106"/>
                  <a:pt x="168901" y="174248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30" y="71499"/>
                  <a:pt x="177964" y="72004"/>
                  <a:pt x="175974" y="71667"/>
                </a:cubicBezTo>
                <a:cubicBezTo>
                  <a:pt x="173992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834" y="43416"/>
                  <a:pt x="193692" y="42918"/>
                  <a:pt x="195689" y="43255"/>
                </a:cubicBezTo>
                <a:cubicBezTo>
                  <a:pt x="197664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46" y="150876"/>
                  <a:pt x="27491" y="149398"/>
                  <a:pt x="24542" y="146450"/>
                </a:cubicBezTo>
                <a:cubicBezTo>
                  <a:pt x="21594" y="143480"/>
                  <a:pt x="20117" y="139932"/>
                  <a:pt x="20117" y="135792"/>
                </a:cubicBez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25"/>
                  <a:pt x="126985" y="67117"/>
                </a:cubicBezTo>
                <a:cubicBezTo>
                  <a:pt x="129501" y="68609"/>
                  <a:pt x="130759" y="70797"/>
                  <a:pt x="130759" y="73679"/>
                </a:cubicBezTo>
                <a:lnTo>
                  <a:pt x="130759" y="167723"/>
                </a:lnTo>
                <a:cubicBezTo>
                  <a:pt x="130759" y="170590"/>
                  <a:pt x="129501" y="172778"/>
                  <a:pt x="126985" y="174285"/>
                </a:cubicBezTo>
                <a:cubicBezTo>
                  <a:pt x="124475" y="175777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11"/>
                  <a:pt x="67168" y="187503"/>
                  <a:pt x="65705" y="188944"/>
                </a:cubicBezTo>
                <a:cubicBezTo>
                  <a:pt x="64249" y="190385"/>
                  <a:pt x="62443" y="191110"/>
                  <a:pt x="60299" y="191110"/>
                </a:cubicBezTo>
                <a:cubicBezTo>
                  <a:pt x="58156" y="191110"/>
                  <a:pt x="56371" y="190385"/>
                  <a:pt x="54944" y="188944"/>
                </a:cubicBezTo>
                <a:cubicBezTo>
                  <a:pt x="53518" y="187503"/>
                  <a:pt x="52808" y="185711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8989" y="95932"/>
                  <a:pt x="151754" y="101718"/>
                </a:cubicBezTo>
                <a:cubicBezTo>
                  <a:pt x="154519" y="107497"/>
                  <a:pt x="155909" y="113825"/>
                  <a:pt x="155909" y="120701"/>
                </a:cubicBezTo>
                <a:cubicBezTo>
                  <a:pt x="155909" y="127577"/>
                  <a:pt x="154519" y="133905"/>
                  <a:pt x="151754" y="139684"/>
                </a:cubicBezTo>
                <a:cubicBezTo>
                  <a:pt x="148989" y="145470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42" y="206530"/>
                  <a:pt x="140437" y="197145"/>
                </a:cubicBezTo>
                <a:cubicBezTo>
                  <a:pt x="120240" y="187759"/>
                  <a:pt x="101506" y="174431"/>
                  <a:pt x="84242" y="157160"/>
                </a:cubicBezTo>
                <a:cubicBezTo>
                  <a:pt x="66971" y="139896"/>
                  <a:pt x="53642" y="121162"/>
                  <a:pt x="44257" y="100964"/>
                </a:cubicBezTo>
                <a:cubicBezTo>
                  <a:pt x="34872" y="80760"/>
                  <a:pt x="30175" y="60936"/>
                  <a:pt x="30175" y="41492"/>
                </a:cubicBezTo>
                <a:cubicBezTo>
                  <a:pt x="30175" y="38258"/>
                  <a:pt x="31258" y="35567"/>
                  <a:pt x="33416" y="33416"/>
                </a:cubicBezTo>
                <a:cubicBezTo>
                  <a:pt x="35567" y="31258"/>
                  <a:pt x="38258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13" y="70562"/>
                </a:lnTo>
                <a:cubicBezTo>
                  <a:pt x="93364" y="72976"/>
                  <a:pt x="93335" y="75142"/>
                  <a:pt x="92918" y="77073"/>
                </a:cubicBezTo>
                <a:cubicBezTo>
                  <a:pt x="92493" y="78997"/>
                  <a:pt x="91601" y="80650"/>
                  <a:pt x="90226" y="82025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294"/>
                  <a:pt x="114666" y="163575"/>
                </a:cubicBezTo>
                <a:cubicBezTo>
                  <a:pt x="121542" y="168857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95" y="149786"/>
                  <a:pt x="165989" y="149113"/>
                </a:cubicBezTo>
                <a:cubicBezTo>
                  <a:pt x="168198" y="148447"/>
                  <a:pt x="170371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205"/>
                  <a:pt x="211226" y="163465"/>
                  <a:pt x="211226" y="165967"/>
                </a:cubicBezTo>
                <a:lnTo>
                  <a:pt x="211226" y="199910"/>
                </a:lnTo>
                <a:cubicBezTo>
                  <a:pt x="211226" y="203143"/>
                  <a:pt x="210144" y="205835"/>
                  <a:pt x="207986" y="207986"/>
                </a:cubicBezTo>
                <a:cubicBezTo>
                  <a:pt x="205835" y="210144"/>
                  <a:pt x="203143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29" y="59721"/>
                  <a:pt x="48661" y="67519"/>
                </a:cubicBezTo>
                <a:cubicBezTo>
                  <a:pt x="50585" y="75310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05" y="74220"/>
                  <a:pt x="218893" y="74813"/>
                </a:cubicBezTo>
                <a:cubicBezTo>
                  <a:pt x="220487" y="75398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55"/>
                  <a:pt x="220487" y="165989"/>
                  <a:pt x="218893" y="166589"/>
                </a:cubicBezTo>
                <a:cubicBezTo>
                  <a:pt x="217305" y="167182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497"/>
                  <a:pt x="35705" y="110767"/>
                </a:cubicBezTo>
                <a:cubicBezTo>
                  <a:pt x="35369" y="114037"/>
                  <a:pt x="35208" y="117350"/>
                  <a:pt x="35208" y="120701"/>
                </a:cubicBezTo>
                <a:cubicBezTo>
                  <a:pt x="35208" y="142493"/>
                  <a:pt x="42289" y="161520"/>
                  <a:pt x="56451" y="177781"/>
                </a:cubicBezTo>
                <a:cubicBezTo>
                  <a:pt x="70621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764" y="161732"/>
                  <a:pt x="200539" y="151754"/>
                </a:cubicBezTo>
                <a:cubicBezTo>
                  <a:pt x="204314" y="141783"/>
                  <a:pt x="206201" y="131432"/>
                  <a:pt x="206201" y="120701"/>
                </a:cubicBezTo>
                <a:cubicBezTo>
                  <a:pt x="206201" y="102932"/>
                  <a:pt x="201336" y="86795"/>
                  <a:pt x="191614" y="72296"/>
                </a:cubicBezTo>
                <a:cubicBezTo>
                  <a:pt x="181892" y="57797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55" y="93964"/>
                  <a:pt x="106495" y="95807"/>
                </a:cubicBezTo>
                <a:cubicBezTo>
                  <a:pt x="104227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8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464" y="162734"/>
                  <a:pt x="170115" y="146224"/>
                </a:cubicBezTo>
                <a:cubicBezTo>
                  <a:pt x="180759" y="129713"/>
                  <a:pt x="186084" y="115171"/>
                  <a:pt x="186084" y="102596"/>
                </a:cubicBezTo>
                <a:cubicBezTo>
                  <a:pt x="186084" y="82815"/>
                  <a:pt x="179749" y="66634"/>
                  <a:pt x="167094" y="54067"/>
                </a:cubicBezTo>
                <a:cubicBezTo>
                  <a:pt x="154439" y="41492"/>
                  <a:pt x="138974" y="35208"/>
                  <a:pt x="120701" y="35208"/>
                </a:cubicBezTo>
                <a:cubicBezTo>
                  <a:pt x="102427" y="35208"/>
                  <a:pt x="86963" y="41492"/>
                  <a:pt x="74308" y="54067"/>
                </a:cubicBezTo>
                <a:cubicBezTo>
                  <a:pt x="61653" y="66634"/>
                  <a:pt x="55325" y="82815"/>
                  <a:pt x="55325" y="102596"/>
                </a:cubicBezTo>
                <a:cubicBezTo>
                  <a:pt x="55325" y="115171"/>
                  <a:pt x="60767" y="129713"/>
                  <a:pt x="71667" y="146224"/>
                </a:cubicBezTo>
                <a:cubicBezTo>
                  <a:pt x="82559" y="162734"/>
                  <a:pt x="98909" y="181132"/>
                  <a:pt x="120701" y="201417"/>
                </a:cubicBezTo>
                <a:close/>
                <a:moveTo>
                  <a:pt x="115295" y="215374"/>
                </a:moveTo>
                <a:cubicBezTo>
                  <a:pt x="113532" y="214789"/>
                  <a:pt x="111981" y="213823"/>
                  <a:pt x="110642" y="212485"/>
                </a:cubicBezTo>
                <a:cubicBezTo>
                  <a:pt x="103605" y="206113"/>
                  <a:pt x="95975" y="198776"/>
                  <a:pt x="87760" y="190480"/>
                </a:cubicBezTo>
                <a:cubicBezTo>
                  <a:pt x="79545" y="182185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24" y="57417"/>
                  <a:pt x="64498" y="42494"/>
                </a:cubicBezTo>
                <a:cubicBezTo>
                  <a:pt x="80679" y="27578"/>
                  <a:pt x="99414" y="20117"/>
                  <a:pt x="120701" y="20117"/>
                </a:cubicBezTo>
                <a:cubicBezTo>
                  <a:pt x="141988" y="20117"/>
                  <a:pt x="160722" y="27578"/>
                  <a:pt x="176903" y="42494"/>
                </a:cubicBezTo>
                <a:cubicBezTo>
                  <a:pt x="193077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185"/>
                  <a:pt x="153641" y="190480"/>
                </a:cubicBezTo>
                <a:cubicBezTo>
                  <a:pt x="145426" y="198776"/>
                  <a:pt x="137804" y="206113"/>
                  <a:pt x="130759" y="212485"/>
                </a:cubicBezTo>
                <a:cubicBezTo>
                  <a:pt x="129421" y="213823"/>
                  <a:pt x="127870" y="214789"/>
                  <a:pt x="126107" y="215374"/>
                </a:cubicBezTo>
                <a:cubicBezTo>
                  <a:pt x="124344" y="215959"/>
                  <a:pt x="122544" y="216259"/>
                  <a:pt x="120701" y="216259"/>
                </a:cubicBezTo>
                <a:cubicBezTo>
                  <a:pt x="118857" y="216259"/>
                  <a:pt x="117058" y="215959"/>
                  <a:pt x="115295" y="215374"/>
                </a:cubicBezTo>
                <a:close/>
                <a:moveTo>
                  <a:pt x="120701" y="100584"/>
                </a:moveTo>
                <a:close/>
                <a:moveTo>
                  <a:pt x="133151" y="113034"/>
                </a:moveTo>
                <a:cubicBezTo>
                  <a:pt x="136582" y="109596"/>
                  <a:pt x="138301" y="105449"/>
                  <a:pt x="138301" y="100584"/>
                </a:cubicBezTo>
                <a:cubicBezTo>
                  <a:pt x="138301" y="95719"/>
                  <a:pt x="136582" y="91572"/>
                  <a:pt x="133151" y="88134"/>
                </a:cubicBezTo>
                <a:cubicBezTo>
                  <a:pt x="129713" y="84703"/>
                  <a:pt x="125565" y="82984"/>
                  <a:pt x="120701" y="82984"/>
                </a:cubicBezTo>
                <a:cubicBezTo>
                  <a:pt x="115836" y="82984"/>
                  <a:pt x="111688" y="84703"/>
                  <a:pt x="108250" y="88134"/>
                </a:cubicBezTo>
                <a:cubicBezTo>
                  <a:pt x="104820" y="91572"/>
                  <a:pt x="103100" y="95719"/>
                  <a:pt x="103100" y="100584"/>
                </a:cubicBezTo>
                <a:cubicBezTo>
                  <a:pt x="103100" y="105449"/>
                  <a:pt x="104820" y="109596"/>
                  <a:pt x="108250" y="113034"/>
                </a:cubicBezTo>
                <a:cubicBezTo>
                  <a:pt x="111688" y="116465"/>
                  <a:pt x="115836" y="118184"/>
                  <a:pt x="120701" y="118184"/>
                </a:cubicBezTo>
                <a:cubicBezTo>
                  <a:pt x="125565" y="118184"/>
                  <a:pt x="129713" y="116465"/>
                  <a:pt x="133151" y="11303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0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86751"/>
                </a:lnTo>
                <a:cubicBezTo>
                  <a:pt x="30175" y="82596"/>
                  <a:pt x="31653" y="79041"/>
                  <a:pt x="34601" y="76093"/>
                </a:cubicBezTo>
                <a:cubicBezTo>
                  <a:pt x="37571" y="73145"/>
                  <a:pt x="41119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104"/>
                  <a:pt x="73145" y="37549"/>
                  <a:pt x="76093" y="34601"/>
                </a:cubicBezTo>
                <a:cubicBezTo>
                  <a:pt x="79063" y="31653"/>
                  <a:pt x="82611" y="30175"/>
                  <a:pt x="86751" y="30175"/>
                </a:cubicBezTo>
                <a:lnTo>
                  <a:pt x="154651" y="30175"/>
                </a:lnTo>
                <a:cubicBezTo>
                  <a:pt x="158806" y="30175"/>
                  <a:pt x="162361" y="31653"/>
                  <a:pt x="165309" y="34601"/>
                </a:cubicBezTo>
                <a:cubicBezTo>
                  <a:pt x="168257" y="37549"/>
                  <a:pt x="169735" y="41104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297" y="113159"/>
                  <a:pt x="203853" y="114629"/>
                  <a:pt x="206801" y="117585"/>
                </a:cubicBezTo>
                <a:cubicBezTo>
                  <a:pt x="209749" y="120533"/>
                  <a:pt x="211226" y="124088"/>
                  <a:pt x="211226" y="128243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2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254" y="189851"/>
                  <a:pt x="40526" y="181132"/>
                  <a:pt x="36386" y="171242"/>
                </a:cubicBezTo>
                <a:cubicBezTo>
                  <a:pt x="32245" y="161351"/>
                  <a:pt x="30175" y="151212"/>
                  <a:pt x="30175" y="140818"/>
                </a:cubicBezTo>
                <a:cubicBezTo>
                  <a:pt x="30175" y="128579"/>
                  <a:pt x="32311" y="117387"/>
                  <a:pt x="36591" y="107248"/>
                </a:cubicBezTo>
                <a:cubicBezTo>
                  <a:pt x="40863" y="97102"/>
                  <a:pt x="47278" y="87760"/>
                  <a:pt x="55822" y="79209"/>
                </a:cubicBezTo>
                <a:cubicBezTo>
                  <a:pt x="66217" y="68814"/>
                  <a:pt x="81308" y="61228"/>
                  <a:pt x="101089" y="56451"/>
                </a:cubicBezTo>
                <a:cubicBezTo>
                  <a:pt x="120869" y="51675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267" y="62194"/>
                  <a:pt x="197525" y="64879"/>
                </a:cubicBezTo>
                <a:cubicBezTo>
                  <a:pt x="198776" y="67556"/>
                  <a:pt x="199493" y="70577"/>
                  <a:pt x="199661" y="73927"/>
                </a:cubicBezTo>
                <a:cubicBezTo>
                  <a:pt x="200166" y="89019"/>
                  <a:pt x="199998" y="102808"/>
                  <a:pt x="199156" y="115295"/>
                </a:cubicBezTo>
                <a:cubicBezTo>
                  <a:pt x="198315" y="127782"/>
                  <a:pt x="196684" y="139055"/>
                  <a:pt x="194255" y="149113"/>
                </a:cubicBezTo>
                <a:cubicBezTo>
                  <a:pt x="191819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480" y="219317"/>
                  <a:pt x="79838" y="215374"/>
                </a:cubicBezTo>
                <a:cubicBezTo>
                  <a:pt x="70197" y="211439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34" y="206201"/>
                  <a:pt x="111623" y="206201"/>
                </a:cubicBezTo>
                <a:cubicBezTo>
                  <a:pt x="120525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38"/>
                  <a:pt x="172002" y="166845"/>
                </a:cubicBezTo>
                <a:cubicBezTo>
                  <a:pt x="175184" y="159552"/>
                  <a:pt x="177781" y="150920"/>
                  <a:pt x="179793" y="140942"/>
                </a:cubicBezTo>
                <a:cubicBezTo>
                  <a:pt x="181805" y="130971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34" y="65508"/>
                  <a:pt x="141447" y="66261"/>
                </a:cubicBezTo>
                <a:cubicBezTo>
                  <a:pt x="128960" y="67015"/>
                  <a:pt x="117936" y="68397"/>
                  <a:pt x="108382" y="70409"/>
                </a:cubicBezTo>
                <a:cubicBezTo>
                  <a:pt x="98821" y="72420"/>
                  <a:pt x="90606" y="74973"/>
                  <a:pt x="83737" y="78075"/>
                </a:cubicBezTo>
                <a:cubicBezTo>
                  <a:pt x="76861" y="81177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6978" y="153517"/>
                  <a:pt x="50416" y="162317"/>
                </a:cubicBezTo>
                <a:cubicBezTo>
                  <a:pt x="53855" y="171117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570"/>
                  <a:pt x="99077" y="149245"/>
                </a:cubicBezTo>
                <a:cubicBezTo>
                  <a:pt x="90021" y="163912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4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178" y="25903"/>
                  <a:pt x="91403" y="25903"/>
                </a:cubicBezTo>
                <a:cubicBezTo>
                  <a:pt x="87636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394" y="69107"/>
                  <a:pt x="60980" y="71038"/>
                </a:cubicBezTo>
                <a:cubicBezTo>
                  <a:pt x="61565" y="72962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28" y="90021"/>
                  <a:pt x="91659" y="89523"/>
                </a:cubicBezTo>
                <a:cubicBezTo>
                  <a:pt x="93583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27" y="126487"/>
                  <a:pt x="170612" y="124475"/>
                </a:cubicBezTo>
                <a:cubicBezTo>
                  <a:pt x="171205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078"/>
                  <a:pt x="201673" y="106495"/>
                </a:cubicBezTo>
                <a:cubicBezTo>
                  <a:pt x="203684" y="106912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25" y="155909"/>
                  <a:pt x="211856" y="157921"/>
                </a:cubicBezTo>
                <a:cubicBezTo>
                  <a:pt x="208586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55" y="155945"/>
                  <a:pt x="158542" y="156531"/>
                </a:cubicBezTo>
                <a:cubicBezTo>
                  <a:pt x="160137" y="157123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37" y="225096"/>
                  <a:pt x="158542" y="225689"/>
                </a:cubicBezTo>
                <a:cubicBezTo>
                  <a:pt x="156955" y="226274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05" y="210349"/>
                  <a:pt x="54440" y="208586"/>
                </a:cubicBezTo>
                <a:cubicBezTo>
                  <a:pt x="51675" y="206823"/>
                  <a:pt x="49619" y="204518"/>
                  <a:pt x="48280" y="201673"/>
                </a:cubicBezTo>
                <a:cubicBezTo>
                  <a:pt x="46942" y="198988"/>
                  <a:pt x="46313" y="196179"/>
                  <a:pt x="46393" y="193246"/>
                </a:cubicBezTo>
                <a:cubicBezTo>
                  <a:pt x="46481" y="190312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21" y="171702"/>
                  <a:pt x="98448" y="173129"/>
                </a:cubicBezTo>
                <a:cubicBezTo>
                  <a:pt x="99874" y="174555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874" y="207664"/>
                  <a:pt x="98448" y="209090"/>
                </a:cubicBezTo>
                <a:cubicBezTo>
                  <a:pt x="97021" y="210517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61" y="143627"/>
                  <a:pt x="20241" y="140188"/>
                </a:cubicBezTo>
                <a:cubicBezTo>
                  <a:pt x="20329" y="136750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48"/>
                  <a:pt x="16093" y="114285"/>
                </a:cubicBezTo>
                <a:cubicBezTo>
                  <a:pt x="16262" y="112530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33" y="101125"/>
                  <a:pt x="63496" y="102215"/>
                </a:cubicBezTo>
                <a:cubicBezTo>
                  <a:pt x="65252" y="103305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076"/>
                  <a:pt x="75186" y="149998"/>
                </a:cubicBezTo>
                <a:cubicBezTo>
                  <a:pt x="73847" y="150920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02" y="83613"/>
                  <a:pt x="125353" y="81850"/>
                </a:cubicBezTo>
                <a:cubicBezTo>
                  <a:pt x="125105" y="80087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50" y="20995"/>
                  <a:pt x="150752" y="22758"/>
                </a:cubicBezTo>
                <a:cubicBezTo>
                  <a:pt x="153853" y="24521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36" y="92830"/>
                  <a:pt x="172880" y="93920"/>
                </a:cubicBezTo>
                <a:cubicBezTo>
                  <a:pt x="171117" y="95010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464" y="188805"/>
                  <a:pt x="174138" y="174138"/>
                </a:cubicBezTo>
                <a:cubicBezTo>
                  <a:pt x="188805" y="159464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38" y="52596"/>
                  <a:pt x="67263" y="67263"/>
                </a:cubicBezTo>
                <a:cubicBezTo>
                  <a:pt x="52596" y="81938"/>
                  <a:pt x="45266" y="99743"/>
                  <a:pt x="45266" y="120701"/>
                </a:cubicBezTo>
                <a:cubicBezTo>
                  <a:pt x="45266" y="141659"/>
                  <a:pt x="52596" y="159464"/>
                  <a:pt x="67263" y="174138"/>
                </a:cubicBezTo>
                <a:cubicBezTo>
                  <a:pt x="81938" y="188805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03"/>
                  <a:pt x="160934" y="117811"/>
                </a:cubicBezTo>
                <a:cubicBezTo>
                  <a:pt x="160261" y="115712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30" y="74973"/>
                  <a:pt x="140942" y="74052"/>
                </a:cubicBezTo>
                <a:cubicBezTo>
                  <a:pt x="140861" y="73130"/>
                  <a:pt x="140481" y="72252"/>
                  <a:pt x="139815" y="71418"/>
                </a:cubicBezTo>
                <a:cubicBezTo>
                  <a:pt x="138974" y="70577"/>
                  <a:pt x="138009" y="70160"/>
                  <a:pt x="136919" y="70160"/>
                </a:cubicBezTo>
                <a:cubicBezTo>
                  <a:pt x="135829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42"/>
                  <a:pt x="80716" y="123342"/>
                </a:cubicBezTo>
                <a:cubicBezTo>
                  <a:pt x="81389" y="125434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372" y="166172"/>
                  <a:pt x="100460" y="167094"/>
                </a:cubicBezTo>
                <a:cubicBezTo>
                  <a:pt x="100540" y="168016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39"/>
                  <a:pt x="89019" y="205572"/>
                </a:cubicBezTo>
                <a:cubicBezTo>
                  <a:pt x="79129" y="201797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04" y="162273"/>
                  <a:pt x="35830" y="152383"/>
                </a:cubicBezTo>
                <a:cubicBezTo>
                  <a:pt x="32063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889" y="31646"/>
                  <a:pt x="206823" y="34579"/>
                </a:cubicBezTo>
                <a:cubicBezTo>
                  <a:pt x="209756" y="37512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911" y="95558"/>
                  <a:pt x="135119" y="94827"/>
                  <a:pt x="133678" y="93364"/>
                </a:cubicBezTo>
                <a:cubicBezTo>
                  <a:pt x="132237" y="91908"/>
                  <a:pt x="131513" y="90109"/>
                  <a:pt x="131513" y="87958"/>
                </a:cubicBezTo>
                <a:cubicBezTo>
                  <a:pt x="131513" y="85815"/>
                  <a:pt x="132237" y="84030"/>
                  <a:pt x="133678" y="82603"/>
                </a:cubicBezTo>
                <a:cubicBezTo>
                  <a:pt x="135119" y="81177"/>
                  <a:pt x="136911" y="80467"/>
                  <a:pt x="139055" y="80467"/>
                </a:cubicBezTo>
                <a:lnTo>
                  <a:pt x="181805" y="80467"/>
                </a:lnTo>
                <a:cubicBezTo>
                  <a:pt x="183948" y="80467"/>
                  <a:pt x="185748" y="81199"/>
                  <a:pt x="187189" y="82654"/>
                </a:cubicBezTo>
                <a:cubicBezTo>
                  <a:pt x="188630" y="84110"/>
                  <a:pt x="189347" y="85917"/>
                  <a:pt x="189347" y="88060"/>
                </a:cubicBezTo>
                <a:cubicBezTo>
                  <a:pt x="189347" y="90204"/>
                  <a:pt x="188630" y="91996"/>
                  <a:pt x="187189" y="93415"/>
                </a:cubicBezTo>
                <a:cubicBezTo>
                  <a:pt x="185748" y="94842"/>
                  <a:pt x="183948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911" y="65383"/>
                  <a:pt x="135119" y="64652"/>
                  <a:pt x="133678" y="63189"/>
                </a:cubicBezTo>
                <a:cubicBezTo>
                  <a:pt x="132237" y="61733"/>
                  <a:pt x="131513" y="59933"/>
                  <a:pt x="131513" y="57783"/>
                </a:cubicBezTo>
                <a:cubicBezTo>
                  <a:pt x="131513" y="55639"/>
                  <a:pt x="132237" y="53855"/>
                  <a:pt x="133678" y="52428"/>
                </a:cubicBezTo>
                <a:cubicBezTo>
                  <a:pt x="135119" y="51002"/>
                  <a:pt x="136911" y="50292"/>
                  <a:pt x="139055" y="50292"/>
                </a:cubicBezTo>
                <a:lnTo>
                  <a:pt x="204438" y="50292"/>
                </a:lnTo>
                <a:cubicBezTo>
                  <a:pt x="206581" y="50292"/>
                  <a:pt x="208373" y="51024"/>
                  <a:pt x="209822" y="52479"/>
                </a:cubicBezTo>
                <a:cubicBezTo>
                  <a:pt x="211263" y="53935"/>
                  <a:pt x="211980" y="55742"/>
                  <a:pt x="211980" y="57885"/>
                </a:cubicBezTo>
                <a:cubicBezTo>
                  <a:pt x="211980" y="60029"/>
                  <a:pt x="211263" y="61821"/>
                  <a:pt x="209822" y="63240"/>
                </a:cubicBezTo>
                <a:cubicBezTo>
                  <a:pt x="208373" y="64666"/>
                  <a:pt x="206581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598"/>
                </a:moveTo>
                <a:cubicBezTo>
                  <a:pt x="33109" y="188659"/>
                  <a:pt x="28668" y="177869"/>
                  <a:pt x="28668" y="165206"/>
                </a:cubicBezTo>
                <a:cubicBezTo>
                  <a:pt x="28668" y="157160"/>
                  <a:pt x="30680" y="149574"/>
                  <a:pt x="34703" y="142449"/>
                </a:cubicBezTo>
                <a:cubicBezTo>
                  <a:pt x="38727" y="135324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890"/>
                  <a:pt x="53547" y="41426"/>
                  <a:pt x="58039" y="36912"/>
                </a:cubicBezTo>
                <a:cubicBezTo>
                  <a:pt x="62530" y="32421"/>
                  <a:pt x="67980" y="30175"/>
                  <a:pt x="74381" y="30175"/>
                </a:cubicBezTo>
                <a:cubicBezTo>
                  <a:pt x="80789" y="30175"/>
                  <a:pt x="86254" y="32421"/>
                  <a:pt x="90774" y="36912"/>
                </a:cubicBezTo>
                <a:cubicBezTo>
                  <a:pt x="95302" y="41404"/>
                  <a:pt x="97570" y="46868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24"/>
                  <a:pt x="114161" y="142449"/>
                </a:cubicBezTo>
                <a:cubicBezTo>
                  <a:pt x="118184" y="149574"/>
                  <a:pt x="120196" y="157160"/>
                  <a:pt x="120196" y="165206"/>
                </a:cubicBezTo>
                <a:cubicBezTo>
                  <a:pt x="120196" y="177869"/>
                  <a:pt x="115756" y="188659"/>
                  <a:pt x="106868" y="197598"/>
                </a:cubicBezTo>
                <a:cubicBezTo>
                  <a:pt x="97987" y="206515"/>
                  <a:pt x="87175" y="210978"/>
                  <a:pt x="74432" y="210978"/>
                </a:cubicBezTo>
                <a:cubicBezTo>
                  <a:pt x="61689" y="210978"/>
                  <a:pt x="50877" y="206515"/>
                  <a:pt x="41997" y="197598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07"/>
                  <a:pt x="100335" y="147233"/>
                </a:cubicBezTo>
                <a:cubicBezTo>
                  <a:pt x="97146" y="141951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1031"/>
                  <a:pt x="81711" y="49122"/>
                  <a:pt x="80167" y="47578"/>
                </a:cubicBezTo>
                <a:cubicBezTo>
                  <a:pt x="78624" y="46035"/>
                  <a:pt x="76715" y="45266"/>
                  <a:pt x="74432" y="45266"/>
                </a:cubicBezTo>
                <a:cubicBezTo>
                  <a:pt x="72150" y="45266"/>
                  <a:pt x="70241" y="46035"/>
                  <a:pt x="68697" y="47578"/>
                </a:cubicBezTo>
                <a:cubicBezTo>
                  <a:pt x="67154" y="49122"/>
                  <a:pt x="66385" y="51031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40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197649"/>
                </a:moveTo>
                <a:cubicBezTo>
                  <a:pt x="47900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463" y="86166"/>
                  <a:pt x="65756" y="76444"/>
                </a:cubicBezTo>
                <a:cubicBezTo>
                  <a:pt x="73050" y="66722"/>
                  <a:pt x="80928" y="57629"/>
                  <a:pt x="89392" y="49158"/>
                </a:cubicBezTo>
                <a:cubicBezTo>
                  <a:pt x="97863" y="40694"/>
                  <a:pt x="105778" y="33196"/>
                  <a:pt x="113159" y="26657"/>
                </a:cubicBezTo>
                <a:cubicBezTo>
                  <a:pt x="114329" y="25647"/>
                  <a:pt x="115544" y="24938"/>
                  <a:pt x="116802" y="24521"/>
                </a:cubicBezTo>
                <a:cubicBezTo>
                  <a:pt x="118060" y="24096"/>
                  <a:pt x="119362" y="23891"/>
                  <a:pt x="120701" y="23891"/>
                </a:cubicBezTo>
                <a:cubicBezTo>
                  <a:pt x="122039" y="23891"/>
                  <a:pt x="123342" y="24096"/>
                  <a:pt x="124600" y="24521"/>
                </a:cubicBezTo>
                <a:cubicBezTo>
                  <a:pt x="125858" y="24938"/>
                  <a:pt x="127072" y="25647"/>
                  <a:pt x="128243" y="26657"/>
                </a:cubicBezTo>
                <a:cubicBezTo>
                  <a:pt x="135624" y="33196"/>
                  <a:pt x="143539" y="40694"/>
                  <a:pt x="152010" y="49158"/>
                </a:cubicBezTo>
                <a:cubicBezTo>
                  <a:pt x="160474" y="57629"/>
                  <a:pt x="168352" y="66722"/>
                  <a:pt x="175645" y="76444"/>
                </a:cubicBezTo>
                <a:cubicBezTo>
                  <a:pt x="182939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02" y="181892"/>
                  <a:pt x="178162" y="197649"/>
                </a:cubicBezTo>
                <a:cubicBezTo>
                  <a:pt x="162822" y="213406"/>
                  <a:pt x="143671" y="221285"/>
                  <a:pt x="120701" y="221285"/>
                </a:cubicBezTo>
                <a:cubicBezTo>
                  <a:pt x="97731" y="221285"/>
                  <a:pt x="78580" y="213406"/>
                  <a:pt x="63240" y="197649"/>
                </a:cubicBezTo>
                <a:close/>
                <a:moveTo>
                  <a:pt x="167474" y="186962"/>
                </a:moveTo>
                <a:cubicBezTo>
                  <a:pt x="179881" y="174138"/>
                  <a:pt x="186084" y="158081"/>
                  <a:pt x="186084" y="138806"/>
                </a:cubicBezTo>
                <a:cubicBezTo>
                  <a:pt x="186084" y="125565"/>
                  <a:pt x="180510" y="110518"/>
                  <a:pt x="169362" y="93671"/>
                </a:cubicBezTo>
                <a:cubicBezTo>
                  <a:pt x="158213" y="76824"/>
                  <a:pt x="141988" y="59012"/>
                  <a:pt x="120701" y="40234"/>
                </a:cubicBezTo>
                <a:cubicBezTo>
                  <a:pt x="99414" y="59012"/>
                  <a:pt x="83188" y="76824"/>
                  <a:pt x="72040" y="93671"/>
                </a:cubicBezTo>
                <a:cubicBezTo>
                  <a:pt x="60892" y="110518"/>
                  <a:pt x="55325" y="125565"/>
                  <a:pt x="55325" y="138806"/>
                </a:cubicBezTo>
                <a:cubicBezTo>
                  <a:pt x="55325" y="158081"/>
                  <a:pt x="61521" y="174138"/>
                  <a:pt x="73927" y="186962"/>
                </a:cubicBezTo>
                <a:cubicBezTo>
                  <a:pt x="86334" y="199785"/>
                  <a:pt x="101923" y="206201"/>
                  <a:pt x="120701" y="206201"/>
                </a:cubicBezTo>
                <a:cubicBezTo>
                  <a:pt x="139479" y="206201"/>
                  <a:pt x="155068" y="199785"/>
                  <a:pt x="167474" y="186962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185" y="188637"/>
                  <a:pt x="126611" y="187715"/>
                </a:cubicBezTo>
                <a:cubicBezTo>
                  <a:pt x="128038" y="186794"/>
                  <a:pt x="128748" y="185411"/>
                  <a:pt x="128748" y="183568"/>
                </a:cubicBezTo>
                <a:cubicBezTo>
                  <a:pt x="128748" y="181724"/>
                  <a:pt x="128038" y="180298"/>
                  <a:pt x="126611" y="179288"/>
                </a:cubicBezTo>
                <a:cubicBezTo>
                  <a:pt x="125185" y="178286"/>
                  <a:pt x="123049" y="177781"/>
                  <a:pt x="120196" y="177781"/>
                </a:cubicBezTo>
                <a:cubicBezTo>
                  <a:pt x="113159" y="177781"/>
                  <a:pt x="105990" y="175557"/>
                  <a:pt x="98697" y="171117"/>
                </a:cubicBezTo>
                <a:cubicBezTo>
                  <a:pt x="91403" y="166677"/>
                  <a:pt x="86751" y="158842"/>
                  <a:pt x="84739" y="147606"/>
                </a:cubicBezTo>
                <a:cubicBezTo>
                  <a:pt x="84410" y="146099"/>
                  <a:pt x="83649" y="144885"/>
                  <a:pt x="82479" y="143963"/>
                </a:cubicBezTo>
                <a:cubicBezTo>
                  <a:pt x="81308" y="143041"/>
                  <a:pt x="80050" y="142581"/>
                  <a:pt x="78704" y="142581"/>
                </a:cubicBezTo>
                <a:cubicBezTo>
                  <a:pt x="76861" y="142581"/>
                  <a:pt x="75442" y="143290"/>
                  <a:pt x="74432" y="144717"/>
                </a:cubicBezTo>
                <a:cubicBezTo>
                  <a:pt x="73430" y="146143"/>
                  <a:pt x="73093" y="147606"/>
                  <a:pt x="73430" y="149113"/>
                </a:cubicBezTo>
                <a:cubicBezTo>
                  <a:pt x="75939" y="163195"/>
                  <a:pt x="81894" y="173385"/>
                  <a:pt x="91279" y="179669"/>
                </a:cubicBezTo>
                <a:cubicBezTo>
                  <a:pt x="100664" y="185952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438912" y="391363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563270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5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454" y="254664"/>
                    <a:pt x="54710" y="251921"/>
                  </a:cubicBezTo>
                  <a:cubicBezTo>
                    <a:pt x="51967" y="249178"/>
                    <a:pt x="50599" y="245769"/>
                    <a:pt x="50599" y="241709"/>
                  </a:cubicBezTo>
                  <a:cubicBezTo>
                    <a:pt x="50599" y="237642"/>
                    <a:pt x="51967" y="234240"/>
                    <a:pt x="54710" y="231497"/>
                  </a:cubicBezTo>
                  <a:cubicBezTo>
                    <a:pt x="57454" y="228754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882"/>
                    <a:pt x="41755" y="104702"/>
                  </a:cubicBezTo>
                  <a:cubicBezTo>
                    <a:pt x="38098" y="99516"/>
                    <a:pt x="36269" y="92662"/>
                    <a:pt x="36269" y="84125"/>
                  </a:cubicBezTo>
                  <a:cubicBezTo>
                    <a:pt x="36269" y="74571"/>
                    <a:pt x="39780" y="66298"/>
                    <a:pt x="46788" y="59282"/>
                  </a:cubicBezTo>
                  <a:cubicBezTo>
                    <a:pt x="53796" y="52274"/>
                    <a:pt x="62077" y="48770"/>
                    <a:pt x="71630" y="48770"/>
                  </a:cubicBezTo>
                  <a:cubicBezTo>
                    <a:pt x="80570" y="48770"/>
                    <a:pt x="87987" y="51155"/>
                    <a:pt x="93876" y="55932"/>
                  </a:cubicBezTo>
                  <a:cubicBezTo>
                    <a:pt x="99772" y="60709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24" y="48719"/>
                    <a:pt x="165053" y="50446"/>
                  </a:cubicBezTo>
                  <a:cubicBezTo>
                    <a:pt x="166574" y="52172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04" y="31748"/>
                    <a:pt x="196442" y="31243"/>
                  </a:cubicBezTo>
                  <a:cubicBezTo>
                    <a:pt x="198981" y="30731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476" y="57914"/>
                    <a:pt x="256186" y="59743"/>
                  </a:cubicBezTo>
                  <a:cubicBezTo>
                    <a:pt x="256895" y="61572"/>
                    <a:pt x="256742" y="63503"/>
                    <a:pt x="255725" y="65530"/>
                  </a:cubicBezTo>
                  <a:cubicBezTo>
                    <a:pt x="254708" y="67563"/>
                    <a:pt x="253238" y="68785"/>
                    <a:pt x="251306" y="69187"/>
                  </a:cubicBezTo>
                  <a:cubicBezTo>
                    <a:pt x="249375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397"/>
                    <a:pt x="251460" y="98909"/>
                  </a:cubicBezTo>
                  <a:cubicBezTo>
                    <a:pt x="253289" y="99414"/>
                    <a:pt x="254708" y="100686"/>
                    <a:pt x="255725" y="102720"/>
                  </a:cubicBezTo>
                  <a:cubicBezTo>
                    <a:pt x="256742" y="104746"/>
                    <a:pt x="256895" y="106780"/>
                    <a:pt x="256186" y="108814"/>
                  </a:cubicBezTo>
                  <a:cubicBezTo>
                    <a:pt x="255476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16"/>
                    <a:pt x="197203" y="137314"/>
                  </a:cubicBezTo>
                  <a:cubicBezTo>
                    <a:pt x="194562" y="137211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574" y="117146"/>
                    <a:pt x="165053" y="118565"/>
                  </a:cubicBezTo>
                  <a:cubicBezTo>
                    <a:pt x="163524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498" y="98199"/>
                    <a:pt x="103174" y="100738"/>
                  </a:cubicBezTo>
                  <a:cubicBezTo>
                    <a:pt x="101857" y="103276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36" y="228754"/>
                    <a:pt x="204979" y="231497"/>
                  </a:cubicBezTo>
                  <a:cubicBezTo>
                    <a:pt x="207722" y="234240"/>
                    <a:pt x="209090" y="237642"/>
                    <a:pt x="209090" y="241709"/>
                  </a:cubicBezTo>
                  <a:cubicBezTo>
                    <a:pt x="209090" y="245769"/>
                    <a:pt x="207722" y="249178"/>
                    <a:pt x="204979" y="251921"/>
                  </a:cubicBezTo>
                  <a:cubicBezTo>
                    <a:pt x="202236" y="254664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8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1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5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058" y="109172"/>
                    <a:pt x="188520" y="109274"/>
                  </a:cubicBezTo>
                  <a:cubicBezTo>
                    <a:pt x="185982" y="109370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387" y="225447"/>
                    <a:pt x="38866" y="223421"/>
                  </a:cubicBezTo>
                  <a:cubicBezTo>
                    <a:pt x="37337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37" y="71528"/>
                    <a:pt x="38866" y="69494"/>
                  </a:cubicBezTo>
                  <a:cubicBezTo>
                    <a:pt x="40387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475"/>
                    <a:pt x="186230" y="21185"/>
                  </a:cubicBezTo>
                  <a:cubicBezTo>
                    <a:pt x="188469" y="21894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21" y="67461"/>
                    <a:pt x="253750" y="69494"/>
                  </a:cubicBezTo>
                  <a:cubicBezTo>
                    <a:pt x="255271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271" y="221387"/>
                    <a:pt x="253750" y="223421"/>
                  </a:cubicBezTo>
                  <a:cubicBezTo>
                    <a:pt x="252221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14"/>
                    <a:pt x="186230" y="271423"/>
                  </a:cubicBezTo>
                  <a:cubicBezTo>
                    <a:pt x="183999" y="272133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9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874874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3270" y="2838298"/>
            <a:ext cx="38990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62118" y="1426464"/>
            <a:ext cx="42523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8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0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3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800" dirty="0"/>
          </a:p>
        </p:txBody>
      </p:sp>
      <p:sp>
        <p:nvSpPr>
          <p:cNvPr id="78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9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0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694176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63270" y="3657600"/>
            <a:ext cx="499628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694176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76518" y="3657600"/>
            <a:ext cx="33379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F4E79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63270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14806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2E75B6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48716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66342" y="2450592"/>
            <a:ext cx="264810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397215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426464" y="1828800"/>
            <a:ext cx="2121408" cy="2121408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3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5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47488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71846" y="1426464"/>
            <a:ext cx="4142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2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2716317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40675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4993721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18080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7271126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95484" y="1426464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327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40675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18080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182112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395484" y="3145536"/>
            <a:ext cx="19189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50438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63270" y="3013862"/>
            <a:ext cx="875117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DEE7F1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3270" y="1426464"/>
            <a:ext cx="40453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62118" y="1426464"/>
            <a:ext cx="20336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1F4E79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463040"/>
            <a:ext cx="36576" cy="16093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2710" y="1426464"/>
            <a:ext cx="180173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915985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10" name="外圈細環"/>
          <p:cNvSpPr/>
          <p:nvPr/>
        </p:nvSpPr>
        <p:spPr>
          <a:xfrm>
            <a:off x="3874496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3" name="Text 11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4" name="外圈細環"/>
          <p:cNvSpPr/>
          <p:nvPr/>
        </p:nvSpPr>
        <p:spPr>
          <a:xfrm>
            <a:off x="6833006" y="1411834"/>
            <a:ext cx="2004365" cy="2004365"/>
          </a:xfrm>
          <a:prstGeom prst="ellipse">
            <a:avLst/>
          </a:prstGeom>
          <a:noFill/>
          <a:ln w="7620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30480">
            <a:solidFill>
              <a:srgbClr val="D9D9D9"/>
            </a:solidFill>
            <a:prstDash val="solid"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8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1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6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30723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402336" cy="43891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1F4E79"/>
          </a:solidFill>
          <a:ln w="1778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2026-10-09T03:26:58Z</dcterms:created>
  <dcterms:modified xsi:type="dcterms:W3CDTF">2026-10-09T03:26:58Z</dcterms:modified>
</cp:coreProperties>
</file>