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753356" cy="5486400"/>
  <p:notesSz cx="5486400" cy="975335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元件總表 Element Catalog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一頁看完本風格的所有元件變化：挑好樣式，直接複製圖形使用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402336" cy="43891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類別"/>
          <p:cNvSpPr/>
          <p:nvPr/>
        </p:nvSpPr>
        <p:spPr>
          <a:xfrm>
            <a:off x="438912" y="1320394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流程方塊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100" dirty="0"/>
          </a:p>
        </p:txBody>
      </p:sp>
      <p:sp>
        <p:nvSpPr>
          <p:cNvPr id="7" name="流程方塊"/>
          <p:cNvSpPr/>
          <p:nvPr/>
        </p:nvSpPr>
        <p:spPr>
          <a:xfrm>
            <a:off x="1598528" y="1265530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8" name="圖說"/>
          <p:cNvSpPr/>
          <p:nvPr/>
        </p:nvSpPr>
        <p:spPr>
          <a:xfrm>
            <a:off x="1499616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無陰影・外框</a:t>
            </a:r>
            <a:endParaRPr lang="en-US" sz="700" dirty="0"/>
          </a:p>
        </p:txBody>
      </p:sp>
      <p:sp>
        <p:nvSpPr>
          <p:cNvPr id="9" name="流程方塊"/>
          <p:cNvSpPr/>
          <p:nvPr/>
        </p:nvSpPr>
        <p:spPr>
          <a:xfrm>
            <a:off x="2718067" y="1265530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67818" dist="19431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0" name="圖說"/>
          <p:cNvSpPr/>
          <p:nvPr/>
        </p:nvSpPr>
        <p:spPr>
          <a:xfrm>
            <a:off x="2619155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11" name="流程方塊"/>
          <p:cNvSpPr/>
          <p:nvPr/>
        </p:nvSpPr>
        <p:spPr>
          <a:xfrm>
            <a:off x="3837606" y="1265530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DEE7F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2" name="圖說"/>
          <p:cNvSpPr/>
          <p:nvPr/>
        </p:nvSpPr>
        <p:spPr>
          <a:xfrm>
            <a:off x="3738694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13" name="流程方塊"/>
          <p:cNvSpPr/>
          <p:nvPr/>
        </p:nvSpPr>
        <p:spPr>
          <a:xfrm>
            <a:off x="4957145" y="1265530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4" name="圖說"/>
          <p:cNvSpPr/>
          <p:nvPr/>
        </p:nvSpPr>
        <p:spPr>
          <a:xfrm>
            <a:off x="4858233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15" name="流程方塊"/>
          <p:cNvSpPr/>
          <p:nvPr/>
        </p:nvSpPr>
        <p:spPr>
          <a:xfrm>
            <a:off x="6076684" y="1265530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7780">
            <a:solidFill>
              <a:srgbClr val="1F4E79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處理步驟</a:t>
            </a:r>
            <a:endParaRPr lang="en-US" sz="900" dirty="0"/>
          </a:p>
        </p:txBody>
      </p:sp>
      <p:sp>
        <p:nvSpPr>
          <p:cNvPr id="16" name="圖說"/>
          <p:cNvSpPr/>
          <p:nvPr/>
        </p:nvSpPr>
        <p:spPr>
          <a:xfrm>
            <a:off x="5977772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主色粗外框</a:t>
            </a:r>
            <a:endParaRPr lang="en-US" sz="700" dirty="0"/>
          </a:p>
        </p:txBody>
      </p:sp>
      <p:sp>
        <p:nvSpPr>
          <p:cNvPr id="17" name="流程方塊"/>
          <p:cNvSpPr/>
          <p:nvPr/>
        </p:nvSpPr>
        <p:spPr>
          <a:xfrm>
            <a:off x="7196223" y="1265530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關鍵步驟</a:t>
            </a:r>
            <a:endParaRPr lang="en-US" sz="900" dirty="0"/>
          </a:p>
        </p:txBody>
      </p:sp>
      <p:sp>
        <p:nvSpPr>
          <p:cNvPr id="18" name="圖說"/>
          <p:cNvSpPr/>
          <p:nvPr/>
        </p:nvSpPr>
        <p:spPr>
          <a:xfrm>
            <a:off x="7097312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19" name="流程方塊"/>
          <p:cNvSpPr/>
          <p:nvPr/>
        </p:nvSpPr>
        <p:spPr>
          <a:xfrm>
            <a:off x="8315763" y="1265530"/>
            <a:ext cx="877824" cy="30723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待定步驟</a:t>
            </a:r>
            <a:endParaRPr lang="en-US" sz="900" dirty="0"/>
          </a:p>
        </p:txBody>
      </p:sp>
      <p:sp>
        <p:nvSpPr>
          <p:cNvPr id="20" name="圖說"/>
          <p:cNvSpPr/>
          <p:nvPr/>
        </p:nvSpPr>
        <p:spPr>
          <a:xfrm>
            <a:off x="8216851" y="159837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虛線・待定</a:t>
            </a:r>
            <a:endParaRPr lang="en-US" sz="700" dirty="0"/>
          </a:p>
        </p:txBody>
      </p:sp>
      <p:sp>
        <p:nvSpPr>
          <p:cNvPr id="21" name="線條"/>
          <p:cNvSpPr/>
          <p:nvPr/>
        </p:nvSpPr>
        <p:spPr>
          <a:xfrm>
            <a:off x="438912" y="1737360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22" name="類別"/>
          <p:cNvSpPr/>
          <p:nvPr/>
        </p:nvSpPr>
        <p:spPr>
          <a:xfrm>
            <a:off x="438912" y="1869034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判斷菱形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23" name="判斷菱形"/>
          <p:cNvSpPr/>
          <p:nvPr/>
        </p:nvSpPr>
        <p:spPr>
          <a:xfrm>
            <a:off x="1653392" y="1777594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4" name="圖說"/>
          <p:cNvSpPr/>
          <p:nvPr/>
        </p:nvSpPr>
        <p:spPr>
          <a:xfrm>
            <a:off x="1499616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25" name="判斷菱形"/>
          <p:cNvSpPr/>
          <p:nvPr/>
        </p:nvSpPr>
        <p:spPr>
          <a:xfrm>
            <a:off x="2772931" y="1777594"/>
            <a:ext cx="768096" cy="380390"/>
          </a:xfrm>
          <a:prstGeom prst="diamond">
            <a:avLst/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6" name="圖說"/>
          <p:cNvSpPr/>
          <p:nvPr/>
        </p:nvSpPr>
        <p:spPr>
          <a:xfrm>
            <a:off x="2619155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27" name="判斷菱形"/>
          <p:cNvSpPr/>
          <p:nvPr/>
        </p:nvSpPr>
        <p:spPr>
          <a:xfrm>
            <a:off x="3892470" y="1777594"/>
            <a:ext cx="768096" cy="380390"/>
          </a:xfrm>
          <a:prstGeom prst="diamond">
            <a:avLst/>
          </a:prstGeom>
          <a:solidFill>
            <a:srgbClr val="DEE7F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28" name="圖說"/>
          <p:cNvSpPr/>
          <p:nvPr/>
        </p:nvSpPr>
        <p:spPr>
          <a:xfrm>
            <a:off x="3738694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29" name="判斷菱形"/>
          <p:cNvSpPr/>
          <p:nvPr/>
        </p:nvSpPr>
        <p:spPr>
          <a:xfrm>
            <a:off x="5012009" y="1777594"/>
            <a:ext cx="768096" cy="38039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0" name="圖說"/>
          <p:cNvSpPr/>
          <p:nvPr/>
        </p:nvSpPr>
        <p:spPr>
          <a:xfrm>
            <a:off x="4858233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主色外框</a:t>
            </a:r>
            <a:endParaRPr lang="en-US" sz="700" dirty="0"/>
          </a:p>
        </p:txBody>
      </p:sp>
      <p:sp>
        <p:nvSpPr>
          <p:cNvPr id="31" name="判斷菱形"/>
          <p:cNvSpPr/>
          <p:nvPr/>
        </p:nvSpPr>
        <p:spPr>
          <a:xfrm>
            <a:off x="6131548" y="1777594"/>
            <a:ext cx="768096" cy="380390"/>
          </a:xfrm>
          <a:prstGeom prst="diamond">
            <a:avLst/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2" name="圖說"/>
          <p:cNvSpPr/>
          <p:nvPr/>
        </p:nvSpPr>
        <p:spPr>
          <a:xfrm>
            <a:off x="5977772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33" name="判斷菱形"/>
          <p:cNvSpPr/>
          <p:nvPr/>
        </p:nvSpPr>
        <p:spPr>
          <a:xfrm>
            <a:off x="7251087" y="1777594"/>
            <a:ext cx="768096" cy="380390"/>
          </a:xfrm>
          <a:prstGeom prst="diamond">
            <a:avLst/>
          </a:prstGeom>
          <a:solidFill>
            <a:srgbClr val="FFFFFF"/>
          </a:solidFill>
          <a:ln w="10160">
            <a:solidFill>
              <a:srgbClr val="8C8C8C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判斷？</a:t>
            </a:r>
            <a:endParaRPr lang="en-US" sz="850" dirty="0"/>
          </a:p>
        </p:txBody>
      </p:sp>
      <p:sp>
        <p:nvSpPr>
          <p:cNvPr id="34" name="圖說"/>
          <p:cNvSpPr/>
          <p:nvPr/>
        </p:nvSpPr>
        <p:spPr>
          <a:xfrm>
            <a:off x="7097312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虛線・待確認</a:t>
            </a:r>
            <a:endParaRPr lang="en-US" sz="700" dirty="0"/>
          </a:p>
        </p:txBody>
      </p:sp>
      <p:grpSp>
        <p:nvGrpSpPr>
          <p:cNvPr id="5000" name="判斷＋分岔箭頭"/>
          <p:cNvGrpSpPr/>
          <p:nvPr/>
        </p:nvGrpSpPr>
        <p:grpSpPr>
          <a:xfrm>
            <a:off x="8264556" y="1777594"/>
            <a:ext cx="892454" cy="380390"/>
            <a:chOff x="8264556" y="1777594"/>
            <a:chExt cx="892454" cy="380390"/>
          </a:xfrm>
        </p:grpSpPr>
        <p:sp>
          <p:nvSpPr>
            <p:cNvPr id="35" name="判斷菱形"/>
            <p:cNvSpPr/>
            <p:nvPr/>
          </p:nvSpPr>
          <p:spPr>
            <a:xfrm>
              <a:off x="8264556" y="1777594"/>
              <a:ext cx="453542" cy="380390"/>
            </a:xfrm>
            <a:prstGeom prst="diamond">
              <a:avLst/>
            </a:prstGeom>
            <a:solidFill>
              <a:srgbClr val="FFFFFF"/>
            </a:solidFill>
            <a:ln w="12700">
              <a:solidFill>
                <a:srgbClr val="1F4E7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36" name="線條"/>
            <p:cNvSpPr/>
            <p:nvPr/>
          </p:nvSpPr>
          <p:spPr>
            <a:xfrm>
              <a:off x="8718099" y="1967789"/>
              <a:ext cx="438912" cy="0"/>
            </a:xfrm>
            <a:prstGeom prst="line">
              <a:avLst/>
            </a:prstGeom>
            <a:noFill/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sp>
        <p:sp>
          <p:nvSpPr>
            <p:cNvPr id="37" name="標註"/>
            <p:cNvSpPr/>
            <p:nvPr/>
          </p:nvSpPr>
          <p:spPr>
            <a:xfrm>
              <a:off x="8732729" y="1821485"/>
              <a:ext cx="219456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650" dirty="0"/>
            </a:p>
          </p:txBody>
        </p:sp>
      </p:grpSp>
      <p:sp>
        <p:nvSpPr>
          <p:cNvPr id="38" name="圖說"/>
          <p:cNvSpPr/>
          <p:nvPr/>
        </p:nvSpPr>
        <p:spPr>
          <a:xfrm>
            <a:off x="8216851" y="2183587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判斷＋分岔箭頭</a:t>
            </a:r>
            <a:endParaRPr lang="en-US" sz="700" dirty="0"/>
          </a:p>
        </p:txBody>
      </p:sp>
      <p:sp>
        <p:nvSpPr>
          <p:cNvPr id="39" name="線條"/>
          <p:cNvSpPr/>
          <p:nvPr/>
        </p:nvSpPr>
        <p:spPr>
          <a:xfrm>
            <a:off x="438912" y="2322576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40" name="類別"/>
          <p:cNvSpPr/>
          <p:nvPr/>
        </p:nvSpPr>
        <p:spPr>
          <a:xfrm>
            <a:off x="438912" y="2403043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Start / End</a:t>
            </a:r>
            <a:endParaRPr lang="en-US" sz="1100" dirty="0"/>
          </a:p>
        </p:txBody>
      </p:sp>
      <p:sp>
        <p:nvSpPr>
          <p:cNvPr id="41" name="開始／結束"/>
          <p:cNvSpPr/>
          <p:nvPr/>
        </p:nvSpPr>
        <p:spPr>
          <a:xfrm>
            <a:off x="1598528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2" name="圖說"/>
          <p:cNvSpPr/>
          <p:nvPr/>
        </p:nvSpPr>
        <p:spPr>
          <a:xfrm>
            <a:off x="1499616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</a:t>
            </a:r>
            <a:endParaRPr lang="en-US" sz="700" dirty="0"/>
          </a:p>
        </p:txBody>
      </p:sp>
      <p:sp>
        <p:nvSpPr>
          <p:cNvPr id="43" name="開始／結束"/>
          <p:cNvSpPr/>
          <p:nvPr/>
        </p:nvSpPr>
        <p:spPr>
          <a:xfrm>
            <a:off x="2718067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4" name="圖說"/>
          <p:cNvSpPr/>
          <p:nvPr/>
        </p:nvSpPr>
        <p:spPr>
          <a:xfrm>
            <a:off x="2619155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淺主色底</a:t>
            </a:r>
            <a:endParaRPr lang="en-US" sz="700" dirty="0"/>
          </a:p>
        </p:txBody>
      </p:sp>
      <p:sp>
        <p:nvSpPr>
          <p:cNvPr id="45" name="開始／結束"/>
          <p:cNvSpPr/>
          <p:nvPr/>
        </p:nvSpPr>
        <p:spPr>
          <a:xfrm>
            <a:off x="3837606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6" name="圖說"/>
          <p:cNvSpPr/>
          <p:nvPr/>
        </p:nvSpPr>
        <p:spPr>
          <a:xfrm>
            <a:off x="3738694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淺灰底</a:t>
            </a:r>
            <a:endParaRPr lang="en-US" sz="700" dirty="0"/>
          </a:p>
        </p:txBody>
      </p:sp>
      <p:sp>
        <p:nvSpPr>
          <p:cNvPr id="47" name="開始／結束"/>
          <p:cNvSpPr/>
          <p:nvPr/>
        </p:nvSpPr>
        <p:spPr>
          <a:xfrm>
            <a:off x="4957145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D9D9D9"/>
            </a:solidFill>
            <a:prstDash val="solid"/>
          </a:ln>
          <a:effectLst>
            <a:outerShdw blurRad="61468" dist="17526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900" dirty="0"/>
          </a:p>
        </p:txBody>
      </p:sp>
      <p:sp>
        <p:nvSpPr>
          <p:cNvPr id="48" name="圖說"/>
          <p:cNvSpPr/>
          <p:nvPr/>
        </p:nvSpPr>
        <p:spPr>
          <a:xfrm>
            <a:off x="4858233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柔和陰影</a:t>
            </a:r>
            <a:endParaRPr lang="en-US" sz="700" dirty="0"/>
          </a:p>
        </p:txBody>
      </p:sp>
      <p:sp>
        <p:nvSpPr>
          <p:cNvPr id="49" name="開始／結束"/>
          <p:cNvSpPr/>
          <p:nvPr/>
        </p:nvSpPr>
        <p:spPr>
          <a:xfrm>
            <a:off x="6076684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900" dirty="0"/>
          </a:p>
        </p:txBody>
      </p:sp>
      <p:sp>
        <p:nvSpPr>
          <p:cNvPr id="50" name="圖說"/>
          <p:cNvSpPr/>
          <p:nvPr/>
        </p:nvSpPr>
        <p:spPr>
          <a:xfrm>
            <a:off x="5977772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深底白字強調</a:t>
            </a:r>
            <a:endParaRPr lang="en-US" sz="700" dirty="0"/>
          </a:p>
        </p:txBody>
      </p:sp>
      <p:sp>
        <p:nvSpPr>
          <p:cNvPr id="51" name="開始／結束"/>
          <p:cNvSpPr/>
          <p:nvPr/>
        </p:nvSpPr>
        <p:spPr>
          <a:xfrm>
            <a:off x="7196223" y="2362810"/>
            <a:ext cx="877824" cy="27797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900" dirty="0"/>
          </a:p>
        </p:txBody>
      </p:sp>
      <p:sp>
        <p:nvSpPr>
          <p:cNvPr id="52" name="圖說"/>
          <p:cNvSpPr/>
          <p:nvPr/>
        </p:nvSpPr>
        <p:spPr>
          <a:xfrm>
            <a:off x="7097312" y="2666390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強調色</a:t>
            </a:r>
            <a:endParaRPr lang="en-US" sz="700" dirty="0"/>
          </a:p>
        </p:txBody>
      </p:sp>
      <p:sp>
        <p:nvSpPr>
          <p:cNvPr id="53" name="線條"/>
          <p:cNvSpPr/>
          <p:nvPr/>
        </p:nvSpPr>
        <p:spPr>
          <a:xfrm>
            <a:off x="438912" y="2805379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54" name="類別"/>
          <p:cNvSpPr/>
          <p:nvPr/>
        </p:nvSpPr>
        <p:spPr>
          <a:xfrm>
            <a:off x="438912" y="2893162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箭頭與連接線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Arrows</a:t>
            </a:r>
            <a:endParaRPr lang="en-US" sz="1100" dirty="0"/>
          </a:p>
        </p:txBody>
      </p:sp>
      <p:sp>
        <p:nvSpPr>
          <p:cNvPr id="55" name="線條"/>
          <p:cNvSpPr/>
          <p:nvPr/>
        </p:nvSpPr>
        <p:spPr>
          <a:xfrm>
            <a:off x="1613158" y="2991917"/>
            <a:ext cx="848563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</p:sp>
      <p:sp>
        <p:nvSpPr>
          <p:cNvPr id="56" name="圖說"/>
          <p:cNvSpPr/>
          <p:nvPr/>
        </p:nvSpPr>
        <p:spPr>
          <a:xfrm>
            <a:off x="1499616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細直線箭頭</a:t>
            </a:r>
            <a:endParaRPr lang="en-US" sz="700" dirty="0"/>
          </a:p>
        </p:txBody>
      </p:sp>
      <p:sp>
        <p:nvSpPr>
          <p:cNvPr id="57" name="線條"/>
          <p:cNvSpPr/>
          <p:nvPr/>
        </p:nvSpPr>
        <p:spPr>
          <a:xfrm>
            <a:off x="2732697" y="2991917"/>
            <a:ext cx="848563" cy="0"/>
          </a:xfrm>
          <a:prstGeom prst="line">
            <a:avLst/>
          </a:prstGeom>
          <a:noFill/>
          <a:ln w="22860">
            <a:solidFill>
              <a:srgbClr val="1F4E79"/>
            </a:solidFill>
            <a:prstDash val="solid"/>
            <a:tailEnd type="triangle"/>
          </a:ln>
        </p:spPr>
      </p:sp>
      <p:sp>
        <p:nvSpPr>
          <p:cNvPr id="58" name="圖說"/>
          <p:cNvSpPr/>
          <p:nvPr/>
        </p:nvSpPr>
        <p:spPr>
          <a:xfrm>
            <a:off x="2619155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</a:t>
            </a:r>
            <a:endParaRPr lang="en-US" sz="700" dirty="0"/>
          </a:p>
        </p:txBody>
      </p:sp>
      <p:sp>
        <p:nvSpPr>
          <p:cNvPr id="59" name="連接線"/>
          <p:cNvSpPr/>
          <p:nvPr/>
        </p:nvSpPr>
        <p:spPr>
          <a:xfrm>
            <a:off x="3852237" y="2882189"/>
            <a:ext cx="848563" cy="219456"/>
          </a:xfrm>
          <a:custGeom>
            <a:avLst/>
            <a:gdLst/>
            <a:ahLst/>
            <a:cxnLst/>
            <a:rect l="l" t="t" r="r" b="b"/>
            <a:pathLst>
              <a:path w="848563" h="219456">
                <a:moveTo>
                  <a:pt x="0" y="0"/>
                </a:moveTo>
                <a:lnTo>
                  <a:pt x="424282" y="0"/>
                </a:lnTo>
                <a:lnTo>
                  <a:pt x="424282" y="219456"/>
                </a:lnTo>
                <a:lnTo>
                  <a:pt x="848563" y="219456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圖說"/>
          <p:cNvSpPr/>
          <p:nvPr/>
        </p:nvSpPr>
        <p:spPr>
          <a:xfrm>
            <a:off x="3738694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折線連接</a:t>
            </a:r>
            <a:endParaRPr lang="en-US" sz="700" dirty="0"/>
          </a:p>
        </p:txBody>
      </p:sp>
      <p:sp>
        <p:nvSpPr>
          <p:cNvPr id="61" name="線條"/>
          <p:cNvSpPr/>
          <p:nvPr/>
        </p:nvSpPr>
        <p:spPr>
          <a:xfrm>
            <a:off x="4971776" y="2991917"/>
            <a:ext cx="848563" cy="0"/>
          </a:xfrm>
          <a:prstGeom prst="line">
            <a:avLst/>
          </a:prstGeom>
          <a:noFill/>
          <a:ln w="12700">
            <a:solidFill>
              <a:srgbClr val="707070"/>
            </a:solidFill>
            <a:prstDash val="sysDash"/>
            <a:tailEnd type="arrow"/>
          </a:ln>
        </p:spPr>
      </p:sp>
      <p:sp>
        <p:nvSpPr>
          <p:cNvPr id="62" name="圖說"/>
          <p:cNvSpPr/>
          <p:nvPr/>
        </p:nvSpPr>
        <p:spPr>
          <a:xfrm>
            <a:off x="4858233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虛線（次要／回饋）</a:t>
            </a:r>
            <a:endParaRPr lang="en-US" sz="700" dirty="0"/>
          </a:p>
        </p:txBody>
      </p:sp>
      <p:sp>
        <p:nvSpPr>
          <p:cNvPr id="63" name="線條"/>
          <p:cNvSpPr/>
          <p:nvPr/>
        </p:nvSpPr>
        <p:spPr>
          <a:xfrm>
            <a:off x="6091315" y="2991917"/>
            <a:ext cx="848563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headEnd type="triangle" w="lg" len="lg"/>
            <a:tailEnd type="triangle" w="lg" len="lg"/>
          </a:ln>
        </p:spPr>
      </p:sp>
      <p:sp>
        <p:nvSpPr>
          <p:cNvPr id="64" name="圖說"/>
          <p:cNvSpPr/>
          <p:nvPr/>
        </p:nvSpPr>
        <p:spPr>
          <a:xfrm>
            <a:off x="5977772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雙向箭頭</a:t>
            </a:r>
            <a:endParaRPr lang="en-US" sz="700" dirty="0"/>
          </a:p>
        </p:txBody>
      </p:sp>
      <p:grpSp>
        <p:nvGrpSpPr>
          <p:cNvPr id="5001" name="▶ 三角／V 形分隔"/>
          <p:cNvGrpSpPr/>
          <p:nvPr/>
        </p:nvGrpSpPr>
        <p:grpSpPr>
          <a:xfrm>
            <a:off x="7371788" y="2889504"/>
            <a:ext cx="512064" cy="204826"/>
            <a:chOff x="7371788" y="2889504"/>
            <a:chExt cx="512064" cy="204826"/>
          </a:xfrm>
        </p:grpSpPr>
        <p:sp>
          <p:nvSpPr>
            <p:cNvPr id="65" name="三角分隔"/>
            <p:cNvSpPr/>
            <p:nvPr/>
          </p:nvSpPr>
          <p:spPr>
            <a:xfrm>
              <a:off x="7371788" y="2911450"/>
              <a:ext cx="124358" cy="160934"/>
            </a:xfrm>
            <a:custGeom>
              <a:avLst/>
              <a:gdLst/>
              <a:ahLst/>
              <a:cxnLst/>
              <a:rect l="l" t="t" r="r" b="b"/>
              <a:pathLst>
                <a:path w="124358" h="160934">
                  <a:moveTo>
                    <a:pt x="0" y="0"/>
                  </a:moveTo>
                  <a:lnTo>
                    <a:pt x="124358" y="80467"/>
                  </a:lnTo>
                  <a:lnTo>
                    <a:pt x="0" y="16093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6" name="V 形分隔"/>
            <p:cNvSpPr/>
            <p:nvPr/>
          </p:nvSpPr>
          <p:spPr>
            <a:xfrm>
              <a:off x="7766809" y="2889504"/>
              <a:ext cx="117043" cy="204826"/>
            </a:xfrm>
            <a:prstGeom prst="chevron">
              <a:avLst>
                <a:gd name="adj" fmla="val 62500"/>
              </a:avLst>
            </a:pr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67" name="圖說"/>
          <p:cNvSpPr/>
          <p:nvPr/>
        </p:nvSpPr>
        <p:spPr>
          <a:xfrm>
            <a:off x="7097312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三角／V 形分隔</a:t>
            </a:r>
            <a:endParaRPr lang="en-US" sz="700" dirty="0"/>
          </a:p>
        </p:txBody>
      </p:sp>
      <p:sp>
        <p:nvSpPr>
          <p:cNvPr id="68" name="區塊箭頭"/>
          <p:cNvSpPr/>
          <p:nvPr/>
        </p:nvSpPr>
        <p:spPr>
          <a:xfrm>
            <a:off x="8352339" y="2845613"/>
            <a:ext cx="804672" cy="292608"/>
          </a:xfrm>
          <a:custGeom>
            <a:avLst/>
            <a:gdLst/>
            <a:ahLst/>
            <a:cxnLst/>
            <a:rect l="l" t="t" r="r" b="b"/>
            <a:pathLst>
              <a:path w="804672" h="292608">
                <a:moveTo>
                  <a:pt x="0" y="87782"/>
                </a:moveTo>
                <a:lnTo>
                  <a:pt x="629107" y="87782"/>
                </a:lnTo>
                <a:lnTo>
                  <a:pt x="629107" y="0"/>
                </a:lnTo>
                <a:lnTo>
                  <a:pt x="804672" y="146304"/>
                </a:lnTo>
                <a:lnTo>
                  <a:pt x="629107" y="292608"/>
                </a:lnTo>
                <a:lnTo>
                  <a:pt x="629107" y="204826"/>
                </a:lnTo>
                <a:lnTo>
                  <a:pt x="0" y="204826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8216851" y="3163824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區塊箭頭</a:t>
            </a:r>
            <a:endParaRPr lang="en-US" sz="700" dirty="0"/>
          </a:p>
        </p:txBody>
      </p:sp>
      <p:sp>
        <p:nvSpPr>
          <p:cNvPr id="70" name="線條"/>
          <p:cNvSpPr/>
          <p:nvPr/>
        </p:nvSpPr>
        <p:spPr>
          <a:xfrm>
            <a:off x="438912" y="3302813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71" name="類別"/>
          <p:cNvSpPr/>
          <p:nvPr/>
        </p:nvSpPr>
        <p:spPr>
          <a:xfrm>
            <a:off x="438912" y="3405226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例外與警示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Exception</a:t>
            </a:r>
            <a:endParaRPr lang="en-US" sz="1100" dirty="0"/>
          </a:p>
        </p:txBody>
      </p:sp>
      <p:sp>
        <p:nvSpPr>
          <p:cNvPr id="72" name="警示方塊"/>
          <p:cNvSpPr/>
          <p:nvPr/>
        </p:nvSpPr>
        <p:spPr>
          <a:xfrm>
            <a:off x="1598528" y="3343046"/>
            <a:ext cx="877824" cy="321869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5240">
            <a:solidFill>
              <a:srgbClr val="C0504D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例外狀況</a:t>
            </a:r>
            <a:endParaRPr lang="en-US" sz="900" dirty="0"/>
          </a:p>
        </p:txBody>
      </p:sp>
      <p:sp>
        <p:nvSpPr>
          <p:cNvPr id="73" name="圖說"/>
          <p:cNvSpPr/>
          <p:nvPr/>
        </p:nvSpPr>
        <p:spPr>
          <a:xfrm>
            <a:off x="1499616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警示外框</a:t>
            </a:r>
            <a:endParaRPr lang="en-US" sz="700" dirty="0"/>
          </a:p>
        </p:txBody>
      </p:sp>
      <p:sp>
        <p:nvSpPr>
          <p:cNvPr id="74" name="警示方塊"/>
          <p:cNvSpPr/>
          <p:nvPr/>
        </p:nvSpPr>
        <p:spPr>
          <a:xfrm>
            <a:off x="2718067" y="3343046"/>
            <a:ext cx="877824" cy="321869"/>
          </a:xfrm>
          <a:prstGeom prst="roundRect">
            <a:avLst>
              <a:gd name="adj" fmla="val 22727"/>
            </a:avLst>
          </a:prstGeom>
          <a:solidFill>
            <a:srgbClr val="F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3C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注意事項</a:t>
            </a:r>
            <a:endParaRPr lang="en-US" sz="900" dirty="0"/>
          </a:p>
        </p:txBody>
      </p:sp>
      <p:sp>
        <p:nvSpPr>
          <p:cNvPr id="75" name="圖說"/>
          <p:cNvSpPr/>
          <p:nvPr/>
        </p:nvSpPr>
        <p:spPr>
          <a:xfrm>
            <a:off x="2619155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警示淺底</a:t>
            </a:r>
            <a:endParaRPr lang="en-US" sz="700" dirty="0"/>
          </a:p>
        </p:txBody>
      </p:sp>
      <p:sp>
        <p:nvSpPr>
          <p:cNvPr id="76" name="警示方塊"/>
          <p:cNvSpPr/>
          <p:nvPr/>
        </p:nvSpPr>
        <p:spPr>
          <a:xfrm>
            <a:off x="3837606" y="3343046"/>
            <a:ext cx="877824" cy="321869"/>
          </a:xfrm>
          <a:prstGeom prst="roundRect">
            <a:avLst>
              <a:gd name="adj" fmla="val 22727"/>
            </a:avLst>
          </a:prstGeom>
          <a:solidFill>
            <a:srgbClr val="C0504D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中止</a:t>
            </a:r>
            <a:endParaRPr lang="en-US" sz="900" dirty="0"/>
          </a:p>
        </p:txBody>
      </p:sp>
      <p:sp>
        <p:nvSpPr>
          <p:cNvPr id="77" name="圖說"/>
          <p:cNvSpPr/>
          <p:nvPr/>
        </p:nvSpPr>
        <p:spPr>
          <a:xfrm>
            <a:off x="3738694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深底警示</a:t>
            </a:r>
            <a:endParaRPr lang="en-US" sz="700" dirty="0"/>
          </a:p>
        </p:txBody>
      </p:sp>
      <p:grpSp>
        <p:nvGrpSpPr>
          <p:cNvPr id="5002" name="警告三角"/>
          <p:cNvGrpSpPr/>
          <p:nvPr/>
        </p:nvGrpSpPr>
        <p:grpSpPr>
          <a:xfrm>
            <a:off x="5205640" y="3339828"/>
            <a:ext cx="380835" cy="328306"/>
            <a:chOff x="5205640" y="3339828"/>
            <a:chExt cx="380835" cy="328306"/>
          </a:xfrm>
        </p:grpSpPr>
        <p:sp>
          <p:nvSpPr>
            <p:cNvPr id="78" name="警告三角"/>
            <p:cNvSpPr/>
            <p:nvPr/>
          </p:nvSpPr>
          <p:spPr>
            <a:xfrm>
              <a:off x="5205640" y="3339828"/>
              <a:ext cx="380835" cy="328306"/>
            </a:xfrm>
            <a:custGeom>
              <a:avLst/>
              <a:gdLst/>
              <a:ahLst/>
              <a:cxnLst/>
              <a:rect l="l" t="t" r="r" b="b"/>
              <a:pathLst>
                <a:path w="380835" h="328306">
                  <a:moveTo>
                    <a:pt x="0" y="328306"/>
                  </a:moveTo>
                  <a:lnTo>
                    <a:pt x="190418" y="0"/>
                  </a:lnTo>
                  <a:lnTo>
                    <a:pt x="380835" y="328306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9" name="驚嘆號"/>
            <p:cNvSpPr/>
            <p:nvPr/>
          </p:nvSpPr>
          <p:spPr>
            <a:xfrm>
              <a:off x="5205640" y="3438320"/>
              <a:ext cx="380835" cy="22324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!</a:t>
              </a:r>
              <a:endParaRPr lang="en-US" sz="1350" dirty="0"/>
            </a:p>
          </p:txBody>
        </p:sp>
      </p:grpSp>
      <p:sp>
        <p:nvSpPr>
          <p:cNvPr id="80" name="圖說"/>
          <p:cNvSpPr/>
          <p:nvPr/>
        </p:nvSpPr>
        <p:spPr>
          <a:xfrm>
            <a:off x="4858233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警告三角</a:t>
            </a:r>
            <a:endParaRPr lang="en-US" sz="700" dirty="0"/>
          </a:p>
        </p:txBody>
      </p:sp>
      <p:sp>
        <p:nvSpPr>
          <p:cNvPr id="81" name="錯誤標記"/>
          <p:cNvSpPr/>
          <p:nvPr/>
        </p:nvSpPr>
        <p:spPr>
          <a:xfrm>
            <a:off x="6383630" y="3372015"/>
            <a:ext cx="263932" cy="263932"/>
          </a:xfrm>
          <a:prstGeom prst="ellipse">
            <a:avLst/>
          </a:prstGeom>
          <a:solidFill>
            <a:srgbClr val="C0504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300" dirty="0"/>
          </a:p>
        </p:txBody>
      </p:sp>
      <p:sp>
        <p:nvSpPr>
          <p:cNvPr id="82" name="圖說"/>
          <p:cNvSpPr/>
          <p:nvPr/>
        </p:nvSpPr>
        <p:spPr>
          <a:xfrm>
            <a:off x="5977772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 錯誤標記</a:t>
            </a:r>
            <a:endParaRPr lang="en-US" sz="700" dirty="0"/>
          </a:p>
        </p:txBody>
      </p:sp>
      <p:grpSp>
        <p:nvGrpSpPr>
          <p:cNvPr id="5003" name="紅點提示"/>
          <p:cNvGrpSpPr/>
          <p:nvPr/>
        </p:nvGrpSpPr>
        <p:grpSpPr>
          <a:xfrm>
            <a:off x="7196223" y="3295498"/>
            <a:ext cx="925373" cy="369418"/>
            <a:chOff x="7196223" y="3295498"/>
            <a:chExt cx="925373" cy="369418"/>
          </a:xfrm>
        </p:grpSpPr>
        <p:sp>
          <p:nvSpPr>
            <p:cNvPr id="83" name="流程方塊"/>
            <p:cNvSpPr/>
            <p:nvPr/>
          </p:nvSpPr>
          <p:spPr>
            <a:xfrm>
              <a:off x="7196223" y="3343046"/>
              <a:ext cx="877824" cy="321869"/>
            </a:xfrm>
            <a:prstGeom prst="roundRect">
              <a:avLst>
                <a:gd name="adj" fmla="val 22727"/>
              </a:avLst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待處理</a:t>
              </a:r>
              <a:endParaRPr lang="en-US" sz="900" dirty="0"/>
            </a:p>
          </p:txBody>
        </p:sp>
        <p:sp>
          <p:nvSpPr>
            <p:cNvPr id="84" name="提示紅點"/>
            <p:cNvSpPr/>
            <p:nvPr/>
          </p:nvSpPr>
          <p:spPr>
            <a:xfrm>
              <a:off x="7997238" y="3295498"/>
              <a:ext cx="124358" cy="124358"/>
            </a:xfrm>
            <a:prstGeom prst="ellipse">
              <a:avLst/>
            </a:prstGeom>
            <a:solidFill>
              <a:srgbClr val="C0504D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85" name="圖說"/>
          <p:cNvSpPr/>
          <p:nvPr/>
        </p:nvSpPr>
        <p:spPr>
          <a:xfrm>
            <a:off x="7097312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紅點提示</a:t>
            </a:r>
            <a:endParaRPr lang="en-US" sz="700" dirty="0"/>
          </a:p>
        </p:txBody>
      </p:sp>
      <p:sp>
        <p:nvSpPr>
          <p:cNvPr id="86" name="連接線"/>
          <p:cNvSpPr/>
          <p:nvPr/>
        </p:nvSpPr>
        <p:spPr>
          <a:xfrm>
            <a:off x="8330393" y="3386938"/>
            <a:ext cx="848563" cy="234086"/>
          </a:xfrm>
          <a:custGeom>
            <a:avLst/>
            <a:gdLst/>
            <a:ahLst/>
            <a:cxnLst/>
            <a:rect l="l" t="t" r="r" b="b"/>
            <a:pathLst>
              <a:path w="848563" h="234086">
                <a:moveTo>
                  <a:pt x="0" y="0"/>
                </a:moveTo>
                <a:lnTo>
                  <a:pt x="351130" y="0"/>
                </a:lnTo>
                <a:lnTo>
                  <a:pt x="351130" y="234086"/>
                </a:lnTo>
                <a:lnTo>
                  <a:pt x="848563" y="234086"/>
                </a:lnTo>
              </a:path>
            </a:pathLst>
          </a:custGeom>
          <a:noFill/>
          <a:ln w="12700">
            <a:solidFill>
              <a:srgbClr val="C0504D"/>
            </a:solidFill>
            <a:prstDash val="sysDash"/>
            <a:tailEnd type="triangle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8216851" y="3690518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例外路徑（虛線）</a:t>
            </a:r>
            <a:endParaRPr lang="en-US" sz="700" dirty="0"/>
          </a:p>
        </p:txBody>
      </p:sp>
      <p:sp>
        <p:nvSpPr>
          <p:cNvPr id="88" name="線條"/>
          <p:cNvSpPr/>
          <p:nvPr/>
        </p:nvSpPr>
        <p:spPr>
          <a:xfrm>
            <a:off x="438912" y="3829507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89" name="類別"/>
          <p:cNvSpPr/>
          <p:nvPr/>
        </p:nvSpPr>
        <p:spPr>
          <a:xfrm>
            <a:off x="438912" y="3997757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圓形・編號・標籤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Circle / Badge / Tag</a:t>
            </a:r>
            <a:endParaRPr lang="en-US" sz="1100" dirty="0"/>
          </a:p>
        </p:txBody>
      </p:sp>
      <p:sp>
        <p:nvSpPr>
          <p:cNvPr id="90" name="光暈大圓"/>
          <p:cNvSpPr/>
          <p:nvPr/>
        </p:nvSpPr>
        <p:spPr>
          <a:xfrm>
            <a:off x="1810669" y="3869741"/>
            <a:ext cx="453542" cy="453542"/>
          </a:xfrm>
          <a:prstGeom prst="ellipse">
            <a:avLst/>
          </a:prstGeom>
          <a:solidFill>
            <a:srgbClr val="FFFFFF"/>
          </a:solidFill>
          <a:ln w="30480">
            <a:solidFill>
              <a:srgbClr val="D9D9D9"/>
            </a:solidFill>
            <a:prstDash val="solid"/>
          </a:ln>
          <a:effectLst>
            <a:outerShdw blurRad="68326" dist="12192" dir="5400000" sx="100840" sy="100840" algn="ctr" rotWithShape="0">
              <a:srgbClr val="000000">
                <a:alpha val="2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1499616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光暈大圓</a:t>
            </a:r>
            <a:endParaRPr lang="en-US" sz="700" dirty="0"/>
          </a:p>
        </p:txBody>
      </p:sp>
      <p:grpSp>
        <p:nvGrpSpPr>
          <p:cNvPr id="5004" name="光暈＋外圈細環"/>
          <p:cNvGrpSpPr/>
          <p:nvPr/>
        </p:nvGrpSpPr>
        <p:grpSpPr>
          <a:xfrm>
            <a:off x="2879001" y="3818534"/>
            <a:ext cx="555955" cy="555955"/>
            <a:chOff x="2879001" y="3818534"/>
            <a:chExt cx="555955" cy="555955"/>
          </a:xfrm>
        </p:grpSpPr>
        <p:sp>
          <p:nvSpPr>
            <p:cNvPr id="92" name="外圈細環"/>
            <p:cNvSpPr/>
            <p:nvPr/>
          </p:nvSpPr>
          <p:spPr>
            <a:xfrm>
              <a:off x="2879001" y="3818534"/>
              <a:ext cx="555955" cy="555955"/>
            </a:xfrm>
            <a:prstGeom prst="ellipse">
              <a:avLst/>
            </a:prstGeom>
            <a:noFill/>
            <a:ln w="7620">
              <a:solidFill>
                <a:srgbClr val="E6E6E6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光暈大圓"/>
            <p:cNvSpPr/>
            <p:nvPr/>
          </p:nvSpPr>
          <p:spPr>
            <a:xfrm>
              <a:off x="2930208" y="3869741"/>
              <a:ext cx="453542" cy="453542"/>
            </a:xfrm>
            <a:prstGeom prst="ellipse">
              <a:avLst/>
            </a:prstGeom>
            <a:solidFill>
              <a:srgbClr val="FFFFFF"/>
            </a:solidFill>
            <a:ln w="30480">
              <a:solidFill>
                <a:srgbClr val="D9D9D9"/>
              </a:solidFill>
              <a:prstDash val="solid"/>
            </a:ln>
            <a:effectLst>
              <a:outerShdw blurRad="68326" dist="12192" dir="5400000" sx="100840" sy="10084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94" name="圖說"/>
          <p:cNvSpPr/>
          <p:nvPr/>
        </p:nvSpPr>
        <p:spPr>
          <a:xfrm>
            <a:off x="2619155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光暈＋外圈細環</a:t>
            </a:r>
            <a:endParaRPr lang="en-US" sz="700" dirty="0"/>
          </a:p>
        </p:txBody>
      </p:sp>
      <p:sp>
        <p:nvSpPr>
          <p:cNvPr id="95" name="外框圓"/>
          <p:cNvSpPr/>
          <p:nvPr/>
        </p:nvSpPr>
        <p:spPr>
          <a:xfrm>
            <a:off x="4049747" y="3869741"/>
            <a:ext cx="453542" cy="45354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BFBFB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圖說"/>
          <p:cNvSpPr/>
          <p:nvPr/>
        </p:nvSpPr>
        <p:spPr>
          <a:xfrm>
            <a:off x="3738694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無陰影外框圓</a:t>
            </a:r>
            <a:endParaRPr lang="en-US" sz="700" dirty="0"/>
          </a:p>
        </p:txBody>
      </p:sp>
      <p:grpSp>
        <p:nvGrpSpPr>
          <p:cNvPr id="5005" name="編號徽章"/>
          <p:cNvGrpSpPr/>
          <p:nvPr/>
        </p:nvGrpSpPr>
        <p:grpSpPr>
          <a:xfrm>
            <a:off x="4964460" y="3972154"/>
            <a:ext cx="863194" cy="248717"/>
            <a:chOff x="4964460" y="3972154"/>
            <a:chExt cx="863194" cy="248717"/>
          </a:xfrm>
        </p:grpSpPr>
        <p:sp>
          <p:nvSpPr>
            <p:cNvPr id="97" name="編號"/>
            <p:cNvSpPr/>
            <p:nvPr/>
          </p:nvSpPr>
          <p:spPr>
            <a:xfrm>
              <a:off x="4964460" y="3972154"/>
              <a:ext cx="248717" cy="248717"/>
            </a:xfrm>
            <a:prstGeom prst="ellipse">
              <a:avLst/>
            </a:prstGeom>
            <a:solidFill>
              <a:srgbClr val="1F4E79"/>
            </a:solidFill>
            <a:ln w="17780">
              <a:solidFill>
                <a:srgbClr val="FFFFFF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800" dirty="0"/>
            </a:p>
          </p:txBody>
        </p:sp>
        <p:sp>
          <p:nvSpPr>
            <p:cNvPr id="98" name="編號"/>
            <p:cNvSpPr/>
            <p:nvPr/>
          </p:nvSpPr>
          <p:spPr>
            <a:xfrm>
              <a:off x="5271699" y="3972154"/>
              <a:ext cx="248717" cy="248717"/>
            </a:xfrm>
            <a:prstGeom prst="ellipse">
              <a:avLst/>
            </a:prstGeom>
            <a:solidFill>
              <a:srgbClr val="1F4E79"/>
            </a:solidFill>
            <a:ln w="17780">
              <a:solidFill>
                <a:srgbClr val="FFFFFF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800" dirty="0"/>
            </a:p>
          </p:txBody>
        </p:sp>
        <p:sp>
          <p:nvSpPr>
            <p:cNvPr id="99" name="編號"/>
            <p:cNvSpPr/>
            <p:nvPr/>
          </p:nvSpPr>
          <p:spPr>
            <a:xfrm>
              <a:off x="5578937" y="3972154"/>
              <a:ext cx="248717" cy="248717"/>
            </a:xfrm>
            <a:prstGeom prst="ellipse">
              <a:avLst/>
            </a:prstGeom>
            <a:solidFill>
              <a:srgbClr val="2E75B6"/>
            </a:solidFill>
            <a:ln w="17780">
              <a:solidFill>
                <a:srgbClr val="FFFFFF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800" dirty="0"/>
            </a:p>
          </p:txBody>
        </p:sp>
      </p:grpSp>
      <p:sp>
        <p:nvSpPr>
          <p:cNvPr id="100" name="圖說"/>
          <p:cNvSpPr/>
          <p:nvPr/>
        </p:nvSpPr>
        <p:spPr>
          <a:xfrm>
            <a:off x="4858233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編號徽章</a:t>
            </a:r>
            <a:endParaRPr lang="en-US" sz="700" dirty="0"/>
          </a:p>
        </p:txBody>
      </p:sp>
      <p:sp>
        <p:nvSpPr>
          <p:cNvPr id="101" name="標籤"/>
          <p:cNvSpPr/>
          <p:nvPr/>
        </p:nvSpPr>
        <p:spPr>
          <a:xfrm>
            <a:off x="6193760" y="3979469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900" dirty="0"/>
          </a:p>
        </p:txBody>
      </p:sp>
      <p:sp>
        <p:nvSpPr>
          <p:cNvPr id="102" name="圖說"/>
          <p:cNvSpPr/>
          <p:nvPr/>
        </p:nvSpPr>
        <p:spPr>
          <a:xfrm>
            <a:off x="5977772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深色標籤</a:t>
            </a:r>
            <a:endParaRPr lang="en-US" sz="700" dirty="0"/>
          </a:p>
        </p:txBody>
      </p:sp>
      <p:grpSp>
        <p:nvGrpSpPr>
          <p:cNvPr id="5006" name="淺色／灰階標籤"/>
          <p:cNvGrpSpPr/>
          <p:nvPr/>
        </p:nvGrpSpPr>
        <p:grpSpPr>
          <a:xfrm>
            <a:off x="7192159" y="3986784"/>
            <a:ext cx="885952" cy="219456"/>
            <a:chOff x="7192159" y="3986784"/>
            <a:chExt cx="885952" cy="219456"/>
          </a:xfrm>
        </p:grpSpPr>
        <p:sp>
          <p:nvSpPr>
            <p:cNvPr id="103" name="標籤"/>
            <p:cNvSpPr/>
            <p:nvPr/>
          </p:nvSpPr>
          <p:spPr>
            <a:xfrm>
              <a:off x="7192159" y="3986784"/>
              <a:ext cx="413715" cy="219456"/>
            </a:xfrm>
            <a:prstGeom prst="roundRect">
              <a:avLst>
                <a:gd name="adj" fmla="val 50000"/>
              </a:avLst>
            </a:prstGeom>
            <a:solidFill>
              <a:srgbClr val="2E75B6"/>
            </a:solidFill>
            <a:ln>
              <a:noFill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輔助</a:t>
              </a:r>
              <a:endParaRPr lang="en-US" sz="900" dirty="0"/>
            </a:p>
          </p:txBody>
        </p:sp>
        <p:sp>
          <p:nvSpPr>
            <p:cNvPr id="104" name="標籤"/>
            <p:cNvSpPr/>
            <p:nvPr/>
          </p:nvSpPr>
          <p:spPr>
            <a:xfrm>
              <a:off x="7664396" y="3986784"/>
              <a:ext cx="413715" cy="219456"/>
            </a:xfrm>
            <a:prstGeom prst="roundRect">
              <a:avLst>
                <a:gd name="adj" fmla="val 50000"/>
              </a:avLst>
            </a:prstGeom>
            <a:solidFill>
              <a:srgbClr val="E6E6E6"/>
            </a:solidFill>
            <a:ln>
              <a:noFill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灰階</a:t>
              </a:r>
              <a:endParaRPr lang="en-US" sz="900" dirty="0"/>
            </a:p>
          </p:txBody>
        </p:sp>
      </p:grpSp>
      <p:sp>
        <p:nvSpPr>
          <p:cNvPr id="105" name="圖說"/>
          <p:cNvSpPr/>
          <p:nvPr/>
        </p:nvSpPr>
        <p:spPr>
          <a:xfrm>
            <a:off x="7097312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淺色／灰階標籤</a:t>
            </a:r>
            <a:endParaRPr lang="en-US" sz="700" dirty="0"/>
          </a:p>
        </p:txBody>
      </p:sp>
      <p:grpSp>
        <p:nvGrpSpPr>
          <p:cNvPr id="5007" name="小圓點"/>
          <p:cNvGrpSpPr/>
          <p:nvPr/>
        </p:nvGrpSpPr>
        <p:grpSpPr>
          <a:xfrm>
            <a:off x="8480355" y="4041648"/>
            <a:ext cx="548640" cy="109728"/>
            <a:chOff x="8480355" y="4041648"/>
            <a:chExt cx="548640" cy="109728"/>
          </a:xfrm>
        </p:grpSpPr>
        <p:sp>
          <p:nvSpPr>
            <p:cNvPr id="106" name="圓點"/>
            <p:cNvSpPr/>
            <p:nvPr/>
          </p:nvSpPr>
          <p:spPr>
            <a:xfrm>
              <a:off x="8480355" y="4041648"/>
              <a:ext cx="109728" cy="109728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7" name="圓點"/>
            <p:cNvSpPr/>
            <p:nvPr/>
          </p:nvSpPr>
          <p:spPr>
            <a:xfrm>
              <a:off x="8699811" y="4041648"/>
              <a:ext cx="109728" cy="109728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08" name="圓點"/>
            <p:cNvSpPr/>
            <p:nvPr/>
          </p:nvSpPr>
          <p:spPr>
            <a:xfrm>
              <a:off x="8919267" y="4041648"/>
              <a:ext cx="109728" cy="109728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09" name="圖說"/>
          <p:cNvSpPr/>
          <p:nvPr/>
        </p:nvSpPr>
        <p:spPr>
          <a:xfrm>
            <a:off x="8216851" y="4348886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小圓點</a:t>
            </a:r>
            <a:endParaRPr lang="en-US" sz="700" dirty="0"/>
          </a:p>
        </p:txBody>
      </p:sp>
      <p:sp>
        <p:nvSpPr>
          <p:cNvPr id="110" name="線條"/>
          <p:cNvSpPr/>
          <p:nvPr/>
        </p:nvSpPr>
        <p:spPr>
          <a:xfrm>
            <a:off x="438912" y="4487875"/>
            <a:ext cx="8875532" cy="0"/>
          </a:xfrm>
          <a:prstGeom prst="line">
            <a:avLst/>
          </a:prstGeom>
          <a:noFill/>
          <a:ln w="5080">
            <a:solidFill>
              <a:srgbClr val="EAEAEA"/>
            </a:solidFill>
            <a:prstDash val="solid"/>
          </a:ln>
        </p:spPr>
      </p:sp>
      <p:sp>
        <p:nvSpPr>
          <p:cNvPr id="111" name="類別"/>
          <p:cNvSpPr/>
          <p:nvPr/>
        </p:nvSpPr>
        <p:spPr>
          <a:xfrm>
            <a:off x="438912" y="4597603"/>
            <a:ext cx="965606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容器與群組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Container</a:t>
            </a:r>
            <a:endParaRPr lang="en-US" sz="1100" dirty="0"/>
          </a:p>
        </p:txBody>
      </p:sp>
      <p:grpSp>
        <p:nvGrpSpPr>
          <p:cNvPr id="5008" name="虛線群組框"/>
          <p:cNvGrpSpPr/>
          <p:nvPr/>
        </p:nvGrpSpPr>
        <p:grpSpPr>
          <a:xfrm>
            <a:off x="1598528" y="4506163"/>
            <a:ext cx="877824" cy="358445"/>
            <a:chOff x="1598528" y="4506163"/>
            <a:chExt cx="877824" cy="358445"/>
          </a:xfrm>
        </p:grpSpPr>
        <p:sp>
          <p:nvSpPr>
            <p:cNvPr id="112" name="群組框"/>
            <p:cNvSpPr/>
            <p:nvPr/>
          </p:nvSpPr>
          <p:spPr>
            <a:xfrm>
              <a:off x="1598528" y="4572000"/>
              <a:ext cx="877824" cy="292608"/>
            </a:xfrm>
            <a:prstGeom prst="roundRect">
              <a:avLst>
                <a:gd name="adj" fmla="val 25000"/>
              </a:avLst>
            </a:prstGeom>
            <a:noFill/>
            <a:ln w="7620">
              <a:solidFill>
                <a:srgbClr val="8C8C8C"/>
              </a:solidFill>
              <a:prstDash val="dash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13" name="群組名稱"/>
            <p:cNvSpPr/>
            <p:nvPr/>
          </p:nvSpPr>
          <p:spPr>
            <a:xfrm>
              <a:off x="1671680" y="4506163"/>
              <a:ext cx="453542" cy="131674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群組 A</a:t>
              </a:r>
              <a:endParaRPr lang="en-US" sz="650" dirty="0"/>
            </a:p>
          </p:txBody>
        </p:sp>
      </p:grpSp>
      <p:sp>
        <p:nvSpPr>
          <p:cNvPr id="114" name="圖說"/>
          <p:cNvSpPr/>
          <p:nvPr/>
        </p:nvSpPr>
        <p:spPr>
          <a:xfrm>
            <a:off x="1499616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虛線群組框</a:t>
            </a:r>
            <a:endParaRPr lang="en-US" sz="700" dirty="0"/>
          </a:p>
        </p:txBody>
      </p:sp>
      <p:sp>
        <p:nvSpPr>
          <p:cNvPr id="115" name="淺灰面板"/>
          <p:cNvSpPr/>
          <p:nvPr/>
        </p:nvSpPr>
        <p:spPr>
          <a:xfrm>
            <a:off x="2718067" y="4528109"/>
            <a:ext cx="877824" cy="336499"/>
          </a:xfrm>
          <a:prstGeom prst="roundRect">
            <a:avLst>
              <a:gd name="adj" fmla="val 21739"/>
            </a:avLst>
          </a:prstGeom>
          <a:solidFill>
            <a:srgbClr val="E6E6E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6" name="圖說"/>
          <p:cNvSpPr/>
          <p:nvPr/>
        </p:nvSpPr>
        <p:spPr>
          <a:xfrm>
            <a:off x="2619155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淺灰面板</a:t>
            </a:r>
            <a:endParaRPr lang="en-US" sz="700" dirty="0"/>
          </a:p>
        </p:txBody>
      </p:sp>
      <p:sp>
        <p:nvSpPr>
          <p:cNvPr id="117" name="卡片"/>
          <p:cNvSpPr/>
          <p:nvPr/>
        </p:nvSpPr>
        <p:spPr>
          <a:xfrm>
            <a:off x="3837606" y="4528109"/>
            <a:ext cx="877824" cy="3364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圖說"/>
          <p:cNvSpPr/>
          <p:nvPr/>
        </p:nvSpPr>
        <p:spPr>
          <a:xfrm>
            <a:off x="3738694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本風格卡片</a:t>
            </a:r>
            <a:endParaRPr lang="en-US" sz="700" dirty="0"/>
          </a:p>
        </p:txBody>
      </p:sp>
      <p:sp>
        <p:nvSpPr>
          <p:cNvPr id="119" name="卡片"/>
          <p:cNvSpPr/>
          <p:nvPr/>
        </p:nvSpPr>
        <p:spPr>
          <a:xfrm>
            <a:off x="4957145" y="4528109"/>
            <a:ext cx="877824" cy="3364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圖說"/>
          <p:cNvSpPr/>
          <p:nvPr/>
        </p:nvSpPr>
        <p:spPr>
          <a:xfrm>
            <a:off x="4858233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卡片＋陰影</a:t>
            </a:r>
            <a:endParaRPr lang="en-US" sz="700" dirty="0"/>
          </a:p>
        </p:txBody>
      </p:sp>
      <p:grpSp>
        <p:nvGrpSpPr>
          <p:cNvPr id="5009" name="表頭色帶卡"/>
          <p:cNvGrpSpPr/>
          <p:nvPr/>
        </p:nvGrpSpPr>
        <p:grpSpPr>
          <a:xfrm>
            <a:off x="6076684" y="4528109"/>
            <a:ext cx="877824" cy="336499"/>
            <a:chOff x="6076684" y="4528109"/>
            <a:chExt cx="877824" cy="336499"/>
          </a:xfrm>
        </p:grpSpPr>
        <p:sp>
          <p:nvSpPr>
            <p:cNvPr id="121" name="卡片"/>
            <p:cNvSpPr/>
            <p:nvPr/>
          </p:nvSpPr>
          <p:spPr>
            <a:xfrm>
              <a:off x="6076684" y="4528109"/>
              <a:ext cx="877824" cy="336499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2" name="表頭"/>
            <p:cNvSpPr/>
            <p:nvPr/>
          </p:nvSpPr>
          <p:spPr>
            <a:xfrm>
              <a:off x="6076684" y="4528109"/>
              <a:ext cx="877824" cy="117043"/>
            </a:xfrm>
            <a:custGeom>
              <a:avLst/>
              <a:gdLst/>
              <a:ahLst/>
              <a:cxnLst/>
              <a:rect l="l" t="t" r="r" b="b"/>
              <a:pathLst>
                <a:path w="877824" h="117043">
                  <a:moveTo>
                    <a:pt x="0" y="117043"/>
                  </a:moveTo>
                  <a:lnTo>
                    <a:pt x="0" y="73152"/>
                  </a:lnTo>
                  <a:arcTo hR="73152" wR="73152" stAng="10800000" swAng="5400000"/>
                  <a:lnTo>
                    <a:pt x="804672" y="0"/>
                  </a:lnTo>
                  <a:arcTo hR="73152" wR="73152" stAng="16200000" swAng="5400000"/>
                  <a:lnTo>
                    <a:pt x="877824" y="117043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3" name="圖說"/>
          <p:cNvSpPr/>
          <p:nvPr/>
        </p:nvSpPr>
        <p:spPr>
          <a:xfrm>
            <a:off x="5977772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表頭色帶卡</a:t>
            </a:r>
            <a:endParaRPr lang="en-US" sz="700" dirty="0"/>
          </a:p>
        </p:txBody>
      </p:sp>
      <p:grpSp>
        <p:nvGrpSpPr>
          <p:cNvPr id="5010" name="頂邊／側邊色條"/>
          <p:cNvGrpSpPr/>
          <p:nvPr/>
        </p:nvGrpSpPr>
        <p:grpSpPr>
          <a:xfrm>
            <a:off x="7196223" y="4528109"/>
            <a:ext cx="877824" cy="336499"/>
            <a:chOff x="7196223" y="4528109"/>
            <a:chExt cx="877824" cy="336499"/>
          </a:xfrm>
        </p:grpSpPr>
        <p:sp>
          <p:nvSpPr>
            <p:cNvPr id="124" name="卡片"/>
            <p:cNvSpPr/>
            <p:nvPr/>
          </p:nvSpPr>
          <p:spPr>
            <a:xfrm>
              <a:off x="7196223" y="4528109"/>
              <a:ext cx="877824" cy="336499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5" name="側邊色條"/>
            <p:cNvSpPr/>
            <p:nvPr/>
          </p:nvSpPr>
          <p:spPr>
            <a:xfrm>
              <a:off x="7196223" y="4528109"/>
              <a:ext cx="43891" cy="336499"/>
            </a:xfrm>
            <a:prstGeom prst="rect">
              <a:avLst/>
            </a:prstGeom>
            <a:solidFill>
              <a:srgbClr val="2E75B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6" name="圖說"/>
          <p:cNvSpPr/>
          <p:nvPr/>
        </p:nvSpPr>
        <p:spPr>
          <a:xfrm>
            <a:off x="7097312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頂邊／側邊色條</a:t>
            </a:r>
            <a:endParaRPr lang="en-US" sz="700" dirty="0"/>
          </a:p>
        </p:txBody>
      </p:sp>
      <p:grpSp>
        <p:nvGrpSpPr>
          <p:cNvPr id="5011" name="半透明寬欄條"/>
          <p:cNvGrpSpPr/>
          <p:nvPr/>
        </p:nvGrpSpPr>
        <p:grpSpPr>
          <a:xfrm>
            <a:off x="8462067" y="4528109"/>
            <a:ext cx="585216" cy="336499"/>
            <a:chOff x="8462067" y="4528109"/>
            <a:chExt cx="585216" cy="336499"/>
          </a:xfrm>
        </p:grpSpPr>
        <p:sp>
          <p:nvSpPr>
            <p:cNvPr id="127" name="寬欄條"/>
            <p:cNvSpPr/>
            <p:nvPr/>
          </p:nvSpPr>
          <p:spPr>
            <a:xfrm>
              <a:off x="8462067" y="4528109"/>
              <a:ext cx="248717" cy="336499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128" name="寬欄條"/>
            <p:cNvSpPr/>
            <p:nvPr/>
          </p:nvSpPr>
          <p:spPr>
            <a:xfrm>
              <a:off x="8798566" y="4528109"/>
              <a:ext cx="248717" cy="336499"/>
            </a:xfrm>
            <a:prstGeom prst="roundRect">
              <a:avLst>
                <a:gd name="adj" fmla="val 50000"/>
              </a:avLst>
            </a:prstGeom>
            <a:solidFill>
              <a:srgbClr val="A6A6A6">
                <a:alpha val="38000"/>
              </a:srgbClr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sp>
        <p:nvSpPr>
          <p:cNvPr id="129" name="圖說"/>
          <p:cNvSpPr/>
          <p:nvPr/>
        </p:nvSpPr>
        <p:spPr>
          <a:xfrm>
            <a:off x="8216851" y="4890211"/>
            <a:ext cx="1075648" cy="1243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半透明寬欄條</a:t>
            </a:r>
            <a:endParaRPr lang="en-US" sz="700" dirty="0"/>
          </a:p>
        </p:txBody>
      </p:sp>
      <p:sp>
        <p:nvSpPr>
          <p:cNvPr id="130" name="線條"/>
          <p:cNvSpPr/>
          <p:nvPr/>
        </p:nvSpPr>
        <p:spPr>
          <a:xfrm>
            <a:off x="1389888" y="1360627"/>
            <a:ext cx="0" cy="3628339"/>
          </a:xfrm>
          <a:prstGeom prst="line">
            <a:avLst/>
          </a:prstGeom>
          <a:noFill/>
          <a:ln w="5080">
            <a:solidFill>
              <a:srgbClr val="E4E4E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/ 14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 Common Patterns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已排好、已連線的流程小組合：整組複製即可使用（純流程圖語意）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402336" cy="43891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411834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563270" y="1389888"/>
            <a:ext cx="1973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三步驟流程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Linear Process</a:t>
            </a:r>
            <a:endParaRPr lang="en-US" sz="1100" dirty="0"/>
          </a:p>
        </p:txBody>
      </p:sp>
      <p:sp>
        <p:nvSpPr>
          <p:cNvPr id="8" name="線條"/>
          <p:cNvSpPr/>
          <p:nvPr/>
        </p:nvSpPr>
        <p:spPr>
          <a:xfrm>
            <a:off x="438912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0" name="三步驟流程"/>
          <p:cNvGrpSpPr/>
          <p:nvPr/>
        </p:nvGrpSpPr>
        <p:grpSpPr>
          <a:xfrm>
            <a:off x="438912" y="1821485"/>
            <a:ext cx="2098182" cy="621792"/>
            <a:chOff x="438912" y="1821485"/>
            <a:chExt cx="2098182" cy="621792"/>
          </a:xfrm>
        </p:grpSpPr>
        <p:sp>
          <p:nvSpPr>
            <p:cNvPr id="9" name="處理"/>
            <p:cNvSpPr/>
            <p:nvPr/>
          </p:nvSpPr>
          <p:spPr>
            <a:xfrm>
              <a:off x="438912" y="2136038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步驟一</a:t>
              </a:r>
              <a:endParaRPr lang="en-US" sz="850" dirty="0"/>
            </a:p>
          </p:txBody>
        </p:sp>
        <p:sp>
          <p:nvSpPr>
            <p:cNvPr id="10" name="編號"/>
            <p:cNvSpPr/>
            <p:nvPr/>
          </p:nvSpPr>
          <p:spPr>
            <a:xfrm>
              <a:off x="614477" y="1821485"/>
              <a:ext cx="190195" cy="190195"/>
            </a:xfrm>
            <a:prstGeom prst="ellipse">
              <a:avLst/>
            </a:prstGeom>
            <a:solidFill>
              <a:srgbClr val="1F4E79"/>
            </a:solidFill>
            <a:ln w="17780">
              <a:solidFill>
                <a:srgbClr val="FFFFFF"/>
              </a:solidFill>
              <a:prstDash val="solid"/>
            </a:ln>
            <a:effectLst>
              <a:outerShdw blurRad="39624" dist="14097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1</a:t>
              </a:r>
              <a:endParaRPr lang="en-US" sz="700" dirty="0"/>
            </a:p>
          </p:txBody>
        </p:sp>
        <p:sp>
          <p:nvSpPr>
            <p:cNvPr id="11" name="處理"/>
            <p:cNvSpPr/>
            <p:nvPr/>
          </p:nvSpPr>
          <p:spPr>
            <a:xfrm>
              <a:off x="1217341" y="2136038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步驟二</a:t>
              </a:r>
              <a:endParaRPr lang="en-US" sz="850" dirty="0"/>
            </a:p>
          </p:txBody>
        </p:sp>
        <p:sp>
          <p:nvSpPr>
            <p:cNvPr id="12" name="編號"/>
            <p:cNvSpPr/>
            <p:nvPr/>
          </p:nvSpPr>
          <p:spPr>
            <a:xfrm>
              <a:off x="1392906" y="1821485"/>
              <a:ext cx="190195" cy="190195"/>
            </a:xfrm>
            <a:prstGeom prst="ellipse">
              <a:avLst/>
            </a:prstGeom>
            <a:solidFill>
              <a:srgbClr val="1F4E79"/>
            </a:solidFill>
            <a:ln w="17780">
              <a:solidFill>
                <a:srgbClr val="FFFFFF"/>
              </a:solidFill>
              <a:prstDash val="solid"/>
            </a:ln>
            <a:effectLst>
              <a:outerShdw blurRad="39624" dist="14097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endParaRPr lang="en-US" sz="700" dirty="0"/>
            </a:p>
          </p:txBody>
        </p:sp>
        <p:sp>
          <p:nvSpPr>
            <p:cNvPr id="13" name="處理"/>
            <p:cNvSpPr/>
            <p:nvPr/>
          </p:nvSpPr>
          <p:spPr>
            <a:xfrm>
              <a:off x="1995769" y="2136038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>
              <a:noFill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步驟三</a:t>
              </a:r>
              <a:endParaRPr lang="en-US" sz="850" dirty="0"/>
            </a:p>
          </p:txBody>
        </p:sp>
        <p:sp>
          <p:nvSpPr>
            <p:cNvPr id="14" name="編號"/>
            <p:cNvSpPr/>
            <p:nvPr/>
          </p:nvSpPr>
          <p:spPr>
            <a:xfrm>
              <a:off x="2171334" y="1821485"/>
              <a:ext cx="190195" cy="190195"/>
            </a:xfrm>
            <a:prstGeom prst="ellipse">
              <a:avLst/>
            </a:prstGeom>
            <a:solidFill>
              <a:srgbClr val="1F4E79"/>
            </a:solidFill>
            <a:ln w="17780">
              <a:solidFill>
                <a:srgbClr val="FFFFFF"/>
              </a:solidFill>
              <a:prstDash val="solid"/>
            </a:ln>
            <a:effectLst>
              <a:outerShdw blurRad="39624" dist="14097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3</a:t>
              </a:r>
              <a:endParaRPr lang="en-US" sz="700" dirty="0"/>
            </a:p>
          </p:txBody>
        </p:sp>
        <p:cxnSp>
          <p:nvCxnSpPr>
            <p:cNvPr id="15" name="連接線"/>
            <p:cNvCxnSpPr>
              <a:stCxn id="9" idx="3"/>
              <a:endCxn id="11" idx="1"/>
            </p:cNvCxnSpPr>
            <p:nvPr/>
          </p:nvCxnSpPr>
          <p:spPr>
            <a:xfrm>
              <a:off x="980237" y="2289658"/>
              <a:ext cx="237104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16" name="連接線"/>
            <p:cNvCxnSpPr>
              <a:stCxn id="11" idx="3"/>
              <a:endCxn id="13" idx="1"/>
            </p:cNvCxnSpPr>
            <p:nvPr/>
          </p:nvCxnSpPr>
          <p:spPr>
            <a:xfrm>
              <a:off x="1758666" y="2289658"/>
              <a:ext cx="237104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17" name="Text 15"/>
          <p:cNvSpPr/>
          <p:nvPr/>
        </p:nvSpPr>
        <p:spPr>
          <a:xfrm>
            <a:off x="2698029" y="1411834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組合名稱"/>
          <p:cNvSpPr/>
          <p:nvPr/>
        </p:nvSpPr>
        <p:spPr>
          <a:xfrm>
            <a:off x="2822387" y="1389888"/>
            <a:ext cx="1973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判斷分岔（是／否）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Decision Branch</a:t>
            </a:r>
            <a:endParaRPr lang="en-US" sz="1100" dirty="0"/>
          </a:p>
        </p:txBody>
      </p:sp>
      <p:sp>
        <p:nvSpPr>
          <p:cNvPr id="19" name="線條"/>
          <p:cNvSpPr/>
          <p:nvPr/>
        </p:nvSpPr>
        <p:spPr>
          <a:xfrm>
            <a:off x="2698029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1" name="判斷分岔（是／否）"/>
          <p:cNvGrpSpPr/>
          <p:nvPr/>
        </p:nvGrpSpPr>
        <p:grpSpPr>
          <a:xfrm>
            <a:off x="2698029" y="1777594"/>
            <a:ext cx="2098182" cy="1133856"/>
            <a:chOff x="2698029" y="1777594"/>
            <a:chExt cx="2098182" cy="1133856"/>
          </a:xfrm>
        </p:grpSpPr>
        <p:sp>
          <p:nvSpPr>
            <p:cNvPr id="20" name="處理"/>
            <p:cNvSpPr/>
            <p:nvPr/>
          </p:nvSpPr>
          <p:spPr>
            <a:xfrm>
              <a:off x="2698029" y="1858061"/>
              <a:ext cx="526694" cy="30723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檢查</a:t>
              </a:r>
              <a:endParaRPr lang="en-US" sz="850" dirty="0"/>
            </a:p>
          </p:txBody>
        </p:sp>
        <p:sp>
          <p:nvSpPr>
            <p:cNvPr id="21" name="判斷"/>
            <p:cNvSpPr/>
            <p:nvPr/>
          </p:nvSpPr>
          <p:spPr>
            <a:xfrm>
              <a:off x="3414918" y="1777594"/>
              <a:ext cx="614477" cy="468173"/>
            </a:xfrm>
            <a:prstGeom prst="diamond">
              <a:avLst/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通過？</a:t>
              </a:r>
              <a:endParaRPr lang="en-US" sz="750" dirty="0"/>
            </a:p>
          </p:txBody>
        </p:sp>
        <p:cxnSp>
          <p:nvCxnSpPr>
            <p:cNvPr id="22" name="連接線"/>
            <p:cNvCxnSpPr>
              <a:stCxn id="20" idx="3"/>
              <a:endCxn id="21" idx="1"/>
            </p:cNvCxnSpPr>
            <p:nvPr/>
          </p:nvCxnSpPr>
          <p:spPr>
            <a:xfrm>
              <a:off x="3224723" y="2011680"/>
              <a:ext cx="190195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23" name="處理"/>
            <p:cNvSpPr/>
            <p:nvPr/>
          </p:nvSpPr>
          <p:spPr>
            <a:xfrm>
              <a:off x="4254886" y="1858061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>
              <a:noFill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執行</a:t>
              </a:r>
              <a:endParaRPr lang="en-US" sz="850" dirty="0"/>
            </a:p>
          </p:txBody>
        </p:sp>
        <p:cxnSp>
          <p:nvCxnSpPr>
            <p:cNvPr id="24" name="連接線"/>
            <p:cNvCxnSpPr>
              <a:stCxn id="21" idx="3"/>
              <a:endCxn id="23" idx="1"/>
            </p:cNvCxnSpPr>
            <p:nvPr/>
          </p:nvCxnSpPr>
          <p:spPr>
            <a:xfrm>
              <a:off x="4029395" y="2011680"/>
              <a:ext cx="225491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25" name="標註"/>
            <p:cNvSpPr/>
            <p:nvPr/>
          </p:nvSpPr>
          <p:spPr>
            <a:xfrm>
              <a:off x="4029395" y="1836115"/>
              <a:ext cx="29260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是</a:t>
              </a:r>
              <a:endParaRPr lang="en-US" sz="700" dirty="0"/>
            </a:p>
          </p:txBody>
        </p:sp>
        <p:sp>
          <p:nvSpPr>
            <p:cNvPr id="26" name="處理"/>
            <p:cNvSpPr/>
            <p:nvPr/>
          </p:nvSpPr>
          <p:spPr>
            <a:xfrm>
              <a:off x="3451494" y="2604211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修正</a:t>
              </a:r>
              <a:endParaRPr lang="en-US" sz="850" dirty="0"/>
            </a:p>
          </p:txBody>
        </p:sp>
        <p:cxnSp>
          <p:nvCxnSpPr>
            <p:cNvPr id="27" name="連接線"/>
            <p:cNvCxnSpPr>
              <a:stCxn id="21" idx="2"/>
              <a:endCxn id="26" idx="0"/>
            </p:cNvCxnSpPr>
            <p:nvPr/>
          </p:nvCxnSpPr>
          <p:spPr>
            <a:xfrm>
              <a:off x="3722157" y="2245766"/>
              <a:ext cx="0" cy="358445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28" name="標註"/>
            <p:cNvSpPr/>
            <p:nvPr/>
          </p:nvSpPr>
          <p:spPr>
            <a:xfrm>
              <a:off x="3736787" y="2275027"/>
              <a:ext cx="21945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否</a:t>
              </a:r>
              <a:endParaRPr lang="en-US" sz="70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4957145" y="1411834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組合名稱"/>
          <p:cNvSpPr/>
          <p:nvPr/>
        </p:nvSpPr>
        <p:spPr>
          <a:xfrm>
            <a:off x="5081504" y="1389888"/>
            <a:ext cx="1973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例外退回路徑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Exception Return</a:t>
            </a:r>
            <a:endParaRPr lang="en-US" sz="1100" dirty="0"/>
          </a:p>
        </p:txBody>
      </p:sp>
      <p:sp>
        <p:nvSpPr>
          <p:cNvPr id="31" name="線條"/>
          <p:cNvSpPr/>
          <p:nvPr/>
        </p:nvSpPr>
        <p:spPr>
          <a:xfrm>
            <a:off x="4957145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2" name="例外退回路徑"/>
          <p:cNvGrpSpPr/>
          <p:nvPr/>
        </p:nvGrpSpPr>
        <p:grpSpPr>
          <a:xfrm>
            <a:off x="4957145" y="1945843"/>
            <a:ext cx="2098182" cy="790042"/>
            <a:chOff x="4957145" y="1945843"/>
            <a:chExt cx="2098182" cy="790042"/>
          </a:xfrm>
        </p:grpSpPr>
        <p:sp>
          <p:nvSpPr>
            <p:cNvPr id="32" name="處理"/>
            <p:cNvSpPr/>
            <p:nvPr/>
          </p:nvSpPr>
          <p:spPr>
            <a:xfrm>
              <a:off x="4957145" y="1945843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受理</a:t>
              </a:r>
              <a:endParaRPr lang="en-US" sz="850" dirty="0"/>
            </a:p>
          </p:txBody>
        </p:sp>
        <p:sp>
          <p:nvSpPr>
            <p:cNvPr id="33" name="處理"/>
            <p:cNvSpPr/>
            <p:nvPr/>
          </p:nvSpPr>
          <p:spPr>
            <a:xfrm>
              <a:off x="5735574" y="1945843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審查</a:t>
              </a:r>
              <a:endParaRPr lang="en-US" sz="850" dirty="0"/>
            </a:p>
          </p:txBody>
        </p:sp>
        <p:sp>
          <p:nvSpPr>
            <p:cNvPr id="34" name="處理"/>
            <p:cNvSpPr/>
            <p:nvPr/>
          </p:nvSpPr>
          <p:spPr>
            <a:xfrm>
              <a:off x="6514003" y="1945843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>
              <a:noFill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完成</a:t>
              </a:r>
              <a:endParaRPr lang="en-US" sz="850" dirty="0"/>
            </a:p>
          </p:txBody>
        </p:sp>
        <p:cxnSp>
          <p:nvCxnSpPr>
            <p:cNvPr id="35" name="連接線"/>
            <p:cNvCxnSpPr>
              <a:stCxn id="32" idx="3"/>
              <a:endCxn id="33" idx="1"/>
            </p:cNvCxnSpPr>
            <p:nvPr/>
          </p:nvCxnSpPr>
          <p:spPr>
            <a:xfrm>
              <a:off x="5498470" y="2099462"/>
              <a:ext cx="237104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36" name="連接線"/>
            <p:cNvCxnSpPr>
              <a:stCxn id="33" idx="3"/>
              <a:endCxn id="34" idx="1"/>
            </p:cNvCxnSpPr>
            <p:nvPr/>
          </p:nvCxnSpPr>
          <p:spPr>
            <a:xfrm>
              <a:off x="6276899" y="2099462"/>
              <a:ext cx="237104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37" name="連接線"/>
            <p:cNvCxnSpPr>
              <a:stCxn id="33" idx="2"/>
              <a:endCxn id="32" idx="2"/>
            </p:cNvCxnSpPr>
            <p:nvPr/>
          </p:nvCxnSpPr>
          <p:spPr>
            <a:xfrm rot="5400000">
              <a:off x="5614279" y="1866610"/>
              <a:ext cx="5486" cy="778429"/>
            </a:xfrm>
            <a:prstGeom prst="bentConnector3">
              <a:avLst>
                <a:gd name="adj1" fmla="val 5600000"/>
              </a:avLst>
            </a:prstGeom>
            <a:ln w="12700">
              <a:solidFill>
                <a:srgbClr val="C0504D"/>
              </a:solidFill>
              <a:prstDash val="sysDash"/>
              <a:tailEnd type="triangle"/>
            </a:ln>
          </p:spPr>
        </p:cxnSp>
        <p:sp>
          <p:nvSpPr>
            <p:cNvPr id="38" name="標註"/>
            <p:cNvSpPr/>
            <p:nvPr/>
          </p:nvSpPr>
          <p:spPr>
            <a:xfrm>
              <a:off x="5227808" y="2589581"/>
              <a:ext cx="778429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例外：退回補件</a:t>
              </a:r>
              <a:endParaRPr lang="en-US" sz="700" dirty="0"/>
            </a:p>
          </p:txBody>
        </p:sp>
      </p:grpSp>
      <p:sp>
        <p:nvSpPr>
          <p:cNvPr id="39" name="Text 37"/>
          <p:cNvSpPr/>
          <p:nvPr/>
        </p:nvSpPr>
        <p:spPr>
          <a:xfrm>
            <a:off x="7216262" y="1411834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7340620" y="1389888"/>
            <a:ext cx="1973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審核迴圈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Approval Loop</a:t>
            </a:r>
            <a:endParaRPr lang="en-US" sz="1100" dirty="0"/>
          </a:p>
        </p:txBody>
      </p:sp>
      <p:sp>
        <p:nvSpPr>
          <p:cNvPr id="41" name="線條"/>
          <p:cNvSpPr/>
          <p:nvPr/>
        </p:nvSpPr>
        <p:spPr>
          <a:xfrm>
            <a:off x="7216262" y="163860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3" name="審核迴圈"/>
          <p:cNvGrpSpPr/>
          <p:nvPr/>
        </p:nvGrpSpPr>
        <p:grpSpPr>
          <a:xfrm>
            <a:off x="7216262" y="1697126"/>
            <a:ext cx="2098182" cy="929030"/>
            <a:chOff x="7216262" y="1697126"/>
            <a:chExt cx="2098182" cy="929030"/>
          </a:xfrm>
        </p:grpSpPr>
        <p:sp>
          <p:nvSpPr>
            <p:cNvPr id="42" name="處理"/>
            <p:cNvSpPr/>
            <p:nvPr/>
          </p:nvSpPr>
          <p:spPr>
            <a:xfrm>
              <a:off x="7216262" y="2253082"/>
              <a:ext cx="585216" cy="30723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提出申請</a:t>
              </a:r>
              <a:endParaRPr lang="en-US" sz="850" dirty="0"/>
            </a:p>
          </p:txBody>
        </p:sp>
        <p:sp>
          <p:nvSpPr>
            <p:cNvPr id="43" name="判斷"/>
            <p:cNvSpPr/>
            <p:nvPr/>
          </p:nvSpPr>
          <p:spPr>
            <a:xfrm>
              <a:off x="7947782" y="2187245"/>
              <a:ext cx="541325" cy="438912"/>
            </a:xfrm>
            <a:prstGeom prst="diamond">
              <a:avLst/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750" dirty="0"/>
            </a:p>
          </p:txBody>
        </p:sp>
        <p:cxnSp>
          <p:nvCxnSpPr>
            <p:cNvPr id="44" name="連接線"/>
            <p:cNvCxnSpPr>
              <a:stCxn id="42" idx="3"/>
              <a:endCxn id="43" idx="1"/>
            </p:cNvCxnSpPr>
            <p:nvPr/>
          </p:nvCxnSpPr>
          <p:spPr>
            <a:xfrm>
              <a:off x="7801478" y="2406701"/>
              <a:ext cx="146304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45" name="處理"/>
            <p:cNvSpPr/>
            <p:nvPr/>
          </p:nvSpPr>
          <p:spPr>
            <a:xfrm>
              <a:off x="8860902" y="2253082"/>
              <a:ext cx="453542" cy="307238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>
              <a:noFill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核准</a:t>
              </a:r>
              <a:endParaRPr lang="en-US" sz="850" dirty="0"/>
            </a:p>
          </p:txBody>
        </p:sp>
        <p:cxnSp>
          <p:nvCxnSpPr>
            <p:cNvPr id="46" name="連接線"/>
            <p:cNvCxnSpPr>
              <a:stCxn id="43" idx="3"/>
              <a:endCxn id="45" idx="1"/>
            </p:cNvCxnSpPr>
            <p:nvPr/>
          </p:nvCxnSpPr>
          <p:spPr>
            <a:xfrm>
              <a:off x="8489107" y="2406701"/>
              <a:ext cx="371795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47" name="標註"/>
            <p:cNvSpPr/>
            <p:nvPr/>
          </p:nvSpPr>
          <p:spPr>
            <a:xfrm>
              <a:off x="8489107" y="2231136"/>
              <a:ext cx="371795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通過</a:t>
              </a:r>
              <a:endParaRPr lang="en-US" sz="700" dirty="0"/>
            </a:p>
          </p:txBody>
        </p:sp>
        <p:cxnSp>
          <p:nvCxnSpPr>
            <p:cNvPr id="48" name="連接線"/>
            <p:cNvCxnSpPr>
              <a:stCxn id="43" idx="0"/>
              <a:endCxn id="42" idx="0"/>
            </p:cNvCxnSpPr>
            <p:nvPr/>
          </p:nvCxnSpPr>
          <p:spPr>
            <a:xfrm rot="5400000">
              <a:off x="7830739" y="1865376"/>
              <a:ext cx="65837" cy="709574"/>
            </a:xfrm>
            <a:prstGeom prst="bentConnector3">
              <a:avLst>
                <a:gd name="adj1" fmla="val -500000"/>
              </a:avLst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49" name="標註"/>
            <p:cNvSpPr/>
            <p:nvPr/>
          </p:nvSpPr>
          <p:spPr>
            <a:xfrm>
              <a:off x="7523500" y="1697126"/>
              <a:ext cx="694944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退回修改後重送</a:t>
              </a:r>
              <a:endParaRPr lang="en-US" sz="700" dirty="0"/>
            </a:p>
          </p:txBody>
        </p:sp>
      </p:grpSp>
      <p:sp>
        <p:nvSpPr>
          <p:cNvPr id="50" name="Text 48"/>
          <p:cNvSpPr/>
          <p:nvPr/>
        </p:nvSpPr>
        <p:spPr>
          <a:xfrm>
            <a:off x="438912" y="3255264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組合名稱"/>
          <p:cNvSpPr/>
          <p:nvPr/>
        </p:nvSpPr>
        <p:spPr>
          <a:xfrm>
            <a:off x="563270" y="3233318"/>
            <a:ext cx="1973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泳道（雙道）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Swimlane</a:t>
            </a:r>
            <a:endParaRPr lang="en-US" sz="1100" dirty="0"/>
          </a:p>
        </p:txBody>
      </p:sp>
      <p:sp>
        <p:nvSpPr>
          <p:cNvPr id="52" name="線條"/>
          <p:cNvSpPr/>
          <p:nvPr/>
        </p:nvSpPr>
        <p:spPr>
          <a:xfrm>
            <a:off x="438912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4" name="泳道（雙道）"/>
          <p:cNvGrpSpPr/>
          <p:nvPr/>
        </p:nvGrpSpPr>
        <p:grpSpPr>
          <a:xfrm>
            <a:off x="438912" y="3555187"/>
            <a:ext cx="2098182" cy="1214323"/>
            <a:chOff x="438912" y="3555187"/>
            <a:chExt cx="2098182" cy="1214323"/>
          </a:xfrm>
        </p:grpSpPr>
        <p:sp>
          <p:nvSpPr>
            <p:cNvPr id="53" name="泳道"/>
            <p:cNvSpPr/>
            <p:nvPr/>
          </p:nvSpPr>
          <p:spPr>
            <a:xfrm>
              <a:off x="438912" y="3555187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4" name="泳道標題"/>
            <p:cNvSpPr/>
            <p:nvPr/>
          </p:nvSpPr>
          <p:spPr>
            <a:xfrm>
              <a:off x="438912" y="3555187"/>
              <a:ext cx="336499" cy="58521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申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請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人</a:t>
              </a:r>
              <a:endParaRPr lang="en-US" sz="700" dirty="0"/>
            </a:p>
          </p:txBody>
        </p:sp>
        <p:sp>
          <p:nvSpPr>
            <p:cNvPr id="55" name="泳道"/>
            <p:cNvSpPr/>
            <p:nvPr/>
          </p:nvSpPr>
          <p:spPr>
            <a:xfrm>
              <a:off x="438912" y="4184294"/>
              <a:ext cx="2098182" cy="58521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6" name="泳道標題"/>
            <p:cNvSpPr/>
            <p:nvPr/>
          </p:nvSpPr>
          <p:spPr>
            <a:xfrm>
              <a:off x="438912" y="4184294"/>
              <a:ext cx="336499" cy="585216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主</a:t>
              </a:r>
              <a:endParaRPr lang="en-US" sz="7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7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管</a:t>
              </a:r>
              <a:endParaRPr lang="en-US" sz="700" dirty="0"/>
            </a:p>
          </p:txBody>
        </p:sp>
        <p:sp>
          <p:nvSpPr>
            <p:cNvPr id="57" name="處理"/>
            <p:cNvSpPr/>
            <p:nvPr/>
          </p:nvSpPr>
          <p:spPr>
            <a:xfrm>
              <a:off x="877824" y="3694176"/>
              <a:ext cx="512064" cy="30723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填寫</a:t>
              </a:r>
              <a:endParaRPr lang="en-US" sz="850" dirty="0"/>
            </a:p>
          </p:txBody>
        </p:sp>
        <p:sp>
          <p:nvSpPr>
            <p:cNvPr id="58" name="處理"/>
            <p:cNvSpPr/>
            <p:nvPr/>
          </p:nvSpPr>
          <p:spPr>
            <a:xfrm>
              <a:off x="1609344" y="4323283"/>
              <a:ext cx="512064" cy="30723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審核</a:t>
              </a:r>
              <a:endParaRPr lang="en-US" sz="850" dirty="0"/>
            </a:p>
          </p:txBody>
        </p:sp>
        <p:sp>
          <p:nvSpPr>
            <p:cNvPr id="59" name="處理"/>
            <p:cNvSpPr/>
            <p:nvPr/>
          </p:nvSpPr>
          <p:spPr>
            <a:xfrm>
              <a:off x="1966509" y="3694176"/>
              <a:ext cx="512064" cy="307238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>
              <a:noFill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歸檔</a:t>
              </a:r>
              <a:endParaRPr lang="en-US" sz="850" dirty="0"/>
            </a:p>
          </p:txBody>
        </p:sp>
        <p:cxnSp>
          <p:nvCxnSpPr>
            <p:cNvPr id="60" name="連接線"/>
            <p:cNvCxnSpPr>
              <a:stCxn id="57" idx="3"/>
              <a:endCxn id="58" idx="0"/>
            </p:cNvCxnSpPr>
            <p:nvPr/>
          </p:nvCxnSpPr>
          <p:spPr>
            <a:xfrm>
              <a:off x="1389888" y="3847795"/>
              <a:ext cx="475488" cy="475488"/>
            </a:xfrm>
            <a:prstGeom prst="bentConnector2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61" name="連接線"/>
            <p:cNvCxnSpPr>
              <a:stCxn id="58" idx="3"/>
              <a:endCxn id="59" idx="2"/>
            </p:cNvCxnSpPr>
            <p:nvPr/>
          </p:nvCxnSpPr>
          <p:spPr>
            <a:xfrm flipV="1">
              <a:off x="2121408" y="4001414"/>
              <a:ext cx="101133" cy="475488"/>
            </a:xfrm>
            <a:prstGeom prst="bentConnector2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62" name="Text 60"/>
          <p:cNvSpPr/>
          <p:nvPr/>
        </p:nvSpPr>
        <p:spPr>
          <a:xfrm>
            <a:off x="2698029" y="3255264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組合名稱"/>
          <p:cNvSpPr/>
          <p:nvPr/>
        </p:nvSpPr>
        <p:spPr>
          <a:xfrm>
            <a:off x="2822387" y="3233318"/>
            <a:ext cx="1973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平行分流／合流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Parallel Split / Merge</a:t>
            </a:r>
            <a:endParaRPr lang="en-US" sz="1100" dirty="0"/>
          </a:p>
        </p:txBody>
      </p:sp>
      <p:sp>
        <p:nvSpPr>
          <p:cNvPr id="64" name="線條"/>
          <p:cNvSpPr/>
          <p:nvPr/>
        </p:nvSpPr>
        <p:spPr>
          <a:xfrm>
            <a:off x="2698029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5" name="平行分流／合流"/>
          <p:cNvGrpSpPr/>
          <p:nvPr/>
        </p:nvGrpSpPr>
        <p:grpSpPr>
          <a:xfrm>
            <a:off x="2698029" y="3599078"/>
            <a:ext cx="2098182" cy="1082650"/>
            <a:chOff x="2698029" y="3599078"/>
            <a:chExt cx="2098182" cy="1082650"/>
          </a:xfrm>
        </p:grpSpPr>
        <p:sp>
          <p:nvSpPr>
            <p:cNvPr id="65" name="處理"/>
            <p:cNvSpPr/>
            <p:nvPr/>
          </p:nvSpPr>
          <p:spPr>
            <a:xfrm>
              <a:off x="2698029" y="3986784"/>
              <a:ext cx="409651" cy="30723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開始</a:t>
              </a:r>
              <a:endParaRPr lang="en-US" sz="850" dirty="0"/>
            </a:p>
          </p:txBody>
        </p:sp>
        <p:sp>
          <p:nvSpPr>
            <p:cNvPr id="66" name="分流"/>
            <p:cNvSpPr/>
            <p:nvPr/>
          </p:nvSpPr>
          <p:spPr>
            <a:xfrm>
              <a:off x="3253984" y="3599078"/>
              <a:ext cx="51206" cy="108265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7" name="處理"/>
            <p:cNvSpPr/>
            <p:nvPr/>
          </p:nvSpPr>
          <p:spPr>
            <a:xfrm>
              <a:off x="3458809" y="3650285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A</a:t>
              </a:r>
              <a:endParaRPr lang="en-US" sz="850" dirty="0"/>
            </a:p>
          </p:txBody>
        </p:sp>
        <p:sp>
          <p:nvSpPr>
            <p:cNvPr id="68" name="處理"/>
            <p:cNvSpPr/>
            <p:nvPr/>
          </p:nvSpPr>
          <p:spPr>
            <a:xfrm>
              <a:off x="3458809" y="4323283"/>
              <a:ext cx="541325" cy="307238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作業 B</a:t>
              </a:r>
              <a:endParaRPr lang="en-US" sz="850" dirty="0"/>
            </a:p>
          </p:txBody>
        </p:sp>
        <p:sp>
          <p:nvSpPr>
            <p:cNvPr id="69" name="合流"/>
            <p:cNvSpPr/>
            <p:nvPr/>
          </p:nvSpPr>
          <p:spPr>
            <a:xfrm>
              <a:off x="4020800" y="3599078"/>
              <a:ext cx="51206" cy="108265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處理"/>
            <p:cNvSpPr/>
            <p:nvPr/>
          </p:nvSpPr>
          <p:spPr>
            <a:xfrm>
              <a:off x="4342668" y="3986784"/>
              <a:ext cx="453542" cy="307238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>
              <a:noFill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彙整</a:t>
              </a:r>
              <a:endParaRPr lang="en-US" sz="850" dirty="0"/>
            </a:p>
          </p:txBody>
        </p:sp>
        <p:cxnSp>
          <p:nvCxnSpPr>
            <p:cNvPr id="71" name="連接線"/>
            <p:cNvCxnSpPr>
              <a:stCxn id="65" idx="3"/>
              <a:endCxn id="66" idx="1"/>
            </p:cNvCxnSpPr>
            <p:nvPr/>
          </p:nvCxnSpPr>
          <p:spPr>
            <a:xfrm>
              <a:off x="3107680" y="4140403"/>
              <a:ext cx="146304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72" name="連接線"/>
            <p:cNvCxnSpPr>
              <a:endCxn id="67" idx="1"/>
            </p:cNvCxnSpPr>
            <p:nvPr/>
          </p:nvCxnSpPr>
          <p:spPr>
            <a:xfrm>
              <a:off x="3305190" y="3803904"/>
              <a:ext cx="153619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73" name="連接線"/>
            <p:cNvCxnSpPr>
              <a:endCxn id="68" idx="1"/>
            </p:cNvCxnSpPr>
            <p:nvPr/>
          </p:nvCxnSpPr>
          <p:spPr>
            <a:xfrm>
              <a:off x="3305190" y="4476902"/>
              <a:ext cx="153619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74" name="連接線"/>
            <p:cNvCxnSpPr>
              <a:stCxn id="67" idx="3"/>
            </p:cNvCxnSpPr>
            <p:nvPr/>
          </p:nvCxnSpPr>
          <p:spPr>
            <a:xfrm>
              <a:off x="4000134" y="3803904"/>
              <a:ext cx="20665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75" name="連接線"/>
            <p:cNvCxnSpPr>
              <a:stCxn id="68" idx="3"/>
            </p:cNvCxnSpPr>
            <p:nvPr/>
          </p:nvCxnSpPr>
          <p:spPr>
            <a:xfrm>
              <a:off x="4000134" y="4476902"/>
              <a:ext cx="20665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76" name="連接線"/>
            <p:cNvCxnSpPr>
              <a:stCxn id="69" idx="3"/>
              <a:endCxn id="70" idx="1"/>
            </p:cNvCxnSpPr>
            <p:nvPr/>
          </p:nvCxnSpPr>
          <p:spPr>
            <a:xfrm>
              <a:off x="4072006" y="4140403"/>
              <a:ext cx="270662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77" name="Text 75"/>
          <p:cNvSpPr/>
          <p:nvPr/>
        </p:nvSpPr>
        <p:spPr>
          <a:xfrm>
            <a:off x="4957145" y="3255264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組合名稱"/>
          <p:cNvSpPr/>
          <p:nvPr/>
        </p:nvSpPr>
        <p:spPr>
          <a:xfrm>
            <a:off x="5081504" y="3233318"/>
            <a:ext cx="1973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輸入→處理→輸出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Input / Process / Output</a:t>
            </a:r>
            <a:endParaRPr lang="en-US" sz="1100" dirty="0"/>
          </a:p>
        </p:txBody>
      </p:sp>
      <p:sp>
        <p:nvSpPr>
          <p:cNvPr id="79" name="線條"/>
          <p:cNvSpPr/>
          <p:nvPr/>
        </p:nvSpPr>
        <p:spPr>
          <a:xfrm>
            <a:off x="4957145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6" name="輸入→處理→輸出"/>
          <p:cNvGrpSpPr/>
          <p:nvPr/>
        </p:nvGrpSpPr>
        <p:grpSpPr>
          <a:xfrm>
            <a:off x="4920569" y="3855110"/>
            <a:ext cx="2171334" cy="621792"/>
            <a:chOff x="4920569" y="3855110"/>
            <a:chExt cx="2171334" cy="621792"/>
          </a:xfrm>
        </p:grpSpPr>
        <p:sp>
          <p:nvSpPr>
            <p:cNvPr id="80" name="輸入輸出"/>
            <p:cNvSpPr/>
            <p:nvPr/>
          </p:nvSpPr>
          <p:spPr>
            <a:xfrm>
              <a:off x="4957145" y="3891686"/>
              <a:ext cx="599846" cy="307238"/>
            </a:xfrm>
            <a:prstGeom prst="parallelogram">
              <a:avLst>
                <a:gd name="adj" fmla="val 42000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輸入</a:t>
              </a:r>
              <a:endParaRPr lang="en-US" sz="850" dirty="0"/>
            </a:p>
          </p:txBody>
        </p:sp>
        <p:sp>
          <p:nvSpPr>
            <p:cNvPr id="81" name="標註"/>
            <p:cNvSpPr/>
            <p:nvPr/>
          </p:nvSpPr>
          <p:spPr>
            <a:xfrm>
              <a:off x="4920569" y="4330598"/>
              <a:ext cx="6729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資料來源</a:t>
              </a:r>
              <a:endParaRPr lang="en-US" sz="700" dirty="0"/>
            </a:p>
          </p:txBody>
        </p:sp>
        <p:sp>
          <p:nvSpPr>
            <p:cNvPr id="82" name="處理"/>
            <p:cNvSpPr/>
            <p:nvPr/>
          </p:nvSpPr>
          <p:spPr>
            <a:xfrm>
              <a:off x="5750204" y="3891686"/>
              <a:ext cx="512064" cy="307238"/>
            </a:xfrm>
            <a:prstGeom prst="roundRect">
              <a:avLst>
                <a:gd name="adj" fmla="val 23810"/>
              </a:avLst>
            </a:prstGeom>
            <a:solidFill>
              <a:srgbClr val="1F4E79"/>
            </a:solidFill>
            <a:ln>
              <a:noFill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30480" rIns="30480" bIns="3048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處理</a:t>
              </a:r>
              <a:endParaRPr lang="en-US" sz="850" dirty="0"/>
            </a:p>
          </p:txBody>
        </p:sp>
        <p:sp>
          <p:nvSpPr>
            <p:cNvPr id="83" name="標註"/>
            <p:cNvSpPr/>
            <p:nvPr/>
          </p:nvSpPr>
          <p:spPr>
            <a:xfrm>
              <a:off x="5713628" y="4330598"/>
              <a:ext cx="585216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整理運算</a:t>
              </a:r>
              <a:endParaRPr lang="en-US" sz="700" dirty="0"/>
            </a:p>
          </p:txBody>
        </p:sp>
        <p:sp>
          <p:nvSpPr>
            <p:cNvPr id="84" name="文件"/>
            <p:cNvSpPr/>
            <p:nvPr/>
          </p:nvSpPr>
          <p:spPr>
            <a:xfrm>
              <a:off x="6455481" y="3855110"/>
              <a:ext cx="599846" cy="380390"/>
            </a:xfrm>
            <a:prstGeom prst="flowChartDocument">
              <a:avLst/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30480" tIns="0" rIns="30480" bIns="0" rtlCol="0" anchor="ctr"/>
            <a:lstStyle/>
            <a:p>
              <a:pPr algn="ctr" indent="0" marL="0"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報表</a:t>
              </a:r>
              <a:endParaRPr lang="en-US" sz="850" dirty="0"/>
            </a:p>
          </p:txBody>
        </p:sp>
        <p:sp>
          <p:nvSpPr>
            <p:cNvPr id="85" name="標註"/>
            <p:cNvSpPr/>
            <p:nvPr/>
          </p:nvSpPr>
          <p:spPr>
            <a:xfrm>
              <a:off x="6418905" y="4330598"/>
              <a:ext cx="672998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產出結果</a:t>
              </a:r>
              <a:endParaRPr lang="en-US" sz="700" dirty="0"/>
            </a:p>
          </p:txBody>
        </p:sp>
        <p:cxnSp>
          <p:nvCxnSpPr>
            <p:cNvPr id="86" name="連接線"/>
            <p:cNvCxnSpPr>
              <a:stCxn id="80" idx="2"/>
              <a:endCxn id="82" idx="1"/>
            </p:cNvCxnSpPr>
            <p:nvPr/>
          </p:nvCxnSpPr>
          <p:spPr>
            <a:xfrm>
              <a:off x="5492472" y="4045306"/>
              <a:ext cx="257733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87" name="連接線"/>
            <p:cNvCxnSpPr>
              <a:stCxn id="82" idx="3"/>
              <a:endCxn id="84" idx="1"/>
            </p:cNvCxnSpPr>
            <p:nvPr/>
          </p:nvCxnSpPr>
          <p:spPr>
            <a:xfrm>
              <a:off x="6262268" y="4045306"/>
              <a:ext cx="193213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88" name="Text 86"/>
          <p:cNvSpPr/>
          <p:nvPr/>
        </p:nvSpPr>
        <p:spPr>
          <a:xfrm>
            <a:off x="7216262" y="3255264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組合名稱"/>
          <p:cNvSpPr/>
          <p:nvPr/>
        </p:nvSpPr>
        <p:spPr>
          <a:xfrm>
            <a:off x="7340620" y="3233318"/>
            <a:ext cx="1973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前後對照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</a:t>
            </a:r>
            <a:endParaRPr lang="en-US" sz="1100" dirty="0"/>
          </a:p>
        </p:txBody>
      </p:sp>
      <p:sp>
        <p:nvSpPr>
          <p:cNvPr id="90" name="線條"/>
          <p:cNvSpPr/>
          <p:nvPr/>
        </p:nvSpPr>
        <p:spPr>
          <a:xfrm>
            <a:off x="7216262" y="3482035"/>
            <a:ext cx="209818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7" name="前後對照"/>
          <p:cNvGrpSpPr/>
          <p:nvPr/>
        </p:nvGrpSpPr>
        <p:grpSpPr>
          <a:xfrm>
            <a:off x="7216262" y="3672230"/>
            <a:ext cx="2098182" cy="950976"/>
            <a:chOff x="7216262" y="3672230"/>
            <a:chExt cx="2098182" cy="950976"/>
          </a:xfrm>
        </p:grpSpPr>
        <p:sp>
          <p:nvSpPr>
            <p:cNvPr id="91" name="卡片"/>
            <p:cNvSpPr/>
            <p:nvPr/>
          </p:nvSpPr>
          <p:spPr>
            <a:xfrm>
              <a:off x="7216262" y="3672230"/>
              <a:ext cx="863194" cy="950976"/>
            </a:xfrm>
            <a:prstGeom prst="roundRect">
              <a:avLst>
                <a:gd name="adj" fmla="val 8475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  <a:effectLst>
              <a:outerShdw blurRad="71120" dist="2032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卡片標題"/>
            <p:cNvSpPr/>
            <p:nvPr/>
          </p:nvSpPr>
          <p:spPr>
            <a:xfrm>
              <a:off x="7318675" y="3760013"/>
              <a:ext cx="658368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現況 </a:t>
              </a:r>
              <a:r>
                <a:rPr lang="en-US" sz="6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Before</a:t>
              </a:r>
              <a:endParaRPr lang="en-US" sz="900" dirty="0"/>
            </a:p>
          </p:txBody>
        </p:sp>
        <p:sp>
          <p:nvSpPr>
            <p:cNvPr id="93" name="卡片內文"/>
            <p:cNvSpPr/>
            <p:nvPr/>
          </p:nvSpPr>
          <p:spPr>
            <a:xfrm>
              <a:off x="7318675" y="4023360"/>
              <a:ext cx="658368" cy="5120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流程分散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交接常出錯</a:t>
              </a:r>
              <a:endParaRPr lang="en-US" sz="750" dirty="0"/>
            </a:p>
          </p:txBody>
        </p:sp>
        <p:sp>
          <p:nvSpPr>
            <p:cNvPr id="94" name="三角形"/>
            <p:cNvSpPr/>
            <p:nvPr/>
          </p:nvSpPr>
          <p:spPr>
            <a:xfrm>
              <a:off x="8210489" y="4074566"/>
              <a:ext cx="109728" cy="146304"/>
            </a:xfrm>
            <a:custGeom>
              <a:avLst/>
              <a:gdLst/>
              <a:ahLst/>
              <a:cxnLst/>
              <a:rect l="l" t="t" r="r" b="b"/>
              <a:pathLst>
                <a:path w="109728" h="146304">
                  <a:moveTo>
                    <a:pt x="0" y="0"/>
                  </a:moveTo>
                  <a:lnTo>
                    <a:pt x="109728" y="73152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5" name="強調卡片"/>
            <p:cNvSpPr/>
            <p:nvPr/>
          </p:nvSpPr>
          <p:spPr>
            <a:xfrm>
              <a:off x="8451251" y="3672230"/>
              <a:ext cx="863194" cy="950976"/>
            </a:xfrm>
            <a:prstGeom prst="roundRect">
              <a:avLst>
                <a:gd name="adj" fmla="val 8475"/>
              </a:avLst>
            </a:prstGeom>
            <a:solidFill>
              <a:srgbClr val="FFFFFF"/>
            </a:solidFill>
            <a:ln w="17780">
              <a:solidFill>
                <a:srgbClr val="1F4E79"/>
              </a:solidFill>
              <a:prstDash val="solid"/>
            </a:ln>
            <a:effectLst>
              <a:outerShdw blurRad="71120" dist="2032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6" name="卡片標題"/>
            <p:cNvSpPr/>
            <p:nvPr/>
          </p:nvSpPr>
          <p:spPr>
            <a:xfrm>
              <a:off x="8553663" y="3760013"/>
              <a:ext cx="658368" cy="21945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9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改善後 </a:t>
              </a:r>
              <a:r>
                <a:rPr lang="en-US" sz="6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After</a:t>
              </a:r>
              <a:endParaRPr lang="en-US" sz="900" dirty="0"/>
            </a:p>
          </p:txBody>
        </p:sp>
        <p:sp>
          <p:nvSpPr>
            <p:cNvPr id="97" name="卡片內文"/>
            <p:cNvSpPr/>
            <p:nvPr/>
          </p:nvSpPr>
          <p:spPr>
            <a:xfrm>
              <a:off x="8553663" y="4023360"/>
              <a:ext cx="658368" cy="5120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單一窗口</a:t>
              </a:r>
              <a:endParaRPr lang="en-US" sz="750" dirty="0"/>
            </a:p>
            <a:p>
              <a:pPr algn="l" indent="0" marL="0">
                <a:lnSpc>
                  <a:spcPct val="120000"/>
                </a:lnSpc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進度一目了然</a:t>
              </a:r>
              <a:endParaRPr lang="en-US" sz="750" dirty="0"/>
            </a:p>
          </p:txBody>
        </p:sp>
      </p:grpSp>
      <p:sp>
        <p:nvSpPr>
          <p:cNvPr id="98" name="Text 96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/ 14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常見組合（二）Common Patterns II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分工表、前後對照、問題對策、方案比較、KPI 數字卡與 PDCA：整組複製即可使用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402336" cy="43891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411834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組合名稱"/>
          <p:cNvSpPr/>
          <p:nvPr/>
        </p:nvSpPr>
        <p:spPr>
          <a:xfrm>
            <a:off x="563270" y="1389888"/>
            <a:ext cx="266834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責任分工 RACI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RACI Matrix</a:t>
            </a:r>
            <a:endParaRPr lang="en-US" sz="1100" dirty="0"/>
          </a:p>
        </p:txBody>
      </p:sp>
      <p:sp>
        <p:nvSpPr>
          <p:cNvPr id="8" name="線條"/>
          <p:cNvSpPr/>
          <p:nvPr/>
        </p:nvSpPr>
        <p:spPr>
          <a:xfrm>
            <a:off x="438912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848563"/>
                <a:gridCol w="486034"/>
                <a:gridCol w="486034"/>
                <a:gridCol w="486034"/>
                <a:gridCol w="486034"/>
              </a:tblGrid>
              <a:tr h="2340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工作項目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PM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工程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業務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需求定義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方案設計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開發測試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上線推廣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RACI 標記"/>
          <p:cNvSpPr/>
          <p:nvPr/>
        </p:nvSpPr>
        <p:spPr>
          <a:xfrm>
            <a:off x="1406134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1" name="RACI 標記"/>
          <p:cNvSpPr/>
          <p:nvPr/>
        </p:nvSpPr>
        <p:spPr>
          <a:xfrm>
            <a:off x="1892168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2" name="RACI 標記"/>
          <p:cNvSpPr/>
          <p:nvPr/>
        </p:nvSpPr>
        <p:spPr>
          <a:xfrm>
            <a:off x="2378202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3" name="RACI 標記"/>
          <p:cNvSpPr/>
          <p:nvPr/>
        </p:nvSpPr>
        <p:spPr>
          <a:xfrm>
            <a:off x="2864236" y="1964131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14" name="RACI 標記"/>
          <p:cNvSpPr/>
          <p:nvPr/>
        </p:nvSpPr>
        <p:spPr>
          <a:xfrm>
            <a:off x="1406134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5" name="RACI 標記"/>
          <p:cNvSpPr/>
          <p:nvPr/>
        </p:nvSpPr>
        <p:spPr>
          <a:xfrm>
            <a:off x="1892168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16" name="RACI 標記"/>
          <p:cNvSpPr/>
          <p:nvPr/>
        </p:nvSpPr>
        <p:spPr>
          <a:xfrm>
            <a:off x="2378202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17" name="RACI 標記"/>
          <p:cNvSpPr/>
          <p:nvPr/>
        </p:nvSpPr>
        <p:spPr>
          <a:xfrm>
            <a:off x="2864236" y="2212848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18" name="RACI 標記"/>
          <p:cNvSpPr/>
          <p:nvPr/>
        </p:nvSpPr>
        <p:spPr>
          <a:xfrm>
            <a:off x="1406134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19" name="RACI 標記"/>
          <p:cNvSpPr/>
          <p:nvPr/>
        </p:nvSpPr>
        <p:spPr>
          <a:xfrm>
            <a:off x="1892168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20" name="RACI 標記"/>
          <p:cNvSpPr/>
          <p:nvPr/>
        </p:nvSpPr>
        <p:spPr>
          <a:xfrm>
            <a:off x="2378202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1" name="RACI 標記"/>
          <p:cNvSpPr/>
          <p:nvPr/>
        </p:nvSpPr>
        <p:spPr>
          <a:xfrm>
            <a:off x="2864236" y="2461565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22" name="RACI 標記"/>
          <p:cNvSpPr/>
          <p:nvPr/>
        </p:nvSpPr>
        <p:spPr>
          <a:xfrm>
            <a:off x="1406134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650" dirty="0"/>
          </a:p>
        </p:txBody>
      </p:sp>
      <p:sp>
        <p:nvSpPr>
          <p:cNvPr id="23" name="RACI 標記"/>
          <p:cNvSpPr/>
          <p:nvPr/>
        </p:nvSpPr>
        <p:spPr>
          <a:xfrm>
            <a:off x="1892168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650" dirty="0"/>
          </a:p>
        </p:txBody>
      </p:sp>
      <p:sp>
        <p:nvSpPr>
          <p:cNvPr id="24" name="RACI 標記"/>
          <p:cNvSpPr/>
          <p:nvPr/>
        </p:nvSpPr>
        <p:spPr>
          <a:xfrm>
            <a:off x="2378202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650" dirty="0"/>
          </a:p>
        </p:txBody>
      </p:sp>
      <p:sp>
        <p:nvSpPr>
          <p:cNvPr id="25" name="RACI 標記"/>
          <p:cNvSpPr/>
          <p:nvPr/>
        </p:nvSpPr>
        <p:spPr>
          <a:xfrm>
            <a:off x="2864236" y="2710282"/>
            <a:ext cx="248717" cy="153619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650" dirty="0"/>
          </a:p>
        </p:txBody>
      </p:sp>
      <p:sp>
        <p:nvSpPr>
          <p:cNvPr id="26" name="圖例"/>
          <p:cNvSpPr/>
          <p:nvPr/>
        </p:nvSpPr>
        <p:spPr>
          <a:xfrm>
            <a:off x="438912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</a:t>
            </a:r>
            <a:endParaRPr lang="en-US" sz="500" dirty="0"/>
          </a:p>
        </p:txBody>
      </p:sp>
      <p:sp>
        <p:nvSpPr>
          <p:cNvPr id="27" name="圖例"/>
          <p:cNvSpPr/>
          <p:nvPr/>
        </p:nvSpPr>
        <p:spPr>
          <a:xfrm>
            <a:off x="629107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650" dirty="0"/>
          </a:p>
        </p:txBody>
      </p:sp>
      <p:sp>
        <p:nvSpPr>
          <p:cNvPr id="28" name="圖例"/>
          <p:cNvSpPr/>
          <p:nvPr/>
        </p:nvSpPr>
        <p:spPr>
          <a:xfrm>
            <a:off x="1068019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500" dirty="0"/>
          </a:p>
        </p:txBody>
      </p:sp>
      <p:sp>
        <p:nvSpPr>
          <p:cNvPr id="29" name="圖例"/>
          <p:cNvSpPr/>
          <p:nvPr/>
        </p:nvSpPr>
        <p:spPr>
          <a:xfrm>
            <a:off x="1258214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當責</a:t>
            </a:r>
            <a:endParaRPr lang="en-US" sz="650" dirty="0"/>
          </a:p>
        </p:txBody>
      </p:sp>
      <p:sp>
        <p:nvSpPr>
          <p:cNvPr id="30" name="圖例"/>
          <p:cNvSpPr/>
          <p:nvPr/>
        </p:nvSpPr>
        <p:spPr>
          <a:xfrm>
            <a:off x="1697126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DEE7F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500" dirty="0"/>
          </a:p>
        </p:txBody>
      </p:sp>
      <p:sp>
        <p:nvSpPr>
          <p:cNvPr id="31" name="圖例"/>
          <p:cNvSpPr/>
          <p:nvPr/>
        </p:nvSpPr>
        <p:spPr>
          <a:xfrm>
            <a:off x="1887322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諮詢</a:t>
            </a:r>
            <a:endParaRPr lang="en-US" sz="650" dirty="0"/>
          </a:p>
        </p:txBody>
      </p:sp>
      <p:sp>
        <p:nvSpPr>
          <p:cNvPr id="32" name="圖例"/>
          <p:cNvSpPr/>
          <p:nvPr/>
        </p:nvSpPr>
        <p:spPr>
          <a:xfrm>
            <a:off x="2326234" y="2984602"/>
            <a:ext cx="160934" cy="11704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5080">
            <a:solidFill>
              <a:srgbClr val="BFBFB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</a:t>
            </a:r>
            <a:endParaRPr lang="en-US" sz="500" dirty="0"/>
          </a:p>
        </p:txBody>
      </p:sp>
      <p:sp>
        <p:nvSpPr>
          <p:cNvPr id="33" name="圖例"/>
          <p:cNvSpPr/>
          <p:nvPr/>
        </p:nvSpPr>
        <p:spPr>
          <a:xfrm>
            <a:off x="2516429" y="2969971"/>
            <a:ext cx="438912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知會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3480328" y="1411834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組合名稱"/>
          <p:cNvSpPr/>
          <p:nvPr/>
        </p:nvSpPr>
        <p:spPr>
          <a:xfrm>
            <a:off x="3604687" y="1389888"/>
            <a:ext cx="266834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改善前後對照表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Before / After Table</a:t>
            </a:r>
            <a:endParaRPr lang="en-US" sz="1100" dirty="0"/>
          </a:p>
        </p:txBody>
      </p:sp>
      <p:sp>
        <p:nvSpPr>
          <p:cNvPr id="36" name="線條"/>
          <p:cNvSpPr/>
          <p:nvPr/>
        </p:nvSpPr>
        <p:spPr>
          <a:xfrm>
            <a:off x="3480328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80328" y="1682496"/>
          <a:ext cx="27927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30590"/>
                <a:gridCol w="1030590"/>
              </a:tblGrid>
              <a:tr h="2487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改善前 Before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改善後 After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交期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10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6 天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不良率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3.2%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1.1%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人力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人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33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3A3A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客訴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8C8C8C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8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F4E79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件／月</a:t>
                      </a:r>
                      <a:endParaRPr lang="en-US" sz="1200" dirty="0"/>
                    </a:p>
                  </a:txBody>
                  <a:tcPr marL="40640" marR="4064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508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8" name="Text 34"/>
          <p:cNvSpPr/>
          <p:nvPr/>
        </p:nvSpPr>
        <p:spPr>
          <a:xfrm>
            <a:off x="3480328" y="3028493"/>
            <a:ext cx="279270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改善後一欄以主色粗體標示</a:t>
            </a:r>
            <a:endParaRPr lang="en-US" sz="650" dirty="0"/>
          </a:p>
        </p:txBody>
      </p:sp>
      <p:sp>
        <p:nvSpPr>
          <p:cNvPr id="39" name="Text 35"/>
          <p:cNvSpPr/>
          <p:nvPr/>
        </p:nvSpPr>
        <p:spPr>
          <a:xfrm>
            <a:off x="6521745" y="1411834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組合名稱"/>
          <p:cNvSpPr/>
          <p:nvPr/>
        </p:nvSpPr>
        <p:spPr>
          <a:xfrm>
            <a:off x="6646103" y="1389888"/>
            <a:ext cx="266834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原因 → 對策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Problem / Cause / Countermeasure</a:t>
            </a:r>
            <a:endParaRPr lang="en-US" sz="1100" dirty="0"/>
          </a:p>
        </p:txBody>
      </p:sp>
      <p:sp>
        <p:nvSpPr>
          <p:cNvPr id="41" name="線條"/>
          <p:cNvSpPr/>
          <p:nvPr/>
        </p:nvSpPr>
        <p:spPr>
          <a:xfrm>
            <a:off x="6521745" y="16386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2" name="問題 → 原因 → 對策"/>
          <p:cNvGrpSpPr/>
          <p:nvPr/>
        </p:nvGrpSpPr>
        <p:grpSpPr>
          <a:xfrm>
            <a:off x="6521745" y="1843430"/>
            <a:ext cx="2792700" cy="848563"/>
            <a:chOff x="6521745" y="1843430"/>
            <a:chExt cx="2792700" cy="848563"/>
          </a:xfrm>
        </p:grpSpPr>
        <p:sp>
          <p:nvSpPr>
            <p:cNvPr id="42" name="問題"/>
            <p:cNvSpPr/>
            <p:nvPr/>
          </p:nvSpPr>
          <p:spPr>
            <a:xfrm>
              <a:off x="6521745" y="1843430"/>
              <a:ext cx="746150" cy="848563"/>
            </a:xfrm>
            <a:prstGeom prst="roundRect">
              <a:avLst>
                <a:gd name="adj" fmla="val 9804"/>
              </a:avLst>
            </a:prstGeom>
            <a:solidFill>
              <a:srgbClr val="FFFFFF"/>
            </a:solidFill>
            <a:ln w="15240">
              <a:solidFill>
                <a:srgbClr val="C0504D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903C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問題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Problem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交期常延誤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客戶抱怨增加</a:t>
              </a:r>
              <a:endParaRPr lang="en-US" sz="700" dirty="0"/>
            </a:p>
          </p:txBody>
        </p:sp>
        <p:sp>
          <p:nvSpPr>
            <p:cNvPr id="43" name="原因"/>
            <p:cNvSpPr/>
            <p:nvPr/>
          </p:nvSpPr>
          <p:spPr>
            <a:xfrm>
              <a:off x="7545019" y="1843430"/>
              <a:ext cx="746150" cy="848563"/>
            </a:xfrm>
            <a:prstGeom prst="roundRect">
              <a:avLst>
                <a:gd name="adj" fmla="val 9804"/>
              </a:avLst>
            </a:prstGeom>
            <a:solidFill>
              <a:srgbClr val="E6E6E6"/>
            </a:solidFill>
            <a:ln>
              <a:noFill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原因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Cause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需求變更頻繁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排程未同步</a:t>
              </a:r>
              <a:endParaRPr lang="en-US" sz="700" dirty="0"/>
            </a:p>
          </p:txBody>
        </p:sp>
        <p:sp>
          <p:nvSpPr>
            <p:cNvPr id="44" name="對策"/>
            <p:cNvSpPr/>
            <p:nvPr/>
          </p:nvSpPr>
          <p:spPr>
            <a:xfrm>
              <a:off x="8568294" y="1843430"/>
              <a:ext cx="746150" cy="848563"/>
            </a:xfrm>
            <a:prstGeom prst="roundRect">
              <a:avLst>
                <a:gd name="adj" fmla="val 9804"/>
              </a:avLst>
            </a:prstGeom>
            <a:solidFill>
              <a:srgbClr val="1F4E79"/>
            </a:solidFill>
            <a:ln>
              <a:noFill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71120" tIns="81280" rIns="50800" bIns="40640" rtlCol="0" anchor="t"/>
            <a:lstStyle/>
            <a:p>
              <a:pPr algn="l" indent="0" marL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對策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550" dirty="0">
                  <a:solidFill>
                    <a:srgbClr val="BCCAD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Countermeasure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需求凍結點</a:t>
              </a:r>
              <a:endParaRPr lang="en-US" sz="700" dirty="0"/>
            </a:p>
            <a:p>
              <a:pPr algn="l" indent="0" marL="0">
                <a:lnSpc>
                  <a:spcPct val="115000"/>
                </a:lnSpc>
                <a:buNone/>
              </a:pPr>
              <a:r>
                <a:rPr lang="en-US" sz="700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每週排程會議</a:t>
              </a:r>
              <a:endParaRPr lang="en-US" sz="700" dirty="0"/>
            </a:p>
          </p:txBody>
        </p:sp>
        <p:cxnSp>
          <p:nvCxnSpPr>
            <p:cNvPr id="45" name="連接線"/>
            <p:cNvCxnSpPr>
              <a:stCxn id="42" idx="3"/>
              <a:endCxn id="43" idx="1"/>
            </p:cNvCxnSpPr>
            <p:nvPr/>
          </p:nvCxnSpPr>
          <p:spPr>
            <a:xfrm>
              <a:off x="7267895" y="2267712"/>
              <a:ext cx="277124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46" name="連接線"/>
            <p:cNvCxnSpPr>
              <a:stCxn id="43" idx="3"/>
              <a:endCxn id="44" idx="1"/>
            </p:cNvCxnSpPr>
            <p:nvPr/>
          </p:nvCxnSpPr>
          <p:spPr>
            <a:xfrm>
              <a:off x="8291170" y="2267712"/>
              <a:ext cx="277124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47" name="Text 43"/>
          <p:cNvSpPr/>
          <p:nvPr/>
        </p:nvSpPr>
        <p:spPr>
          <a:xfrm>
            <a:off x="438912" y="3240634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組合名稱"/>
          <p:cNvSpPr/>
          <p:nvPr/>
        </p:nvSpPr>
        <p:spPr>
          <a:xfrm>
            <a:off x="563270" y="3218688"/>
            <a:ext cx="266834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三方案比較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3-Column Comparison</a:t>
            </a:r>
            <a:endParaRPr lang="en-US" sz="1100" dirty="0"/>
          </a:p>
        </p:txBody>
      </p:sp>
      <p:sp>
        <p:nvSpPr>
          <p:cNvPr id="49" name="線條"/>
          <p:cNvSpPr/>
          <p:nvPr/>
        </p:nvSpPr>
        <p:spPr>
          <a:xfrm>
            <a:off x="438912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3" name="三方案比較"/>
          <p:cNvGrpSpPr/>
          <p:nvPr/>
        </p:nvGrpSpPr>
        <p:grpSpPr>
          <a:xfrm>
            <a:off x="438912" y="3555187"/>
            <a:ext cx="2792700" cy="1419149"/>
            <a:chOff x="438912" y="3555187"/>
            <a:chExt cx="2792700" cy="1419149"/>
          </a:xfrm>
        </p:grpSpPr>
        <p:sp>
          <p:nvSpPr>
            <p:cNvPr id="50" name="方案"/>
            <p:cNvSpPr/>
            <p:nvPr/>
          </p:nvSpPr>
          <p:spPr>
            <a:xfrm>
              <a:off x="438912" y="3555187"/>
              <a:ext cx="872378" cy="1316736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1016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1" name="表頭底"/>
            <p:cNvSpPr/>
            <p:nvPr/>
          </p:nvSpPr>
          <p:spPr>
            <a:xfrm>
              <a:off x="439644" y="3555919"/>
              <a:ext cx="870915" cy="29260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52" name="方案名稱"/>
            <p:cNvSpPr/>
            <p:nvPr/>
          </p:nvSpPr>
          <p:spPr>
            <a:xfrm>
              <a:off x="438912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A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A</a:t>
              </a:r>
              <a:endParaRPr lang="en-US" sz="1100" dirty="0"/>
            </a:p>
          </p:txBody>
        </p:sp>
        <p:sp>
          <p:nvSpPr>
            <p:cNvPr id="53" name="項目"/>
            <p:cNvSpPr/>
            <p:nvPr/>
          </p:nvSpPr>
          <p:spPr>
            <a:xfrm>
              <a:off x="526694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54" name="內容"/>
            <p:cNvSpPr/>
            <p:nvPr/>
          </p:nvSpPr>
          <p:spPr>
            <a:xfrm>
              <a:off x="526694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低</a:t>
              </a:r>
              <a:endParaRPr lang="en-US" sz="750" dirty="0"/>
            </a:p>
          </p:txBody>
        </p:sp>
        <p:sp>
          <p:nvSpPr>
            <p:cNvPr id="55" name="項目"/>
            <p:cNvSpPr/>
            <p:nvPr/>
          </p:nvSpPr>
          <p:spPr>
            <a:xfrm>
              <a:off x="526694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56" name="內容"/>
            <p:cNvSpPr/>
            <p:nvPr/>
          </p:nvSpPr>
          <p:spPr>
            <a:xfrm>
              <a:off x="526694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 週</a:t>
              </a:r>
              <a:endParaRPr lang="en-US" sz="750" dirty="0"/>
            </a:p>
          </p:txBody>
        </p:sp>
        <p:sp>
          <p:nvSpPr>
            <p:cNvPr id="57" name="項目"/>
            <p:cNvSpPr/>
            <p:nvPr/>
          </p:nvSpPr>
          <p:spPr>
            <a:xfrm>
              <a:off x="526694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58" name="內容"/>
            <p:cNvSpPr/>
            <p:nvPr/>
          </p:nvSpPr>
          <p:spPr>
            <a:xfrm>
              <a:off x="526694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有限</a:t>
              </a:r>
              <a:endParaRPr lang="en-US" sz="750" dirty="0"/>
            </a:p>
          </p:txBody>
        </p:sp>
        <p:sp>
          <p:nvSpPr>
            <p:cNvPr id="59" name="推薦方案"/>
            <p:cNvSpPr/>
            <p:nvPr/>
          </p:nvSpPr>
          <p:spPr>
            <a:xfrm>
              <a:off x="1399073" y="3555187"/>
              <a:ext cx="872378" cy="1316736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17780">
              <a:solidFill>
                <a:srgbClr val="1F4E79"/>
              </a:solidFill>
              <a:prstDash val="solid"/>
            </a:ln>
            <a:effectLst>
              <a:outerShdw blurRad="71120" dist="2032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0" name="表頭"/>
            <p:cNvSpPr/>
            <p:nvPr/>
          </p:nvSpPr>
          <p:spPr>
            <a:xfrm>
              <a:off x="1399073" y="3555187"/>
              <a:ext cx="872378" cy="292608"/>
            </a:xfrm>
            <a:custGeom>
              <a:avLst/>
              <a:gdLst/>
              <a:ahLst/>
              <a:cxnLst/>
              <a:rect l="l" t="t" r="r" b="b"/>
              <a:pathLst>
                <a:path w="872378" h="292608">
                  <a:moveTo>
                    <a:pt x="0" y="292608"/>
                  </a:moveTo>
                  <a:lnTo>
                    <a:pt x="0" y="73152"/>
                  </a:lnTo>
                  <a:arcTo hR="73152" wR="73152" stAng="10800000" swAng="5400000"/>
                  <a:lnTo>
                    <a:pt x="799226" y="0"/>
                  </a:lnTo>
                  <a:arcTo hR="73152" wR="73152" stAng="16200000" swAng="5400000"/>
                  <a:lnTo>
                    <a:pt x="872378" y="292608"/>
                  </a:ln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61" name="方案名稱"/>
            <p:cNvSpPr/>
            <p:nvPr/>
          </p:nvSpPr>
          <p:spPr>
            <a:xfrm>
              <a:off x="1399073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B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BCCAD7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B</a:t>
              </a:r>
              <a:endParaRPr lang="en-US" sz="1100" dirty="0"/>
            </a:p>
          </p:txBody>
        </p:sp>
        <p:sp>
          <p:nvSpPr>
            <p:cNvPr id="62" name="項目"/>
            <p:cNvSpPr/>
            <p:nvPr/>
          </p:nvSpPr>
          <p:spPr>
            <a:xfrm>
              <a:off x="1486855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63" name="內容"/>
            <p:cNvSpPr/>
            <p:nvPr/>
          </p:nvSpPr>
          <p:spPr>
            <a:xfrm>
              <a:off x="1486855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中</a:t>
              </a:r>
              <a:endParaRPr lang="en-US" sz="750" dirty="0"/>
            </a:p>
          </p:txBody>
        </p:sp>
        <p:sp>
          <p:nvSpPr>
            <p:cNvPr id="64" name="項目"/>
            <p:cNvSpPr/>
            <p:nvPr/>
          </p:nvSpPr>
          <p:spPr>
            <a:xfrm>
              <a:off x="1486855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65" name="內容"/>
            <p:cNvSpPr/>
            <p:nvPr/>
          </p:nvSpPr>
          <p:spPr>
            <a:xfrm>
              <a:off x="1486855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4 週</a:t>
              </a:r>
              <a:endParaRPr lang="en-US" sz="750" dirty="0"/>
            </a:p>
          </p:txBody>
        </p:sp>
        <p:sp>
          <p:nvSpPr>
            <p:cNvPr id="66" name="項目"/>
            <p:cNvSpPr/>
            <p:nvPr/>
          </p:nvSpPr>
          <p:spPr>
            <a:xfrm>
              <a:off x="1486855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67" name="內容"/>
            <p:cNvSpPr/>
            <p:nvPr/>
          </p:nvSpPr>
          <p:spPr>
            <a:xfrm>
              <a:off x="1486855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佳</a:t>
              </a:r>
              <a:endParaRPr lang="en-US" sz="750" dirty="0"/>
            </a:p>
          </p:txBody>
        </p:sp>
        <p:sp>
          <p:nvSpPr>
            <p:cNvPr id="68" name="標籤"/>
            <p:cNvSpPr/>
            <p:nvPr/>
          </p:nvSpPr>
          <p:spPr>
            <a:xfrm>
              <a:off x="1658884" y="4813402"/>
              <a:ext cx="352755" cy="160934"/>
            </a:xfrm>
            <a:prstGeom prst="roundRect">
              <a:avLst>
                <a:gd name="adj" fmla="val 50000"/>
              </a:avLst>
            </a:prstGeom>
            <a:solidFill>
              <a:srgbClr val="2E75B6"/>
            </a:solidFill>
            <a:ln>
              <a:noFill/>
            </a:ln>
          </p:spPr>
          <p:txBody>
            <a:bodyPr wrap="square" lIns="20320" tIns="0" rIns="2032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FFFFFF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推薦</a:t>
              </a:r>
              <a:endParaRPr lang="en-US" sz="650" dirty="0"/>
            </a:p>
          </p:txBody>
        </p:sp>
        <p:sp>
          <p:nvSpPr>
            <p:cNvPr id="69" name="方案"/>
            <p:cNvSpPr/>
            <p:nvPr/>
          </p:nvSpPr>
          <p:spPr>
            <a:xfrm>
              <a:off x="2359233" y="3555187"/>
              <a:ext cx="872378" cy="1316736"/>
            </a:xfrm>
            <a:prstGeom prst="roundRect">
              <a:avLst>
                <a:gd name="adj" fmla="val 8385"/>
              </a:avLst>
            </a:prstGeom>
            <a:solidFill>
              <a:srgbClr val="FFFFFF"/>
            </a:solidFill>
            <a:ln w="10160">
              <a:solidFill>
                <a:srgbClr val="D9D9D9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0" name="表頭底"/>
            <p:cNvSpPr/>
            <p:nvPr/>
          </p:nvSpPr>
          <p:spPr>
            <a:xfrm>
              <a:off x="2359965" y="3555919"/>
              <a:ext cx="870915" cy="292608"/>
            </a:xfrm>
            <a:prstGeom prst="rect">
              <a:avLst/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71" name="方案名稱"/>
            <p:cNvSpPr/>
            <p:nvPr/>
          </p:nvSpPr>
          <p:spPr>
            <a:xfrm>
              <a:off x="2359233" y="3555187"/>
              <a:ext cx="872378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ct val="95000"/>
                </a:lnSpc>
                <a:buNone/>
              </a:pP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方案 C</a:t>
              </a:r>
              <a:endParaRPr lang="en-US" sz="1100" dirty="0"/>
            </a:p>
            <a:p>
              <a:pPr algn="ctr" indent="0" marL="0">
                <a:lnSpc>
                  <a:spcPct val="95000"/>
                </a:lnSpc>
                <a:buNone/>
              </a:pP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Option C</a:t>
              </a:r>
              <a:endParaRPr lang="en-US" sz="1100" dirty="0"/>
            </a:p>
          </p:txBody>
        </p:sp>
        <p:sp>
          <p:nvSpPr>
            <p:cNvPr id="72" name="項目"/>
            <p:cNvSpPr/>
            <p:nvPr/>
          </p:nvSpPr>
          <p:spPr>
            <a:xfrm>
              <a:off x="2447016" y="3950208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成本</a:t>
              </a:r>
              <a:endParaRPr lang="en-US" sz="600" dirty="0"/>
            </a:p>
          </p:txBody>
        </p:sp>
        <p:sp>
          <p:nvSpPr>
            <p:cNvPr id="73" name="內容"/>
            <p:cNvSpPr/>
            <p:nvPr/>
          </p:nvSpPr>
          <p:spPr>
            <a:xfrm>
              <a:off x="2447016" y="4059936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高</a:t>
              </a:r>
              <a:endParaRPr lang="en-US" sz="750" dirty="0"/>
            </a:p>
          </p:txBody>
        </p:sp>
        <p:sp>
          <p:nvSpPr>
            <p:cNvPr id="74" name="項目"/>
            <p:cNvSpPr/>
            <p:nvPr/>
          </p:nvSpPr>
          <p:spPr>
            <a:xfrm>
              <a:off x="2447016" y="4213555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時程</a:t>
              </a:r>
              <a:endParaRPr lang="en-US" sz="600" dirty="0"/>
            </a:p>
          </p:txBody>
        </p:sp>
        <p:sp>
          <p:nvSpPr>
            <p:cNvPr id="75" name="內容"/>
            <p:cNvSpPr/>
            <p:nvPr/>
          </p:nvSpPr>
          <p:spPr>
            <a:xfrm>
              <a:off x="2447016" y="4323283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8 週</a:t>
              </a:r>
              <a:endParaRPr lang="en-US" sz="750" dirty="0"/>
            </a:p>
          </p:txBody>
        </p:sp>
        <p:sp>
          <p:nvSpPr>
            <p:cNvPr id="76" name="項目"/>
            <p:cNvSpPr/>
            <p:nvPr/>
          </p:nvSpPr>
          <p:spPr>
            <a:xfrm>
              <a:off x="2447016" y="4476902"/>
              <a:ext cx="696813" cy="1316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擴充</a:t>
              </a:r>
              <a:endParaRPr lang="en-US" sz="600" dirty="0"/>
            </a:p>
          </p:txBody>
        </p:sp>
        <p:sp>
          <p:nvSpPr>
            <p:cNvPr id="77" name="內容"/>
            <p:cNvSpPr/>
            <p:nvPr/>
          </p:nvSpPr>
          <p:spPr>
            <a:xfrm>
              <a:off x="2447016" y="4586630"/>
              <a:ext cx="696813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50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最佳</a:t>
              </a:r>
              <a:endParaRPr lang="en-US" sz="750" dirty="0"/>
            </a:p>
          </p:txBody>
        </p:sp>
      </p:grpSp>
      <p:sp>
        <p:nvSpPr>
          <p:cNvPr id="78" name="Text 74"/>
          <p:cNvSpPr/>
          <p:nvPr/>
        </p:nvSpPr>
        <p:spPr>
          <a:xfrm>
            <a:off x="3480328" y="3240634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組合名稱"/>
          <p:cNvSpPr/>
          <p:nvPr/>
        </p:nvSpPr>
        <p:spPr>
          <a:xfrm>
            <a:off x="3604687" y="3218688"/>
            <a:ext cx="266834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KPI 數字卡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KPI Cards</a:t>
            </a:r>
            <a:endParaRPr lang="en-US" sz="1100" dirty="0"/>
          </a:p>
        </p:txBody>
      </p:sp>
      <p:sp>
        <p:nvSpPr>
          <p:cNvPr id="80" name="線條"/>
          <p:cNvSpPr/>
          <p:nvPr/>
        </p:nvSpPr>
        <p:spPr>
          <a:xfrm>
            <a:off x="3480328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4" name="KPI 數字卡"/>
          <p:cNvGrpSpPr/>
          <p:nvPr/>
        </p:nvGrpSpPr>
        <p:grpSpPr>
          <a:xfrm>
            <a:off x="3480328" y="3672230"/>
            <a:ext cx="2792700" cy="994867"/>
            <a:chOff x="3480328" y="3672230"/>
            <a:chExt cx="2792700" cy="994867"/>
          </a:xfrm>
        </p:grpSpPr>
        <p:sp>
          <p:nvSpPr>
            <p:cNvPr id="81" name="卡片"/>
            <p:cNvSpPr/>
            <p:nvPr/>
          </p:nvSpPr>
          <p:spPr>
            <a:xfrm>
              <a:off x="3480328" y="3672230"/>
              <a:ext cx="862625" cy="994867"/>
            </a:xfrm>
            <a:prstGeom prst="roundRect">
              <a:avLst>
                <a:gd name="adj" fmla="val 848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  <a:effectLst>
              <a:outerShdw blurRad="71120" dist="2032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2" name="色條"/>
            <p:cNvSpPr/>
            <p:nvPr/>
          </p:nvSpPr>
          <p:spPr>
            <a:xfrm>
              <a:off x="3582741" y="3789274"/>
              <a:ext cx="175565" cy="29261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3" name="指標名稱"/>
            <p:cNvSpPr/>
            <p:nvPr/>
          </p:nvSpPr>
          <p:spPr>
            <a:xfrm>
              <a:off x="3582741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準時交貨率</a:t>
              </a:r>
              <a:endParaRPr lang="en-US" sz="700" dirty="0"/>
            </a:p>
          </p:txBody>
        </p:sp>
        <p:sp>
          <p:nvSpPr>
            <p:cNvPr id="84" name="數值"/>
            <p:cNvSpPr/>
            <p:nvPr/>
          </p:nvSpPr>
          <p:spPr>
            <a:xfrm>
              <a:off x="3568111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100" dirty="0"/>
            </a:p>
          </p:txBody>
        </p:sp>
        <p:sp>
          <p:nvSpPr>
            <p:cNvPr id="85" name="變化"/>
            <p:cNvSpPr/>
            <p:nvPr/>
          </p:nvSpPr>
          <p:spPr>
            <a:xfrm>
              <a:off x="3582741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▲ 2.1 pt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86" name="卡片"/>
            <p:cNvSpPr/>
            <p:nvPr/>
          </p:nvSpPr>
          <p:spPr>
            <a:xfrm>
              <a:off x="4445366" y="3672230"/>
              <a:ext cx="862625" cy="994867"/>
            </a:xfrm>
            <a:prstGeom prst="roundRect">
              <a:avLst>
                <a:gd name="adj" fmla="val 848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  <a:effectLst>
              <a:outerShdw blurRad="71120" dist="2032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7" name="色條"/>
            <p:cNvSpPr/>
            <p:nvPr/>
          </p:nvSpPr>
          <p:spPr>
            <a:xfrm>
              <a:off x="4547779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88" name="指標名稱"/>
            <p:cNvSpPr/>
            <p:nvPr/>
          </p:nvSpPr>
          <p:spPr>
            <a:xfrm>
              <a:off x="4547779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平均交期</a:t>
              </a:r>
              <a:endParaRPr lang="en-US" sz="700" dirty="0"/>
            </a:p>
          </p:txBody>
        </p:sp>
        <p:sp>
          <p:nvSpPr>
            <p:cNvPr id="89" name="數值"/>
            <p:cNvSpPr/>
            <p:nvPr/>
          </p:nvSpPr>
          <p:spPr>
            <a:xfrm>
              <a:off x="4533148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6.2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天</a:t>
              </a:r>
              <a:endParaRPr lang="en-US" sz="1100" dirty="0"/>
            </a:p>
          </p:txBody>
        </p:sp>
        <p:sp>
          <p:nvSpPr>
            <p:cNvPr id="90" name="變化"/>
            <p:cNvSpPr/>
            <p:nvPr/>
          </p:nvSpPr>
          <p:spPr>
            <a:xfrm>
              <a:off x="4547779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1.8 天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  <p:sp>
          <p:nvSpPr>
            <p:cNvPr id="91" name="卡片"/>
            <p:cNvSpPr/>
            <p:nvPr/>
          </p:nvSpPr>
          <p:spPr>
            <a:xfrm>
              <a:off x="5410403" y="3672230"/>
              <a:ext cx="862625" cy="994867"/>
            </a:xfrm>
            <a:prstGeom prst="roundRect">
              <a:avLst>
                <a:gd name="adj" fmla="val 8480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  <a:effectLst>
              <a:outerShdw blurRad="71120" dist="20320" dir="5400000" sx="100000" sy="100000" algn="ctr" rotWithShape="0">
                <a:srgbClr val="000000">
                  <a:alpha val="24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2" name="色條"/>
            <p:cNvSpPr/>
            <p:nvPr/>
          </p:nvSpPr>
          <p:spPr>
            <a:xfrm>
              <a:off x="5512816" y="3789274"/>
              <a:ext cx="175565" cy="29261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93" name="指標名稱"/>
            <p:cNvSpPr/>
            <p:nvPr/>
          </p:nvSpPr>
          <p:spPr>
            <a:xfrm>
              <a:off x="5512816" y="3862426"/>
              <a:ext cx="716321" cy="16093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客訴件數</a:t>
              </a:r>
              <a:endParaRPr lang="en-US" sz="700" dirty="0"/>
            </a:p>
          </p:txBody>
        </p:sp>
        <p:sp>
          <p:nvSpPr>
            <p:cNvPr id="94" name="數值"/>
            <p:cNvSpPr/>
            <p:nvPr/>
          </p:nvSpPr>
          <p:spPr>
            <a:xfrm>
              <a:off x="5498186" y="4037990"/>
              <a:ext cx="730951" cy="3364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2</a:t>
              </a: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件／月</a:t>
              </a:r>
              <a:endParaRPr lang="en-US" sz="1100" dirty="0"/>
            </a:p>
          </p:txBody>
        </p:sp>
        <p:sp>
          <p:nvSpPr>
            <p:cNvPr id="95" name="變化"/>
            <p:cNvSpPr/>
            <p:nvPr/>
          </p:nvSpPr>
          <p:spPr>
            <a:xfrm>
              <a:off x="5512816" y="4403750"/>
              <a:ext cx="71632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65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▼ 75%</a:t>
              </a:r>
              <a:r>
                <a:rPr lang="en-US" sz="55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較上季</a:t>
              </a:r>
              <a:endParaRPr lang="en-US" sz="1100" dirty="0"/>
            </a:p>
          </p:txBody>
        </p:sp>
      </p:grpSp>
      <p:sp>
        <p:nvSpPr>
          <p:cNvPr id="96" name="Text 92"/>
          <p:cNvSpPr/>
          <p:nvPr/>
        </p:nvSpPr>
        <p:spPr>
          <a:xfrm>
            <a:off x="6521745" y="3240634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組合名稱"/>
          <p:cNvSpPr/>
          <p:nvPr/>
        </p:nvSpPr>
        <p:spPr>
          <a:xfrm>
            <a:off x="6646103" y="3218688"/>
            <a:ext cx="2668341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PDCA 循環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PDCA Cycle</a:t>
            </a:r>
            <a:endParaRPr lang="en-US" sz="1100" dirty="0"/>
          </a:p>
        </p:txBody>
      </p:sp>
      <p:sp>
        <p:nvSpPr>
          <p:cNvPr id="98" name="線條"/>
          <p:cNvSpPr/>
          <p:nvPr/>
        </p:nvSpPr>
        <p:spPr>
          <a:xfrm>
            <a:off x="6521745" y="3467405"/>
            <a:ext cx="2792700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grpSp>
        <p:nvGrpSpPr>
          <p:cNvPr id="5005" name="PDCA 循環"/>
          <p:cNvGrpSpPr/>
          <p:nvPr/>
        </p:nvGrpSpPr>
        <p:grpSpPr>
          <a:xfrm>
            <a:off x="6521745" y="3555187"/>
            <a:ext cx="2792700" cy="1316736"/>
            <a:chOff x="6521745" y="3555187"/>
            <a:chExt cx="2792700" cy="1316736"/>
          </a:xfrm>
        </p:grpSpPr>
        <p:sp>
          <p:nvSpPr>
            <p:cNvPr id="99" name="PDCA Plan"/>
            <p:cNvSpPr/>
            <p:nvPr/>
          </p:nvSpPr>
          <p:spPr>
            <a:xfrm>
              <a:off x="6521745" y="3555187"/>
              <a:ext cx="1053389" cy="497434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計畫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Plan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設定目標與做法</a:t>
              </a:r>
              <a:endParaRPr lang="en-US" sz="700" dirty="0"/>
            </a:p>
          </p:txBody>
        </p:sp>
        <p:sp>
          <p:nvSpPr>
            <p:cNvPr id="100" name="PDCA Do"/>
            <p:cNvSpPr/>
            <p:nvPr/>
          </p:nvSpPr>
          <p:spPr>
            <a:xfrm>
              <a:off x="8261055" y="3555187"/>
              <a:ext cx="1053389" cy="497434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執行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Do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依計畫小步執行</a:t>
              </a:r>
              <a:endParaRPr lang="en-US" sz="700" dirty="0"/>
            </a:p>
          </p:txBody>
        </p:sp>
        <p:sp>
          <p:nvSpPr>
            <p:cNvPr id="101" name="PDCA Check"/>
            <p:cNvSpPr/>
            <p:nvPr/>
          </p:nvSpPr>
          <p:spPr>
            <a:xfrm>
              <a:off x="8261055" y="4374490"/>
              <a:ext cx="1053389" cy="497434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查核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Check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量測結果與差異</a:t>
              </a:r>
              <a:endParaRPr lang="en-US" sz="700" dirty="0"/>
            </a:p>
          </p:txBody>
        </p:sp>
        <p:sp>
          <p:nvSpPr>
            <p:cNvPr id="102" name="PDCA Act"/>
            <p:cNvSpPr/>
            <p:nvPr/>
          </p:nvSpPr>
          <p:spPr>
            <a:xfrm>
              <a:off x="6521745" y="4374490"/>
              <a:ext cx="1053389" cy="497434"/>
            </a:xfrm>
            <a:prstGeom prst="roundRect">
              <a:avLst>
                <a:gd name="adj" fmla="val 14706"/>
              </a:avLst>
            </a:prstGeom>
            <a:solidFill>
              <a:srgbClr val="FFFFFF"/>
            </a:solidFill>
            <a:ln w="15240">
              <a:solidFill>
                <a:srgbClr val="1F4E7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lIns="81280" tIns="0" rIns="40640" bIns="0" rtlCol="0" anchor="ctr"/>
            <a:lstStyle/>
            <a:p>
              <a:pPr algn="l" indent="0" marL="0">
                <a:lnSpc>
                  <a:spcPct val="108000"/>
                </a:lnSpc>
                <a:buNone/>
              </a:pPr>
              <a:r>
                <a:rPr lang="en-US" sz="120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</a:t>
              </a:r>
              <a:r>
                <a:rPr lang="en-US" sz="85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行動 </a:t>
              </a:r>
              <a:r>
                <a:rPr lang="en-US" sz="600" dirty="0">
                  <a:solidFill>
                    <a:srgbClr val="8C8C8C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Act</a:t>
              </a:r>
              <a:endParaRPr lang="en-US" sz="700" dirty="0"/>
            </a:p>
            <a:p>
              <a:pPr algn="l" indent="0" marL="0">
                <a:lnSpc>
                  <a:spcPct val="108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標準化並修正</a:t>
              </a:r>
              <a:endParaRPr lang="en-US" sz="700" dirty="0"/>
            </a:p>
          </p:txBody>
        </p:sp>
        <p:cxnSp>
          <p:nvCxnSpPr>
            <p:cNvPr id="103" name="連接線"/>
            <p:cNvCxnSpPr>
              <a:stCxn id="99" idx="3"/>
              <a:endCxn id="100" idx="1"/>
            </p:cNvCxnSpPr>
            <p:nvPr/>
          </p:nvCxnSpPr>
          <p:spPr>
            <a:xfrm>
              <a:off x="7575133" y="3803904"/>
              <a:ext cx="685922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104" name="連接線"/>
            <p:cNvCxnSpPr>
              <a:stCxn id="100" idx="2"/>
              <a:endCxn id="101" idx="0"/>
            </p:cNvCxnSpPr>
            <p:nvPr/>
          </p:nvCxnSpPr>
          <p:spPr>
            <a:xfrm>
              <a:off x="8787750" y="4052621"/>
              <a:ext cx="0" cy="321869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105" name="連接線"/>
            <p:cNvCxnSpPr>
              <a:stCxn id="101" idx="1"/>
              <a:endCxn id="102" idx="3"/>
            </p:cNvCxnSpPr>
            <p:nvPr/>
          </p:nvCxnSpPr>
          <p:spPr>
            <a:xfrm flipH="1">
              <a:off x="7575133" y="4623206"/>
              <a:ext cx="685922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106" name="連接線"/>
            <p:cNvCxnSpPr>
              <a:stCxn id="102" idx="0"/>
              <a:endCxn id="99" idx="2"/>
            </p:cNvCxnSpPr>
            <p:nvPr/>
          </p:nvCxnSpPr>
          <p:spPr>
            <a:xfrm flipV="1">
              <a:off x="7048439" y="4052621"/>
              <a:ext cx="0" cy="321869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sp>
          <p:nvSpPr>
            <p:cNvPr id="107" name="中心標籤"/>
            <p:cNvSpPr/>
            <p:nvPr/>
          </p:nvSpPr>
          <p:spPr>
            <a:xfrm>
              <a:off x="7552334" y="4118458"/>
              <a:ext cx="731520" cy="190195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>
              <a:solidFill>
                <a:srgbClr val="D9D9D9"/>
              </a:solidFill>
              <a:prstDash val="solid"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65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PDCA</a:t>
              </a:r>
              <a:r>
                <a:rPr lang="en-US" sz="6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 持續改善</a:t>
              </a:r>
              <a:endParaRPr lang="en-US" sz="650" dirty="0"/>
            </a:p>
          </p:txBody>
        </p:sp>
      </p:grpSp>
      <p:sp>
        <p:nvSpPr>
          <p:cNvPr id="108" name="Text 104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109" name="Text 105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/ 14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圖示庫 Icon Library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精選 118 個 Material Symbols（Studio 共 521 個）：顏色、粗細跟著風格；每個都是可編輯圖案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402336" cy="43891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圖示 人員"/>
          <p:cNvSpPr/>
          <p:nvPr/>
        </p:nvSpPr>
        <p:spPr>
          <a:xfrm>
            <a:off x="540100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3547" y="109889"/>
                </a:moveTo>
                <a:cubicBezTo>
                  <a:pt x="86502" y="102844"/>
                  <a:pt x="82984" y="93795"/>
                  <a:pt x="82984" y="82728"/>
                </a:cubicBezTo>
                <a:cubicBezTo>
                  <a:pt x="82984" y="71667"/>
                  <a:pt x="86502" y="62611"/>
                  <a:pt x="93547" y="55574"/>
                </a:cubicBezTo>
                <a:cubicBezTo>
                  <a:pt x="100584" y="48529"/>
                  <a:pt x="109640" y="45010"/>
                  <a:pt x="120701" y="45010"/>
                </a:cubicBezTo>
                <a:cubicBezTo>
                  <a:pt x="131769" y="45010"/>
                  <a:pt x="140818" y="48529"/>
                  <a:pt x="147862" y="55574"/>
                </a:cubicBezTo>
                <a:cubicBezTo>
                  <a:pt x="154899" y="62611"/>
                  <a:pt x="158418" y="71667"/>
                  <a:pt x="158418" y="82728"/>
                </a:cubicBezTo>
                <a:cubicBezTo>
                  <a:pt x="158418" y="93795"/>
                  <a:pt x="154899" y="102844"/>
                  <a:pt x="147862" y="109889"/>
                </a:cubicBezTo>
                <a:cubicBezTo>
                  <a:pt x="140818" y="116926"/>
                  <a:pt x="131769" y="120452"/>
                  <a:pt x="120701" y="120452"/>
                </a:cubicBezTo>
                <a:cubicBezTo>
                  <a:pt x="109640" y="120452"/>
                  <a:pt x="100584" y="116926"/>
                  <a:pt x="93547" y="109889"/>
                </a:cubicBezTo>
                <a:close/>
                <a:moveTo>
                  <a:pt x="40234" y="186084"/>
                </a:moveTo>
                <a:lnTo>
                  <a:pt x="40234" y="177533"/>
                </a:lnTo>
                <a:cubicBezTo>
                  <a:pt x="40234" y="171161"/>
                  <a:pt x="41828" y="165711"/>
                  <a:pt x="45010" y="161183"/>
                </a:cubicBezTo>
                <a:cubicBezTo>
                  <a:pt x="48200" y="156662"/>
                  <a:pt x="52304" y="153224"/>
                  <a:pt x="57337" y="150876"/>
                </a:cubicBezTo>
                <a:cubicBezTo>
                  <a:pt x="68565" y="145850"/>
                  <a:pt x="79377" y="142076"/>
                  <a:pt x="89772" y="139559"/>
                </a:cubicBezTo>
                <a:cubicBezTo>
                  <a:pt x="99999" y="137043"/>
                  <a:pt x="110306" y="135792"/>
                  <a:pt x="120701" y="135792"/>
                </a:cubicBezTo>
                <a:cubicBezTo>
                  <a:pt x="131096" y="135792"/>
                  <a:pt x="141403" y="137131"/>
                  <a:pt x="151629" y="139815"/>
                </a:cubicBezTo>
                <a:cubicBezTo>
                  <a:pt x="161856" y="142325"/>
                  <a:pt x="172588" y="146011"/>
                  <a:pt x="183816" y="150876"/>
                </a:cubicBezTo>
                <a:cubicBezTo>
                  <a:pt x="189017" y="153224"/>
                  <a:pt x="193202" y="156662"/>
                  <a:pt x="196391" y="161183"/>
                </a:cubicBezTo>
                <a:cubicBezTo>
                  <a:pt x="199573" y="165711"/>
                  <a:pt x="201168" y="171161"/>
                  <a:pt x="201168" y="177533"/>
                </a:cubicBezTo>
                <a:lnTo>
                  <a:pt x="201168" y="186084"/>
                </a:lnTo>
                <a:cubicBezTo>
                  <a:pt x="201168" y="190268"/>
                  <a:pt x="199742" y="193875"/>
                  <a:pt x="196896" y="196896"/>
                </a:cubicBezTo>
                <a:cubicBezTo>
                  <a:pt x="193875" y="199742"/>
                  <a:pt x="190268" y="201168"/>
                  <a:pt x="186084" y="201168"/>
                </a:cubicBezTo>
                <a:lnTo>
                  <a:pt x="55325" y="201168"/>
                </a:lnTo>
                <a:cubicBezTo>
                  <a:pt x="51133" y="201168"/>
                  <a:pt x="47607" y="199742"/>
                  <a:pt x="44762" y="196896"/>
                </a:cubicBezTo>
                <a:cubicBezTo>
                  <a:pt x="41741" y="193875"/>
                  <a:pt x="40234" y="190268"/>
                  <a:pt x="40234" y="186084"/>
                </a:cubicBezTo>
                <a:close/>
                <a:moveTo>
                  <a:pt x="55325" y="186084"/>
                </a:moveTo>
                <a:lnTo>
                  <a:pt x="186084" y="186084"/>
                </a:lnTo>
                <a:lnTo>
                  <a:pt x="186084" y="177533"/>
                </a:lnTo>
                <a:cubicBezTo>
                  <a:pt x="186084" y="174848"/>
                  <a:pt x="185323" y="172331"/>
                  <a:pt x="183816" y="169991"/>
                </a:cubicBezTo>
                <a:cubicBezTo>
                  <a:pt x="182141" y="167474"/>
                  <a:pt x="180129" y="165631"/>
                  <a:pt x="177781" y="164453"/>
                </a:cubicBezTo>
                <a:cubicBezTo>
                  <a:pt x="167050" y="159259"/>
                  <a:pt x="157248" y="155741"/>
                  <a:pt x="148360" y="153897"/>
                </a:cubicBezTo>
                <a:cubicBezTo>
                  <a:pt x="139479" y="151885"/>
                  <a:pt x="130254" y="150876"/>
                  <a:pt x="120701" y="150876"/>
                </a:cubicBezTo>
                <a:cubicBezTo>
                  <a:pt x="111147" y="150876"/>
                  <a:pt x="101842" y="151885"/>
                  <a:pt x="92786" y="153897"/>
                </a:cubicBezTo>
                <a:cubicBezTo>
                  <a:pt x="83737" y="155741"/>
                  <a:pt x="73927" y="159259"/>
                  <a:pt x="63372" y="164453"/>
                </a:cubicBezTo>
                <a:cubicBezTo>
                  <a:pt x="61023" y="165631"/>
                  <a:pt x="59092" y="167474"/>
                  <a:pt x="57585" y="169991"/>
                </a:cubicBezTo>
                <a:cubicBezTo>
                  <a:pt x="56078" y="172331"/>
                  <a:pt x="55325" y="174848"/>
                  <a:pt x="55325" y="177533"/>
                </a:cubicBezTo>
                <a:lnTo>
                  <a:pt x="55325" y="186084"/>
                </a:lnTo>
                <a:close/>
                <a:moveTo>
                  <a:pt x="137043" y="99077"/>
                </a:moveTo>
                <a:cubicBezTo>
                  <a:pt x="141235" y="94717"/>
                  <a:pt x="143334" y="89267"/>
                  <a:pt x="143334" y="82728"/>
                </a:cubicBezTo>
                <a:cubicBezTo>
                  <a:pt x="143334" y="76195"/>
                  <a:pt x="141235" y="70826"/>
                  <a:pt x="137043" y="66634"/>
                </a:cubicBezTo>
                <a:cubicBezTo>
                  <a:pt x="132690" y="62282"/>
                  <a:pt x="127241" y="60102"/>
                  <a:pt x="120701" y="60102"/>
                </a:cubicBezTo>
                <a:cubicBezTo>
                  <a:pt x="114161" y="60102"/>
                  <a:pt x="108799" y="62282"/>
                  <a:pt x="104607" y="66634"/>
                </a:cubicBezTo>
                <a:cubicBezTo>
                  <a:pt x="100248" y="70826"/>
                  <a:pt x="98068" y="76195"/>
                  <a:pt x="98068" y="82728"/>
                </a:cubicBezTo>
                <a:cubicBezTo>
                  <a:pt x="98068" y="89267"/>
                  <a:pt x="100248" y="94717"/>
                  <a:pt x="104607" y="99077"/>
                </a:cubicBezTo>
                <a:cubicBezTo>
                  <a:pt x="108799" y="103269"/>
                  <a:pt x="114161" y="105361"/>
                  <a:pt x="120701" y="105361"/>
                </a:cubicBezTo>
                <a:cubicBezTo>
                  <a:pt x="127241" y="105361"/>
                  <a:pt x="132690" y="103269"/>
                  <a:pt x="137043" y="99077"/>
                </a:cubicBezTo>
                <a:close/>
                <a:moveTo>
                  <a:pt x="120701" y="82728"/>
                </a:moveTo>
                <a:close/>
                <a:moveTo>
                  <a:pt x="120701" y="186084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圖說"/>
          <p:cNvSpPr/>
          <p:nvPr/>
        </p:nvSpPr>
        <p:spPr>
          <a:xfrm>
            <a:off x="424282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</a:t>
            </a:r>
            <a:endParaRPr lang="en-US" sz="600" dirty="0"/>
          </a:p>
        </p:txBody>
      </p:sp>
      <p:sp>
        <p:nvSpPr>
          <p:cNvPr id="8" name="圖示 團隊"/>
          <p:cNvSpPr/>
          <p:nvPr/>
        </p:nvSpPr>
        <p:spPr>
          <a:xfrm>
            <a:off x="98387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554" y="177533"/>
                </a:moveTo>
                <a:cubicBezTo>
                  <a:pt x="9554" y="171666"/>
                  <a:pt x="11068" y="166384"/>
                  <a:pt x="14082" y="161688"/>
                </a:cubicBezTo>
                <a:cubicBezTo>
                  <a:pt x="17103" y="156831"/>
                  <a:pt x="21287" y="153224"/>
                  <a:pt x="26657" y="150876"/>
                </a:cubicBezTo>
                <a:cubicBezTo>
                  <a:pt x="38895" y="145514"/>
                  <a:pt x="49956" y="141659"/>
                  <a:pt x="59846" y="139311"/>
                </a:cubicBezTo>
                <a:cubicBezTo>
                  <a:pt x="69568" y="136962"/>
                  <a:pt x="79626" y="135792"/>
                  <a:pt x="90021" y="135792"/>
                </a:cubicBezTo>
                <a:cubicBezTo>
                  <a:pt x="100416" y="135792"/>
                  <a:pt x="110474" y="136962"/>
                  <a:pt x="120196" y="139311"/>
                </a:cubicBezTo>
                <a:cubicBezTo>
                  <a:pt x="129918" y="141659"/>
                  <a:pt x="140898" y="145514"/>
                  <a:pt x="153136" y="150876"/>
                </a:cubicBezTo>
                <a:cubicBezTo>
                  <a:pt x="158506" y="153224"/>
                  <a:pt x="162778" y="156831"/>
                  <a:pt x="165967" y="161688"/>
                </a:cubicBezTo>
                <a:cubicBezTo>
                  <a:pt x="168981" y="166384"/>
                  <a:pt x="170488" y="171666"/>
                  <a:pt x="170488" y="177533"/>
                </a:cubicBezTo>
                <a:lnTo>
                  <a:pt x="170488" y="186084"/>
                </a:lnTo>
                <a:cubicBezTo>
                  <a:pt x="170488" y="190268"/>
                  <a:pt x="169062" y="193875"/>
                  <a:pt x="166216" y="196896"/>
                </a:cubicBezTo>
                <a:cubicBezTo>
                  <a:pt x="163195" y="199742"/>
                  <a:pt x="159596" y="201168"/>
                  <a:pt x="155404" y="201168"/>
                </a:cubicBezTo>
                <a:lnTo>
                  <a:pt x="24645" y="201168"/>
                </a:lnTo>
                <a:cubicBezTo>
                  <a:pt x="20453" y="201168"/>
                  <a:pt x="16935" y="199742"/>
                  <a:pt x="14082" y="196896"/>
                </a:cubicBezTo>
                <a:cubicBezTo>
                  <a:pt x="11068" y="193875"/>
                  <a:pt x="9554" y="190268"/>
                  <a:pt x="9554" y="186084"/>
                </a:cubicBezTo>
                <a:lnTo>
                  <a:pt x="9554" y="177533"/>
                </a:lnTo>
                <a:close/>
                <a:moveTo>
                  <a:pt x="216757" y="201168"/>
                </a:moveTo>
                <a:lnTo>
                  <a:pt x="182061" y="201168"/>
                </a:lnTo>
                <a:cubicBezTo>
                  <a:pt x="182895" y="198652"/>
                  <a:pt x="183736" y="196223"/>
                  <a:pt x="184570" y="193875"/>
                </a:cubicBezTo>
                <a:cubicBezTo>
                  <a:pt x="185243" y="191358"/>
                  <a:pt x="185579" y="188761"/>
                  <a:pt x="185579" y="186084"/>
                </a:cubicBezTo>
                <a:lnTo>
                  <a:pt x="185579" y="177533"/>
                </a:lnTo>
                <a:cubicBezTo>
                  <a:pt x="185579" y="166969"/>
                  <a:pt x="183143" y="158506"/>
                  <a:pt x="178286" y="152134"/>
                </a:cubicBezTo>
                <a:cubicBezTo>
                  <a:pt x="173421" y="145594"/>
                  <a:pt x="166128" y="140145"/>
                  <a:pt x="156406" y="135792"/>
                </a:cubicBezTo>
                <a:cubicBezTo>
                  <a:pt x="167979" y="137131"/>
                  <a:pt x="178871" y="138974"/>
                  <a:pt x="189098" y="141322"/>
                </a:cubicBezTo>
                <a:cubicBezTo>
                  <a:pt x="199325" y="143671"/>
                  <a:pt x="207620" y="146516"/>
                  <a:pt x="213992" y="149874"/>
                </a:cubicBezTo>
                <a:cubicBezTo>
                  <a:pt x="219522" y="153056"/>
                  <a:pt x="223882" y="156992"/>
                  <a:pt x="227071" y="161688"/>
                </a:cubicBezTo>
                <a:cubicBezTo>
                  <a:pt x="230253" y="166384"/>
                  <a:pt x="231848" y="171666"/>
                  <a:pt x="231848" y="177533"/>
                </a:cubicBezTo>
                <a:lnTo>
                  <a:pt x="231848" y="186084"/>
                </a:lnTo>
                <a:cubicBezTo>
                  <a:pt x="231848" y="190268"/>
                  <a:pt x="230421" y="193875"/>
                  <a:pt x="227569" y="196896"/>
                </a:cubicBezTo>
                <a:cubicBezTo>
                  <a:pt x="224555" y="199742"/>
                  <a:pt x="220948" y="201168"/>
                  <a:pt x="216757" y="201168"/>
                </a:cubicBezTo>
                <a:close/>
                <a:moveTo>
                  <a:pt x="62867" y="109889"/>
                </a:moveTo>
                <a:cubicBezTo>
                  <a:pt x="55822" y="102844"/>
                  <a:pt x="52304" y="93795"/>
                  <a:pt x="52304" y="82728"/>
                </a:cubicBezTo>
                <a:cubicBezTo>
                  <a:pt x="52304" y="71667"/>
                  <a:pt x="55822" y="62611"/>
                  <a:pt x="62867" y="55574"/>
                </a:cubicBezTo>
                <a:cubicBezTo>
                  <a:pt x="69904" y="48529"/>
                  <a:pt x="78960" y="45010"/>
                  <a:pt x="90021" y="45010"/>
                </a:cubicBezTo>
                <a:cubicBezTo>
                  <a:pt x="101089" y="45010"/>
                  <a:pt x="110138" y="48529"/>
                  <a:pt x="117182" y="55574"/>
                </a:cubicBezTo>
                <a:cubicBezTo>
                  <a:pt x="124219" y="62611"/>
                  <a:pt x="127745" y="71667"/>
                  <a:pt x="127745" y="82728"/>
                </a:cubicBezTo>
                <a:cubicBezTo>
                  <a:pt x="127745" y="93795"/>
                  <a:pt x="124219" y="102844"/>
                  <a:pt x="117182" y="109889"/>
                </a:cubicBezTo>
                <a:cubicBezTo>
                  <a:pt x="110138" y="116926"/>
                  <a:pt x="101089" y="120452"/>
                  <a:pt x="90021" y="120452"/>
                </a:cubicBezTo>
                <a:cubicBezTo>
                  <a:pt x="78960" y="120452"/>
                  <a:pt x="69904" y="116926"/>
                  <a:pt x="62867" y="109889"/>
                </a:cubicBezTo>
                <a:close/>
                <a:moveTo>
                  <a:pt x="169991" y="109889"/>
                </a:moveTo>
                <a:cubicBezTo>
                  <a:pt x="162946" y="116926"/>
                  <a:pt x="153897" y="120452"/>
                  <a:pt x="142829" y="120452"/>
                </a:cubicBezTo>
                <a:cubicBezTo>
                  <a:pt x="140986" y="120452"/>
                  <a:pt x="138974" y="120364"/>
                  <a:pt x="136794" y="120196"/>
                </a:cubicBezTo>
                <a:cubicBezTo>
                  <a:pt x="134446" y="119860"/>
                  <a:pt x="132354" y="119362"/>
                  <a:pt x="130510" y="118689"/>
                </a:cubicBezTo>
                <a:cubicBezTo>
                  <a:pt x="134534" y="114498"/>
                  <a:pt x="137635" y="109384"/>
                  <a:pt x="139815" y="103349"/>
                </a:cubicBezTo>
                <a:cubicBezTo>
                  <a:pt x="141827" y="97146"/>
                  <a:pt x="142829" y="90277"/>
                  <a:pt x="142829" y="82728"/>
                </a:cubicBezTo>
                <a:cubicBezTo>
                  <a:pt x="142829" y="75186"/>
                  <a:pt x="141827" y="68565"/>
                  <a:pt x="139815" y="62867"/>
                </a:cubicBezTo>
                <a:cubicBezTo>
                  <a:pt x="137635" y="57000"/>
                  <a:pt x="134534" y="51631"/>
                  <a:pt x="130510" y="46773"/>
                </a:cubicBezTo>
                <a:cubicBezTo>
                  <a:pt x="132354" y="46269"/>
                  <a:pt x="134446" y="45852"/>
                  <a:pt x="136794" y="45515"/>
                </a:cubicBezTo>
                <a:cubicBezTo>
                  <a:pt x="138974" y="45179"/>
                  <a:pt x="140986" y="45010"/>
                  <a:pt x="142829" y="45010"/>
                </a:cubicBezTo>
                <a:cubicBezTo>
                  <a:pt x="153897" y="45010"/>
                  <a:pt x="162946" y="48529"/>
                  <a:pt x="169991" y="55574"/>
                </a:cubicBezTo>
                <a:cubicBezTo>
                  <a:pt x="177028" y="62611"/>
                  <a:pt x="180546" y="71667"/>
                  <a:pt x="180546" y="82728"/>
                </a:cubicBezTo>
                <a:cubicBezTo>
                  <a:pt x="180546" y="93795"/>
                  <a:pt x="177028" y="102844"/>
                  <a:pt x="169991" y="109889"/>
                </a:cubicBezTo>
                <a:close/>
                <a:moveTo>
                  <a:pt x="24645" y="186084"/>
                </a:moveTo>
                <a:lnTo>
                  <a:pt x="155404" y="186084"/>
                </a:lnTo>
                <a:lnTo>
                  <a:pt x="155404" y="177533"/>
                </a:lnTo>
                <a:cubicBezTo>
                  <a:pt x="155404" y="174848"/>
                  <a:pt x="154651" y="172251"/>
                  <a:pt x="153136" y="169735"/>
                </a:cubicBezTo>
                <a:cubicBezTo>
                  <a:pt x="151461" y="167218"/>
                  <a:pt x="149450" y="165463"/>
                  <a:pt x="147101" y="164453"/>
                </a:cubicBezTo>
                <a:cubicBezTo>
                  <a:pt x="135031" y="159091"/>
                  <a:pt x="124892" y="155485"/>
                  <a:pt x="116677" y="153641"/>
                </a:cubicBezTo>
                <a:cubicBezTo>
                  <a:pt x="108462" y="151798"/>
                  <a:pt x="99582" y="150876"/>
                  <a:pt x="90021" y="150876"/>
                </a:cubicBezTo>
                <a:cubicBezTo>
                  <a:pt x="80467" y="150876"/>
                  <a:pt x="71579" y="151798"/>
                  <a:pt x="63372" y="153641"/>
                </a:cubicBezTo>
                <a:cubicBezTo>
                  <a:pt x="54988" y="155485"/>
                  <a:pt x="44762" y="159091"/>
                  <a:pt x="32692" y="164453"/>
                </a:cubicBezTo>
                <a:cubicBezTo>
                  <a:pt x="30343" y="165463"/>
                  <a:pt x="28412" y="167218"/>
                  <a:pt x="26905" y="169735"/>
                </a:cubicBezTo>
                <a:cubicBezTo>
                  <a:pt x="25398" y="172251"/>
                  <a:pt x="24645" y="174848"/>
                  <a:pt x="24645" y="177533"/>
                </a:cubicBezTo>
                <a:lnTo>
                  <a:pt x="24645" y="186084"/>
                </a:lnTo>
                <a:close/>
                <a:moveTo>
                  <a:pt x="106370" y="99077"/>
                </a:moveTo>
                <a:cubicBezTo>
                  <a:pt x="110562" y="94717"/>
                  <a:pt x="112654" y="89267"/>
                  <a:pt x="112654" y="82728"/>
                </a:cubicBezTo>
                <a:cubicBezTo>
                  <a:pt x="112654" y="76195"/>
                  <a:pt x="110562" y="70826"/>
                  <a:pt x="106370" y="66634"/>
                </a:cubicBezTo>
                <a:cubicBezTo>
                  <a:pt x="102010" y="62282"/>
                  <a:pt x="96561" y="60102"/>
                  <a:pt x="90021" y="60102"/>
                </a:cubicBezTo>
                <a:cubicBezTo>
                  <a:pt x="83488" y="60102"/>
                  <a:pt x="78119" y="62282"/>
                  <a:pt x="73927" y="66634"/>
                </a:cubicBezTo>
                <a:cubicBezTo>
                  <a:pt x="69568" y="70826"/>
                  <a:pt x="67395" y="76195"/>
                  <a:pt x="67395" y="82728"/>
                </a:cubicBezTo>
                <a:cubicBezTo>
                  <a:pt x="67395" y="89267"/>
                  <a:pt x="69568" y="94717"/>
                  <a:pt x="73927" y="99077"/>
                </a:cubicBezTo>
                <a:cubicBezTo>
                  <a:pt x="78119" y="103269"/>
                  <a:pt x="83488" y="105361"/>
                  <a:pt x="90021" y="105361"/>
                </a:cubicBezTo>
                <a:cubicBezTo>
                  <a:pt x="96561" y="105361"/>
                  <a:pt x="102010" y="103269"/>
                  <a:pt x="106370" y="99077"/>
                </a:cubicBezTo>
                <a:close/>
                <a:moveTo>
                  <a:pt x="90021" y="186084"/>
                </a:moveTo>
                <a:close/>
                <a:moveTo>
                  <a:pt x="90021" y="82728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圖說"/>
          <p:cNvSpPr/>
          <p:nvPr/>
        </p:nvSpPr>
        <p:spPr>
          <a:xfrm>
            <a:off x="86805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團隊</a:t>
            </a:r>
            <a:endParaRPr lang="en-US" sz="600" dirty="0"/>
          </a:p>
        </p:txBody>
      </p:sp>
      <p:sp>
        <p:nvSpPr>
          <p:cNvPr id="10" name="圖示 部門"/>
          <p:cNvSpPr/>
          <p:nvPr/>
        </p:nvSpPr>
        <p:spPr>
          <a:xfrm>
            <a:off x="1427653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542" y="181051"/>
                </a:moveTo>
                <a:cubicBezTo>
                  <a:pt x="5362" y="181051"/>
                  <a:pt x="3606" y="180298"/>
                  <a:pt x="2260" y="178791"/>
                </a:cubicBezTo>
                <a:cubicBezTo>
                  <a:pt x="753" y="177445"/>
                  <a:pt x="0" y="175689"/>
                  <a:pt x="0" y="173509"/>
                </a:cubicBezTo>
                <a:lnTo>
                  <a:pt x="0" y="167723"/>
                </a:lnTo>
                <a:cubicBezTo>
                  <a:pt x="0" y="161183"/>
                  <a:pt x="3519" y="155909"/>
                  <a:pt x="10563" y="151885"/>
                </a:cubicBezTo>
                <a:cubicBezTo>
                  <a:pt x="17432" y="147862"/>
                  <a:pt x="26488" y="145850"/>
                  <a:pt x="37717" y="145850"/>
                </a:cubicBezTo>
                <a:cubicBezTo>
                  <a:pt x="39897" y="145850"/>
                  <a:pt x="41909" y="145931"/>
                  <a:pt x="43752" y="146099"/>
                </a:cubicBezTo>
                <a:cubicBezTo>
                  <a:pt x="45596" y="146099"/>
                  <a:pt x="47439" y="146267"/>
                  <a:pt x="49290" y="146604"/>
                </a:cubicBezTo>
                <a:cubicBezTo>
                  <a:pt x="47944" y="149450"/>
                  <a:pt x="46942" y="152383"/>
                  <a:pt x="46269" y="155404"/>
                </a:cubicBezTo>
                <a:cubicBezTo>
                  <a:pt x="45596" y="158418"/>
                  <a:pt x="45266" y="161520"/>
                  <a:pt x="45266" y="164709"/>
                </a:cubicBezTo>
                <a:lnTo>
                  <a:pt x="45266" y="181051"/>
                </a:lnTo>
                <a:lnTo>
                  <a:pt x="7542" y="181051"/>
                </a:lnTo>
                <a:close/>
                <a:moveTo>
                  <a:pt x="67892" y="181051"/>
                </a:moveTo>
                <a:cubicBezTo>
                  <a:pt x="65712" y="181051"/>
                  <a:pt x="63957" y="180298"/>
                  <a:pt x="62611" y="178791"/>
                </a:cubicBezTo>
                <a:cubicBezTo>
                  <a:pt x="61104" y="177445"/>
                  <a:pt x="60350" y="175689"/>
                  <a:pt x="60350" y="173509"/>
                </a:cubicBezTo>
                <a:lnTo>
                  <a:pt x="60350" y="164709"/>
                </a:lnTo>
                <a:cubicBezTo>
                  <a:pt x="60350" y="159340"/>
                  <a:pt x="61857" y="154482"/>
                  <a:pt x="64879" y="150123"/>
                </a:cubicBezTo>
                <a:cubicBezTo>
                  <a:pt x="67724" y="145594"/>
                  <a:pt x="71835" y="141659"/>
                  <a:pt x="77197" y="138301"/>
                </a:cubicBezTo>
                <a:cubicBezTo>
                  <a:pt x="82559" y="134951"/>
                  <a:pt x="89019" y="132434"/>
                  <a:pt x="96561" y="130759"/>
                </a:cubicBezTo>
                <a:cubicBezTo>
                  <a:pt x="103934" y="129084"/>
                  <a:pt x="111981" y="128243"/>
                  <a:pt x="120701" y="128243"/>
                </a:cubicBezTo>
                <a:cubicBezTo>
                  <a:pt x="129589" y="128243"/>
                  <a:pt x="137804" y="129084"/>
                  <a:pt x="145346" y="130759"/>
                </a:cubicBezTo>
                <a:cubicBezTo>
                  <a:pt x="152719" y="132434"/>
                  <a:pt x="159091" y="134951"/>
                  <a:pt x="164453" y="138301"/>
                </a:cubicBezTo>
                <a:cubicBezTo>
                  <a:pt x="169822" y="141659"/>
                  <a:pt x="173926" y="145594"/>
                  <a:pt x="176779" y="150123"/>
                </a:cubicBezTo>
                <a:cubicBezTo>
                  <a:pt x="179625" y="154482"/>
                  <a:pt x="181051" y="159340"/>
                  <a:pt x="181051" y="164709"/>
                </a:cubicBezTo>
                <a:lnTo>
                  <a:pt x="181051" y="173509"/>
                </a:lnTo>
                <a:cubicBezTo>
                  <a:pt x="181051" y="175689"/>
                  <a:pt x="180298" y="177445"/>
                  <a:pt x="178791" y="178791"/>
                </a:cubicBezTo>
                <a:cubicBezTo>
                  <a:pt x="177445" y="180298"/>
                  <a:pt x="175689" y="181051"/>
                  <a:pt x="173509" y="181051"/>
                </a:cubicBezTo>
                <a:lnTo>
                  <a:pt x="67892" y="181051"/>
                </a:lnTo>
                <a:close/>
                <a:moveTo>
                  <a:pt x="196142" y="181051"/>
                </a:moveTo>
                <a:lnTo>
                  <a:pt x="196142" y="164709"/>
                </a:lnTo>
                <a:cubicBezTo>
                  <a:pt x="196142" y="161351"/>
                  <a:pt x="195886" y="158250"/>
                  <a:pt x="195382" y="155404"/>
                </a:cubicBezTo>
                <a:cubicBezTo>
                  <a:pt x="194716" y="152383"/>
                  <a:pt x="193706" y="149450"/>
                  <a:pt x="192368" y="146604"/>
                </a:cubicBezTo>
                <a:cubicBezTo>
                  <a:pt x="194211" y="146267"/>
                  <a:pt x="196055" y="146099"/>
                  <a:pt x="197898" y="146099"/>
                </a:cubicBezTo>
                <a:cubicBezTo>
                  <a:pt x="199742" y="145931"/>
                  <a:pt x="201673" y="145850"/>
                  <a:pt x="203684" y="145850"/>
                </a:cubicBezTo>
                <a:cubicBezTo>
                  <a:pt x="215082" y="145850"/>
                  <a:pt x="224218" y="147862"/>
                  <a:pt x="231094" y="151885"/>
                </a:cubicBezTo>
                <a:cubicBezTo>
                  <a:pt x="237963" y="155909"/>
                  <a:pt x="241402" y="161183"/>
                  <a:pt x="241402" y="167723"/>
                </a:cubicBezTo>
                <a:lnTo>
                  <a:pt x="241402" y="173509"/>
                </a:lnTo>
                <a:cubicBezTo>
                  <a:pt x="241402" y="175689"/>
                  <a:pt x="240648" y="177445"/>
                  <a:pt x="239141" y="178791"/>
                </a:cubicBezTo>
                <a:cubicBezTo>
                  <a:pt x="237795" y="180298"/>
                  <a:pt x="236040" y="181051"/>
                  <a:pt x="233860" y="181051"/>
                </a:cubicBezTo>
                <a:lnTo>
                  <a:pt x="196142" y="181051"/>
                </a:lnTo>
                <a:close/>
                <a:moveTo>
                  <a:pt x="75442" y="165967"/>
                </a:moveTo>
                <a:lnTo>
                  <a:pt x="165967" y="165967"/>
                </a:lnTo>
                <a:lnTo>
                  <a:pt x="165967" y="164453"/>
                </a:lnTo>
                <a:cubicBezTo>
                  <a:pt x="165967" y="158250"/>
                  <a:pt x="161776" y="153224"/>
                  <a:pt x="153392" y="149369"/>
                </a:cubicBezTo>
                <a:cubicBezTo>
                  <a:pt x="144841" y="145346"/>
                  <a:pt x="133941" y="143334"/>
                  <a:pt x="120701" y="143334"/>
                </a:cubicBezTo>
                <a:cubicBezTo>
                  <a:pt x="107460" y="143334"/>
                  <a:pt x="96641" y="145346"/>
                  <a:pt x="88265" y="149369"/>
                </a:cubicBezTo>
                <a:cubicBezTo>
                  <a:pt x="79714" y="153224"/>
                  <a:pt x="75442" y="158338"/>
                  <a:pt x="75442" y="164709"/>
                </a:cubicBezTo>
                <a:lnTo>
                  <a:pt x="75442" y="165967"/>
                </a:lnTo>
                <a:close/>
                <a:moveTo>
                  <a:pt x="37717" y="138301"/>
                </a:moveTo>
                <a:cubicBezTo>
                  <a:pt x="32860" y="138301"/>
                  <a:pt x="28749" y="136546"/>
                  <a:pt x="25398" y="133020"/>
                </a:cubicBezTo>
                <a:cubicBezTo>
                  <a:pt x="21880" y="129669"/>
                  <a:pt x="20117" y="125565"/>
                  <a:pt x="20117" y="120701"/>
                </a:cubicBezTo>
                <a:cubicBezTo>
                  <a:pt x="20117" y="115836"/>
                  <a:pt x="21880" y="111732"/>
                  <a:pt x="25398" y="108382"/>
                </a:cubicBezTo>
                <a:cubicBezTo>
                  <a:pt x="28749" y="104856"/>
                  <a:pt x="32860" y="103100"/>
                  <a:pt x="37717" y="103100"/>
                </a:cubicBezTo>
                <a:cubicBezTo>
                  <a:pt x="42582" y="103100"/>
                  <a:pt x="46773" y="104856"/>
                  <a:pt x="50292" y="108382"/>
                </a:cubicBezTo>
                <a:cubicBezTo>
                  <a:pt x="53642" y="111732"/>
                  <a:pt x="55325" y="115836"/>
                  <a:pt x="55325" y="120701"/>
                </a:cubicBezTo>
                <a:cubicBezTo>
                  <a:pt x="55325" y="125565"/>
                  <a:pt x="53642" y="129757"/>
                  <a:pt x="50292" y="133276"/>
                </a:cubicBezTo>
                <a:cubicBezTo>
                  <a:pt x="46773" y="136626"/>
                  <a:pt x="42582" y="138301"/>
                  <a:pt x="37717" y="138301"/>
                </a:cubicBezTo>
                <a:close/>
                <a:moveTo>
                  <a:pt x="203684" y="138301"/>
                </a:moveTo>
                <a:cubicBezTo>
                  <a:pt x="198820" y="138301"/>
                  <a:pt x="194628" y="136546"/>
                  <a:pt x="191110" y="133020"/>
                </a:cubicBezTo>
                <a:cubicBezTo>
                  <a:pt x="187759" y="129669"/>
                  <a:pt x="186084" y="125565"/>
                  <a:pt x="186084" y="120701"/>
                </a:cubicBezTo>
                <a:cubicBezTo>
                  <a:pt x="186084" y="115836"/>
                  <a:pt x="187840" y="111732"/>
                  <a:pt x="191358" y="108382"/>
                </a:cubicBezTo>
                <a:cubicBezTo>
                  <a:pt x="194716" y="104856"/>
                  <a:pt x="198820" y="103100"/>
                  <a:pt x="203684" y="103100"/>
                </a:cubicBezTo>
                <a:cubicBezTo>
                  <a:pt x="208542" y="103100"/>
                  <a:pt x="212733" y="104856"/>
                  <a:pt x="216259" y="108382"/>
                </a:cubicBezTo>
                <a:cubicBezTo>
                  <a:pt x="219610" y="111732"/>
                  <a:pt x="221285" y="115836"/>
                  <a:pt x="221285" y="120701"/>
                </a:cubicBezTo>
                <a:cubicBezTo>
                  <a:pt x="221285" y="125565"/>
                  <a:pt x="219610" y="129757"/>
                  <a:pt x="216259" y="133276"/>
                </a:cubicBezTo>
                <a:cubicBezTo>
                  <a:pt x="212733" y="136626"/>
                  <a:pt x="208542" y="138301"/>
                  <a:pt x="203684" y="138301"/>
                </a:cubicBezTo>
                <a:close/>
                <a:moveTo>
                  <a:pt x="120701" y="120701"/>
                </a:moveTo>
                <a:cubicBezTo>
                  <a:pt x="112318" y="120701"/>
                  <a:pt x="105193" y="117767"/>
                  <a:pt x="99326" y="111901"/>
                </a:cubicBezTo>
                <a:cubicBezTo>
                  <a:pt x="93459" y="106034"/>
                  <a:pt x="90526" y="98909"/>
                  <a:pt x="90526" y="90526"/>
                </a:cubicBezTo>
                <a:cubicBezTo>
                  <a:pt x="90526" y="81974"/>
                  <a:pt x="93459" y="74849"/>
                  <a:pt x="99326" y="69151"/>
                </a:cubicBezTo>
                <a:cubicBezTo>
                  <a:pt x="105193" y="63284"/>
                  <a:pt x="112318" y="60350"/>
                  <a:pt x="120701" y="60350"/>
                </a:cubicBezTo>
                <a:cubicBezTo>
                  <a:pt x="129252" y="60350"/>
                  <a:pt x="136458" y="63284"/>
                  <a:pt x="142325" y="69151"/>
                </a:cubicBezTo>
                <a:cubicBezTo>
                  <a:pt x="148023" y="74849"/>
                  <a:pt x="150876" y="81974"/>
                  <a:pt x="150876" y="90526"/>
                </a:cubicBezTo>
                <a:cubicBezTo>
                  <a:pt x="150876" y="98909"/>
                  <a:pt x="148023" y="106034"/>
                  <a:pt x="142325" y="111901"/>
                </a:cubicBezTo>
                <a:cubicBezTo>
                  <a:pt x="136458" y="117767"/>
                  <a:pt x="129252" y="120701"/>
                  <a:pt x="120701" y="120701"/>
                </a:cubicBezTo>
                <a:close/>
                <a:moveTo>
                  <a:pt x="120701" y="105617"/>
                </a:moveTo>
                <a:cubicBezTo>
                  <a:pt x="125061" y="105617"/>
                  <a:pt x="128667" y="104190"/>
                  <a:pt x="131513" y="101337"/>
                </a:cubicBezTo>
                <a:cubicBezTo>
                  <a:pt x="134366" y="98324"/>
                  <a:pt x="135792" y="94717"/>
                  <a:pt x="135792" y="90526"/>
                </a:cubicBezTo>
                <a:cubicBezTo>
                  <a:pt x="135792" y="86166"/>
                  <a:pt x="134366" y="82559"/>
                  <a:pt x="131513" y="79714"/>
                </a:cubicBezTo>
                <a:cubicBezTo>
                  <a:pt x="128667" y="76861"/>
                  <a:pt x="125061" y="75442"/>
                  <a:pt x="120701" y="75442"/>
                </a:cubicBezTo>
                <a:cubicBezTo>
                  <a:pt x="116509" y="75442"/>
                  <a:pt x="112991" y="76861"/>
                  <a:pt x="110138" y="79714"/>
                </a:cubicBezTo>
                <a:cubicBezTo>
                  <a:pt x="107124" y="82559"/>
                  <a:pt x="105617" y="86166"/>
                  <a:pt x="105617" y="90526"/>
                </a:cubicBezTo>
                <a:cubicBezTo>
                  <a:pt x="105617" y="94717"/>
                  <a:pt x="107036" y="98324"/>
                  <a:pt x="109889" y="101337"/>
                </a:cubicBezTo>
                <a:cubicBezTo>
                  <a:pt x="112903" y="104190"/>
                  <a:pt x="116509" y="105617"/>
                  <a:pt x="120701" y="105617"/>
                </a:cubicBezTo>
                <a:close/>
                <a:moveTo>
                  <a:pt x="120701" y="165967"/>
                </a:moveTo>
                <a:close/>
                <a:moveTo>
                  <a:pt x="120701" y="9052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圖說"/>
          <p:cNvSpPr/>
          <p:nvPr/>
        </p:nvSpPr>
        <p:spPr>
          <a:xfrm>
            <a:off x="1311835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</a:t>
            </a:r>
            <a:endParaRPr lang="en-US" sz="600" dirty="0"/>
          </a:p>
        </p:txBody>
      </p:sp>
      <p:sp>
        <p:nvSpPr>
          <p:cNvPr id="12" name="圖示 員工"/>
          <p:cNvSpPr/>
          <p:nvPr/>
        </p:nvSpPr>
        <p:spPr>
          <a:xfrm>
            <a:off x="187142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8339" y="179288"/>
                </a:moveTo>
                <a:lnTo>
                  <a:pt x="118440" y="179288"/>
                </a:lnTo>
                <a:lnTo>
                  <a:pt x="118440" y="175770"/>
                </a:lnTo>
                <a:cubicBezTo>
                  <a:pt x="118440" y="172756"/>
                  <a:pt x="117687" y="170071"/>
                  <a:pt x="116173" y="167723"/>
                </a:cubicBezTo>
                <a:cubicBezTo>
                  <a:pt x="114666" y="165375"/>
                  <a:pt x="112735" y="163787"/>
                  <a:pt x="110394" y="162946"/>
                </a:cubicBezTo>
                <a:cubicBezTo>
                  <a:pt x="105024" y="161103"/>
                  <a:pt x="100833" y="159932"/>
                  <a:pt x="97819" y="159427"/>
                </a:cubicBezTo>
                <a:cubicBezTo>
                  <a:pt x="94798" y="158754"/>
                  <a:pt x="91864" y="158418"/>
                  <a:pt x="89019" y="158418"/>
                </a:cubicBezTo>
                <a:cubicBezTo>
                  <a:pt x="85829" y="158418"/>
                  <a:pt x="82479" y="158842"/>
                  <a:pt x="78960" y="159676"/>
                </a:cubicBezTo>
                <a:cubicBezTo>
                  <a:pt x="75273" y="160349"/>
                  <a:pt x="71162" y="161439"/>
                  <a:pt x="66634" y="162946"/>
                </a:cubicBezTo>
                <a:cubicBezTo>
                  <a:pt x="64125" y="163787"/>
                  <a:pt x="62113" y="165375"/>
                  <a:pt x="60599" y="167723"/>
                </a:cubicBezTo>
                <a:cubicBezTo>
                  <a:pt x="59092" y="170071"/>
                  <a:pt x="58339" y="172756"/>
                  <a:pt x="58339" y="175770"/>
                </a:cubicBezTo>
                <a:lnTo>
                  <a:pt x="58339" y="179288"/>
                </a:lnTo>
                <a:close/>
                <a:moveTo>
                  <a:pt x="149113" y="162441"/>
                </a:moveTo>
                <a:lnTo>
                  <a:pt x="179288" y="162441"/>
                </a:lnTo>
                <a:cubicBezTo>
                  <a:pt x="181132" y="162441"/>
                  <a:pt x="182646" y="161856"/>
                  <a:pt x="183816" y="160686"/>
                </a:cubicBezTo>
                <a:cubicBezTo>
                  <a:pt x="184994" y="159508"/>
                  <a:pt x="185579" y="158001"/>
                  <a:pt x="185579" y="156158"/>
                </a:cubicBezTo>
                <a:cubicBezTo>
                  <a:pt x="185579" y="154314"/>
                  <a:pt x="184994" y="152807"/>
                  <a:pt x="183816" y="151629"/>
                </a:cubicBezTo>
                <a:cubicBezTo>
                  <a:pt x="182646" y="150459"/>
                  <a:pt x="181132" y="149874"/>
                  <a:pt x="179288" y="149874"/>
                </a:cubicBezTo>
                <a:lnTo>
                  <a:pt x="149113" y="149874"/>
                </a:lnTo>
                <a:cubicBezTo>
                  <a:pt x="147270" y="149874"/>
                  <a:pt x="145763" y="150459"/>
                  <a:pt x="144592" y="151629"/>
                </a:cubicBezTo>
                <a:cubicBezTo>
                  <a:pt x="143414" y="152807"/>
                  <a:pt x="142829" y="154314"/>
                  <a:pt x="142829" y="156158"/>
                </a:cubicBezTo>
                <a:cubicBezTo>
                  <a:pt x="142829" y="158001"/>
                  <a:pt x="143414" y="159508"/>
                  <a:pt x="144592" y="160686"/>
                </a:cubicBezTo>
                <a:cubicBezTo>
                  <a:pt x="145763" y="161856"/>
                  <a:pt x="147270" y="162441"/>
                  <a:pt x="149113" y="162441"/>
                </a:cubicBezTo>
                <a:close/>
                <a:moveTo>
                  <a:pt x="98821" y="146099"/>
                </a:moveTo>
                <a:cubicBezTo>
                  <a:pt x="101337" y="143414"/>
                  <a:pt x="102596" y="140145"/>
                  <a:pt x="102596" y="136289"/>
                </a:cubicBezTo>
                <a:cubicBezTo>
                  <a:pt x="102596" y="132434"/>
                  <a:pt x="101337" y="129252"/>
                  <a:pt x="98821" y="126736"/>
                </a:cubicBezTo>
                <a:cubicBezTo>
                  <a:pt x="96144" y="124051"/>
                  <a:pt x="92874" y="122712"/>
                  <a:pt x="89019" y="122712"/>
                </a:cubicBezTo>
                <a:cubicBezTo>
                  <a:pt x="85164" y="122712"/>
                  <a:pt x="81974" y="124051"/>
                  <a:pt x="79465" y="126736"/>
                </a:cubicBezTo>
                <a:cubicBezTo>
                  <a:pt x="76780" y="129252"/>
                  <a:pt x="75442" y="132434"/>
                  <a:pt x="75442" y="136289"/>
                </a:cubicBezTo>
                <a:cubicBezTo>
                  <a:pt x="75442" y="140145"/>
                  <a:pt x="76780" y="143414"/>
                  <a:pt x="79465" y="146099"/>
                </a:cubicBezTo>
                <a:cubicBezTo>
                  <a:pt x="81974" y="148616"/>
                  <a:pt x="85164" y="149874"/>
                  <a:pt x="89019" y="149874"/>
                </a:cubicBezTo>
                <a:cubicBezTo>
                  <a:pt x="92874" y="149874"/>
                  <a:pt x="96144" y="148616"/>
                  <a:pt x="98821" y="146099"/>
                </a:cubicBezTo>
                <a:close/>
                <a:moveTo>
                  <a:pt x="149113" y="134029"/>
                </a:moveTo>
                <a:lnTo>
                  <a:pt x="179288" y="134029"/>
                </a:lnTo>
                <a:cubicBezTo>
                  <a:pt x="181132" y="134029"/>
                  <a:pt x="182646" y="133444"/>
                  <a:pt x="183816" y="132266"/>
                </a:cubicBezTo>
                <a:cubicBezTo>
                  <a:pt x="184994" y="131096"/>
                  <a:pt x="185579" y="129589"/>
                  <a:pt x="185579" y="127745"/>
                </a:cubicBezTo>
                <a:cubicBezTo>
                  <a:pt x="185579" y="125895"/>
                  <a:pt x="184994" y="124388"/>
                  <a:pt x="183816" y="123217"/>
                </a:cubicBezTo>
                <a:cubicBezTo>
                  <a:pt x="182646" y="122039"/>
                  <a:pt x="181132" y="121454"/>
                  <a:pt x="179288" y="121454"/>
                </a:cubicBezTo>
                <a:lnTo>
                  <a:pt x="149113" y="121454"/>
                </a:lnTo>
                <a:cubicBezTo>
                  <a:pt x="147270" y="121454"/>
                  <a:pt x="145763" y="122039"/>
                  <a:pt x="144592" y="123217"/>
                </a:cubicBezTo>
                <a:cubicBezTo>
                  <a:pt x="143414" y="124388"/>
                  <a:pt x="142829" y="125895"/>
                  <a:pt x="142829" y="127745"/>
                </a:cubicBezTo>
                <a:cubicBezTo>
                  <a:pt x="142829" y="129589"/>
                  <a:pt x="143414" y="131096"/>
                  <a:pt x="144592" y="132266"/>
                </a:cubicBezTo>
                <a:cubicBezTo>
                  <a:pt x="145763" y="133444"/>
                  <a:pt x="147270" y="134029"/>
                  <a:pt x="149113" y="134029"/>
                </a:cubicBezTo>
                <a:close/>
                <a:moveTo>
                  <a:pt x="35208" y="221285"/>
                </a:moveTo>
                <a:cubicBezTo>
                  <a:pt x="31185" y="221285"/>
                  <a:pt x="27659" y="219778"/>
                  <a:pt x="24645" y="216757"/>
                </a:cubicBezTo>
                <a:cubicBezTo>
                  <a:pt x="21624" y="213743"/>
                  <a:pt x="20117" y="210224"/>
                  <a:pt x="20117" y="206201"/>
                </a:cubicBezTo>
                <a:lnTo>
                  <a:pt x="20117" y="85500"/>
                </a:lnTo>
                <a:cubicBezTo>
                  <a:pt x="20117" y="81477"/>
                  <a:pt x="21624" y="77951"/>
                  <a:pt x="24645" y="74937"/>
                </a:cubicBezTo>
                <a:cubicBezTo>
                  <a:pt x="27659" y="71916"/>
                  <a:pt x="31185" y="70409"/>
                  <a:pt x="35208" y="70409"/>
                </a:cubicBezTo>
                <a:lnTo>
                  <a:pt x="98068" y="70409"/>
                </a:lnTo>
                <a:lnTo>
                  <a:pt x="98068" y="35208"/>
                </a:lnTo>
                <a:cubicBezTo>
                  <a:pt x="98068" y="31185"/>
                  <a:pt x="99582" y="27659"/>
                  <a:pt x="102596" y="24645"/>
                </a:cubicBezTo>
                <a:cubicBezTo>
                  <a:pt x="105617" y="21624"/>
                  <a:pt x="109135" y="20117"/>
                  <a:pt x="113159" y="20117"/>
                </a:cubicBezTo>
                <a:lnTo>
                  <a:pt x="128243" y="20117"/>
                </a:lnTo>
                <a:cubicBezTo>
                  <a:pt x="132266" y="20117"/>
                  <a:pt x="135792" y="21624"/>
                  <a:pt x="138806" y="24645"/>
                </a:cubicBezTo>
                <a:cubicBezTo>
                  <a:pt x="141827" y="27659"/>
                  <a:pt x="143334" y="31185"/>
                  <a:pt x="143334" y="35208"/>
                </a:cubicBezTo>
                <a:lnTo>
                  <a:pt x="143334" y="70409"/>
                </a:lnTo>
                <a:lnTo>
                  <a:pt x="206201" y="70409"/>
                </a:lnTo>
                <a:cubicBezTo>
                  <a:pt x="210224" y="70409"/>
                  <a:pt x="213743" y="71916"/>
                  <a:pt x="216757" y="74937"/>
                </a:cubicBezTo>
                <a:cubicBezTo>
                  <a:pt x="219778" y="77951"/>
                  <a:pt x="221285" y="81477"/>
                  <a:pt x="221285" y="85500"/>
                </a:cubicBezTo>
                <a:lnTo>
                  <a:pt x="221285" y="206201"/>
                </a:lnTo>
                <a:cubicBezTo>
                  <a:pt x="221285" y="210224"/>
                  <a:pt x="219778" y="213743"/>
                  <a:pt x="216757" y="216757"/>
                </a:cubicBezTo>
                <a:cubicBezTo>
                  <a:pt x="213743" y="219778"/>
                  <a:pt x="210224" y="221285"/>
                  <a:pt x="206201" y="221285"/>
                </a:cubicBezTo>
                <a:lnTo>
                  <a:pt x="35208" y="221285"/>
                </a:lnTo>
                <a:close/>
                <a:moveTo>
                  <a:pt x="35208" y="206201"/>
                </a:moveTo>
                <a:lnTo>
                  <a:pt x="206201" y="206201"/>
                </a:lnTo>
                <a:lnTo>
                  <a:pt x="206201" y="85500"/>
                </a:lnTo>
                <a:lnTo>
                  <a:pt x="143334" y="85500"/>
                </a:lnTo>
                <a:lnTo>
                  <a:pt x="143334" y="93042"/>
                </a:lnTo>
                <a:cubicBezTo>
                  <a:pt x="143334" y="97731"/>
                  <a:pt x="141827" y="101425"/>
                  <a:pt x="138806" y="104103"/>
                </a:cubicBezTo>
                <a:cubicBezTo>
                  <a:pt x="135792" y="106787"/>
                  <a:pt x="132266" y="108126"/>
                  <a:pt x="128243" y="108126"/>
                </a:cubicBezTo>
                <a:lnTo>
                  <a:pt x="113159" y="108126"/>
                </a:lnTo>
                <a:cubicBezTo>
                  <a:pt x="109135" y="108126"/>
                  <a:pt x="105617" y="106787"/>
                  <a:pt x="102596" y="104103"/>
                </a:cubicBezTo>
                <a:cubicBezTo>
                  <a:pt x="99582" y="101425"/>
                  <a:pt x="98068" y="97731"/>
                  <a:pt x="98068" y="93042"/>
                </a:cubicBezTo>
                <a:lnTo>
                  <a:pt x="98068" y="85500"/>
                </a:lnTo>
                <a:lnTo>
                  <a:pt x="35208" y="85500"/>
                </a:lnTo>
                <a:lnTo>
                  <a:pt x="35208" y="206201"/>
                </a:lnTo>
                <a:close/>
                <a:moveTo>
                  <a:pt x="113159" y="93042"/>
                </a:moveTo>
                <a:lnTo>
                  <a:pt x="128243" y="93042"/>
                </a:lnTo>
                <a:lnTo>
                  <a:pt x="128243" y="35208"/>
                </a:lnTo>
                <a:lnTo>
                  <a:pt x="113159" y="35208"/>
                </a:lnTo>
                <a:lnTo>
                  <a:pt x="113159" y="93042"/>
                </a:lnTo>
                <a:close/>
                <a:moveTo>
                  <a:pt x="120701" y="145850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圖說"/>
          <p:cNvSpPr/>
          <p:nvPr/>
        </p:nvSpPr>
        <p:spPr>
          <a:xfrm>
            <a:off x="175561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600" dirty="0"/>
          </a:p>
        </p:txBody>
      </p:sp>
      <p:sp>
        <p:nvSpPr>
          <p:cNvPr id="14" name="圖示 組織架構"/>
          <p:cNvSpPr/>
          <p:nvPr/>
        </p:nvSpPr>
        <p:spPr>
          <a:xfrm>
            <a:off x="231520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51885" y="196142"/>
                </a:moveTo>
                <a:lnTo>
                  <a:pt x="151885" y="179793"/>
                </a:lnTo>
                <a:lnTo>
                  <a:pt x="128243" y="179793"/>
                </a:lnTo>
                <a:cubicBezTo>
                  <a:pt x="124051" y="179793"/>
                  <a:pt x="120533" y="178286"/>
                  <a:pt x="117687" y="175265"/>
                </a:cubicBezTo>
                <a:cubicBezTo>
                  <a:pt x="114666" y="172419"/>
                  <a:pt x="113159" y="168901"/>
                  <a:pt x="113159" y="164709"/>
                </a:cubicBezTo>
                <a:lnTo>
                  <a:pt x="113159" y="76693"/>
                </a:lnTo>
                <a:lnTo>
                  <a:pt x="89772" y="76693"/>
                </a:lnTo>
                <a:lnTo>
                  <a:pt x="89772" y="94300"/>
                </a:lnTo>
                <a:cubicBezTo>
                  <a:pt x="89772" y="98492"/>
                  <a:pt x="88265" y="102010"/>
                  <a:pt x="85244" y="104856"/>
                </a:cubicBezTo>
                <a:cubicBezTo>
                  <a:pt x="82398" y="107877"/>
                  <a:pt x="78872" y="109384"/>
                  <a:pt x="74681" y="109384"/>
                </a:cubicBezTo>
                <a:lnTo>
                  <a:pt x="35208" y="109384"/>
                </a:lnTo>
                <a:cubicBezTo>
                  <a:pt x="31016" y="109384"/>
                  <a:pt x="27491" y="107877"/>
                  <a:pt x="24645" y="104856"/>
                </a:cubicBezTo>
                <a:cubicBezTo>
                  <a:pt x="21624" y="102010"/>
                  <a:pt x="20117" y="98492"/>
                  <a:pt x="20117" y="94300"/>
                </a:cubicBezTo>
                <a:lnTo>
                  <a:pt x="20117" y="45266"/>
                </a:lnTo>
                <a:cubicBezTo>
                  <a:pt x="20117" y="41075"/>
                  <a:pt x="21624" y="37549"/>
                  <a:pt x="24645" y="34703"/>
                </a:cubicBezTo>
                <a:cubicBezTo>
                  <a:pt x="27491" y="31682"/>
                  <a:pt x="31016" y="30175"/>
                  <a:pt x="35208" y="30175"/>
                </a:cubicBezTo>
                <a:lnTo>
                  <a:pt x="74681" y="30175"/>
                </a:lnTo>
                <a:cubicBezTo>
                  <a:pt x="78872" y="30175"/>
                  <a:pt x="82398" y="31682"/>
                  <a:pt x="85244" y="34703"/>
                </a:cubicBezTo>
                <a:cubicBezTo>
                  <a:pt x="88265" y="37549"/>
                  <a:pt x="89772" y="41075"/>
                  <a:pt x="89772" y="45266"/>
                </a:cubicBezTo>
                <a:lnTo>
                  <a:pt x="89772" y="61609"/>
                </a:lnTo>
                <a:lnTo>
                  <a:pt x="151885" y="61609"/>
                </a:lnTo>
                <a:lnTo>
                  <a:pt x="151885" y="45266"/>
                </a:lnTo>
                <a:cubicBezTo>
                  <a:pt x="151885" y="41075"/>
                  <a:pt x="153392" y="37549"/>
                  <a:pt x="156406" y="34703"/>
                </a:cubicBezTo>
                <a:cubicBezTo>
                  <a:pt x="159259" y="31682"/>
                  <a:pt x="162778" y="30175"/>
                  <a:pt x="166969" y="30175"/>
                </a:cubicBezTo>
                <a:lnTo>
                  <a:pt x="206201" y="30175"/>
                </a:lnTo>
                <a:cubicBezTo>
                  <a:pt x="210385" y="30175"/>
                  <a:pt x="213911" y="31682"/>
                  <a:pt x="216757" y="34703"/>
                </a:cubicBezTo>
                <a:cubicBezTo>
                  <a:pt x="219778" y="37549"/>
                  <a:pt x="221285" y="41075"/>
                  <a:pt x="221285" y="45266"/>
                </a:cubicBezTo>
                <a:lnTo>
                  <a:pt x="221285" y="94300"/>
                </a:lnTo>
                <a:cubicBezTo>
                  <a:pt x="221285" y="98492"/>
                  <a:pt x="219778" y="102010"/>
                  <a:pt x="216757" y="104856"/>
                </a:cubicBezTo>
                <a:cubicBezTo>
                  <a:pt x="213911" y="107877"/>
                  <a:pt x="210385" y="109384"/>
                  <a:pt x="206201" y="109384"/>
                </a:cubicBezTo>
                <a:lnTo>
                  <a:pt x="166969" y="109384"/>
                </a:lnTo>
                <a:cubicBezTo>
                  <a:pt x="162778" y="109384"/>
                  <a:pt x="159259" y="107877"/>
                  <a:pt x="156406" y="104856"/>
                </a:cubicBezTo>
                <a:cubicBezTo>
                  <a:pt x="153392" y="102010"/>
                  <a:pt x="151885" y="98492"/>
                  <a:pt x="151885" y="94300"/>
                </a:cubicBezTo>
                <a:lnTo>
                  <a:pt x="151885" y="76693"/>
                </a:lnTo>
                <a:lnTo>
                  <a:pt x="128243" y="76693"/>
                </a:lnTo>
                <a:lnTo>
                  <a:pt x="128243" y="164709"/>
                </a:lnTo>
                <a:lnTo>
                  <a:pt x="151885" y="164709"/>
                </a:lnTo>
                <a:lnTo>
                  <a:pt x="151885" y="147101"/>
                </a:lnTo>
                <a:cubicBezTo>
                  <a:pt x="151885" y="142910"/>
                  <a:pt x="153392" y="139391"/>
                  <a:pt x="156406" y="136546"/>
                </a:cubicBezTo>
                <a:cubicBezTo>
                  <a:pt x="159259" y="133524"/>
                  <a:pt x="162778" y="132017"/>
                  <a:pt x="166969" y="132017"/>
                </a:cubicBezTo>
                <a:lnTo>
                  <a:pt x="206201" y="132017"/>
                </a:lnTo>
                <a:cubicBezTo>
                  <a:pt x="210385" y="132017"/>
                  <a:pt x="213911" y="133524"/>
                  <a:pt x="216757" y="136546"/>
                </a:cubicBezTo>
                <a:cubicBezTo>
                  <a:pt x="219778" y="139391"/>
                  <a:pt x="221285" y="142910"/>
                  <a:pt x="221285" y="147101"/>
                </a:cubicBezTo>
                <a:lnTo>
                  <a:pt x="221285" y="196142"/>
                </a:lnTo>
                <a:cubicBezTo>
                  <a:pt x="221285" y="200327"/>
                  <a:pt x="219778" y="203853"/>
                  <a:pt x="216757" y="206698"/>
                </a:cubicBezTo>
                <a:cubicBezTo>
                  <a:pt x="213911" y="209719"/>
                  <a:pt x="210385" y="211226"/>
                  <a:pt x="206201" y="211226"/>
                </a:cubicBezTo>
                <a:lnTo>
                  <a:pt x="166969" y="211226"/>
                </a:lnTo>
                <a:cubicBezTo>
                  <a:pt x="162778" y="211226"/>
                  <a:pt x="159259" y="209719"/>
                  <a:pt x="156406" y="206698"/>
                </a:cubicBezTo>
                <a:cubicBezTo>
                  <a:pt x="153392" y="203853"/>
                  <a:pt x="151885" y="200327"/>
                  <a:pt x="151885" y="196142"/>
                </a:cubicBezTo>
                <a:close/>
                <a:moveTo>
                  <a:pt x="35208" y="45266"/>
                </a:moveTo>
                <a:lnTo>
                  <a:pt x="35208" y="94300"/>
                </a:lnTo>
                <a:lnTo>
                  <a:pt x="35208" y="45266"/>
                </a:lnTo>
                <a:close/>
                <a:moveTo>
                  <a:pt x="166969" y="147101"/>
                </a:moveTo>
                <a:lnTo>
                  <a:pt x="166969" y="196142"/>
                </a:lnTo>
                <a:lnTo>
                  <a:pt x="166969" y="147101"/>
                </a:lnTo>
                <a:close/>
                <a:moveTo>
                  <a:pt x="166969" y="45266"/>
                </a:moveTo>
                <a:lnTo>
                  <a:pt x="166969" y="94300"/>
                </a:lnTo>
                <a:lnTo>
                  <a:pt x="166969" y="45266"/>
                </a:lnTo>
                <a:close/>
                <a:moveTo>
                  <a:pt x="166969" y="94300"/>
                </a:moveTo>
                <a:lnTo>
                  <a:pt x="206201" y="94300"/>
                </a:lnTo>
                <a:lnTo>
                  <a:pt x="206201" y="45266"/>
                </a:lnTo>
                <a:lnTo>
                  <a:pt x="166969" y="45266"/>
                </a:lnTo>
                <a:lnTo>
                  <a:pt x="166969" y="94300"/>
                </a:lnTo>
                <a:close/>
                <a:moveTo>
                  <a:pt x="166969" y="196142"/>
                </a:moveTo>
                <a:lnTo>
                  <a:pt x="206201" y="196142"/>
                </a:lnTo>
                <a:lnTo>
                  <a:pt x="206201" y="147101"/>
                </a:lnTo>
                <a:lnTo>
                  <a:pt x="166969" y="147101"/>
                </a:lnTo>
                <a:lnTo>
                  <a:pt x="166969" y="196142"/>
                </a:lnTo>
                <a:close/>
                <a:moveTo>
                  <a:pt x="35208" y="94300"/>
                </a:moveTo>
                <a:lnTo>
                  <a:pt x="74681" y="94300"/>
                </a:lnTo>
                <a:lnTo>
                  <a:pt x="74681" y="45266"/>
                </a:lnTo>
                <a:lnTo>
                  <a:pt x="35208" y="45266"/>
                </a:lnTo>
                <a:lnTo>
                  <a:pt x="35208" y="94300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圖說"/>
          <p:cNvSpPr/>
          <p:nvPr/>
        </p:nvSpPr>
        <p:spPr>
          <a:xfrm>
            <a:off x="219938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</a:t>
            </a:r>
            <a:endParaRPr lang="en-US" sz="600" dirty="0"/>
          </a:p>
        </p:txBody>
      </p:sp>
      <p:sp>
        <p:nvSpPr>
          <p:cNvPr id="16" name="圖示 工程師"/>
          <p:cNvSpPr/>
          <p:nvPr/>
        </p:nvSpPr>
        <p:spPr>
          <a:xfrm>
            <a:off x="2758983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563" y="203684"/>
                </a:moveTo>
                <a:lnTo>
                  <a:pt x="10563" y="188096"/>
                </a:lnTo>
                <a:cubicBezTo>
                  <a:pt x="10563" y="182390"/>
                  <a:pt x="11902" y="177701"/>
                  <a:pt x="14587" y="174014"/>
                </a:cubicBezTo>
                <a:cubicBezTo>
                  <a:pt x="17264" y="170152"/>
                  <a:pt x="21039" y="167050"/>
                  <a:pt x="25903" y="164709"/>
                </a:cubicBezTo>
                <a:cubicBezTo>
                  <a:pt x="34952" y="160349"/>
                  <a:pt x="44674" y="156743"/>
                  <a:pt x="55069" y="153897"/>
                </a:cubicBezTo>
                <a:cubicBezTo>
                  <a:pt x="65295" y="151044"/>
                  <a:pt x="76949" y="149618"/>
                  <a:pt x="90021" y="149618"/>
                </a:cubicBezTo>
                <a:cubicBezTo>
                  <a:pt x="103100" y="149618"/>
                  <a:pt x="114834" y="151044"/>
                  <a:pt x="125229" y="153897"/>
                </a:cubicBezTo>
                <a:cubicBezTo>
                  <a:pt x="135456" y="156743"/>
                  <a:pt x="145090" y="160349"/>
                  <a:pt x="154146" y="164709"/>
                </a:cubicBezTo>
                <a:cubicBezTo>
                  <a:pt x="159003" y="167050"/>
                  <a:pt x="162778" y="170152"/>
                  <a:pt x="165463" y="174014"/>
                </a:cubicBezTo>
                <a:cubicBezTo>
                  <a:pt x="168140" y="177701"/>
                  <a:pt x="169486" y="182390"/>
                  <a:pt x="169486" y="188096"/>
                </a:cubicBezTo>
                <a:lnTo>
                  <a:pt x="169486" y="203684"/>
                </a:lnTo>
                <a:cubicBezTo>
                  <a:pt x="169486" y="205864"/>
                  <a:pt x="168813" y="207708"/>
                  <a:pt x="167474" y="209215"/>
                </a:cubicBezTo>
                <a:cubicBezTo>
                  <a:pt x="165967" y="210553"/>
                  <a:pt x="164117" y="211226"/>
                  <a:pt x="161944" y="211226"/>
                </a:cubicBezTo>
                <a:lnTo>
                  <a:pt x="18105" y="211226"/>
                </a:lnTo>
                <a:cubicBezTo>
                  <a:pt x="15925" y="211226"/>
                  <a:pt x="14162" y="210553"/>
                  <a:pt x="12824" y="209215"/>
                </a:cubicBezTo>
                <a:cubicBezTo>
                  <a:pt x="11317" y="207708"/>
                  <a:pt x="10563" y="205864"/>
                  <a:pt x="10563" y="203684"/>
                </a:cubicBezTo>
                <a:close/>
                <a:moveTo>
                  <a:pt x="25647" y="196142"/>
                </a:moveTo>
                <a:lnTo>
                  <a:pt x="154395" y="196142"/>
                </a:lnTo>
                <a:lnTo>
                  <a:pt x="154395" y="188096"/>
                </a:lnTo>
                <a:cubicBezTo>
                  <a:pt x="154395" y="185579"/>
                  <a:pt x="153729" y="183568"/>
                  <a:pt x="152383" y="182061"/>
                </a:cubicBezTo>
                <a:cubicBezTo>
                  <a:pt x="150876" y="180378"/>
                  <a:pt x="149113" y="179120"/>
                  <a:pt x="147101" y="178286"/>
                </a:cubicBezTo>
                <a:cubicBezTo>
                  <a:pt x="139896" y="175097"/>
                  <a:pt x="131849" y="172083"/>
                  <a:pt x="122961" y="169230"/>
                </a:cubicBezTo>
                <a:cubicBezTo>
                  <a:pt x="114081" y="166216"/>
                  <a:pt x="103100" y="164709"/>
                  <a:pt x="90021" y="164709"/>
                </a:cubicBezTo>
                <a:cubicBezTo>
                  <a:pt x="76949" y="164709"/>
                  <a:pt x="65968" y="166216"/>
                  <a:pt x="57081" y="169230"/>
                </a:cubicBezTo>
                <a:cubicBezTo>
                  <a:pt x="48200" y="172083"/>
                  <a:pt x="40153" y="175097"/>
                  <a:pt x="32940" y="178286"/>
                </a:cubicBezTo>
                <a:cubicBezTo>
                  <a:pt x="30929" y="179120"/>
                  <a:pt x="29253" y="180378"/>
                  <a:pt x="27915" y="182061"/>
                </a:cubicBezTo>
                <a:cubicBezTo>
                  <a:pt x="26401" y="183568"/>
                  <a:pt x="25647" y="185579"/>
                  <a:pt x="25647" y="188096"/>
                </a:cubicBezTo>
                <a:lnTo>
                  <a:pt x="25647" y="196142"/>
                </a:lnTo>
                <a:close/>
                <a:moveTo>
                  <a:pt x="62867" y="123722"/>
                </a:moveTo>
                <a:cubicBezTo>
                  <a:pt x="55822" y="116509"/>
                  <a:pt x="52304" y="107541"/>
                  <a:pt x="52304" y="96809"/>
                </a:cubicBezTo>
                <a:lnTo>
                  <a:pt x="49787" y="96809"/>
                </a:lnTo>
                <a:cubicBezTo>
                  <a:pt x="48449" y="96809"/>
                  <a:pt x="47278" y="96312"/>
                  <a:pt x="46269" y="95302"/>
                </a:cubicBezTo>
                <a:cubicBezTo>
                  <a:pt x="45266" y="94300"/>
                  <a:pt x="44762" y="93122"/>
                  <a:pt x="44762" y="91784"/>
                </a:cubicBezTo>
                <a:cubicBezTo>
                  <a:pt x="44762" y="90445"/>
                  <a:pt x="45266" y="89267"/>
                  <a:pt x="46269" y="88265"/>
                </a:cubicBezTo>
                <a:cubicBezTo>
                  <a:pt x="47278" y="87256"/>
                  <a:pt x="48449" y="86751"/>
                  <a:pt x="49787" y="86751"/>
                </a:cubicBezTo>
                <a:lnTo>
                  <a:pt x="52304" y="86751"/>
                </a:lnTo>
                <a:cubicBezTo>
                  <a:pt x="52304" y="80050"/>
                  <a:pt x="53979" y="74015"/>
                  <a:pt x="57337" y="68646"/>
                </a:cubicBezTo>
                <a:cubicBezTo>
                  <a:pt x="60687" y="63284"/>
                  <a:pt x="65047" y="58924"/>
                  <a:pt x="70409" y="55574"/>
                </a:cubicBezTo>
                <a:lnTo>
                  <a:pt x="70409" y="65383"/>
                </a:lnTo>
                <a:cubicBezTo>
                  <a:pt x="70409" y="66385"/>
                  <a:pt x="70826" y="67307"/>
                  <a:pt x="71667" y="68148"/>
                </a:cubicBezTo>
                <a:cubicBezTo>
                  <a:pt x="72340" y="68814"/>
                  <a:pt x="73174" y="69151"/>
                  <a:pt x="74183" y="69151"/>
                </a:cubicBezTo>
                <a:cubicBezTo>
                  <a:pt x="75354" y="69151"/>
                  <a:pt x="76276" y="68814"/>
                  <a:pt x="76949" y="68148"/>
                </a:cubicBezTo>
                <a:cubicBezTo>
                  <a:pt x="77614" y="67307"/>
                  <a:pt x="77951" y="66385"/>
                  <a:pt x="77951" y="65383"/>
                </a:cubicBezTo>
                <a:lnTo>
                  <a:pt x="77951" y="52304"/>
                </a:lnTo>
                <a:cubicBezTo>
                  <a:pt x="79297" y="51967"/>
                  <a:pt x="81140" y="51718"/>
                  <a:pt x="83488" y="51550"/>
                </a:cubicBezTo>
                <a:cubicBezTo>
                  <a:pt x="85829" y="51214"/>
                  <a:pt x="88097" y="51045"/>
                  <a:pt x="90277" y="51045"/>
                </a:cubicBezTo>
                <a:cubicBezTo>
                  <a:pt x="92457" y="51045"/>
                  <a:pt x="94717" y="51214"/>
                  <a:pt x="97065" y="51550"/>
                </a:cubicBezTo>
                <a:cubicBezTo>
                  <a:pt x="99414" y="51718"/>
                  <a:pt x="101257" y="51967"/>
                  <a:pt x="102596" y="52304"/>
                </a:cubicBezTo>
                <a:lnTo>
                  <a:pt x="102596" y="65383"/>
                </a:lnTo>
                <a:cubicBezTo>
                  <a:pt x="102596" y="66385"/>
                  <a:pt x="102932" y="67307"/>
                  <a:pt x="103605" y="68148"/>
                </a:cubicBezTo>
                <a:cubicBezTo>
                  <a:pt x="104271" y="68814"/>
                  <a:pt x="105193" y="69151"/>
                  <a:pt x="106370" y="69151"/>
                </a:cubicBezTo>
                <a:cubicBezTo>
                  <a:pt x="107373" y="69151"/>
                  <a:pt x="108294" y="68814"/>
                  <a:pt x="109135" y="68148"/>
                </a:cubicBezTo>
                <a:cubicBezTo>
                  <a:pt x="109801" y="67307"/>
                  <a:pt x="110138" y="66385"/>
                  <a:pt x="110138" y="65383"/>
                </a:cubicBezTo>
                <a:lnTo>
                  <a:pt x="110138" y="55574"/>
                </a:lnTo>
                <a:cubicBezTo>
                  <a:pt x="115507" y="58924"/>
                  <a:pt x="119779" y="63284"/>
                  <a:pt x="122961" y="68646"/>
                </a:cubicBezTo>
                <a:cubicBezTo>
                  <a:pt x="126151" y="74015"/>
                  <a:pt x="127745" y="80050"/>
                  <a:pt x="127745" y="86751"/>
                </a:cubicBezTo>
                <a:lnTo>
                  <a:pt x="130254" y="86751"/>
                </a:lnTo>
                <a:cubicBezTo>
                  <a:pt x="131600" y="86751"/>
                  <a:pt x="132771" y="87256"/>
                  <a:pt x="133780" y="88265"/>
                </a:cubicBezTo>
                <a:cubicBezTo>
                  <a:pt x="134783" y="89267"/>
                  <a:pt x="135287" y="90445"/>
                  <a:pt x="135287" y="91784"/>
                </a:cubicBezTo>
                <a:cubicBezTo>
                  <a:pt x="135287" y="93122"/>
                  <a:pt x="134783" y="94300"/>
                  <a:pt x="133780" y="95302"/>
                </a:cubicBezTo>
                <a:cubicBezTo>
                  <a:pt x="132771" y="96312"/>
                  <a:pt x="131600" y="96809"/>
                  <a:pt x="130254" y="96809"/>
                </a:cubicBezTo>
                <a:lnTo>
                  <a:pt x="127745" y="96809"/>
                </a:lnTo>
                <a:cubicBezTo>
                  <a:pt x="127745" y="107541"/>
                  <a:pt x="124219" y="116509"/>
                  <a:pt x="117182" y="123722"/>
                </a:cubicBezTo>
                <a:cubicBezTo>
                  <a:pt x="110138" y="130927"/>
                  <a:pt x="101089" y="134534"/>
                  <a:pt x="90021" y="134534"/>
                </a:cubicBezTo>
                <a:cubicBezTo>
                  <a:pt x="78960" y="134534"/>
                  <a:pt x="69904" y="130927"/>
                  <a:pt x="62867" y="123722"/>
                </a:cubicBezTo>
                <a:close/>
                <a:moveTo>
                  <a:pt x="106619" y="113159"/>
                </a:moveTo>
                <a:cubicBezTo>
                  <a:pt x="110642" y="108967"/>
                  <a:pt x="112654" y="103517"/>
                  <a:pt x="112654" y="96809"/>
                </a:cubicBezTo>
                <a:lnTo>
                  <a:pt x="67395" y="96809"/>
                </a:lnTo>
                <a:cubicBezTo>
                  <a:pt x="67395" y="103517"/>
                  <a:pt x="69407" y="108967"/>
                  <a:pt x="73430" y="113159"/>
                </a:cubicBezTo>
                <a:cubicBezTo>
                  <a:pt x="77453" y="117350"/>
                  <a:pt x="82984" y="119443"/>
                  <a:pt x="90021" y="119443"/>
                </a:cubicBezTo>
                <a:cubicBezTo>
                  <a:pt x="97065" y="119443"/>
                  <a:pt x="102596" y="117350"/>
                  <a:pt x="106619" y="113159"/>
                </a:cubicBezTo>
                <a:close/>
                <a:moveTo>
                  <a:pt x="165711" y="145850"/>
                </a:moveTo>
                <a:lnTo>
                  <a:pt x="165463" y="143334"/>
                </a:lnTo>
                <a:cubicBezTo>
                  <a:pt x="164285" y="142661"/>
                  <a:pt x="163114" y="141908"/>
                  <a:pt x="161944" y="141066"/>
                </a:cubicBezTo>
                <a:cubicBezTo>
                  <a:pt x="160598" y="140232"/>
                  <a:pt x="159427" y="139391"/>
                  <a:pt x="158418" y="138557"/>
                </a:cubicBezTo>
                <a:lnTo>
                  <a:pt x="155653" y="140064"/>
                </a:lnTo>
                <a:cubicBezTo>
                  <a:pt x="154482" y="140737"/>
                  <a:pt x="153392" y="140898"/>
                  <a:pt x="152383" y="140569"/>
                </a:cubicBezTo>
                <a:cubicBezTo>
                  <a:pt x="151212" y="140232"/>
                  <a:pt x="150203" y="139559"/>
                  <a:pt x="149369" y="138557"/>
                </a:cubicBezTo>
                <a:lnTo>
                  <a:pt x="149113" y="138052"/>
                </a:lnTo>
                <a:cubicBezTo>
                  <a:pt x="148279" y="136875"/>
                  <a:pt x="148023" y="135704"/>
                  <a:pt x="148360" y="134534"/>
                </a:cubicBezTo>
                <a:cubicBezTo>
                  <a:pt x="148528" y="133188"/>
                  <a:pt x="149113" y="132098"/>
                  <a:pt x="150123" y="131264"/>
                </a:cubicBezTo>
                <a:lnTo>
                  <a:pt x="152888" y="129252"/>
                </a:lnTo>
                <a:cubicBezTo>
                  <a:pt x="152551" y="128579"/>
                  <a:pt x="152383" y="127994"/>
                  <a:pt x="152383" y="127489"/>
                </a:cubicBezTo>
                <a:lnTo>
                  <a:pt x="152383" y="123722"/>
                </a:lnTo>
                <a:cubicBezTo>
                  <a:pt x="152383" y="123049"/>
                  <a:pt x="152551" y="122376"/>
                  <a:pt x="152888" y="121710"/>
                </a:cubicBezTo>
                <a:lnTo>
                  <a:pt x="150123" y="119699"/>
                </a:lnTo>
                <a:cubicBezTo>
                  <a:pt x="149113" y="118857"/>
                  <a:pt x="148528" y="117848"/>
                  <a:pt x="148360" y="116677"/>
                </a:cubicBezTo>
                <a:cubicBezTo>
                  <a:pt x="148023" y="115507"/>
                  <a:pt x="148279" y="114329"/>
                  <a:pt x="149113" y="113159"/>
                </a:cubicBezTo>
                <a:lnTo>
                  <a:pt x="149369" y="112405"/>
                </a:lnTo>
                <a:cubicBezTo>
                  <a:pt x="150203" y="111396"/>
                  <a:pt x="151212" y="110723"/>
                  <a:pt x="152383" y="110394"/>
                </a:cubicBezTo>
                <a:cubicBezTo>
                  <a:pt x="153392" y="110057"/>
                  <a:pt x="154482" y="110225"/>
                  <a:pt x="155653" y="110891"/>
                </a:cubicBezTo>
                <a:lnTo>
                  <a:pt x="158418" y="112405"/>
                </a:lnTo>
                <a:lnTo>
                  <a:pt x="161944" y="109889"/>
                </a:lnTo>
                <a:cubicBezTo>
                  <a:pt x="163114" y="109048"/>
                  <a:pt x="164285" y="108294"/>
                  <a:pt x="165463" y="107629"/>
                </a:cubicBezTo>
                <a:lnTo>
                  <a:pt x="165711" y="104856"/>
                </a:lnTo>
                <a:cubicBezTo>
                  <a:pt x="165879" y="103517"/>
                  <a:pt x="166465" y="102427"/>
                  <a:pt x="167474" y="101593"/>
                </a:cubicBezTo>
                <a:cubicBezTo>
                  <a:pt x="168308" y="100752"/>
                  <a:pt x="169398" y="100335"/>
                  <a:pt x="170744" y="100335"/>
                </a:cubicBezTo>
                <a:lnTo>
                  <a:pt x="171242" y="100335"/>
                </a:lnTo>
                <a:cubicBezTo>
                  <a:pt x="172588" y="100335"/>
                  <a:pt x="173758" y="100833"/>
                  <a:pt x="174767" y="101842"/>
                </a:cubicBezTo>
                <a:cubicBezTo>
                  <a:pt x="175601" y="102676"/>
                  <a:pt x="176106" y="103766"/>
                  <a:pt x="176274" y="105112"/>
                </a:cubicBezTo>
                <a:lnTo>
                  <a:pt x="176523" y="107629"/>
                </a:lnTo>
                <a:cubicBezTo>
                  <a:pt x="177701" y="108294"/>
                  <a:pt x="178871" y="109048"/>
                  <a:pt x="180049" y="109889"/>
                </a:cubicBezTo>
                <a:lnTo>
                  <a:pt x="183568" y="112405"/>
                </a:lnTo>
                <a:lnTo>
                  <a:pt x="186333" y="110891"/>
                </a:lnTo>
                <a:cubicBezTo>
                  <a:pt x="187503" y="110225"/>
                  <a:pt x="188681" y="110057"/>
                  <a:pt x="189851" y="110394"/>
                </a:cubicBezTo>
                <a:cubicBezTo>
                  <a:pt x="190861" y="110723"/>
                  <a:pt x="191783" y="111396"/>
                  <a:pt x="192617" y="112405"/>
                </a:cubicBezTo>
                <a:lnTo>
                  <a:pt x="192873" y="112903"/>
                </a:lnTo>
                <a:cubicBezTo>
                  <a:pt x="193706" y="114081"/>
                  <a:pt x="194043" y="115339"/>
                  <a:pt x="193875" y="116677"/>
                </a:cubicBezTo>
                <a:cubicBezTo>
                  <a:pt x="193538" y="117848"/>
                  <a:pt x="192873" y="118857"/>
                  <a:pt x="191863" y="119699"/>
                </a:cubicBezTo>
                <a:lnTo>
                  <a:pt x="189098" y="121710"/>
                </a:lnTo>
                <a:cubicBezTo>
                  <a:pt x="189434" y="122376"/>
                  <a:pt x="189603" y="123049"/>
                  <a:pt x="189603" y="123722"/>
                </a:cubicBezTo>
                <a:lnTo>
                  <a:pt x="189603" y="127489"/>
                </a:lnTo>
                <a:cubicBezTo>
                  <a:pt x="189603" y="127994"/>
                  <a:pt x="189434" y="128579"/>
                  <a:pt x="189098" y="129252"/>
                </a:cubicBezTo>
                <a:lnTo>
                  <a:pt x="191863" y="131264"/>
                </a:lnTo>
                <a:cubicBezTo>
                  <a:pt x="192873" y="132098"/>
                  <a:pt x="193538" y="133107"/>
                  <a:pt x="193875" y="134278"/>
                </a:cubicBezTo>
                <a:cubicBezTo>
                  <a:pt x="194043" y="135456"/>
                  <a:pt x="193706" y="136626"/>
                  <a:pt x="192873" y="137804"/>
                </a:cubicBezTo>
                <a:lnTo>
                  <a:pt x="192617" y="138557"/>
                </a:lnTo>
                <a:cubicBezTo>
                  <a:pt x="191783" y="139559"/>
                  <a:pt x="190861" y="140232"/>
                  <a:pt x="189851" y="140569"/>
                </a:cubicBezTo>
                <a:cubicBezTo>
                  <a:pt x="188681" y="140898"/>
                  <a:pt x="187503" y="140737"/>
                  <a:pt x="186333" y="140064"/>
                </a:cubicBezTo>
                <a:lnTo>
                  <a:pt x="183568" y="138557"/>
                </a:lnTo>
                <a:cubicBezTo>
                  <a:pt x="182558" y="139391"/>
                  <a:pt x="181468" y="140232"/>
                  <a:pt x="180298" y="141066"/>
                </a:cubicBezTo>
                <a:cubicBezTo>
                  <a:pt x="178959" y="141908"/>
                  <a:pt x="177701" y="142661"/>
                  <a:pt x="176523" y="143334"/>
                </a:cubicBezTo>
                <a:lnTo>
                  <a:pt x="176274" y="146099"/>
                </a:lnTo>
                <a:cubicBezTo>
                  <a:pt x="176106" y="147438"/>
                  <a:pt x="175601" y="148528"/>
                  <a:pt x="174767" y="149369"/>
                </a:cubicBezTo>
                <a:cubicBezTo>
                  <a:pt x="173758" y="150203"/>
                  <a:pt x="172588" y="150627"/>
                  <a:pt x="171242" y="150627"/>
                </a:cubicBezTo>
                <a:lnTo>
                  <a:pt x="170744" y="150627"/>
                </a:lnTo>
                <a:cubicBezTo>
                  <a:pt x="169398" y="150627"/>
                  <a:pt x="168308" y="150203"/>
                  <a:pt x="167474" y="149369"/>
                </a:cubicBezTo>
                <a:cubicBezTo>
                  <a:pt x="166465" y="148360"/>
                  <a:pt x="165879" y="147189"/>
                  <a:pt x="165711" y="145850"/>
                </a:cubicBezTo>
                <a:close/>
                <a:moveTo>
                  <a:pt x="177781" y="132266"/>
                </a:moveTo>
                <a:cubicBezTo>
                  <a:pt x="179625" y="130423"/>
                  <a:pt x="180546" y="128162"/>
                  <a:pt x="180546" y="125478"/>
                </a:cubicBezTo>
                <a:cubicBezTo>
                  <a:pt x="180546" y="122793"/>
                  <a:pt x="179625" y="120533"/>
                  <a:pt x="177781" y="118689"/>
                </a:cubicBezTo>
                <a:cubicBezTo>
                  <a:pt x="175938" y="116846"/>
                  <a:pt x="173677" y="115924"/>
                  <a:pt x="170993" y="115924"/>
                </a:cubicBezTo>
                <a:cubicBezTo>
                  <a:pt x="168308" y="115924"/>
                  <a:pt x="166048" y="116846"/>
                  <a:pt x="164204" y="118689"/>
                </a:cubicBezTo>
                <a:cubicBezTo>
                  <a:pt x="162361" y="120533"/>
                  <a:pt x="161439" y="122793"/>
                  <a:pt x="161439" y="125478"/>
                </a:cubicBezTo>
                <a:cubicBezTo>
                  <a:pt x="161439" y="128162"/>
                  <a:pt x="162361" y="130423"/>
                  <a:pt x="164204" y="132266"/>
                </a:cubicBezTo>
                <a:cubicBezTo>
                  <a:pt x="166048" y="134110"/>
                  <a:pt x="168308" y="135031"/>
                  <a:pt x="170993" y="135031"/>
                </a:cubicBezTo>
                <a:cubicBezTo>
                  <a:pt x="173677" y="135031"/>
                  <a:pt x="175938" y="134110"/>
                  <a:pt x="177781" y="132266"/>
                </a:cubicBezTo>
                <a:close/>
                <a:moveTo>
                  <a:pt x="192119" y="92537"/>
                </a:moveTo>
                <a:lnTo>
                  <a:pt x="190861" y="87256"/>
                </a:lnTo>
                <a:cubicBezTo>
                  <a:pt x="189178" y="86583"/>
                  <a:pt x="187503" y="85661"/>
                  <a:pt x="185828" y="84491"/>
                </a:cubicBezTo>
                <a:cubicBezTo>
                  <a:pt x="183985" y="83320"/>
                  <a:pt x="182478" y="82062"/>
                  <a:pt x="181300" y="80716"/>
                </a:cubicBezTo>
                <a:lnTo>
                  <a:pt x="174263" y="83232"/>
                </a:lnTo>
                <a:cubicBezTo>
                  <a:pt x="173085" y="83569"/>
                  <a:pt x="172002" y="83569"/>
                  <a:pt x="170993" y="83232"/>
                </a:cubicBezTo>
                <a:cubicBezTo>
                  <a:pt x="169822" y="82896"/>
                  <a:pt x="168901" y="82230"/>
                  <a:pt x="168228" y="81221"/>
                </a:cubicBezTo>
                <a:lnTo>
                  <a:pt x="167218" y="79714"/>
                </a:lnTo>
                <a:cubicBezTo>
                  <a:pt x="166552" y="78536"/>
                  <a:pt x="166384" y="77366"/>
                  <a:pt x="166721" y="76195"/>
                </a:cubicBezTo>
                <a:cubicBezTo>
                  <a:pt x="166889" y="75017"/>
                  <a:pt x="167474" y="74015"/>
                  <a:pt x="168476" y="73174"/>
                </a:cubicBezTo>
                <a:lnTo>
                  <a:pt x="174014" y="68902"/>
                </a:lnTo>
                <a:cubicBezTo>
                  <a:pt x="173677" y="68061"/>
                  <a:pt x="173421" y="67139"/>
                  <a:pt x="173253" y="66137"/>
                </a:cubicBezTo>
                <a:cubicBezTo>
                  <a:pt x="172924" y="65127"/>
                  <a:pt x="172756" y="64125"/>
                  <a:pt x="172756" y="63116"/>
                </a:cubicBezTo>
                <a:cubicBezTo>
                  <a:pt x="172756" y="62113"/>
                  <a:pt x="172924" y="61104"/>
                  <a:pt x="173253" y="60102"/>
                </a:cubicBezTo>
                <a:cubicBezTo>
                  <a:pt x="173421" y="59092"/>
                  <a:pt x="173677" y="58170"/>
                  <a:pt x="174014" y="57337"/>
                </a:cubicBezTo>
                <a:lnTo>
                  <a:pt x="168476" y="53057"/>
                </a:lnTo>
                <a:cubicBezTo>
                  <a:pt x="167474" y="52223"/>
                  <a:pt x="166889" y="51214"/>
                  <a:pt x="166721" y="50043"/>
                </a:cubicBezTo>
                <a:cubicBezTo>
                  <a:pt x="166384" y="48697"/>
                  <a:pt x="166552" y="47527"/>
                  <a:pt x="167218" y="46517"/>
                </a:cubicBezTo>
                <a:lnTo>
                  <a:pt x="168228" y="45266"/>
                </a:lnTo>
                <a:cubicBezTo>
                  <a:pt x="168901" y="44257"/>
                  <a:pt x="169822" y="43584"/>
                  <a:pt x="170993" y="43255"/>
                </a:cubicBezTo>
                <a:cubicBezTo>
                  <a:pt x="172002" y="42750"/>
                  <a:pt x="173085" y="42662"/>
                  <a:pt x="174263" y="42999"/>
                </a:cubicBezTo>
                <a:lnTo>
                  <a:pt x="181300" y="45515"/>
                </a:lnTo>
                <a:cubicBezTo>
                  <a:pt x="182478" y="44176"/>
                  <a:pt x="183985" y="42918"/>
                  <a:pt x="185828" y="41741"/>
                </a:cubicBezTo>
                <a:cubicBezTo>
                  <a:pt x="187503" y="40402"/>
                  <a:pt x="189178" y="39480"/>
                  <a:pt x="190861" y="38975"/>
                </a:cubicBezTo>
                <a:lnTo>
                  <a:pt x="192119" y="33694"/>
                </a:lnTo>
                <a:cubicBezTo>
                  <a:pt x="192448" y="32692"/>
                  <a:pt x="193041" y="31850"/>
                  <a:pt x="193875" y="31185"/>
                </a:cubicBezTo>
                <a:cubicBezTo>
                  <a:pt x="194716" y="30512"/>
                  <a:pt x="195638" y="30175"/>
                  <a:pt x="196640" y="30175"/>
                </a:cubicBezTo>
                <a:lnTo>
                  <a:pt x="199156" y="30175"/>
                </a:lnTo>
                <a:cubicBezTo>
                  <a:pt x="200166" y="30175"/>
                  <a:pt x="201088" y="30512"/>
                  <a:pt x="201921" y="31185"/>
                </a:cubicBezTo>
                <a:cubicBezTo>
                  <a:pt x="202763" y="31850"/>
                  <a:pt x="203348" y="32692"/>
                  <a:pt x="203684" y="33694"/>
                </a:cubicBezTo>
                <a:lnTo>
                  <a:pt x="204943" y="38975"/>
                </a:lnTo>
                <a:cubicBezTo>
                  <a:pt x="206618" y="39480"/>
                  <a:pt x="208373" y="40402"/>
                  <a:pt x="210224" y="41741"/>
                </a:cubicBezTo>
                <a:cubicBezTo>
                  <a:pt x="211899" y="42918"/>
                  <a:pt x="213319" y="44176"/>
                  <a:pt x="214496" y="45515"/>
                </a:cubicBezTo>
                <a:lnTo>
                  <a:pt x="221534" y="42999"/>
                </a:lnTo>
                <a:cubicBezTo>
                  <a:pt x="222711" y="42662"/>
                  <a:pt x="223882" y="42662"/>
                  <a:pt x="225059" y="42999"/>
                </a:cubicBezTo>
                <a:cubicBezTo>
                  <a:pt x="226062" y="43335"/>
                  <a:pt x="226903" y="44008"/>
                  <a:pt x="227569" y="45010"/>
                </a:cubicBezTo>
                <a:lnTo>
                  <a:pt x="228578" y="46517"/>
                </a:lnTo>
                <a:cubicBezTo>
                  <a:pt x="229251" y="47695"/>
                  <a:pt x="229500" y="48866"/>
                  <a:pt x="229332" y="50043"/>
                </a:cubicBezTo>
                <a:cubicBezTo>
                  <a:pt x="228995" y="51214"/>
                  <a:pt x="228329" y="52223"/>
                  <a:pt x="227320" y="53057"/>
                </a:cubicBezTo>
                <a:lnTo>
                  <a:pt x="221790" y="57337"/>
                </a:lnTo>
                <a:cubicBezTo>
                  <a:pt x="222126" y="58170"/>
                  <a:pt x="222455" y="59092"/>
                  <a:pt x="222792" y="60102"/>
                </a:cubicBezTo>
                <a:cubicBezTo>
                  <a:pt x="222960" y="61104"/>
                  <a:pt x="223048" y="62113"/>
                  <a:pt x="223048" y="63116"/>
                </a:cubicBezTo>
                <a:cubicBezTo>
                  <a:pt x="223048" y="64125"/>
                  <a:pt x="222960" y="65127"/>
                  <a:pt x="222792" y="66137"/>
                </a:cubicBezTo>
                <a:cubicBezTo>
                  <a:pt x="222455" y="67139"/>
                  <a:pt x="222126" y="68061"/>
                  <a:pt x="221790" y="68902"/>
                </a:cubicBezTo>
                <a:lnTo>
                  <a:pt x="227320" y="73174"/>
                </a:lnTo>
                <a:cubicBezTo>
                  <a:pt x="228329" y="74015"/>
                  <a:pt x="228995" y="75105"/>
                  <a:pt x="229332" y="76444"/>
                </a:cubicBezTo>
                <a:cubicBezTo>
                  <a:pt x="229500" y="77614"/>
                  <a:pt x="229251" y="78704"/>
                  <a:pt x="228578" y="79714"/>
                </a:cubicBezTo>
                <a:lnTo>
                  <a:pt x="227569" y="80972"/>
                </a:lnTo>
                <a:cubicBezTo>
                  <a:pt x="226903" y="81974"/>
                  <a:pt x="226062" y="82728"/>
                  <a:pt x="225059" y="83232"/>
                </a:cubicBezTo>
                <a:cubicBezTo>
                  <a:pt x="223882" y="83569"/>
                  <a:pt x="222711" y="83569"/>
                  <a:pt x="221534" y="83232"/>
                </a:cubicBezTo>
                <a:lnTo>
                  <a:pt x="214496" y="80716"/>
                </a:lnTo>
                <a:cubicBezTo>
                  <a:pt x="213319" y="82062"/>
                  <a:pt x="211899" y="83320"/>
                  <a:pt x="210224" y="84491"/>
                </a:cubicBezTo>
                <a:cubicBezTo>
                  <a:pt x="208373" y="85661"/>
                  <a:pt x="206618" y="86583"/>
                  <a:pt x="204943" y="87256"/>
                </a:cubicBezTo>
                <a:lnTo>
                  <a:pt x="203684" y="92537"/>
                </a:lnTo>
                <a:cubicBezTo>
                  <a:pt x="203348" y="93547"/>
                  <a:pt x="202763" y="94381"/>
                  <a:pt x="201921" y="95054"/>
                </a:cubicBezTo>
                <a:cubicBezTo>
                  <a:pt x="201088" y="95719"/>
                  <a:pt x="200166" y="96056"/>
                  <a:pt x="199156" y="96056"/>
                </a:cubicBezTo>
                <a:lnTo>
                  <a:pt x="196640" y="96056"/>
                </a:lnTo>
                <a:cubicBezTo>
                  <a:pt x="195638" y="96056"/>
                  <a:pt x="194716" y="95719"/>
                  <a:pt x="193875" y="95054"/>
                </a:cubicBezTo>
                <a:cubicBezTo>
                  <a:pt x="193041" y="94381"/>
                  <a:pt x="192448" y="93547"/>
                  <a:pt x="192119" y="92537"/>
                </a:cubicBezTo>
                <a:close/>
                <a:moveTo>
                  <a:pt x="208461" y="73679"/>
                </a:moveTo>
                <a:cubicBezTo>
                  <a:pt x="211146" y="70826"/>
                  <a:pt x="212485" y="67307"/>
                  <a:pt x="212485" y="63116"/>
                </a:cubicBezTo>
                <a:cubicBezTo>
                  <a:pt x="212485" y="58924"/>
                  <a:pt x="211146" y="55486"/>
                  <a:pt x="208461" y="52808"/>
                </a:cubicBezTo>
                <a:cubicBezTo>
                  <a:pt x="205608" y="49956"/>
                  <a:pt x="202090" y="48529"/>
                  <a:pt x="197898" y="48529"/>
                </a:cubicBezTo>
                <a:cubicBezTo>
                  <a:pt x="193706" y="48529"/>
                  <a:pt x="190268" y="49956"/>
                  <a:pt x="187591" y="52808"/>
                </a:cubicBezTo>
                <a:cubicBezTo>
                  <a:pt x="184738" y="55486"/>
                  <a:pt x="183312" y="58924"/>
                  <a:pt x="183312" y="63116"/>
                </a:cubicBezTo>
                <a:cubicBezTo>
                  <a:pt x="183312" y="67307"/>
                  <a:pt x="184738" y="70826"/>
                  <a:pt x="187591" y="73679"/>
                </a:cubicBezTo>
                <a:cubicBezTo>
                  <a:pt x="190268" y="76363"/>
                  <a:pt x="193706" y="77702"/>
                  <a:pt x="197898" y="77702"/>
                </a:cubicBezTo>
                <a:cubicBezTo>
                  <a:pt x="202090" y="77702"/>
                  <a:pt x="205608" y="76363"/>
                  <a:pt x="208461" y="73679"/>
                </a:cubicBezTo>
                <a:close/>
                <a:moveTo>
                  <a:pt x="90021" y="196142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圖說"/>
          <p:cNvSpPr/>
          <p:nvPr/>
        </p:nvSpPr>
        <p:spPr>
          <a:xfrm>
            <a:off x="2643165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</a:t>
            </a:r>
            <a:endParaRPr lang="en-US" sz="600" dirty="0"/>
          </a:p>
        </p:txBody>
      </p:sp>
      <p:sp>
        <p:nvSpPr>
          <p:cNvPr id="18" name="圖示 客服"/>
          <p:cNvSpPr/>
          <p:nvPr/>
        </p:nvSpPr>
        <p:spPr>
          <a:xfrm>
            <a:off x="320275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8184" y="211226"/>
                </a:moveTo>
                <a:cubicBezTo>
                  <a:pt x="116004" y="211226"/>
                  <a:pt x="114249" y="210473"/>
                  <a:pt x="112903" y="208966"/>
                </a:cubicBezTo>
                <a:cubicBezTo>
                  <a:pt x="111396" y="207620"/>
                  <a:pt x="110642" y="205864"/>
                  <a:pt x="110642" y="203684"/>
                </a:cubicBezTo>
                <a:cubicBezTo>
                  <a:pt x="110642" y="201504"/>
                  <a:pt x="111396" y="199742"/>
                  <a:pt x="112903" y="198403"/>
                </a:cubicBezTo>
                <a:cubicBezTo>
                  <a:pt x="114249" y="196896"/>
                  <a:pt x="116004" y="196142"/>
                  <a:pt x="118184" y="196142"/>
                </a:cubicBezTo>
                <a:lnTo>
                  <a:pt x="196142" y="196142"/>
                </a:lnTo>
                <a:lnTo>
                  <a:pt x="196142" y="119699"/>
                </a:lnTo>
                <a:cubicBezTo>
                  <a:pt x="196142" y="98909"/>
                  <a:pt x="188849" y="81308"/>
                  <a:pt x="174263" y="66890"/>
                </a:cubicBezTo>
                <a:cubicBezTo>
                  <a:pt x="159508" y="52472"/>
                  <a:pt x="141659" y="45266"/>
                  <a:pt x="120701" y="45266"/>
                </a:cubicBezTo>
                <a:cubicBezTo>
                  <a:pt x="99743" y="45266"/>
                  <a:pt x="81894" y="52472"/>
                  <a:pt x="67139" y="66890"/>
                </a:cubicBezTo>
                <a:cubicBezTo>
                  <a:pt x="52552" y="81308"/>
                  <a:pt x="45266" y="98909"/>
                  <a:pt x="45266" y="119699"/>
                </a:cubicBezTo>
                <a:lnTo>
                  <a:pt x="45266" y="176026"/>
                </a:lnTo>
                <a:cubicBezTo>
                  <a:pt x="45266" y="177533"/>
                  <a:pt x="44762" y="178703"/>
                  <a:pt x="43752" y="179544"/>
                </a:cubicBezTo>
                <a:cubicBezTo>
                  <a:pt x="42918" y="180546"/>
                  <a:pt x="41741" y="181051"/>
                  <a:pt x="40234" y="181051"/>
                </a:cubicBezTo>
                <a:cubicBezTo>
                  <a:pt x="34703" y="181051"/>
                  <a:pt x="30007" y="179120"/>
                  <a:pt x="26152" y="175265"/>
                </a:cubicBezTo>
                <a:cubicBezTo>
                  <a:pt x="22128" y="171242"/>
                  <a:pt x="20117" y="166465"/>
                  <a:pt x="20117" y="160934"/>
                </a:cubicBezTo>
                <a:lnTo>
                  <a:pt x="20117" y="140818"/>
                </a:lnTo>
                <a:cubicBezTo>
                  <a:pt x="20117" y="137299"/>
                  <a:pt x="21039" y="134029"/>
                  <a:pt x="22882" y="131008"/>
                </a:cubicBezTo>
                <a:cubicBezTo>
                  <a:pt x="24557" y="127826"/>
                  <a:pt x="26993" y="125309"/>
                  <a:pt x="30175" y="123466"/>
                </a:cubicBezTo>
                <a:lnTo>
                  <a:pt x="30929" y="110138"/>
                </a:lnTo>
                <a:cubicBezTo>
                  <a:pt x="32267" y="98741"/>
                  <a:pt x="35625" y="88177"/>
                  <a:pt x="40987" y="78456"/>
                </a:cubicBezTo>
                <a:cubicBezTo>
                  <a:pt x="46188" y="68734"/>
                  <a:pt x="52808" y="60270"/>
                  <a:pt x="60855" y="53057"/>
                </a:cubicBezTo>
                <a:cubicBezTo>
                  <a:pt x="68734" y="45852"/>
                  <a:pt x="77870" y="40234"/>
                  <a:pt x="88265" y="36210"/>
                </a:cubicBezTo>
                <a:cubicBezTo>
                  <a:pt x="98492" y="32187"/>
                  <a:pt x="109304" y="30175"/>
                  <a:pt x="120701" y="30175"/>
                </a:cubicBezTo>
                <a:cubicBezTo>
                  <a:pt x="132098" y="30175"/>
                  <a:pt x="142910" y="32187"/>
                  <a:pt x="153136" y="36210"/>
                </a:cubicBezTo>
                <a:cubicBezTo>
                  <a:pt x="163363" y="40234"/>
                  <a:pt x="172500" y="45852"/>
                  <a:pt x="180546" y="53057"/>
                </a:cubicBezTo>
                <a:cubicBezTo>
                  <a:pt x="188593" y="60102"/>
                  <a:pt x="195213" y="68478"/>
                  <a:pt x="200415" y="78207"/>
                </a:cubicBezTo>
                <a:cubicBezTo>
                  <a:pt x="205608" y="87929"/>
                  <a:pt x="208966" y="98492"/>
                  <a:pt x="210473" y="109889"/>
                </a:cubicBezTo>
                <a:lnTo>
                  <a:pt x="211226" y="122961"/>
                </a:lnTo>
                <a:cubicBezTo>
                  <a:pt x="214409" y="124475"/>
                  <a:pt x="216925" y="126736"/>
                  <a:pt x="218768" y="129757"/>
                </a:cubicBezTo>
                <a:cubicBezTo>
                  <a:pt x="220444" y="132771"/>
                  <a:pt x="221285" y="135953"/>
                  <a:pt x="221285" y="139311"/>
                </a:cubicBezTo>
                <a:lnTo>
                  <a:pt x="221285" y="162441"/>
                </a:lnTo>
                <a:cubicBezTo>
                  <a:pt x="221285" y="165799"/>
                  <a:pt x="220444" y="168981"/>
                  <a:pt x="218768" y="172002"/>
                </a:cubicBezTo>
                <a:cubicBezTo>
                  <a:pt x="216925" y="175016"/>
                  <a:pt x="214409" y="177277"/>
                  <a:pt x="211226" y="178791"/>
                </a:cubicBezTo>
                <a:lnTo>
                  <a:pt x="211226" y="196142"/>
                </a:lnTo>
                <a:cubicBezTo>
                  <a:pt x="211226" y="200327"/>
                  <a:pt x="209719" y="203853"/>
                  <a:pt x="206698" y="206698"/>
                </a:cubicBezTo>
                <a:cubicBezTo>
                  <a:pt x="203853" y="209719"/>
                  <a:pt x="200327" y="211226"/>
                  <a:pt x="196142" y="211226"/>
                </a:cubicBezTo>
                <a:lnTo>
                  <a:pt x="118184" y="211226"/>
                </a:lnTo>
                <a:close/>
                <a:moveTo>
                  <a:pt x="85244" y="136041"/>
                </a:moveTo>
                <a:cubicBezTo>
                  <a:pt x="83737" y="134702"/>
                  <a:pt x="82984" y="132939"/>
                  <a:pt x="82984" y="130759"/>
                </a:cubicBezTo>
                <a:cubicBezTo>
                  <a:pt x="82984" y="128579"/>
                  <a:pt x="83737" y="126816"/>
                  <a:pt x="85244" y="125478"/>
                </a:cubicBezTo>
                <a:cubicBezTo>
                  <a:pt x="86583" y="123971"/>
                  <a:pt x="88346" y="123217"/>
                  <a:pt x="90526" y="123217"/>
                </a:cubicBezTo>
                <a:cubicBezTo>
                  <a:pt x="92706" y="123217"/>
                  <a:pt x="94549" y="123971"/>
                  <a:pt x="96056" y="125478"/>
                </a:cubicBezTo>
                <a:cubicBezTo>
                  <a:pt x="97402" y="126816"/>
                  <a:pt x="98068" y="128579"/>
                  <a:pt x="98068" y="130759"/>
                </a:cubicBezTo>
                <a:cubicBezTo>
                  <a:pt x="98068" y="132939"/>
                  <a:pt x="97314" y="134783"/>
                  <a:pt x="95807" y="136289"/>
                </a:cubicBezTo>
                <a:cubicBezTo>
                  <a:pt x="94468" y="137635"/>
                  <a:pt x="92706" y="138301"/>
                  <a:pt x="90526" y="138301"/>
                </a:cubicBezTo>
                <a:cubicBezTo>
                  <a:pt x="88346" y="138301"/>
                  <a:pt x="86583" y="137548"/>
                  <a:pt x="85244" y="136041"/>
                </a:cubicBezTo>
                <a:close/>
                <a:moveTo>
                  <a:pt x="145594" y="136041"/>
                </a:moveTo>
                <a:cubicBezTo>
                  <a:pt x="144087" y="134702"/>
                  <a:pt x="143334" y="132939"/>
                  <a:pt x="143334" y="130759"/>
                </a:cubicBezTo>
                <a:cubicBezTo>
                  <a:pt x="143334" y="128579"/>
                  <a:pt x="144087" y="126816"/>
                  <a:pt x="145594" y="125478"/>
                </a:cubicBezTo>
                <a:cubicBezTo>
                  <a:pt x="146933" y="123971"/>
                  <a:pt x="148696" y="123217"/>
                  <a:pt x="150876" y="123217"/>
                </a:cubicBezTo>
                <a:cubicBezTo>
                  <a:pt x="153056" y="123217"/>
                  <a:pt x="154899" y="123971"/>
                  <a:pt x="156406" y="125478"/>
                </a:cubicBezTo>
                <a:cubicBezTo>
                  <a:pt x="157752" y="126816"/>
                  <a:pt x="158418" y="128579"/>
                  <a:pt x="158418" y="130759"/>
                </a:cubicBezTo>
                <a:cubicBezTo>
                  <a:pt x="158418" y="132939"/>
                  <a:pt x="157665" y="134783"/>
                  <a:pt x="156158" y="136289"/>
                </a:cubicBezTo>
                <a:cubicBezTo>
                  <a:pt x="154819" y="137635"/>
                  <a:pt x="153056" y="138301"/>
                  <a:pt x="150876" y="138301"/>
                </a:cubicBezTo>
                <a:cubicBezTo>
                  <a:pt x="148696" y="138301"/>
                  <a:pt x="146933" y="137548"/>
                  <a:pt x="145594" y="136041"/>
                </a:cubicBezTo>
                <a:close/>
                <a:moveTo>
                  <a:pt x="60599" y="125229"/>
                </a:moveTo>
                <a:cubicBezTo>
                  <a:pt x="59429" y="107460"/>
                  <a:pt x="64791" y="92201"/>
                  <a:pt x="76693" y="79465"/>
                </a:cubicBezTo>
                <a:cubicBezTo>
                  <a:pt x="88594" y="66722"/>
                  <a:pt x="103437" y="60350"/>
                  <a:pt x="121206" y="60350"/>
                </a:cubicBezTo>
                <a:cubicBezTo>
                  <a:pt x="135792" y="60350"/>
                  <a:pt x="148447" y="65215"/>
                  <a:pt x="159171" y="74937"/>
                </a:cubicBezTo>
                <a:cubicBezTo>
                  <a:pt x="169903" y="84491"/>
                  <a:pt x="176443" y="96480"/>
                  <a:pt x="178791" y="110891"/>
                </a:cubicBezTo>
                <a:cubicBezTo>
                  <a:pt x="163868" y="110723"/>
                  <a:pt x="150291" y="106539"/>
                  <a:pt x="138052" y="98324"/>
                </a:cubicBezTo>
                <a:cubicBezTo>
                  <a:pt x="125646" y="90109"/>
                  <a:pt x="116092" y="79297"/>
                  <a:pt x="109384" y="65881"/>
                </a:cubicBezTo>
                <a:cubicBezTo>
                  <a:pt x="106700" y="79297"/>
                  <a:pt x="101089" y="91279"/>
                  <a:pt x="92537" y="101842"/>
                </a:cubicBezTo>
                <a:cubicBezTo>
                  <a:pt x="83818" y="112237"/>
                  <a:pt x="73174" y="120028"/>
                  <a:pt x="60599" y="125229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圖說"/>
          <p:cNvSpPr/>
          <p:nvPr/>
        </p:nvSpPr>
        <p:spPr>
          <a:xfrm>
            <a:off x="308694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客服</a:t>
            </a:r>
            <a:endParaRPr lang="en-US" sz="600" dirty="0"/>
          </a:p>
        </p:txBody>
      </p:sp>
      <p:sp>
        <p:nvSpPr>
          <p:cNvPr id="20" name="圖示 訓練"/>
          <p:cNvSpPr/>
          <p:nvPr/>
        </p:nvSpPr>
        <p:spPr>
          <a:xfrm>
            <a:off x="364653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5325" y="175521"/>
                </a:moveTo>
                <a:cubicBezTo>
                  <a:pt x="52977" y="174175"/>
                  <a:pt x="51133" y="172331"/>
                  <a:pt x="49787" y="169991"/>
                </a:cubicBezTo>
                <a:cubicBezTo>
                  <a:pt x="48280" y="167642"/>
                  <a:pt x="47527" y="165038"/>
                  <a:pt x="47527" y="162193"/>
                </a:cubicBezTo>
                <a:lnTo>
                  <a:pt x="47527" y="110891"/>
                </a:lnTo>
                <a:lnTo>
                  <a:pt x="22377" y="97065"/>
                </a:lnTo>
                <a:cubicBezTo>
                  <a:pt x="21039" y="96224"/>
                  <a:pt x="20036" y="95222"/>
                  <a:pt x="19363" y="94044"/>
                </a:cubicBezTo>
                <a:cubicBezTo>
                  <a:pt x="18690" y="93042"/>
                  <a:pt x="18354" y="91864"/>
                  <a:pt x="18354" y="90526"/>
                </a:cubicBezTo>
                <a:cubicBezTo>
                  <a:pt x="18354" y="89187"/>
                  <a:pt x="18690" y="88009"/>
                  <a:pt x="19363" y="87007"/>
                </a:cubicBezTo>
                <a:cubicBezTo>
                  <a:pt x="20036" y="85829"/>
                  <a:pt x="21039" y="84827"/>
                  <a:pt x="22377" y="83986"/>
                </a:cubicBezTo>
                <a:lnTo>
                  <a:pt x="113159" y="34199"/>
                </a:lnTo>
                <a:cubicBezTo>
                  <a:pt x="114329" y="33526"/>
                  <a:pt x="115507" y="33109"/>
                  <a:pt x="116677" y="32940"/>
                </a:cubicBezTo>
                <a:cubicBezTo>
                  <a:pt x="117848" y="32604"/>
                  <a:pt x="119106" y="32436"/>
                  <a:pt x="120452" y="32436"/>
                </a:cubicBezTo>
                <a:cubicBezTo>
                  <a:pt x="121791" y="32436"/>
                  <a:pt x="123049" y="32604"/>
                  <a:pt x="124219" y="32940"/>
                </a:cubicBezTo>
                <a:cubicBezTo>
                  <a:pt x="125397" y="33109"/>
                  <a:pt x="126568" y="33526"/>
                  <a:pt x="127745" y="34199"/>
                </a:cubicBezTo>
                <a:lnTo>
                  <a:pt x="227320" y="88265"/>
                </a:lnTo>
                <a:cubicBezTo>
                  <a:pt x="228659" y="89099"/>
                  <a:pt x="229668" y="90109"/>
                  <a:pt x="230341" y="91279"/>
                </a:cubicBezTo>
                <a:cubicBezTo>
                  <a:pt x="231007" y="92457"/>
                  <a:pt x="231343" y="93708"/>
                  <a:pt x="231343" y="95054"/>
                </a:cubicBezTo>
                <a:lnTo>
                  <a:pt x="231343" y="162697"/>
                </a:lnTo>
                <a:cubicBezTo>
                  <a:pt x="231343" y="164877"/>
                  <a:pt x="230590" y="166633"/>
                  <a:pt x="229083" y="167979"/>
                </a:cubicBezTo>
                <a:cubicBezTo>
                  <a:pt x="227737" y="169486"/>
                  <a:pt x="225981" y="170239"/>
                  <a:pt x="223801" y="170239"/>
                </a:cubicBezTo>
                <a:cubicBezTo>
                  <a:pt x="221621" y="170239"/>
                  <a:pt x="219858" y="169486"/>
                  <a:pt x="218520" y="167979"/>
                </a:cubicBezTo>
                <a:cubicBezTo>
                  <a:pt x="217013" y="166633"/>
                  <a:pt x="216259" y="164877"/>
                  <a:pt x="216259" y="162697"/>
                </a:cubicBezTo>
                <a:lnTo>
                  <a:pt x="216259" y="99326"/>
                </a:lnTo>
                <a:lnTo>
                  <a:pt x="193370" y="110891"/>
                </a:lnTo>
                <a:lnTo>
                  <a:pt x="193370" y="162193"/>
                </a:lnTo>
                <a:cubicBezTo>
                  <a:pt x="193370" y="165038"/>
                  <a:pt x="192704" y="167642"/>
                  <a:pt x="191358" y="169991"/>
                </a:cubicBezTo>
                <a:cubicBezTo>
                  <a:pt x="189851" y="172331"/>
                  <a:pt x="187927" y="174175"/>
                  <a:pt x="185579" y="175521"/>
                </a:cubicBezTo>
                <a:lnTo>
                  <a:pt x="127745" y="207203"/>
                </a:lnTo>
                <a:cubicBezTo>
                  <a:pt x="126568" y="207876"/>
                  <a:pt x="125397" y="208373"/>
                  <a:pt x="124219" y="208710"/>
                </a:cubicBezTo>
                <a:cubicBezTo>
                  <a:pt x="123049" y="208878"/>
                  <a:pt x="121791" y="208966"/>
                  <a:pt x="120452" y="208966"/>
                </a:cubicBezTo>
                <a:cubicBezTo>
                  <a:pt x="119106" y="208966"/>
                  <a:pt x="117848" y="208878"/>
                  <a:pt x="116677" y="208710"/>
                </a:cubicBezTo>
                <a:cubicBezTo>
                  <a:pt x="115507" y="208373"/>
                  <a:pt x="114329" y="207876"/>
                  <a:pt x="113159" y="207203"/>
                </a:cubicBezTo>
                <a:lnTo>
                  <a:pt x="55325" y="175521"/>
                </a:lnTo>
                <a:close/>
                <a:moveTo>
                  <a:pt x="120452" y="133780"/>
                </a:moveTo>
                <a:lnTo>
                  <a:pt x="199661" y="90526"/>
                </a:lnTo>
                <a:lnTo>
                  <a:pt x="120452" y="48032"/>
                </a:lnTo>
                <a:lnTo>
                  <a:pt x="41741" y="90526"/>
                </a:lnTo>
                <a:lnTo>
                  <a:pt x="120452" y="133780"/>
                </a:lnTo>
                <a:close/>
                <a:moveTo>
                  <a:pt x="120452" y="194131"/>
                </a:moveTo>
                <a:lnTo>
                  <a:pt x="178286" y="162193"/>
                </a:lnTo>
                <a:lnTo>
                  <a:pt x="178286" y="119947"/>
                </a:lnTo>
                <a:lnTo>
                  <a:pt x="127745" y="147101"/>
                </a:lnTo>
                <a:cubicBezTo>
                  <a:pt x="126568" y="147774"/>
                  <a:pt x="125397" y="148279"/>
                  <a:pt x="124219" y="148616"/>
                </a:cubicBezTo>
                <a:cubicBezTo>
                  <a:pt x="123049" y="148784"/>
                  <a:pt x="121791" y="148864"/>
                  <a:pt x="120452" y="148864"/>
                </a:cubicBezTo>
                <a:cubicBezTo>
                  <a:pt x="119106" y="148864"/>
                  <a:pt x="117936" y="148784"/>
                  <a:pt x="116926" y="148616"/>
                </a:cubicBezTo>
                <a:cubicBezTo>
                  <a:pt x="115756" y="148279"/>
                  <a:pt x="114585" y="147774"/>
                  <a:pt x="113408" y="147101"/>
                </a:cubicBezTo>
                <a:lnTo>
                  <a:pt x="62611" y="119443"/>
                </a:lnTo>
                <a:lnTo>
                  <a:pt x="62611" y="162193"/>
                </a:lnTo>
                <a:lnTo>
                  <a:pt x="120452" y="194131"/>
                </a:lnTo>
                <a:close/>
                <a:moveTo>
                  <a:pt x="120701" y="133780"/>
                </a:moveTo>
                <a:close/>
                <a:moveTo>
                  <a:pt x="120452" y="156406"/>
                </a:moveTo>
                <a:close/>
                <a:moveTo>
                  <a:pt x="120452" y="15640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圖說"/>
          <p:cNvSpPr/>
          <p:nvPr/>
        </p:nvSpPr>
        <p:spPr>
          <a:xfrm>
            <a:off x="353071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</a:t>
            </a:r>
            <a:endParaRPr lang="en-US" sz="600" dirty="0"/>
          </a:p>
        </p:txBody>
      </p:sp>
      <p:sp>
        <p:nvSpPr>
          <p:cNvPr id="22" name="圖示 合作"/>
          <p:cNvSpPr/>
          <p:nvPr/>
        </p:nvSpPr>
        <p:spPr>
          <a:xfrm>
            <a:off x="409031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9443" y="206201"/>
                </a:moveTo>
                <a:cubicBezTo>
                  <a:pt x="120284" y="206201"/>
                  <a:pt x="121286" y="206033"/>
                  <a:pt x="122464" y="205696"/>
                </a:cubicBezTo>
                <a:cubicBezTo>
                  <a:pt x="123466" y="205191"/>
                  <a:pt x="124307" y="204606"/>
                  <a:pt x="124973" y="203933"/>
                </a:cubicBezTo>
                <a:lnTo>
                  <a:pt x="209719" y="118938"/>
                </a:lnTo>
                <a:cubicBezTo>
                  <a:pt x="211899" y="116758"/>
                  <a:pt x="213575" y="114329"/>
                  <a:pt x="214745" y="111652"/>
                </a:cubicBezTo>
                <a:cubicBezTo>
                  <a:pt x="215755" y="108799"/>
                  <a:pt x="216259" y="105946"/>
                  <a:pt x="216259" y="103100"/>
                </a:cubicBezTo>
                <a:cubicBezTo>
                  <a:pt x="216259" y="100248"/>
                  <a:pt x="215755" y="97402"/>
                  <a:pt x="214745" y="94549"/>
                </a:cubicBezTo>
                <a:cubicBezTo>
                  <a:pt x="213575" y="91696"/>
                  <a:pt x="211899" y="89187"/>
                  <a:pt x="209719" y="87007"/>
                </a:cubicBezTo>
                <a:lnTo>
                  <a:pt x="164453" y="41741"/>
                </a:lnTo>
                <a:cubicBezTo>
                  <a:pt x="162273" y="39561"/>
                  <a:pt x="159764" y="37973"/>
                  <a:pt x="156911" y="36964"/>
                </a:cubicBezTo>
                <a:cubicBezTo>
                  <a:pt x="154058" y="35793"/>
                  <a:pt x="151212" y="35208"/>
                  <a:pt x="148360" y="35208"/>
                </a:cubicBezTo>
                <a:cubicBezTo>
                  <a:pt x="145514" y="35208"/>
                  <a:pt x="142749" y="35793"/>
                  <a:pt x="140064" y="36964"/>
                </a:cubicBezTo>
                <a:cubicBezTo>
                  <a:pt x="137211" y="37973"/>
                  <a:pt x="134702" y="39561"/>
                  <a:pt x="132522" y="41741"/>
                </a:cubicBezTo>
                <a:lnTo>
                  <a:pt x="127994" y="46269"/>
                </a:lnTo>
                <a:lnTo>
                  <a:pt x="148360" y="66890"/>
                </a:lnTo>
                <a:cubicBezTo>
                  <a:pt x="150540" y="69238"/>
                  <a:pt x="152471" y="72004"/>
                  <a:pt x="154146" y="75186"/>
                </a:cubicBezTo>
                <a:cubicBezTo>
                  <a:pt x="155821" y="78207"/>
                  <a:pt x="156662" y="81557"/>
                  <a:pt x="156662" y="85244"/>
                </a:cubicBezTo>
                <a:cubicBezTo>
                  <a:pt x="156662" y="91616"/>
                  <a:pt x="154226" y="97234"/>
                  <a:pt x="149369" y="102091"/>
                </a:cubicBezTo>
                <a:cubicBezTo>
                  <a:pt x="144336" y="106956"/>
                  <a:pt x="138638" y="109384"/>
                  <a:pt x="132266" y="109384"/>
                </a:cubicBezTo>
                <a:cubicBezTo>
                  <a:pt x="128075" y="109384"/>
                  <a:pt x="124644" y="108799"/>
                  <a:pt x="121959" y="107629"/>
                </a:cubicBezTo>
                <a:cubicBezTo>
                  <a:pt x="119106" y="106283"/>
                  <a:pt x="116509" y="104439"/>
                  <a:pt x="114161" y="102091"/>
                </a:cubicBezTo>
                <a:lnTo>
                  <a:pt x="95807" y="83737"/>
                </a:lnTo>
                <a:lnTo>
                  <a:pt x="50292" y="129252"/>
                </a:lnTo>
                <a:cubicBezTo>
                  <a:pt x="49451" y="130086"/>
                  <a:pt x="48866" y="131008"/>
                  <a:pt x="48529" y="132017"/>
                </a:cubicBezTo>
                <a:cubicBezTo>
                  <a:pt x="48200" y="132851"/>
                  <a:pt x="48032" y="133780"/>
                  <a:pt x="48032" y="134783"/>
                </a:cubicBezTo>
                <a:cubicBezTo>
                  <a:pt x="48032" y="136962"/>
                  <a:pt x="48785" y="138806"/>
                  <a:pt x="50292" y="140313"/>
                </a:cubicBezTo>
                <a:cubicBezTo>
                  <a:pt x="51631" y="141659"/>
                  <a:pt x="53394" y="142325"/>
                  <a:pt x="55574" y="142325"/>
                </a:cubicBezTo>
                <a:cubicBezTo>
                  <a:pt x="56576" y="142325"/>
                  <a:pt x="57585" y="142076"/>
                  <a:pt x="58587" y="141571"/>
                </a:cubicBezTo>
                <a:cubicBezTo>
                  <a:pt x="59429" y="141066"/>
                  <a:pt x="60182" y="140481"/>
                  <a:pt x="60855" y="139815"/>
                </a:cubicBezTo>
                <a:lnTo>
                  <a:pt x="90277" y="110394"/>
                </a:lnTo>
                <a:cubicBezTo>
                  <a:pt x="91784" y="108879"/>
                  <a:pt x="93547" y="108126"/>
                  <a:pt x="95558" y="108126"/>
                </a:cubicBezTo>
                <a:cubicBezTo>
                  <a:pt x="97570" y="108126"/>
                  <a:pt x="99326" y="108879"/>
                  <a:pt x="100833" y="110394"/>
                </a:cubicBezTo>
                <a:cubicBezTo>
                  <a:pt x="102347" y="111901"/>
                  <a:pt x="103100" y="113664"/>
                  <a:pt x="103100" y="115675"/>
                </a:cubicBezTo>
                <a:cubicBezTo>
                  <a:pt x="103100" y="117687"/>
                  <a:pt x="102347" y="119443"/>
                  <a:pt x="100833" y="120950"/>
                </a:cubicBezTo>
                <a:lnTo>
                  <a:pt x="71667" y="150123"/>
                </a:lnTo>
                <a:cubicBezTo>
                  <a:pt x="70826" y="150956"/>
                  <a:pt x="70241" y="151885"/>
                  <a:pt x="69904" y="152888"/>
                </a:cubicBezTo>
                <a:cubicBezTo>
                  <a:pt x="69568" y="153897"/>
                  <a:pt x="69407" y="154899"/>
                  <a:pt x="69407" y="155909"/>
                </a:cubicBezTo>
                <a:cubicBezTo>
                  <a:pt x="69407" y="157921"/>
                  <a:pt x="70160" y="159676"/>
                  <a:pt x="71667" y="161183"/>
                </a:cubicBezTo>
                <a:cubicBezTo>
                  <a:pt x="73174" y="162697"/>
                  <a:pt x="74937" y="163451"/>
                  <a:pt x="76949" y="163451"/>
                </a:cubicBezTo>
                <a:cubicBezTo>
                  <a:pt x="77951" y="163451"/>
                  <a:pt x="78960" y="163283"/>
                  <a:pt x="79962" y="162946"/>
                </a:cubicBezTo>
                <a:cubicBezTo>
                  <a:pt x="80804" y="162441"/>
                  <a:pt x="81557" y="161856"/>
                  <a:pt x="82230" y="161183"/>
                </a:cubicBezTo>
                <a:lnTo>
                  <a:pt x="111652" y="131769"/>
                </a:lnTo>
                <a:cubicBezTo>
                  <a:pt x="113159" y="130254"/>
                  <a:pt x="114914" y="129501"/>
                  <a:pt x="116926" y="129501"/>
                </a:cubicBezTo>
                <a:cubicBezTo>
                  <a:pt x="118938" y="129501"/>
                  <a:pt x="120701" y="130254"/>
                  <a:pt x="122208" y="131769"/>
                </a:cubicBezTo>
                <a:cubicBezTo>
                  <a:pt x="123722" y="133276"/>
                  <a:pt x="124475" y="135031"/>
                  <a:pt x="124475" y="137043"/>
                </a:cubicBezTo>
                <a:cubicBezTo>
                  <a:pt x="124475" y="139055"/>
                  <a:pt x="123722" y="140818"/>
                  <a:pt x="122208" y="142325"/>
                </a:cubicBezTo>
                <a:lnTo>
                  <a:pt x="93042" y="171498"/>
                </a:lnTo>
                <a:cubicBezTo>
                  <a:pt x="92369" y="172163"/>
                  <a:pt x="91864" y="173085"/>
                  <a:pt x="91535" y="174263"/>
                </a:cubicBezTo>
                <a:cubicBezTo>
                  <a:pt x="91030" y="175265"/>
                  <a:pt x="90774" y="176274"/>
                  <a:pt x="90774" y="177277"/>
                </a:cubicBezTo>
                <a:cubicBezTo>
                  <a:pt x="90774" y="179288"/>
                  <a:pt x="91535" y="181051"/>
                  <a:pt x="93042" y="182558"/>
                </a:cubicBezTo>
                <a:cubicBezTo>
                  <a:pt x="94549" y="184072"/>
                  <a:pt x="96312" y="184826"/>
                  <a:pt x="98324" y="184826"/>
                </a:cubicBezTo>
                <a:cubicBezTo>
                  <a:pt x="99326" y="184826"/>
                  <a:pt x="100248" y="184658"/>
                  <a:pt x="101089" y="184321"/>
                </a:cubicBezTo>
                <a:cubicBezTo>
                  <a:pt x="101923" y="183985"/>
                  <a:pt x="102764" y="183399"/>
                  <a:pt x="103605" y="182558"/>
                </a:cubicBezTo>
                <a:lnTo>
                  <a:pt x="133020" y="153136"/>
                </a:lnTo>
                <a:cubicBezTo>
                  <a:pt x="134534" y="151629"/>
                  <a:pt x="136289" y="150876"/>
                  <a:pt x="138301" y="150876"/>
                </a:cubicBezTo>
                <a:cubicBezTo>
                  <a:pt x="140313" y="150876"/>
                  <a:pt x="142076" y="151629"/>
                  <a:pt x="143583" y="153136"/>
                </a:cubicBezTo>
                <a:cubicBezTo>
                  <a:pt x="145090" y="154651"/>
                  <a:pt x="145850" y="156406"/>
                  <a:pt x="145850" y="158418"/>
                </a:cubicBezTo>
                <a:cubicBezTo>
                  <a:pt x="145850" y="160430"/>
                  <a:pt x="145090" y="162193"/>
                  <a:pt x="143583" y="163700"/>
                </a:cubicBezTo>
                <a:lnTo>
                  <a:pt x="114161" y="193121"/>
                </a:lnTo>
                <a:cubicBezTo>
                  <a:pt x="113327" y="193963"/>
                  <a:pt x="112735" y="194884"/>
                  <a:pt x="112405" y="195886"/>
                </a:cubicBezTo>
                <a:cubicBezTo>
                  <a:pt x="112069" y="196896"/>
                  <a:pt x="111901" y="197818"/>
                  <a:pt x="111901" y="198652"/>
                </a:cubicBezTo>
                <a:cubicBezTo>
                  <a:pt x="111901" y="201000"/>
                  <a:pt x="112574" y="202843"/>
                  <a:pt x="113912" y="204189"/>
                </a:cubicBezTo>
                <a:cubicBezTo>
                  <a:pt x="115251" y="205528"/>
                  <a:pt x="117094" y="206201"/>
                  <a:pt x="119443" y="206201"/>
                </a:cubicBezTo>
                <a:close/>
                <a:moveTo>
                  <a:pt x="119443" y="221285"/>
                </a:moveTo>
                <a:cubicBezTo>
                  <a:pt x="113912" y="221285"/>
                  <a:pt x="108967" y="219273"/>
                  <a:pt x="104607" y="215250"/>
                </a:cubicBezTo>
                <a:cubicBezTo>
                  <a:pt x="100248" y="211058"/>
                  <a:pt x="97651" y="205945"/>
                  <a:pt x="96809" y="199910"/>
                </a:cubicBezTo>
                <a:cubicBezTo>
                  <a:pt x="91111" y="199076"/>
                  <a:pt x="86334" y="196728"/>
                  <a:pt x="82479" y="192873"/>
                </a:cubicBezTo>
                <a:cubicBezTo>
                  <a:pt x="78624" y="189017"/>
                  <a:pt x="76276" y="184233"/>
                  <a:pt x="75442" y="178535"/>
                </a:cubicBezTo>
                <a:cubicBezTo>
                  <a:pt x="69736" y="177701"/>
                  <a:pt x="65047" y="175353"/>
                  <a:pt x="61360" y="171498"/>
                </a:cubicBezTo>
                <a:cubicBezTo>
                  <a:pt x="57497" y="167474"/>
                  <a:pt x="55157" y="162697"/>
                  <a:pt x="54315" y="157160"/>
                </a:cubicBezTo>
                <a:cubicBezTo>
                  <a:pt x="48112" y="156326"/>
                  <a:pt x="42999" y="153809"/>
                  <a:pt x="38975" y="149618"/>
                </a:cubicBezTo>
                <a:cubicBezTo>
                  <a:pt x="34952" y="145426"/>
                  <a:pt x="32940" y="140401"/>
                  <a:pt x="32940" y="134534"/>
                </a:cubicBezTo>
                <a:cubicBezTo>
                  <a:pt x="32940" y="131681"/>
                  <a:pt x="33526" y="128828"/>
                  <a:pt x="34703" y="125982"/>
                </a:cubicBezTo>
                <a:cubicBezTo>
                  <a:pt x="35705" y="123129"/>
                  <a:pt x="37300" y="120620"/>
                  <a:pt x="39480" y="118440"/>
                </a:cubicBezTo>
                <a:lnTo>
                  <a:pt x="85244" y="72669"/>
                </a:lnTo>
                <a:cubicBezTo>
                  <a:pt x="88097" y="69824"/>
                  <a:pt x="91616" y="68397"/>
                  <a:pt x="95807" y="68397"/>
                </a:cubicBezTo>
                <a:cubicBezTo>
                  <a:pt x="99999" y="68397"/>
                  <a:pt x="103517" y="69824"/>
                  <a:pt x="106370" y="72669"/>
                </a:cubicBezTo>
                <a:lnTo>
                  <a:pt x="123466" y="89772"/>
                </a:lnTo>
                <a:cubicBezTo>
                  <a:pt x="124805" y="91111"/>
                  <a:pt x="126319" y="92201"/>
                  <a:pt x="127994" y="93042"/>
                </a:cubicBezTo>
                <a:cubicBezTo>
                  <a:pt x="129501" y="93708"/>
                  <a:pt x="131008" y="94044"/>
                  <a:pt x="132522" y="94044"/>
                </a:cubicBezTo>
                <a:cubicBezTo>
                  <a:pt x="134702" y="94044"/>
                  <a:pt x="136794" y="93122"/>
                  <a:pt x="138806" y="91279"/>
                </a:cubicBezTo>
                <a:cubicBezTo>
                  <a:pt x="140649" y="89267"/>
                  <a:pt x="141571" y="87175"/>
                  <a:pt x="141571" y="84995"/>
                </a:cubicBezTo>
                <a:cubicBezTo>
                  <a:pt x="141571" y="83986"/>
                  <a:pt x="141322" y="82896"/>
                  <a:pt x="140818" y="81725"/>
                </a:cubicBezTo>
                <a:cubicBezTo>
                  <a:pt x="140145" y="80387"/>
                  <a:pt x="139142" y="79041"/>
                  <a:pt x="137804" y="77702"/>
                </a:cubicBezTo>
                <a:lnTo>
                  <a:pt x="101842" y="41741"/>
                </a:lnTo>
                <a:cubicBezTo>
                  <a:pt x="99662" y="39561"/>
                  <a:pt x="97146" y="37973"/>
                  <a:pt x="94300" y="36964"/>
                </a:cubicBezTo>
                <a:cubicBezTo>
                  <a:pt x="91447" y="35793"/>
                  <a:pt x="88594" y="35208"/>
                  <a:pt x="85749" y="35208"/>
                </a:cubicBezTo>
                <a:cubicBezTo>
                  <a:pt x="82896" y="35208"/>
                  <a:pt x="80131" y="35793"/>
                  <a:pt x="77453" y="36964"/>
                </a:cubicBezTo>
                <a:cubicBezTo>
                  <a:pt x="74600" y="37973"/>
                  <a:pt x="72084" y="39561"/>
                  <a:pt x="69904" y="41741"/>
                </a:cubicBezTo>
                <a:lnTo>
                  <a:pt x="31682" y="79962"/>
                </a:lnTo>
                <a:cubicBezTo>
                  <a:pt x="28332" y="83320"/>
                  <a:pt x="26320" y="87424"/>
                  <a:pt x="25647" y="92289"/>
                </a:cubicBezTo>
                <a:cubicBezTo>
                  <a:pt x="24813" y="96978"/>
                  <a:pt x="25311" y="101506"/>
                  <a:pt x="27161" y="105866"/>
                </a:cubicBezTo>
                <a:cubicBezTo>
                  <a:pt x="27995" y="107709"/>
                  <a:pt x="27995" y="109640"/>
                  <a:pt x="27161" y="111652"/>
                </a:cubicBezTo>
                <a:cubicBezTo>
                  <a:pt x="26320" y="113495"/>
                  <a:pt x="24981" y="114834"/>
                  <a:pt x="23138" y="115675"/>
                </a:cubicBezTo>
                <a:cubicBezTo>
                  <a:pt x="21287" y="116509"/>
                  <a:pt x="19363" y="116509"/>
                  <a:pt x="17352" y="115675"/>
                </a:cubicBezTo>
                <a:cubicBezTo>
                  <a:pt x="15340" y="114834"/>
                  <a:pt x="13914" y="113495"/>
                  <a:pt x="13080" y="111652"/>
                </a:cubicBezTo>
                <a:cubicBezTo>
                  <a:pt x="10227" y="104103"/>
                  <a:pt x="9385" y="96641"/>
                  <a:pt x="10563" y="89267"/>
                </a:cubicBezTo>
                <a:cubicBezTo>
                  <a:pt x="11734" y="81725"/>
                  <a:pt x="15252" y="75017"/>
                  <a:pt x="21126" y="69151"/>
                </a:cubicBezTo>
                <a:lnTo>
                  <a:pt x="59092" y="31185"/>
                </a:lnTo>
                <a:cubicBezTo>
                  <a:pt x="62779" y="27491"/>
                  <a:pt x="66971" y="24813"/>
                  <a:pt x="71667" y="23138"/>
                </a:cubicBezTo>
                <a:cubicBezTo>
                  <a:pt x="76363" y="21287"/>
                  <a:pt x="81140" y="20366"/>
                  <a:pt x="85997" y="20366"/>
                </a:cubicBezTo>
                <a:cubicBezTo>
                  <a:pt x="90862" y="20366"/>
                  <a:pt x="95639" y="21287"/>
                  <a:pt x="100335" y="23138"/>
                </a:cubicBezTo>
                <a:cubicBezTo>
                  <a:pt x="104856" y="24813"/>
                  <a:pt x="108967" y="27491"/>
                  <a:pt x="112654" y="31185"/>
                </a:cubicBezTo>
                <a:lnTo>
                  <a:pt x="117182" y="35705"/>
                </a:lnTo>
                <a:lnTo>
                  <a:pt x="121710" y="31185"/>
                </a:lnTo>
                <a:cubicBezTo>
                  <a:pt x="125397" y="27491"/>
                  <a:pt x="129589" y="24813"/>
                  <a:pt x="134278" y="23138"/>
                </a:cubicBezTo>
                <a:cubicBezTo>
                  <a:pt x="138974" y="21287"/>
                  <a:pt x="143751" y="20366"/>
                  <a:pt x="148616" y="20366"/>
                </a:cubicBezTo>
                <a:cubicBezTo>
                  <a:pt x="153473" y="20366"/>
                  <a:pt x="158250" y="21287"/>
                  <a:pt x="162946" y="23138"/>
                </a:cubicBezTo>
                <a:cubicBezTo>
                  <a:pt x="167474" y="24813"/>
                  <a:pt x="171578" y="27491"/>
                  <a:pt x="175265" y="31185"/>
                </a:cubicBezTo>
                <a:lnTo>
                  <a:pt x="220283" y="76195"/>
                </a:lnTo>
                <a:cubicBezTo>
                  <a:pt x="223969" y="79882"/>
                  <a:pt x="226735" y="84074"/>
                  <a:pt x="228578" y="88763"/>
                </a:cubicBezTo>
                <a:cubicBezTo>
                  <a:pt x="230421" y="93459"/>
                  <a:pt x="231343" y="98236"/>
                  <a:pt x="231343" y="103100"/>
                </a:cubicBezTo>
                <a:cubicBezTo>
                  <a:pt x="231343" y="107958"/>
                  <a:pt x="230421" y="112735"/>
                  <a:pt x="228578" y="117431"/>
                </a:cubicBezTo>
                <a:cubicBezTo>
                  <a:pt x="226735" y="121959"/>
                  <a:pt x="223969" y="126063"/>
                  <a:pt x="220283" y="129757"/>
                </a:cubicBezTo>
                <a:lnTo>
                  <a:pt x="135536" y="214496"/>
                </a:lnTo>
                <a:cubicBezTo>
                  <a:pt x="133356" y="216676"/>
                  <a:pt x="130927" y="218351"/>
                  <a:pt x="128243" y="219522"/>
                </a:cubicBezTo>
                <a:cubicBezTo>
                  <a:pt x="125397" y="220700"/>
                  <a:pt x="122464" y="221285"/>
                  <a:pt x="119443" y="221285"/>
                </a:cubicBezTo>
                <a:close/>
                <a:moveTo>
                  <a:pt x="95054" y="8398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圖說"/>
          <p:cNvSpPr/>
          <p:nvPr/>
        </p:nvSpPr>
        <p:spPr>
          <a:xfrm>
            <a:off x="397449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合作</a:t>
            </a:r>
            <a:endParaRPr lang="en-US" sz="600" dirty="0"/>
          </a:p>
        </p:txBody>
      </p:sp>
      <p:sp>
        <p:nvSpPr>
          <p:cNvPr id="24" name="圖示 思考"/>
          <p:cNvSpPr/>
          <p:nvPr/>
        </p:nvSpPr>
        <p:spPr>
          <a:xfrm>
            <a:off x="453408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2149" y="136289"/>
                </a:moveTo>
                <a:lnTo>
                  <a:pt x="112654" y="143839"/>
                </a:lnTo>
                <a:cubicBezTo>
                  <a:pt x="112822" y="144841"/>
                  <a:pt x="113239" y="145682"/>
                  <a:pt x="113912" y="146348"/>
                </a:cubicBezTo>
                <a:cubicBezTo>
                  <a:pt x="114585" y="147021"/>
                  <a:pt x="115419" y="147357"/>
                  <a:pt x="116429" y="147357"/>
                </a:cubicBezTo>
                <a:lnTo>
                  <a:pt x="124475" y="147357"/>
                </a:lnTo>
                <a:cubicBezTo>
                  <a:pt x="125478" y="147357"/>
                  <a:pt x="126319" y="147021"/>
                  <a:pt x="126985" y="146348"/>
                </a:cubicBezTo>
                <a:cubicBezTo>
                  <a:pt x="127658" y="145682"/>
                  <a:pt x="128075" y="144841"/>
                  <a:pt x="128243" y="143839"/>
                </a:cubicBezTo>
                <a:lnTo>
                  <a:pt x="128748" y="136289"/>
                </a:lnTo>
                <a:cubicBezTo>
                  <a:pt x="130759" y="135953"/>
                  <a:pt x="132603" y="135287"/>
                  <a:pt x="134278" y="134278"/>
                </a:cubicBezTo>
                <a:cubicBezTo>
                  <a:pt x="136121" y="133107"/>
                  <a:pt x="137716" y="131849"/>
                  <a:pt x="139055" y="130510"/>
                </a:cubicBezTo>
                <a:lnTo>
                  <a:pt x="146604" y="133020"/>
                </a:lnTo>
                <a:cubicBezTo>
                  <a:pt x="147438" y="133356"/>
                  <a:pt x="148279" y="133356"/>
                  <a:pt x="149113" y="133020"/>
                </a:cubicBezTo>
                <a:cubicBezTo>
                  <a:pt x="149954" y="132690"/>
                  <a:pt x="150627" y="132098"/>
                  <a:pt x="151125" y="131264"/>
                </a:cubicBezTo>
                <a:lnTo>
                  <a:pt x="154899" y="124724"/>
                </a:lnTo>
                <a:cubicBezTo>
                  <a:pt x="155404" y="123883"/>
                  <a:pt x="155572" y="123049"/>
                  <a:pt x="155404" y="122208"/>
                </a:cubicBezTo>
                <a:cubicBezTo>
                  <a:pt x="155404" y="121374"/>
                  <a:pt x="154980" y="120620"/>
                  <a:pt x="154146" y="119947"/>
                </a:cubicBezTo>
                <a:lnTo>
                  <a:pt x="149113" y="115924"/>
                </a:lnTo>
                <a:cubicBezTo>
                  <a:pt x="149954" y="113576"/>
                  <a:pt x="150371" y="111147"/>
                  <a:pt x="150371" y="108631"/>
                </a:cubicBezTo>
                <a:cubicBezTo>
                  <a:pt x="150371" y="106114"/>
                  <a:pt x="149954" y="103686"/>
                  <a:pt x="149113" y="101337"/>
                </a:cubicBezTo>
                <a:lnTo>
                  <a:pt x="154146" y="97314"/>
                </a:lnTo>
                <a:cubicBezTo>
                  <a:pt x="154980" y="96641"/>
                  <a:pt x="155485" y="95888"/>
                  <a:pt x="155653" y="95054"/>
                </a:cubicBezTo>
                <a:cubicBezTo>
                  <a:pt x="155653" y="94212"/>
                  <a:pt x="155404" y="93379"/>
                  <a:pt x="154899" y="92537"/>
                </a:cubicBezTo>
                <a:lnTo>
                  <a:pt x="151125" y="85997"/>
                </a:lnTo>
                <a:cubicBezTo>
                  <a:pt x="150627" y="85164"/>
                  <a:pt x="149954" y="84571"/>
                  <a:pt x="149113" y="84242"/>
                </a:cubicBezTo>
                <a:cubicBezTo>
                  <a:pt x="148279" y="83905"/>
                  <a:pt x="147438" y="83905"/>
                  <a:pt x="146604" y="84242"/>
                </a:cubicBezTo>
                <a:lnTo>
                  <a:pt x="139055" y="86751"/>
                </a:lnTo>
                <a:cubicBezTo>
                  <a:pt x="137716" y="85412"/>
                  <a:pt x="136121" y="84242"/>
                  <a:pt x="134278" y="83232"/>
                </a:cubicBezTo>
                <a:cubicBezTo>
                  <a:pt x="132434" y="82230"/>
                  <a:pt x="130591" y="81477"/>
                  <a:pt x="128748" y="80972"/>
                </a:cubicBezTo>
                <a:lnTo>
                  <a:pt x="128243" y="73430"/>
                </a:lnTo>
                <a:cubicBezTo>
                  <a:pt x="128075" y="72420"/>
                  <a:pt x="127658" y="71579"/>
                  <a:pt x="126985" y="70914"/>
                </a:cubicBezTo>
                <a:cubicBezTo>
                  <a:pt x="126319" y="70241"/>
                  <a:pt x="125478" y="69904"/>
                  <a:pt x="124475" y="69904"/>
                </a:cubicBezTo>
                <a:lnTo>
                  <a:pt x="116429" y="69904"/>
                </a:lnTo>
                <a:cubicBezTo>
                  <a:pt x="115419" y="69904"/>
                  <a:pt x="114585" y="70241"/>
                  <a:pt x="113912" y="70914"/>
                </a:cubicBezTo>
                <a:cubicBezTo>
                  <a:pt x="113239" y="71579"/>
                  <a:pt x="112822" y="72420"/>
                  <a:pt x="112654" y="73430"/>
                </a:cubicBezTo>
                <a:lnTo>
                  <a:pt x="112149" y="80972"/>
                </a:lnTo>
                <a:cubicBezTo>
                  <a:pt x="110306" y="81477"/>
                  <a:pt x="108462" y="82230"/>
                  <a:pt x="106619" y="83232"/>
                </a:cubicBezTo>
                <a:cubicBezTo>
                  <a:pt x="104776" y="84242"/>
                  <a:pt x="103181" y="85412"/>
                  <a:pt x="101842" y="86751"/>
                </a:cubicBezTo>
                <a:lnTo>
                  <a:pt x="94300" y="84242"/>
                </a:lnTo>
                <a:cubicBezTo>
                  <a:pt x="93459" y="83905"/>
                  <a:pt x="92618" y="83905"/>
                  <a:pt x="91784" y="84242"/>
                </a:cubicBezTo>
                <a:cubicBezTo>
                  <a:pt x="90943" y="84571"/>
                  <a:pt x="90277" y="85164"/>
                  <a:pt x="89772" y="85997"/>
                </a:cubicBezTo>
                <a:lnTo>
                  <a:pt x="85997" y="92537"/>
                </a:lnTo>
                <a:cubicBezTo>
                  <a:pt x="85500" y="93379"/>
                  <a:pt x="85332" y="94212"/>
                  <a:pt x="85500" y="95054"/>
                </a:cubicBezTo>
                <a:cubicBezTo>
                  <a:pt x="85500" y="95888"/>
                  <a:pt x="85917" y="96641"/>
                  <a:pt x="86751" y="97314"/>
                </a:cubicBezTo>
                <a:lnTo>
                  <a:pt x="91784" y="101337"/>
                </a:lnTo>
                <a:cubicBezTo>
                  <a:pt x="90943" y="103686"/>
                  <a:pt x="90526" y="106114"/>
                  <a:pt x="90526" y="108631"/>
                </a:cubicBezTo>
                <a:cubicBezTo>
                  <a:pt x="90526" y="111147"/>
                  <a:pt x="90943" y="113576"/>
                  <a:pt x="91784" y="115924"/>
                </a:cubicBezTo>
                <a:lnTo>
                  <a:pt x="86751" y="119947"/>
                </a:lnTo>
                <a:cubicBezTo>
                  <a:pt x="85917" y="120620"/>
                  <a:pt x="85500" y="121374"/>
                  <a:pt x="85500" y="122208"/>
                </a:cubicBezTo>
                <a:cubicBezTo>
                  <a:pt x="85332" y="123049"/>
                  <a:pt x="85500" y="123883"/>
                  <a:pt x="85997" y="124724"/>
                </a:cubicBezTo>
                <a:lnTo>
                  <a:pt x="89772" y="131264"/>
                </a:lnTo>
                <a:cubicBezTo>
                  <a:pt x="90277" y="132098"/>
                  <a:pt x="90943" y="132690"/>
                  <a:pt x="91784" y="133020"/>
                </a:cubicBezTo>
                <a:cubicBezTo>
                  <a:pt x="92618" y="133356"/>
                  <a:pt x="93459" y="133356"/>
                  <a:pt x="94300" y="133020"/>
                </a:cubicBezTo>
                <a:lnTo>
                  <a:pt x="101842" y="130510"/>
                </a:lnTo>
                <a:cubicBezTo>
                  <a:pt x="103181" y="131849"/>
                  <a:pt x="104776" y="133107"/>
                  <a:pt x="106619" y="134278"/>
                </a:cubicBezTo>
                <a:cubicBezTo>
                  <a:pt x="108294" y="135287"/>
                  <a:pt x="110138" y="135953"/>
                  <a:pt x="112149" y="136289"/>
                </a:cubicBezTo>
                <a:close/>
                <a:moveTo>
                  <a:pt x="108126" y="121206"/>
                </a:moveTo>
                <a:cubicBezTo>
                  <a:pt x="104607" y="117687"/>
                  <a:pt x="102844" y="113495"/>
                  <a:pt x="102844" y="108631"/>
                </a:cubicBezTo>
                <a:cubicBezTo>
                  <a:pt x="102844" y="103766"/>
                  <a:pt x="104527" y="99662"/>
                  <a:pt x="107877" y="96312"/>
                </a:cubicBezTo>
                <a:cubicBezTo>
                  <a:pt x="111396" y="92786"/>
                  <a:pt x="115587" y="91030"/>
                  <a:pt x="120452" y="91030"/>
                </a:cubicBezTo>
                <a:cubicBezTo>
                  <a:pt x="125309" y="91030"/>
                  <a:pt x="129501" y="92706"/>
                  <a:pt x="133020" y="96056"/>
                </a:cubicBezTo>
                <a:cubicBezTo>
                  <a:pt x="136377" y="99582"/>
                  <a:pt x="138052" y="103766"/>
                  <a:pt x="138052" y="108631"/>
                </a:cubicBezTo>
                <a:cubicBezTo>
                  <a:pt x="138052" y="113495"/>
                  <a:pt x="136377" y="117687"/>
                  <a:pt x="133020" y="121206"/>
                </a:cubicBezTo>
                <a:cubicBezTo>
                  <a:pt x="129501" y="124556"/>
                  <a:pt x="125309" y="126231"/>
                  <a:pt x="120452" y="126231"/>
                </a:cubicBezTo>
                <a:cubicBezTo>
                  <a:pt x="115587" y="126231"/>
                  <a:pt x="111484" y="124556"/>
                  <a:pt x="108126" y="121206"/>
                </a:cubicBezTo>
                <a:close/>
                <a:moveTo>
                  <a:pt x="60350" y="178037"/>
                </a:moveTo>
                <a:cubicBezTo>
                  <a:pt x="50797" y="169318"/>
                  <a:pt x="43416" y="159171"/>
                  <a:pt x="38222" y="147606"/>
                </a:cubicBezTo>
                <a:cubicBezTo>
                  <a:pt x="32860" y="135873"/>
                  <a:pt x="30175" y="123554"/>
                  <a:pt x="30175" y="110642"/>
                </a:cubicBezTo>
                <a:cubicBezTo>
                  <a:pt x="30175" y="85500"/>
                  <a:pt x="38975" y="64125"/>
                  <a:pt x="56576" y="46517"/>
                </a:cubicBezTo>
                <a:cubicBezTo>
                  <a:pt x="74183" y="28917"/>
                  <a:pt x="95558" y="20117"/>
                  <a:pt x="120701" y="20117"/>
                </a:cubicBezTo>
                <a:cubicBezTo>
                  <a:pt x="141659" y="20117"/>
                  <a:pt x="160261" y="26320"/>
                  <a:pt x="176523" y="38727"/>
                </a:cubicBezTo>
                <a:cubicBezTo>
                  <a:pt x="192617" y="50965"/>
                  <a:pt x="203099" y="66971"/>
                  <a:pt x="207957" y="86751"/>
                </a:cubicBezTo>
                <a:lnTo>
                  <a:pt x="221790" y="141571"/>
                </a:lnTo>
                <a:cubicBezTo>
                  <a:pt x="222455" y="143919"/>
                  <a:pt x="222038" y="146099"/>
                  <a:pt x="220531" y="148111"/>
                </a:cubicBezTo>
                <a:cubicBezTo>
                  <a:pt x="219024" y="149954"/>
                  <a:pt x="217013" y="150876"/>
                  <a:pt x="214496" y="150876"/>
                </a:cubicBezTo>
                <a:lnTo>
                  <a:pt x="191110" y="150876"/>
                </a:lnTo>
                <a:lnTo>
                  <a:pt x="191110" y="186084"/>
                </a:lnTo>
                <a:cubicBezTo>
                  <a:pt x="191110" y="190268"/>
                  <a:pt x="189603" y="193794"/>
                  <a:pt x="186581" y="196640"/>
                </a:cubicBezTo>
                <a:cubicBezTo>
                  <a:pt x="183736" y="199661"/>
                  <a:pt x="180210" y="201168"/>
                  <a:pt x="176026" y="201168"/>
                </a:cubicBezTo>
                <a:lnTo>
                  <a:pt x="150876" y="201168"/>
                </a:lnTo>
                <a:lnTo>
                  <a:pt x="150876" y="213743"/>
                </a:lnTo>
                <a:cubicBezTo>
                  <a:pt x="150876" y="215923"/>
                  <a:pt x="150123" y="217678"/>
                  <a:pt x="148616" y="219024"/>
                </a:cubicBezTo>
                <a:cubicBezTo>
                  <a:pt x="147270" y="220531"/>
                  <a:pt x="145514" y="221285"/>
                  <a:pt x="143334" y="221285"/>
                </a:cubicBezTo>
                <a:cubicBezTo>
                  <a:pt x="141154" y="221285"/>
                  <a:pt x="139391" y="220531"/>
                  <a:pt x="138052" y="219024"/>
                </a:cubicBezTo>
                <a:cubicBezTo>
                  <a:pt x="136546" y="217678"/>
                  <a:pt x="135792" y="215923"/>
                  <a:pt x="135792" y="213743"/>
                </a:cubicBezTo>
                <a:lnTo>
                  <a:pt x="135792" y="193626"/>
                </a:lnTo>
                <a:cubicBezTo>
                  <a:pt x="135792" y="191446"/>
                  <a:pt x="136546" y="189683"/>
                  <a:pt x="138052" y="188344"/>
                </a:cubicBezTo>
                <a:cubicBezTo>
                  <a:pt x="139391" y="186838"/>
                  <a:pt x="141154" y="186084"/>
                  <a:pt x="143334" y="186084"/>
                </a:cubicBezTo>
                <a:lnTo>
                  <a:pt x="176026" y="186084"/>
                </a:lnTo>
                <a:lnTo>
                  <a:pt x="176026" y="143334"/>
                </a:lnTo>
                <a:cubicBezTo>
                  <a:pt x="176026" y="141154"/>
                  <a:pt x="176779" y="139391"/>
                  <a:pt x="178286" y="138052"/>
                </a:cubicBezTo>
                <a:cubicBezTo>
                  <a:pt x="179625" y="136546"/>
                  <a:pt x="181388" y="135792"/>
                  <a:pt x="183568" y="135792"/>
                </a:cubicBezTo>
                <a:lnTo>
                  <a:pt x="204687" y="135792"/>
                </a:lnTo>
                <a:lnTo>
                  <a:pt x="193370" y="90526"/>
                </a:lnTo>
                <a:cubicBezTo>
                  <a:pt x="189347" y="74264"/>
                  <a:pt x="180546" y="61023"/>
                  <a:pt x="166969" y="50797"/>
                </a:cubicBezTo>
                <a:cubicBezTo>
                  <a:pt x="153392" y="40402"/>
                  <a:pt x="137965" y="35208"/>
                  <a:pt x="120701" y="35208"/>
                </a:cubicBezTo>
                <a:cubicBezTo>
                  <a:pt x="99743" y="35208"/>
                  <a:pt x="81974" y="42494"/>
                  <a:pt x="67395" y="57081"/>
                </a:cubicBezTo>
                <a:cubicBezTo>
                  <a:pt x="52640" y="71499"/>
                  <a:pt x="45266" y="89187"/>
                  <a:pt x="45266" y="110138"/>
                </a:cubicBezTo>
                <a:cubicBezTo>
                  <a:pt x="45266" y="120869"/>
                  <a:pt x="47439" y="131096"/>
                  <a:pt x="51799" y="140818"/>
                </a:cubicBezTo>
                <a:cubicBezTo>
                  <a:pt x="56327" y="150540"/>
                  <a:pt x="62611" y="159171"/>
                  <a:pt x="70658" y="166721"/>
                </a:cubicBezTo>
                <a:lnTo>
                  <a:pt x="75442" y="171242"/>
                </a:lnTo>
                <a:lnTo>
                  <a:pt x="75442" y="213743"/>
                </a:lnTo>
                <a:cubicBezTo>
                  <a:pt x="75442" y="215923"/>
                  <a:pt x="74681" y="217678"/>
                  <a:pt x="73174" y="219024"/>
                </a:cubicBezTo>
                <a:cubicBezTo>
                  <a:pt x="71835" y="220531"/>
                  <a:pt x="70072" y="221285"/>
                  <a:pt x="67892" y="221285"/>
                </a:cubicBezTo>
                <a:cubicBezTo>
                  <a:pt x="65712" y="221285"/>
                  <a:pt x="63957" y="220531"/>
                  <a:pt x="62611" y="219024"/>
                </a:cubicBezTo>
                <a:cubicBezTo>
                  <a:pt x="61104" y="217678"/>
                  <a:pt x="60350" y="215923"/>
                  <a:pt x="60350" y="213743"/>
                </a:cubicBezTo>
                <a:lnTo>
                  <a:pt x="60350" y="178037"/>
                </a:lnTo>
                <a:close/>
                <a:moveTo>
                  <a:pt x="124973" y="128243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圖說"/>
          <p:cNvSpPr/>
          <p:nvPr/>
        </p:nvSpPr>
        <p:spPr>
          <a:xfrm>
            <a:off x="441827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思考</a:t>
            </a:r>
            <a:endParaRPr lang="en-US" sz="600" dirty="0"/>
          </a:p>
        </p:txBody>
      </p:sp>
      <p:sp>
        <p:nvSpPr>
          <p:cNvPr id="26" name="圖示 工廠"/>
          <p:cNvSpPr/>
          <p:nvPr/>
        </p:nvSpPr>
        <p:spPr>
          <a:xfrm>
            <a:off x="4977866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208" y="221285"/>
                </a:moveTo>
                <a:cubicBezTo>
                  <a:pt x="31016" y="221285"/>
                  <a:pt x="27491" y="219778"/>
                  <a:pt x="24645" y="216757"/>
                </a:cubicBezTo>
                <a:cubicBezTo>
                  <a:pt x="21624" y="213911"/>
                  <a:pt x="20117" y="210385"/>
                  <a:pt x="20117" y="206201"/>
                </a:cubicBezTo>
                <a:lnTo>
                  <a:pt x="20117" y="110394"/>
                </a:lnTo>
                <a:cubicBezTo>
                  <a:pt x="20117" y="107373"/>
                  <a:pt x="20958" y="104527"/>
                  <a:pt x="22633" y="101842"/>
                </a:cubicBezTo>
                <a:cubicBezTo>
                  <a:pt x="24308" y="99326"/>
                  <a:pt x="26569" y="97482"/>
                  <a:pt x="29422" y="96312"/>
                </a:cubicBezTo>
                <a:lnTo>
                  <a:pt x="79962" y="74937"/>
                </a:lnTo>
                <a:cubicBezTo>
                  <a:pt x="82479" y="73927"/>
                  <a:pt x="84908" y="74096"/>
                  <a:pt x="87256" y="75442"/>
                </a:cubicBezTo>
                <a:cubicBezTo>
                  <a:pt x="89436" y="76949"/>
                  <a:pt x="90526" y="79041"/>
                  <a:pt x="90526" y="81725"/>
                </a:cubicBezTo>
                <a:lnTo>
                  <a:pt x="90526" y="90526"/>
                </a:lnTo>
                <a:lnTo>
                  <a:pt x="130510" y="74432"/>
                </a:lnTo>
                <a:cubicBezTo>
                  <a:pt x="133020" y="73430"/>
                  <a:pt x="135368" y="73679"/>
                  <a:pt x="137548" y="75186"/>
                </a:cubicBezTo>
                <a:cubicBezTo>
                  <a:pt x="139728" y="76693"/>
                  <a:pt x="140818" y="78792"/>
                  <a:pt x="140818" y="81477"/>
                </a:cubicBezTo>
                <a:lnTo>
                  <a:pt x="140818" y="100584"/>
                </a:lnTo>
                <a:lnTo>
                  <a:pt x="221285" y="100584"/>
                </a:lnTo>
                <a:lnTo>
                  <a:pt x="221285" y="206201"/>
                </a:lnTo>
                <a:cubicBezTo>
                  <a:pt x="221285" y="210385"/>
                  <a:pt x="219778" y="213911"/>
                  <a:pt x="216757" y="216757"/>
                </a:cubicBezTo>
                <a:cubicBezTo>
                  <a:pt x="213911" y="219778"/>
                  <a:pt x="210385" y="221285"/>
                  <a:pt x="206201" y="221285"/>
                </a:cubicBezTo>
                <a:lnTo>
                  <a:pt x="35208" y="221285"/>
                </a:lnTo>
                <a:close/>
                <a:moveTo>
                  <a:pt x="35208" y="206201"/>
                </a:moveTo>
                <a:lnTo>
                  <a:pt x="206201" y="206201"/>
                </a:lnTo>
                <a:lnTo>
                  <a:pt x="206201" y="115675"/>
                </a:lnTo>
                <a:lnTo>
                  <a:pt x="125734" y="115675"/>
                </a:lnTo>
                <a:lnTo>
                  <a:pt x="125734" y="92537"/>
                </a:lnTo>
                <a:lnTo>
                  <a:pt x="75442" y="112654"/>
                </a:lnTo>
                <a:lnTo>
                  <a:pt x="75442" y="92786"/>
                </a:lnTo>
                <a:lnTo>
                  <a:pt x="35208" y="110642"/>
                </a:lnTo>
                <a:lnTo>
                  <a:pt x="35208" y="206201"/>
                </a:lnTo>
                <a:close/>
                <a:moveTo>
                  <a:pt x="113159" y="181051"/>
                </a:moveTo>
                <a:lnTo>
                  <a:pt x="128243" y="181051"/>
                </a:lnTo>
                <a:lnTo>
                  <a:pt x="128243" y="140818"/>
                </a:lnTo>
                <a:lnTo>
                  <a:pt x="113159" y="140818"/>
                </a:lnTo>
                <a:lnTo>
                  <a:pt x="113159" y="181051"/>
                </a:lnTo>
                <a:close/>
                <a:moveTo>
                  <a:pt x="72925" y="181051"/>
                </a:moveTo>
                <a:lnTo>
                  <a:pt x="88009" y="181051"/>
                </a:lnTo>
                <a:lnTo>
                  <a:pt x="88009" y="140818"/>
                </a:lnTo>
                <a:lnTo>
                  <a:pt x="72925" y="140818"/>
                </a:lnTo>
                <a:lnTo>
                  <a:pt x="72925" y="181051"/>
                </a:lnTo>
                <a:close/>
                <a:moveTo>
                  <a:pt x="153392" y="181051"/>
                </a:moveTo>
                <a:lnTo>
                  <a:pt x="168476" y="181051"/>
                </a:lnTo>
                <a:lnTo>
                  <a:pt x="168476" y="140818"/>
                </a:lnTo>
                <a:lnTo>
                  <a:pt x="153392" y="140818"/>
                </a:lnTo>
                <a:lnTo>
                  <a:pt x="153392" y="181051"/>
                </a:lnTo>
                <a:close/>
                <a:moveTo>
                  <a:pt x="221285" y="100584"/>
                </a:moveTo>
                <a:lnTo>
                  <a:pt x="176026" y="100584"/>
                </a:lnTo>
                <a:lnTo>
                  <a:pt x="185323" y="26657"/>
                </a:lnTo>
                <a:cubicBezTo>
                  <a:pt x="185660" y="24813"/>
                  <a:pt x="186501" y="23299"/>
                  <a:pt x="187840" y="22128"/>
                </a:cubicBezTo>
                <a:cubicBezTo>
                  <a:pt x="189178" y="20790"/>
                  <a:pt x="190773" y="20117"/>
                  <a:pt x="192617" y="20117"/>
                </a:cubicBezTo>
                <a:lnTo>
                  <a:pt x="204687" y="20117"/>
                </a:lnTo>
                <a:cubicBezTo>
                  <a:pt x="206530" y="20117"/>
                  <a:pt x="208125" y="20790"/>
                  <a:pt x="209463" y="22128"/>
                </a:cubicBezTo>
                <a:cubicBezTo>
                  <a:pt x="210809" y="23299"/>
                  <a:pt x="211643" y="24813"/>
                  <a:pt x="211980" y="26657"/>
                </a:cubicBezTo>
                <a:lnTo>
                  <a:pt x="221285" y="10058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圖說"/>
          <p:cNvSpPr/>
          <p:nvPr/>
        </p:nvSpPr>
        <p:spPr>
          <a:xfrm>
            <a:off x="486204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工廠</a:t>
            </a:r>
            <a:endParaRPr lang="en-US" sz="600" dirty="0"/>
          </a:p>
        </p:txBody>
      </p:sp>
      <p:sp>
        <p:nvSpPr>
          <p:cNvPr id="28" name="圖示 晶圓"/>
          <p:cNvSpPr/>
          <p:nvPr/>
        </p:nvSpPr>
        <p:spPr>
          <a:xfrm>
            <a:off x="542164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3737" y="214248"/>
                </a:moveTo>
                <a:cubicBezTo>
                  <a:pt x="38822" y="196494"/>
                  <a:pt x="12860" y="149325"/>
                  <a:pt x="21894" y="101886"/>
                </a:cubicBezTo>
                <a:cubicBezTo>
                  <a:pt x="30929" y="54440"/>
                  <a:pt x="72406" y="20117"/>
                  <a:pt x="120701" y="20117"/>
                </a:cubicBezTo>
                <a:cubicBezTo>
                  <a:pt x="168996" y="20117"/>
                  <a:pt x="210473" y="54440"/>
                  <a:pt x="219507" y="101886"/>
                </a:cubicBezTo>
                <a:cubicBezTo>
                  <a:pt x="228541" y="149325"/>
                  <a:pt x="202580" y="196494"/>
                  <a:pt x="157665" y="214248"/>
                </a:cubicBezTo>
                <a:close/>
                <a:moveTo>
                  <a:pt x="154673" y="199156"/>
                </a:moveTo>
                <a:cubicBezTo>
                  <a:pt x="191870" y="183048"/>
                  <a:pt x="212646" y="143041"/>
                  <a:pt x="204416" y="103349"/>
                </a:cubicBezTo>
                <a:cubicBezTo>
                  <a:pt x="196194" y="63664"/>
                  <a:pt x="161234" y="35201"/>
                  <a:pt x="120701" y="35201"/>
                </a:cubicBezTo>
                <a:cubicBezTo>
                  <a:pt x="80167" y="35201"/>
                  <a:pt x="45208" y="63664"/>
                  <a:pt x="36986" y="103349"/>
                </a:cubicBezTo>
                <a:cubicBezTo>
                  <a:pt x="28756" y="143041"/>
                  <a:pt x="49531" y="183048"/>
                  <a:pt x="86729" y="199156"/>
                </a:cubicBezTo>
                <a:close/>
                <a:moveTo>
                  <a:pt x="82984" y="77951"/>
                </a:moveTo>
                <a:lnTo>
                  <a:pt x="108126" y="77951"/>
                </a:lnTo>
                <a:cubicBezTo>
                  <a:pt x="110906" y="77951"/>
                  <a:pt x="113159" y="80204"/>
                  <a:pt x="113159" y="82984"/>
                </a:cubicBezTo>
                <a:lnTo>
                  <a:pt x="113159" y="108126"/>
                </a:lnTo>
                <a:cubicBezTo>
                  <a:pt x="113159" y="110906"/>
                  <a:pt x="110906" y="113159"/>
                  <a:pt x="108126" y="113159"/>
                </a:cubicBezTo>
                <a:lnTo>
                  <a:pt x="82984" y="113159"/>
                </a:lnTo>
                <a:cubicBezTo>
                  <a:pt x="80204" y="113159"/>
                  <a:pt x="77951" y="110906"/>
                  <a:pt x="77951" y="108126"/>
                </a:cubicBezTo>
                <a:lnTo>
                  <a:pt x="77951" y="82984"/>
                </a:lnTo>
                <a:cubicBezTo>
                  <a:pt x="77951" y="80204"/>
                  <a:pt x="80204" y="77951"/>
                  <a:pt x="82984" y="77951"/>
                </a:cubicBezTo>
                <a:close/>
                <a:moveTo>
                  <a:pt x="133276" y="77951"/>
                </a:moveTo>
                <a:lnTo>
                  <a:pt x="158418" y="77951"/>
                </a:lnTo>
                <a:cubicBezTo>
                  <a:pt x="161198" y="77951"/>
                  <a:pt x="163451" y="80204"/>
                  <a:pt x="163451" y="82984"/>
                </a:cubicBezTo>
                <a:lnTo>
                  <a:pt x="163451" y="108126"/>
                </a:lnTo>
                <a:cubicBezTo>
                  <a:pt x="163451" y="110906"/>
                  <a:pt x="161198" y="113159"/>
                  <a:pt x="158418" y="113159"/>
                </a:cubicBezTo>
                <a:lnTo>
                  <a:pt x="133276" y="113159"/>
                </a:lnTo>
                <a:cubicBezTo>
                  <a:pt x="130496" y="113159"/>
                  <a:pt x="128243" y="110906"/>
                  <a:pt x="128243" y="108126"/>
                </a:cubicBezTo>
                <a:lnTo>
                  <a:pt x="128243" y="82984"/>
                </a:lnTo>
                <a:cubicBezTo>
                  <a:pt x="128243" y="80204"/>
                  <a:pt x="130496" y="77951"/>
                  <a:pt x="133276" y="77951"/>
                </a:cubicBezTo>
                <a:close/>
                <a:moveTo>
                  <a:pt x="82984" y="128243"/>
                </a:moveTo>
                <a:lnTo>
                  <a:pt x="108126" y="128243"/>
                </a:lnTo>
                <a:cubicBezTo>
                  <a:pt x="110906" y="128243"/>
                  <a:pt x="113159" y="130496"/>
                  <a:pt x="113159" y="133276"/>
                </a:cubicBezTo>
                <a:lnTo>
                  <a:pt x="113159" y="158418"/>
                </a:lnTo>
                <a:cubicBezTo>
                  <a:pt x="113159" y="161198"/>
                  <a:pt x="110906" y="163451"/>
                  <a:pt x="108126" y="163451"/>
                </a:cubicBezTo>
                <a:lnTo>
                  <a:pt x="82984" y="163451"/>
                </a:lnTo>
                <a:cubicBezTo>
                  <a:pt x="80204" y="163451"/>
                  <a:pt x="77951" y="161198"/>
                  <a:pt x="77951" y="158418"/>
                </a:cubicBezTo>
                <a:lnTo>
                  <a:pt x="77951" y="133276"/>
                </a:lnTo>
                <a:cubicBezTo>
                  <a:pt x="77951" y="130496"/>
                  <a:pt x="80204" y="128243"/>
                  <a:pt x="82984" y="128243"/>
                </a:cubicBezTo>
                <a:close/>
                <a:moveTo>
                  <a:pt x="133276" y="128243"/>
                </a:moveTo>
                <a:lnTo>
                  <a:pt x="158418" y="128243"/>
                </a:lnTo>
                <a:cubicBezTo>
                  <a:pt x="161198" y="128243"/>
                  <a:pt x="163451" y="130496"/>
                  <a:pt x="163451" y="133276"/>
                </a:cubicBezTo>
                <a:lnTo>
                  <a:pt x="163451" y="158418"/>
                </a:lnTo>
                <a:cubicBezTo>
                  <a:pt x="163451" y="161198"/>
                  <a:pt x="161198" y="163451"/>
                  <a:pt x="158418" y="163451"/>
                </a:cubicBezTo>
                <a:lnTo>
                  <a:pt x="133276" y="163451"/>
                </a:lnTo>
                <a:cubicBezTo>
                  <a:pt x="130496" y="163451"/>
                  <a:pt x="128243" y="161198"/>
                  <a:pt x="128243" y="158418"/>
                </a:cubicBezTo>
                <a:lnTo>
                  <a:pt x="128243" y="133276"/>
                </a:lnTo>
                <a:cubicBezTo>
                  <a:pt x="128243" y="130496"/>
                  <a:pt x="130496" y="128243"/>
                  <a:pt x="133276" y="128243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圖說"/>
          <p:cNvSpPr/>
          <p:nvPr/>
        </p:nvSpPr>
        <p:spPr>
          <a:xfrm>
            <a:off x="530582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晶圓</a:t>
            </a:r>
            <a:endParaRPr lang="en-US" sz="600" dirty="0"/>
          </a:p>
        </p:txBody>
      </p:sp>
      <p:sp>
        <p:nvSpPr>
          <p:cNvPr id="30" name="圖示 晶片"/>
          <p:cNvSpPr/>
          <p:nvPr/>
        </p:nvSpPr>
        <p:spPr>
          <a:xfrm>
            <a:off x="586541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4798" y="139055"/>
                </a:moveTo>
                <a:lnTo>
                  <a:pt x="94798" y="102596"/>
                </a:lnTo>
                <a:cubicBezTo>
                  <a:pt x="94798" y="100416"/>
                  <a:pt x="95558" y="98653"/>
                  <a:pt x="97065" y="97314"/>
                </a:cubicBezTo>
                <a:cubicBezTo>
                  <a:pt x="98404" y="95807"/>
                  <a:pt x="100167" y="95054"/>
                  <a:pt x="102347" y="95054"/>
                </a:cubicBezTo>
                <a:lnTo>
                  <a:pt x="138806" y="95054"/>
                </a:lnTo>
                <a:cubicBezTo>
                  <a:pt x="140986" y="95054"/>
                  <a:pt x="142749" y="95807"/>
                  <a:pt x="144087" y="97314"/>
                </a:cubicBezTo>
                <a:cubicBezTo>
                  <a:pt x="145594" y="98653"/>
                  <a:pt x="146348" y="100416"/>
                  <a:pt x="146348" y="102596"/>
                </a:cubicBezTo>
                <a:lnTo>
                  <a:pt x="146348" y="139055"/>
                </a:lnTo>
                <a:cubicBezTo>
                  <a:pt x="146348" y="141235"/>
                  <a:pt x="145594" y="142998"/>
                  <a:pt x="144087" y="144336"/>
                </a:cubicBezTo>
                <a:cubicBezTo>
                  <a:pt x="142749" y="145850"/>
                  <a:pt x="140986" y="146604"/>
                  <a:pt x="138806" y="146604"/>
                </a:cubicBezTo>
                <a:lnTo>
                  <a:pt x="102347" y="146604"/>
                </a:lnTo>
                <a:cubicBezTo>
                  <a:pt x="100167" y="146604"/>
                  <a:pt x="98404" y="145850"/>
                  <a:pt x="97065" y="144336"/>
                </a:cubicBezTo>
                <a:cubicBezTo>
                  <a:pt x="95558" y="142998"/>
                  <a:pt x="94798" y="141235"/>
                  <a:pt x="94798" y="139055"/>
                </a:cubicBezTo>
                <a:close/>
                <a:moveTo>
                  <a:pt x="109889" y="131513"/>
                </a:moveTo>
                <a:lnTo>
                  <a:pt x="131264" y="131513"/>
                </a:lnTo>
                <a:lnTo>
                  <a:pt x="131264" y="110138"/>
                </a:lnTo>
                <a:lnTo>
                  <a:pt x="109889" y="110138"/>
                </a:lnTo>
                <a:lnTo>
                  <a:pt x="109889" y="131513"/>
                </a:lnTo>
                <a:close/>
                <a:moveTo>
                  <a:pt x="90526" y="203684"/>
                </a:moveTo>
                <a:lnTo>
                  <a:pt x="90526" y="191110"/>
                </a:lnTo>
                <a:lnTo>
                  <a:pt x="65383" y="191110"/>
                </a:lnTo>
                <a:cubicBezTo>
                  <a:pt x="61360" y="191110"/>
                  <a:pt x="57834" y="189603"/>
                  <a:pt x="54820" y="186581"/>
                </a:cubicBezTo>
                <a:cubicBezTo>
                  <a:pt x="51799" y="183568"/>
                  <a:pt x="50292" y="180049"/>
                  <a:pt x="50292" y="176026"/>
                </a:cubicBezTo>
                <a:lnTo>
                  <a:pt x="50292" y="150876"/>
                </a:lnTo>
                <a:lnTo>
                  <a:pt x="37717" y="150876"/>
                </a:lnTo>
                <a:cubicBezTo>
                  <a:pt x="35537" y="150876"/>
                  <a:pt x="33782" y="150123"/>
                  <a:pt x="32436" y="148616"/>
                </a:cubicBezTo>
                <a:cubicBezTo>
                  <a:pt x="30929" y="147270"/>
                  <a:pt x="30175" y="145514"/>
                  <a:pt x="30175" y="143334"/>
                </a:cubicBezTo>
                <a:cubicBezTo>
                  <a:pt x="30175" y="141154"/>
                  <a:pt x="30929" y="139391"/>
                  <a:pt x="32436" y="138052"/>
                </a:cubicBezTo>
                <a:cubicBezTo>
                  <a:pt x="33782" y="136546"/>
                  <a:pt x="35537" y="135792"/>
                  <a:pt x="37717" y="135792"/>
                </a:cubicBezTo>
                <a:lnTo>
                  <a:pt x="50292" y="135792"/>
                </a:lnTo>
                <a:lnTo>
                  <a:pt x="50292" y="104607"/>
                </a:lnTo>
                <a:lnTo>
                  <a:pt x="37717" y="104607"/>
                </a:lnTo>
                <a:cubicBezTo>
                  <a:pt x="35537" y="104607"/>
                  <a:pt x="33782" y="103854"/>
                  <a:pt x="32436" y="102347"/>
                </a:cubicBezTo>
                <a:cubicBezTo>
                  <a:pt x="30929" y="101001"/>
                  <a:pt x="30175" y="99245"/>
                  <a:pt x="30175" y="97065"/>
                </a:cubicBezTo>
                <a:cubicBezTo>
                  <a:pt x="30175" y="94885"/>
                  <a:pt x="30929" y="93122"/>
                  <a:pt x="32436" y="91784"/>
                </a:cubicBezTo>
                <a:cubicBezTo>
                  <a:pt x="33782" y="90277"/>
                  <a:pt x="35537" y="89523"/>
                  <a:pt x="37717" y="89523"/>
                </a:cubicBezTo>
                <a:lnTo>
                  <a:pt x="50292" y="89523"/>
                </a:lnTo>
                <a:lnTo>
                  <a:pt x="50292" y="64374"/>
                </a:lnTo>
                <a:cubicBezTo>
                  <a:pt x="50292" y="60350"/>
                  <a:pt x="51799" y="56832"/>
                  <a:pt x="54820" y="53811"/>
                </a:cubicBezTo>
                <a:cubicBezTo>
                  <a:pt x="57834" y="50797"/>
                  <a:pt x="61360" y="49290"/>
                  <a:pt x="65383" y="49290"/>
                </a:cubicBezTo>
                <a:lnTo>
                  <a:pt x="90526" y="49290"/>
                </a:lnTo>
                <a:lnTo>
                  <a:pt x="90526" y="37717"/>
                </a:lnTo>
                <a:cubicBezTo>
                  <a:pt x="90526" y="35537"/>
                  <a:pt x="91279" y="33782"/>
                  <a:pt x="92786" y="32436"/>
                </a:cubicBezTo>
                <a:cubicBezTo>
                  <a:pt x="94132" y="30929"/>
                  <a:pt x="95888" y="30175"/>
                  <a:pt x="98068" y="30175"/>
                </a:cubicBezTo>
                <a:cubicBezTo>
                  <a:pt x="100248" y="30175"/>
                  <a:pt x="102091" y="30929"/>
                  <a:pt x="103605" y="32436"/>
                </a:cubicBezTo>
                <a:cubicBezTo>
                  <a:pt x="104944" y="33782"/>
                  <a:pt x="105617" y="35537"/>
                  <a:pt x="105617" y="37717"/>
                </a:cubicBezTo>
                <a:lnTo>
                  <a:pt x="105617" y="49290"/>
                </a:lnTo>
                <a:lnTo>
                  <a:pt x="136794" y="49290"/>
                </a:lnTo>
                <a:lnTo>
                  <a:pt x="136794" y="37717"/>
                </a:lnTo>
                <a:cubicBezTo>
                  <a:pt x="136794" y="35537"/>
                  <a:pt x="137548" y="33782"/>
                  <a:pt x="139055" y="32436"/>
                </a:cubicBezTo>
                <a:cubicBezTo>
                  <a:pt x="140401" y="30929"/>
                  <a:pt x="142156" y="30175"/>
                  <a:pt x="144336" y="30175"/>
                </a:cubicBezTo>
                <a:cubicBezTo>
                  <a:pt x="146516" y="30175"/>
                  <a:pt x="148360" y="30929"/>
                  <a:pt x="149874" y="32436"/>
                </a:cubicBezTo>
                <a:cubicBezTo>
                  <a:pt x="151212" y="33782"/>
                  <a:pt x="151885" y="35537"/>
                  <a:pt x="151885" y="37717"/>
                </a:cubicBezTo>
                <a:lnTo>
                  <a:pt x="151885" y="49290"/>
                </a:lnTo>
                <a:lnTo>
                  <a:pt x="177028" y="49290"/>
                </a:lnTo>
                <a:cubicBezTo>
                  <a:pt x="181051" y="49290"/>
                  <a:pt x="184570" y="50797"/>
                  <a:pt x="187591" y="53811"/>
                </a:cubicBezTo>
                <a:cubicBezTo>
                  <a:pt x="190605" y="56832"/>
                  <a:pt x="192119" y="60350"/>
                  <a:pt x="192119" y="64374"/>
                </a:cubicBezTo>
                <a:lnTo>
                  <a:pt x="192119" y="89523"/>
                </a:lnTo>
                <a:lnTo>
                  <a:pt x="203684" y="89523"/>
                </a:lnTo>
                <a:cubicBezTo>
                  <a:pt x="205864" y="89523"/>
                  <a:pt x="207620" y="90277"/>
                  <a:pt x="208966" y="91784"/>
                </a:cubicBezTo>
                <a:cubicBezTo>
                  <a:pt x="210473" y="93122"/>
                  <a:pt x="211226" y="94885"/>
                  <a:pt x="211226" y="97065"/>
                </a:cubicBezTo>
                <a:cubicBezTo>
                  <a:pt x="211226" y="99245"/>
                  <a:pt x="210473" y="101089"/>
                  <a:pt x="208966" y="102596"/>
                </a:cubicBezTo>
                <a:cubicBezTo>
                  <a:pt x="207620" y="103934"/>
                  <a:pt x="205864" y="104607"/>
                  <a:pt x="203684" y="104607"/>
                </a:cubicBezTo>
                <a:lnTo>
                  <a:pt x="192119" y="104607"/>
                </a:lnTo>
                <a:lnTo>
                  <a:pt x="192119" y="135792"/>
                </a:lnTo>
                <a:lnTo>
                  <a:pt x="203684" y="135792"/>
                </a:lnTo>
                <a:cubicBezTo>
                  <a:pt x="205864" y="135792"/>
                  <a:pt x="207620" y="136546"/>
                  <a:pt x="208966" y="138052"/>
                </a:cubicBezTo>
                <a:cubicBezTo>
                  <a:pt x="210473" y="139391"/>
                  <a:pt x="211226" y="141154"/>
                  <a:pt x="211226" y="143334"/>
                </a:cubicBezTo>
                <a:cubicBezTo>
                  <a:pt x="211226" y="145514"/>
                  <a:pt x="210473" y="147357"/>
                  <a:pt x="208966" y="148864"/>
                </a:cubicBezTo>
                <a:cubicBezTo>
                  <a:pt x="207620" y="150203"/>
                  <a:pt x="205864" y="150876"/>
                  <a:pt x="203684" y="150876"/>
                </a:cubicBezTo>
                <a:lnTo>
                  <a:pt x="192119" y="150876"/>
                </a:lnTo>
                <a:lnTo>
                  <a:pt x="192119" y="176026"/>
                </a:lnTo>
                <a:cubicBezTo>
                  <a:pt x="192119" y="180049"/>
                  <a:pt x="190605" y="183568"/>
                  <a:pt x="187591" y="186581"/>
                </a:cubicBezTo>
                <a:cubicBezTo>
                  <a:pt x="184570" y="189603"/>
                  <a:pt x="181051" y="191110"/>
                  <a:pt x="177028" y="191110"/>
                </a:cubicBezTo>
                <a:lnTo>
                  <a:pt x="151885" y="191110"/>
                </a:lnTo>
                <a:lnTo>
                  <a:pt x="151885" y="203684"/>
                </a:lnTo>
                <a:cubicBezTo>
                  <a:pt x="151885" y="205864"/>
                  <a:pt x="151125" y="207620"/>
                  <a:pt x="149618" y="208966"/>
                </a:cubicBezTo>
                <a:cubicBezTo>
                  <a:pt x="148279" y="210473"/>
                  <a:pt x="146516" y="211226"/>
                  <a:pt x="144336" y="211226"/>
                </a:cubicBezTo>
                <a:cubicBezTo>
                  <a:pt x="142156" y="211226"/>
                  <a:pt x="140401" y="210473"/>
                  <a:pt x="139055" y="208966"/>
                </a:cubicBezTo>
                <a:cubicBezTo>
                  <a:pt x="137548" y="207620"/>
                  <a:pt x="136794" y="205864"/>
                  <a:pt x="136794" y="203684"/>
                </a:cubicBezTo>
                <a:lnTo>
                  <a:pt x="136794" y="191110"/>
                </a:lnTo>
                <a:lnTo>
                  <a:pt x="105617" y="191110"/>
                </a:lnTo>
                <a:lnTo>
                  <a:pt x="105617" y="203684"/>
                </a:lnTo>
                <a:cubicBezTo>
                  <a:pt x="105617" y="205864"/>
                  <a:pt x="104856" y="207620"/>
                  <a:pt x="103349" y="208966"/>
                </a:cubicBezTo>
                <a:cubicBezTo>
                  <a:pt x="102010" y="210473"/>
                  <a:pt x="100248" y="211226"/>
                  <a:pt x="98068" y="211226"/>
                </a:cubicBezTo>
                <a:cubicBezTo>
                  <a:pt x="95888" y="211226"/>
                  <a:pt x="94132" y="210473"/>
                  <a:pt x="92786" y="208966"/>
                </a:cubicBezTo>
                <a:cubicBezTo>
                  <a:pt x="91279" y="207620"/>
                  <a:pt x="90526" y="205864"/>
                  <a:pt x="90526" y="203684"/>
                </a:cubicBezTo>
                <a:close/>
                <a:moveTo>
                  <a:pt x="177028" y="176026"/>
                </a:moveTo>
                <a:lnTo>
                  <a:pt x="177028" y="64374"/>
                </a:lnTo>
                <a:lnTo>
                  <a:pt x="65383" y="64374"/>
                </a:lnTo>
                <a:lnTo>
                  <a:pt x="65383" y="176026"/>
                </a:lnTo>
                <a:lnTo>
                  <a:pt x="177028" y="176026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圖說"/>
          <p:cNvSpPr/>
          <p:nvPr/>
        </p:nvSpPr>
        <p:spPr>
          <a:xfrm>
            <a:off x="574960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endParaRPr lang="en-US" sz="600" dirty="0"/>
          </a:p>
        </p:txBody>
      </p:sp>
      <p:sp>
        <p:nvSpPr>
          <p:cNvPr id="32" name="圖示 電路板"/>
          <p:cNvSpPr/>
          <p:nvPr/>
        </p:nvSpPr>
        <p:spPr>
          <a:xfrm>
            <a:off x="630919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7717" y="211226"/>
                </a:moveTo>
                <a:cubicBezTo>
                  <a:pt x="33694" y="211226"/>
                  <a:pt x="30175" y="209719"/>
                  <a:pt x="27161" y="206698"/>
                </a:cubicBezTo>
                <a:cubicBezTo>
                  <a:pt x="24140" y="203684"/>
                  <a:pt x="22633" y="200166"/>
                  <a:pt x="22633" y="196142"/>
                </a:cubicBezTo>
                <a:lnTo>
                  <a:pt x="22633" y="45266"/>
                </a:lnTo>
                <a:cubicBezTo>
                  <a:pt x="22633" y="41243"/>
                  <a:pt x="24140" y="37717"/>
                  <a:pt x="27161" y="34703"/>
                </a:cubicBezTo>
                <a:cubicBezTo>
                  <a:pt x="30175" y="31682"/>
                  <a:pt x="33694" y="30175"/>
                  <a:pt x="37717" y="30175"/>
                </a:cubicBezTo>
                <a:lnTo>
                  <a:pt x="188593" y="30175"/>
                </a:lnTo>
                <a:cubicBezTo>
                  <a:pt x="192617" y="30175"/>
                  <a:pt x="196142" y="31682"/>
                  <a:pt x="199156" y="34703"/>
                </a:cubicBezTo>
                <a:cubicBezTo>
                  <a:pt x="202177" y="37717"/>
                  <a:pt x="203684" y="41243"/>
                  <a:pt x="203684" y="45266"/>
                </a:cubicBezTo>
                <a:lnTo>
                  <a:pt x="203684" y="60350"/>
                </a:lnTo>
                <a:lnTo>
                  <a:pt x="211226" y="60350"/>
                </a:lnTo>
                <a:cubicBezTo>
                  <a:pt x="213406" y="60350"/>
                  <a:pt x="215169" y="61104"/>
                  <a:pt x="216508" y="62611"/>
                </a:cubicBezTo>
                <a:cubicBezTo>
                  <a:pt x="218015" y="63957"/>
                  <a:pt x="218768" y="65712"/>
                  <a:pt x="218768" y="67892"/>
                </a:cubicBezTo>
                <a:cubicBezTo>
                  <a:pt x="218768" y="70072"/>
                  <a:pt x="218015" y="71835"/>
                  <a:pt x="216508" y="73174"/>
                </a:cubicBezTo>
                <a:cubicBezTo>
                  <a:pt x="215169" y="74681"/>
                  <a:pt x="213406" y="75442"/>
                  <a:pt x="211226" y="75442"/>
                </a:cubicBezTo>
                <a:lnTo>
                  <a:pt x="203684" y="75442"/>
                </a:lnTo>
                <a:lnTo>
                  <a:pt x="203684" y="113159"/>
                </a:lnTo>
                <a:lnTo>
                  <a:pt x="211226" y="113159"/>
                </a:lnTo>
                <a:cubicBezTo>
                  <a:pt x="213406" y="113159"/>
                  <a:pt x="215250" y="113912"/>
                  <a:pt x="216757" y="115419"/>
                </a:cubicBezTo>
                <a:cubicBezTo>
                  <a:pt x="218103" y="116758"/>
                  <a:pt x="218768" y="118521"/>
                  <a:pt x="218768" y="120701"/>
                </a:cubicBezTo>
                <a:cubicBezTo>
                  <a:pt x="218768" y="122881"/>
                  <a:pt x="218015" y="124724"/>
                  <a:pt x="216508" y="126231"/>
                </a:cubicBezTo>
                <a:cubicBezTo>
                  <a:pt x="215169" y="127577"/>
                  <a:pt x="213406" y="128243"/>
                  <a:pt x="211226" y="128243"/>
                </a:cubicBezTo>
                <a:lnTo>
                  <a:pt x="203684" y="128243"/>
                </a:lnTo>
                <a:lnTo>
                  <a:pt x="203684" y="165967"/>
                </a:lnTo>
                <a:lnTo>
                  <a:pt x="211226" y="165967"/>
                </a:lnTo>
                <a:cubicBezTo>
                  <a:pt x="213406" y="165967"/>
                  <a:pt x="215250" y="166721"/>
                  <a:pt x="216757" y="168228"/>
                </a:cubicBezTo>
                <a:cubicBezTo>
                  <a:pt x="218103" y="169566"/>
                  <a:pt x="218768" y="171329"/>
                  <a:pt x="218768" y="173509"/>
                </a:cubicBezTo>
                <a:cubicBezTo>
                  <a:pt x="218768" y="175689"/>
                  <a:pt x="218015" y="177533"/>
                  <a:pt x="216508" y="179040"/>
                </a:cubicBezTo>
                <a:cubicBezTo>
                  <a:pt x="215169" y="180378"/>
                  <a:pt x="213406" y="181051"/>
                  <a:pt x="211226" y="181051"/>
                </a:cubicBezTo>
                <a:lnTo>
                  <a:pt x="203684" y="181051"/>
                </a:lnTo>
                <a:lnTo>
                  <a:pt x="203684" y="196142"/>
                </a:lnTo>
                <a:cubicBezTo>
                  <a:pt x="203684" y="200166"/>
                  <a:pt x="202177" y="203684"/>
                  <a:pt x="199156" y="206698"/>
                </a:cubicBezTo>
                <a:cubicBezTo>
                  <a:pt x="196142" y="209719"/>
                  <a:pt x="192617" y="211226"/>
                  <a:pt x="188593" y="211226"/>
                </a:cubicBezTo>
                <a:lnTo>
                  <a:pt x="37717" y="211226"/>
                </a:lnTo>
                <a:close/>
                <a:moveTo>
                  <a:pt x="37717" y="196142"/>
                </a:moveTo>
                <a:lnTo>
                  <a:pt x="188593" y="196142"/>
                </a:lnTo>
                <a:lnTo>
                  <a:pt x="188593" y="45266"/>
                </a:lnTo>
                <a:lnTo>
                  <a:pt x="37717" y="45266"/>
                </a:lnTo>
                <a:lnTo>
                  <a:pt x="37717" y="196142"/>
                </a:lnTo>
                <a:close/>
                <a:moveTo>
                  <a:pt x="60350" y="181051"/>
                </a:moveTo>
                <a:lnTo>
                  <a:pt x="108879" y="181051"/>
                </a:lnTo>
                <a:cubicBezTo>
                  <a:pt x="111059" y="181051"/>
                  <a:pt x="112822" y="180298"/>
                  <a:pt x="114161" y="178791"/>
                </a:cubicBezTo>
                <a:cubicBezTo>
                  <a:pt x="115675" y="177445"/>
                  <a:pt x="116429" y="175689"/>
                  <a:pt x="116429" y="173509"/>
                </a:cubicBezTo>
                <a:lnTo>
                  <a:pt x="116429" y="138301"/>
                </a:lnTo>
                <a:cubicBezTo>
                  <a:pt x="116429" y="136121"/>
                  <a:pt x="115675" y="134366"/>
                  <a:pt x="114161" y="133020"/>
                </a:cubicBezTo>
                <a:cubicBezTo>
                  <a:pt x="112822" y="131513"/>
                  <a:pt x="111059" y="130759"/>
                  <a:pt x="108879" y="130759"/>
                </a:cubicBezTo>
                <a:lnTo>
                  <a:pt x="60350" y="130759"/>
                </a:lnTo>
                <a:cubicBezTo>
                  <a:pt x="58170" y="130759"/>
                  <a:pt x="56408" y="131513"/>
                  <a:pt x="55069" y="133020"/>
                </a:cubicBezTo>
                <a:cubicBezTo>
                  <a:pt x="53562" y="134366"/>
                  <a:pt x="52808" y="136121"/>
                  <a:pt x="52808" y="138301"/>
                </a:cubicBezTo>
                <a:lnTo>
                  <a:pt x="52808" y="173509"/>
                </a:lnTo>
                <a:cubicBezTo>
                  <a:pt x="52808" y="175689"/>
                  <a:pt x="53562" y="177445"/>
                  <a:pt x="55069" y="178791"/>
                </a:cubicBezTo>
                <a:cubicBezTo>
                  <a:pt x="56408" y="180298"/>
                  <a:pt x="58170" y="181051"/>
                  <a:pt x="60350" y="181051"/>
                </a:cubicBezTo>
                <a:close/>
                <a:moveTo>
                  <a:pt x="131513" y="96561"/>
                </a:moveTo>
                <a:lnTo>
                  <a:pt x="165967" y="96561"/>
                </a:lnTo>
                <a:cubicBezTo>
                  <a:pt x="168140" y="96561"/>
                  <a:pt x="169903" y="95807"/>
                  <a:pt x="171242" y="94300"/>
                </a:cubicBezTo>
                <a:cubicBezTo>
                  <a:pt x="172756" y="92954"/>
                  <a:pt x="173509" y="91199"/>
                  <a:pt x="173509" y="89019"/>
                </a:cubicBezTo>
                <a:lnTo>
                  <a:pt x="173509" y="67892"/>
                </a:lnTo>
                <a:cubicBezTo>
                  <a:pt x="173509" y="65712"/>
                  <a:pt x="172756" y="63957"/>
                  <a:pt x="171242" y="62611"/>
                </a:cubicBezTo>
                <a:cubicBezTo>
                  <a:pt x="169903" y="61104"/>
                  <a:pt x="168140" y="60350"/>
                  <a:pt x="165967" y="60350"/>
                </a:cubicBezTo>
                <a:lnTo>
                  <a:pt x="131513" y="60350"/>
                </a:lnTo>
                <a:cubicBezTo>
                  <a:pt x="129333" y="60350"/>
                  <a:pt x="127577" y="61104"/>
                  <a:pt x="126231" y="62611"/>
                </a:cubicBezTo>
                <a:cubicBezTo>
                  <a:pt x="124724" y="63957"/>
                  <a:pt x="123971" y="65712"/>
                  <a:pt x="123971" y="67892"/>
                </a:cubicBezTo>
                <a:lnTo>
                  <a:pt x="123971" y="89019"/>
                </a:lnTo>
                <a:cubicBezTo>
                  <a:pt x="123971" y="91199"/>
                  <a:pt x="124724" y="92954"/>
                  <a:pt x="126231" y="94300"/>
                </a:cubicBezTo>
                <a:cubicBezTo>
                  <a:pt x="127577" y="95807"/>
                  <a:pt x="129333" y="96561"/>
                  <a:pt x="131513" y="96561"/>
                </a:cubicBezTo>
                <a:close/>
                <a:moveTo>
                  <a:pt x="60350" y="123217"/>
                </a:moveTo>
                <a:lnTo>
                  <a:pt x="108879" y="123217"/>
                </a:lnTo>
                <a:cubicBezTo>
                  <a:pt x="111059" y="123217"/>
                  <a:pt x="112822" y="122464"/>
                  <a:pt x="114161" y="120950"/>
                </a:cubicBezTo>
                <a:cubicBezTo>
                  <a:pt x="115675" y="119611"/>
                  <a:pt x="116429" y="117848"/>
                  <a:pt x="116429" y="115675"/>
                </a:cubicBezTo>
                <a:lnTo>
                  <a:pt x="116429" y="67892"/>
                </a:lnTo>
                <a:cubicBezTo>
                  <a:pt x="116429" y="65712"/>
                  <a:pt x="115675" y="63957"/>
                  <a:pt x="114161" y="62611"/>
                </a:cubicBezTo>
                <a:cubicBezTo>
                  <a:pt x="112822" y="61104"/>
                  <a:pt x="111059" y="60350"/>
                  <a:pt x="108879" y="60350"/>
                </a:cubicBezTo>
                <a:lnTo>
                  <a:pt x="60350" y="60350"/>
                </a:lnTo>
                <a:cubicBezTo>
                  <a:pt x="58170" y="60350"/>
                  <a:pt x="56408" y="61104"/>
                  <a:pt x="55069" y="62611"/>
                </a:cubicBezTo>
                <a:cubicBezTo>
                  <a:pt x="53562" y="63957"/>
                  <a:pt x="52808" y="65712"/>
                  <a:pt x="52808" y="67892"/>
                </a:cubicBezTo>
                <a:lnTo>
                  <a:pt x="52808" y="115675"/>
                </a:lnTo>
                <a:cubicBezTo>
                  <a:pt x="52808" y="117848"/>
                  <a:pt x="53562" y="119611"/>
                  <a:pt x="55069" y="120950"/>
                </a:cubicBezTo>
                <a:cubicBezTo>
                  <a:pt x="56408" y="122464"/>
                  <a:pt x="58170" y="123217"/>
                  <a:pt x="60350" y="123217"/>
                </a:cubicBezTo>
                <a:close/>
                <a:moveTo>
                  <a:pt x="131513" y="181051"/>
                </a:moveTo>
                <a:lnTo>
                  <a:pt x="165967" y="181051"/>
                </a:lnTo>
                <a:cubicBezTo>
                  <a:pt x="168140" y="181051"/>
                  <a:pt x="169903" y="180298"/>
                  <a:pt x="171242" y="178791"/>
                </a:cubicBezTo>
                <a:cubicBezTo>
                  <a:pt x="172756" y="177445"/>
                  <a:pt x="173509" y="175689"/>
                  <a:pt x="173509" y="173509"/>
                </a:cubicBezTo>
                <a:lnTo>
                  <a:pt x="173509" y="111652"/>
                </a:lnTo>
                <a:cubicBezTo>
                  <a:pt x="173509" y="109472"/>
                  <a:pt x="172756" y="107709"/>
                  <a:pt x="171242" y="106370"/>
                </a:cubicBezTo>
                <a:cubicBezTo>
                  <a:pt x="169903" y="104856"/>
                  <a:pt x="168140" y="104103"/>
                  <a:pt x="165967" y="104103"/>
                </a:cubicBezTo>
                <a:lnTo>
                  <a:pt x="131513" y="104103"/>
                </a:lnTo>
                <a:cubicBezTo>
                  <a:pt x="129333" y="104103"/>
                  <a:pt x="127577" y="104856"/>
                  <a:pt x="126231" y="106370"/>
                </a:cubicBezTo>
                <a:cubicBezTo>
                  <a:pt x="124724" y="107709"/>
                  <a:pt x="123971" y="109472"/>
                  <a:pt x="123971" y="111652"/>
                </a:cubicBezTo>
                <a:lnTo>
                  <a:pt x="123971" y="173509"/>
                </a:lnTo>
                <a:cubicBezTo>
                  <a:pt x="123971" y="175689"/>
                  <a:pt x="124724" y="177445"/>
                  <a:pt x="126231" y="178791"/>
                </a:cubicBezTo>
                <a:cubicBezTo>
                  <a:pt x="127577" y="180298"/>
                  <a:pt x="129333" y="181051"/>
                  <a:pt x="131513" y="181051"/>
                </a:cubicBezTo>
                <a:close/>
                <a:moveTo>
                  <a:pt x="37717" y="45266"/>
                </a:moveTo>
                <a:lnTo>
                  <a:pt x="37717" y="196142"/>
                </a:lnTo>
                <a:lnTo>
                  <a:pt x="37717" y="45266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圖說"/>
          <p:cNvSpPr/>
          <p:nvPr/>
        </p:nvSpPr>
        <p:spPr>
          <a:xfrm>
            <a:off x="6193378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電路板</a:t>
            </a:r>
            <a:endParaRPr lang="en-US" sz="600" dirty="0"/>
          </a:p>
        </p:txBody>
      </p:sp>
      <p:sp>
        <p:nvSpPr>
          <p:cNvPr id="34" name="圖示 機台"/>
          <p:cNvSpPr/>
          <p:nvPr/>
        </p:nvSpPr>
        <p:spPr>
          <a:xfrm>
            <a:off x="675297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3562" y="211226"/>
                </a:moveTo>
                <a:cubicBezTo>
                  <a:pt x="50212" y="211226"/>
                  <a:pt x="47439" y="210136"/>
                  <a:pt x="45266" y="207957"/>
                </a:cubicBezTo>
                <a:cubicBezTo>
                  <a:pt x="42918" y="205608"/>
                  <a:pt x="41741" y="202763"/>
                  <a:pt x="41741" y="199405"/>
                </a:cubicBezTo>
                <a:cubicBezTo>
                  <a:pt x="41741" y="196055"/>
                  <a:pt x="42918" y="193290"/>
                  <a:pt x="45266" y="191110"/>
                </a:cubicBezTo>
                <a:cubicBezTo>
                  <a:pt x="47439" y="188761"/>
                  <a:pt x="50212" y="187591"/>
                  <a:pt x="53562" y="187591"/>
                </a:cubicBezTo>
                <a:lnTo>
                  <a:pt x="73679" y="187591"/>
                </a:lnTo>
                <a:lnTo>
                  <a:pt x="47022" y="96561"/>
                </a:lnTo>
                <a:cubicBezTo>
                  <a:pt x="41660" y="94044"/>
                  <a:pt x="37468" y="90694"/>
                  <a:pt x="34447" y="86502"/>
                </a:cubicBezTo>
                <a:cubicBezTo>
                  <a:pt x="31433" y="82142"/>
                  <a:pt x="29926" y="76444"/>
                  <a:pt x="29926" y="69407"/>
                </a:cubicBezTo>
                <a:cubicBezTo>
                  <a:pt x="29926" y="61521"/>
                  <a:pt x="32860" y="54732"/>
                  <a:pt x="38727" y="49034"/>
                </a:cubicBezTo>
                <a:cubicBezTo>
                  <a:pt x="44425" y="43167"/>
                  <a:pt x="51214" y="40234"/>
                  <a:pt x="59092" y="40234"/>
                </a:cubicBezTo>
                <a:cubicBezTo>
                  <a:pt x="66466" y="40234"/>
                  <a:pt x="72589" y="42245"/>
                  <a:pt x="77453" y="46269"/>
                </a:cubicBezTo>
                <a:cubicBezTo>
                  <a:pt x="82311" y="50124"/>
                  <a:pt x="85581" y="55325"/>
                  <a:pt x="87256" y="61857"/>
                </a:cubicBezTo>
                <a:lnTo>
                  <a:pt x="123971" y="61857"/>
                </a:lnTo>
                <a:lnTo>
                  <a:pt x="123971" y="47022"/>
                </a:lnTo>
                <a:cubicBezTo>
                  <a:pt x="123971" y="45010"/>
                  <a:pt x="124724" y="43255"/>
                  <a:pt x="126231" y="41741"/>
                </a:cubicBezTo>
                <a:cubicBezTo>
                  <a:pt x="127745" y="40234"/>
                  <a:pt x="129501" y="39480"/>
                  <a:pt x="131513" y="39480"/>
                </a:cubicBezTo>
                <a:cubicBezTo>
                  <a:pt x="133356" y="39480"/>
                  <a:pt x="134951" y="40234"/>
                  <a:pt x="136289" y="41741"/>
                </a:cubicBezTo>
                <a:cubicBezTo>
                  <a:pt x="137467" y="43087"/>
                  <a:pt x="138052" y="44674"/>
                  <a:pt x="138052" y="46517"/>
                </a:cubicBezTo>
                <a:lnTo>
                  <a:pt x="156911" y="28412"/>
                </a:lnTo>
                <a:cubicBezTo>
                  <a:pt x="158250" y="27074"/>
                  <a:pt x="160013" y="26232"/>
                  <a:pt x="162193" y="25903"/>
                </a:cubicBezTo>
                <a:cubicBezTo>
                  <a:pt x="164204" y="25398"/>
                  <a:pt x="166296" y="25647"/>
                  <a:pt x="168476" y="26657"/>
                </a:cubicBezTo>
                <a:lnTo>
                  <a:pt x="208213" y="45764"/>
                </a:lnTo>
                <a:cubicBezTo>
                  <a:pt x="209719" y="46605"/>
                  <a:pt x="210809" y="47776"/>
                  <a:pt x="211475" y="49290"/>
                </a:cubicBezTo>
                <a:cubicBezTo>
                  <a:pt x="211980" y="50797"/>
                  <a:pt x="211812" y="52384"/>
                  <a:pt x="210978" y="54067"/>
                </a:cubicBezTo>
                <a:cubicBezTo>
                  <a:pt x="210136" y="55742"/>
                  <a:pt x="208966" y="56744"/>
                  <a:pt x="207452" y="57081"/>
                </a:cubicBezTo>
                <a:cubicBezTo>
                  <a:pt x="205777" y="57417"/>
                  <a:pt x="204189" y="57168"/>
                  <a:pt x="202675" y="56327"/>
                </a:cubicBezTo>
                <a:lnTo>
                  <a:pt x="163700" y="37468"/>
                </a:lnTo>
                <a:lnTo>
                  <a:pt x="139055" y="62362"/>
                </a:lnTo>
                <a:lnTo>
                  <a:pt x="139055" y="75442"/>
                </a:lnTo>
                <a:lnTo>
                  <a:pt x="163700" y="101337"/>
                </a:lnTo>
                <a:lnTo>
                  <a:pt x="202675" y="82230"/>
                </a:lnTo>
                <a:cubicBezTo>
                  <a:pt x="204350" y="81389"/>
                  <a:pt x="205945" y="81221"/>
                  <a:pt x="207452" y="81725"/>
                </a:cubicBezTo>
                <a:cubicBezTo>
                  <a:pt x="208966" y="82062"/>
                  <a:pt x="210136" y="83064"/>
                  <a:pt x="210978" y="84739"/>
                </a:cubicBezTo>
                <a:cubicBezTo>
                  <a:pt x="211812" y="86422"/>
                  <a:pt x="211980" y="88097"/>
                  <a:pt x="211475" y="89772"/>
                </a:cubicBezTo>
                <a:cubicBezTo>
                  <a:pt x="210809" y="91447"/>
                  <a:pt x="209632" y="92706"/>
                  <a:pt x="207957" y="93547"/>
                </a:cubicBezTo>
                <a:lnTo>
                  <a:pt x="169486" y="111652"/>
                </a:lnTo>
                <a:cubicBezTo>
                  <a:pt x="167138" y="112822"/>
                  <a:pt x="164877" y="113408"/>
                  <a:pt x="162697" y="113408"/>
                </a:cubicBezTo>
                <a:cubicBezTo>
                  <a:pt x="160517" y="113239"/>
                  <a:pt x="158586" y="112318"/>
                  <a:pt x="156911" y="110642"/>
                </a:cubicBezTo>
                <a:lnTo>
                  <a:pt x="138052" y="92537"/>
                </a:lnTo>
                <a:cubicBezTo>
                  <a:pt x="138052" y="94885"/>
                  <a:pt x="137467" y="96641"/>
                  <a:pt x="136289" y="97819"/>
                </a:cubicBezTo>
                <a:cubicBezTo>
                  <a:pt x="134951" y="98989"/>
                  <a:pt x="133356" y="99582"/>
                  <a:pt x="131513" y="99582"/>
                </a:cubicBezTo>
                <a:cubicBezTo>
                  <a:pt x="129501" y="99582"/>
                  <a:pt x="127745" y="98821"/>
                  <a:pt x="126231" y="97314"/>
                </a:cubicBezTo>
                <a:cubicBezTo>
                  <a:pt x="124724" y="95807"/>
                  <a:pt x="123971" y="94044"/>
                  <a:pt x="123971" y="92033"/>
                </a:cubicBezTo>
                <a:lnTo>
                  <a:pt x="123971" y="76949"/>
                </a:lnTo>
                <a:lnTo>
                  <a:pt x="86751" y="76949"/>
                </a:lnTo>
                <a:cubicBezTo>
                  <a:pt x="86751" y="78960"/>
                  <a:pt x="86254" y="81052"/>
                  <a:pt x="85244" y="83232"/>
                </a:cubicBezTo>
                <a:cubicBezTo>
                  <a:pt x="84074" y="85244"/>
                  <a:pt x="82728" y="86919"/>
                  <a:pt x="81221" y="88265"/>
                </a:cubicBezTo>
                <a:lnTo>
                  <a:pt x="132771" y="187591"/>
                </a:lnTo>
                <a:lnTo>
                  <a:pt x="160686" y="187591"/>
                </a:lnTo>
                <a:cubicBezTo>
                  <a:pt x="164036" y="187591"/>
                  <a:pt x="166889" y="188761"/>
                  <a:pt x="169230" y="191110"/>
                </a:cubicBezTo>
                <a:cubicBezTo>
                  <a:pt x="171410" y="193290"/>
                  <a:pt x="172500" y="196055"/>
                  <a:pt x="172500" y="199405"/>
                </a:cubicBezTo>
                <a:cubicBezTo>
                  <a:pt x="172500" y="202763"/>
                  <a:pt x="171410" y="205608"/>
                  <a:pt x="169230" y="207957"/>
                </a:cubicBezTo>
                <a:cubicBezTo>
                  <a:pt x="166889" y="210136"/>
                  <a:pt x="164036" y="211226"/>
                  <a:pt x="160686" y="211226"/>
                </a:cubicBezTo>
                <a:lnTo>
                  <a:pt x="53562" y="211226"/>
                </a:lnTo>
                <a:close/>
                <a:moveTo>
                  <a:pt x="69151" y="79465"/>
                </a:moveTo>
                <a:cubicBezTo>
                  <a:pt x="71835" y="76780"/>
                  <a:pt x="73174" y="73430"/>
                  <a:pt x="73174" y="69407"/>
                </a:cubicBezTo>
                <a:cubicBezTo>
                  <a:pt x="73174" y="65383"/>
                  <a:pt x="71835" y="62026"/>
                  <a:pt x="69151" y="59348"/>
                </a:cubicBezTo>
                <a:cubicBezTo>
                  <a:pt x="66466" y="56664"/>
                  <a:pt x="63116" y="55325"/>
                  <a:pt x="59092" y="55325"/>
                </a:cubicBezTo>
                <a:cubicBezTo>
                  <a:pt x="55069" y="55325"/>
                  <a:pt x="51718" y="56664"/>
                  <a:pt x="49034" y="59348"/>
                </a:cubicBezTo>
                <a:cubicBezTo>
                  <a:pt x="46349" y="62026"/>
                  <a:pt x="45010" y="65383"/>
                  <a:pt x="45010" y="69407"/>
                </a:cubicBezTo>
                <a:cubicBezTo>
                  <a:pt x="45010" y="73430"/>
                  <a:pt x="46349" y="76780"/>
                  <a:pt x="49034" y="79465"/>
                </a:cubicBezTo>
                <a:cubicBezTo>
                  <a:pt x="51718" y="82142"/>
                  <a:pt x="55069" y="83488"/>
                  <a:pt x="59092" y="83488"/>
                </a:cubicBezTo>
                <a:cubicBezTo>
                  <a:pt x="63116" y="83488"/>
                  <a:pt x="66466" y="82142"/>
                  <a:pt x="69151" y="79465"/>
                </a:cubicBezTo>
                <a:close/>
                <a:moveTo>
                  <a:pt x="90277" y="187591"/>
                </a:moveTo>
                <a:lnTo>
                  <a:pt x="115924" y="187591"/>
                </a:lnTo>
                <a:lnTo>
                  <a:pt x="68397" y="95302"/>
                </a:lnTo>
                <a:cubicBezTo>
                  <a:pt x="67892" y="95639"/>
                  <a:pt x="67058" y="95975"/>
                  <a:pt x="65881" y="96312"/>
                </a:cubicBezTo>
                <a:cubicBezTo>
                  <a:pt x="64710" y="96641"/>
                  <a:pt x="63789" y="96897"/>
                  <a:pt x="63116" y="97065"/>
                </a:cubicBezTo>
                <a:lnTo>
                  <a:pt x="90277" y="187591"/>
                </a:lnTo>
                <a:close/>
                <a:moveTo>
                  <a:pt x="115924" y="18759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圖說"/>
          <p:cNvSpPr/>
          <p:nvPr/>
        </p:nvSpPr>
        <p:spPr>
          <a:xfrm>
            <a:off x="663715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機台</a:t>
            </a:r>
            <a:endParaRPr lang="en-US" sz="600" dirty="0"/>
          </a:p>
        </p:txBody>
      </p:sp>
      <p:sp>
        <p:nvSpPr>
          <p:cNvPr id="36" name="圖示 產線"/>
          <p:cNvSpPr/>
          <p:nvPr/>
        </p:nvSpPr>
        <p:spPr>
          <a:xfrm>
            <a:off x="7196749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0541" y="211226"/>
                </a:moveTo>
                <a:cubicBezTo>
                  <a:pt x="42165" y="211226"/>
                  <a:pt x="35040" y="208293"/>
                  <a:pt x="29173" y="202426"/>
                </a:cubicBezTo>
                <a:cubicBezTo>
                  <a:pt x="23299" y="196559"/>
                  <a:pt x="20366" y="189434"/>
                  <a:pt x="20366" y="181051"/>
                </a:cubicBezTo>
                <a:cubicBezTo>
                  <a:pt x="20366" y="172668"/>
                  <a:pt x="23299" y="165543"/>
                  <a:pt x="29173" y="159676"/>
                </a:cubicBezTo>
                <a:cubicBezTo>
                  <a:pt x="35040" y="153809"/>
                  <a:pt x="42165" y="150876"/>
                  <a:pt x="50541" y="150876"/>
                </a:cubicBezTo>
                <a:lnTo>
                  <a:pt x="191358" y="150876"/>
                </a:lnTo>
                <a:cubicBezTo>
                  <a:pt x="199742" y="150876"/>
                  <a:pt x="206867" y="153809"/>
                  <a:pt x="212733" y="159676"/>
                </a:cubicBezTo>
                <a:cubicBezTo>
                  <a:pt x="218600" y="165543"/>
                  <a:pt x="221534" y="172668"/>
                  <a:pt x="221534" y="181051"/>
                </a:cubicBezTo>
                <a:cubicBezTo>
                  <a:pt x="221534" y="189434"/>
                  <a:pt x="218600" y="196559"/>
                  <a:pt x="212733" y="202426"/>
                </a:cubicBezTo>
                <a:cubicBezTo>
                  <a:pt x="206867" y="208293"/>
                  <a:pt x="199742" y="211226"/>
                  <a:pt x="191358" y="211226"/>
                </a:cubicBezTo>
                <a:lnTo>
                  <a:pt x="50541" y="211226"/>
                </a:lnTo>
                <a:close/>
                <a:moveTo>
                  <a:pt x="50541" y="196142"/>
                </a:moveTo>
                <a:lnTo>
                  <a:pt x="191358" y="196142"/>
                </a:lnTo>
                <a:cubicBezTo>
                  <a:pt x="195718" y="196142"/>
                  <a:pt x="199325" y="194716"/>
                  <a:pt x="202177" y="191863"/>
                </a:cubicBezTo>
                <a:cubicBezTo>
                  <a:pt x="205023" y="188849"/>
                  <a:pt x="206450" y="185243"/>
                  <a:pt x="206450" y="181051"/>
                </a:cubicBezTo>
                <a:cubicBezTo>
                  <a:pt x="206450" y="176860"/>
                  <a:pt x="205023" y="173341"/>
                  <a:pt x="202177" y="170488"/>
                </a:cubicBezTo>
                <a:cubicBezTo>
                  <a:pt x="199325" y="167474"/>
                  <a:pt x="195718" y="165967"/>
                  <a:pt x="191358" y="165967"/>
                </a:cubicBezTo>
                <a:lnTo>
                  <a:pt x="50541" y="165967"/>
                </a:lnTo>
                <a:cubicBezTo>
                  <a:pt x="46349" y="165967"/>
                  <a:pt x="42750" y="167474"/>
                  <a:pt x="39729" y="170488"/>
                </a:cubicBezTo>
                <a:cubicBezTo>
                  <a:pt x="36883" y="173341"/>
                  <a:pt x="35457" y="176860"/>
                  <a:pt x="35457" y="181051"/>
                </a:cubicBezTo>
                <a:cubicBezTo>
                  <a:pt x="35457" y="185243"/>
                  <a:pt x="36883" y="188849"/>
                  <a:pt x="39729" y="191863"/>
                </a:cubicBezTo>
                <a:cubicBezTo>
                  <a:pt x="42750" y="194716"/>
                  <a:pt x="46349" y="196142"/>
                  <a:pt x="50541" y="196142"/>
                </a:cubicBezTo>
                <a:close/>
                <a:moveTo>
                  <a:pt x="98324" y="130759"/>
                </a:moveTo>
                <a:cubicBezTo>
                  <a:pt x="96144" y="130759"/>
                  <a:pt x="94381" y="130006"/>
                  <a:pt x="93042" y="128499"/>
                </a:cubicBezTo>
                <a:cubicBezTo>
                  <a:pt x="91535" y="127153"/>
                  <a:pt x="90774" y="125397"/>
                  <a:pt x="90774" y="123217"/>
                </a:cubicBezTo>
                <a:lnTo>
                  <a:pt x="90774" y="37717"/>
                </a:lnTo>
                <a:cubicBezTo>
                  <a:pt x="90774" y="35537"/>
                  <a:pt x="91535" y="33782"/>
                  <a:pt x="93042" y="32436"/>
                </a:cubicBezTo>
                <a:cubicBezTo>
                  <a:pt x="94381" y="30929"/>
                  <a:pt x="96144" y="30175"/>
                  <a:pt x="98324" y="30175"/>
                </a:cubicBezTo>
                <a:lnTo>
                  <a:pt x="183816" y="30175"/>
                </a:lnTo>
                <a:cubicBezTo>
                  <a:pt x="185996" y="30175"/>
                  <a:pt x="187759" y="30929"/>
                  <a:pt x="189098" y="32436"/>
                </a:cubicBezTo>
                <a:cubicBezTo>
                  <a:pt x="190605" y="33782"/>
                  <a:pt x="191358" y="35537"/>
                  <a:pt x="191358" y="37717"/>
                </a:cubicBezTo>
                <a:lnTo>
                  <a:pt x="191358" y="123217"/>
                </a:lnTo>
                <a:cubicBezTo>
                  <a:pt x="191358" y="125397"/>
                  <a:pt x="190605" y="127153"/>
                  <a:pt x="189098" y="128499"/>
                </a:cubicBezTo>
                <a:cubicBezTo>
                  <a:pt x="187759" y="130006"/>
                  <a:pt x="185996" y="130759"/>
                  <a:pt x="183816" y="130759"/>
                </a:cubicBezTo>
                <a:lnTo>
                  <a:pt x="98324" y="130759"/>
                </a:lnTo>
                <a:close/>
                <a:moveTo>
                  <a:pt x="105866" y="115675"/>
                </a:moveTo>
                <a:lnTo>
                  <a:pt x="176274" y="115675"/>
                </a:lnTo>
                <a:lnTo>
                  <a:pt x="176274" y="45266"/>
                </a:lnTo>
                <a:lnTo>
                  <a:pt x="105866" y="45266"/>
                </a:lnTo>
                <a:lnTo>
                  <a:pt x="105866" y="115675"/>
                </a:lnTo>
                <a:close/>
                <a:moveTo>
                  <a:pt x="27410" y="108126"/>
                </a:moveTo>
                <a:cubicBezTo>
                  <a:pt x="25230" y="108126"/>
                  <a:pt x="23467" y="107460"/>
                  <a:pt x="22128" y="106114"/>
                </a:cubicBezTo>
                <a:cubicBezTo>
                  <a:pt x="20622" y="104607"/>
                  <a:pt x="19868" y="102764"/>
                  <a:pt x="19868" y="100584"/>
                </a:cubicBezTo>
                <a:cubicBezTo>
                  <a:pt x="19868" y="98404"/>
                  <a:pt x="20622" y="96641"/>
                  <a:pt x="22128" y="95302"/>
                </a:cubicBezTo>
                <a:cubicBezTo>
                  <a:pt x="23467" y="93795"/>
                  <a:pt x="25230" y="93042"/>
                  <a:pt x="27410" y="93042"/>
                </a:cubicBezTo>
                <a:lnTo>
                  <a:pt x="67892" y="93042"/>
                </a:lnTo>
                <a:cubicBezTo>
                  <a:pt x="70072" y="93042"/>
                  <a:pt x="71835" y="93795"/>
                  <a:pt x="73174" y="95302"/>
                </a:cubicBezTo>
                <a:cubicBezTo>
                  <a:pt x="74681" y="96641"/>
                  <a:pt x="75442" y="98404"/>
                  <a:pt x="75442" y="100584"/>
                </a:cubicBezTo>
                <a:cubicBezTo>
                  <a:pt x="75442" y="102764"/>
                  <a:pt x="74681" y="104607"/>
                  <a:pt x="73174" y="106114"/>
                </a:cubicBezTo>
                <a:cubicBezTo>
                  <a:pt x="71835" y="107460"/>
                  <a:pt x="70072" y="108126"/>
                  <a:pt x="67892" y="108126"/>
                </a:cubicBezTo>
                <a:lnTo>
                  <a:pt x="27410" y="108126"/>
                </a:lnTo>
                <a:close/>
                <a:moveTo>
                  <a:pt x="128243" y="77951"/>
                </a:moveTo>
                <a:lnTo>
                  <a:pt x="153897" y="77951"/>
                </a:lnTo>
                <a:cubicBezTo>
                  <a:pt x="156070" y="77951"/>
                  <a:pt x="157921" y="77197"/>
                  <a:pt x="159427" y="75690"/>
                </a:cubicBezTo>
                <a:cubicBezTo>
                  <a:pt x="160766" y="74352"/>
                  <a:pt x="161439" y="72589"/>
                  <a:pt x="161439" y="70409"/>
                </a:cubicBezTo>
                <a:cubicBezTo>
                  <a:pt x="161439" y="68229"/>
                  <a:pt x="160766" y="66466"/>
                  <a:pt x="159427" y="65127"/>
                </a:cubicBezTo>
                <a:cubicBezTo>
                  <a:pt x="157921" y="63620"/>
                  <a:pt x="156070" y="62867"/>
                  <a:pt x="153897" y="62867"/>
                </a:cubicBezTo>
                <a:lnTo>
                  <a:pt x="128243" y="62867"/>
                </a:lnTo>
                <a:cubicBezTo>
                  <a:pt x="126063" y="62867"/>
                  <a:pt x="124219" y="63533"/>
                  <a:pt x="122712" y="64879"/>
                </a:cubicBezTo>
                <a:cubicBezTo>
                  <a:pt x="121374" y="66385"/>
                  <a:pt x="120701" y="68229"/>
                  <a:pt x="120701" y="70409"/>
                </a:cubicBezTo>
                <a:cubicBezTo>
                  <a:pt x="120701" y="72589"/>
                  <a:pt x="121454" y="74432"/>
                  <a:pt x="122961" y="75939"/>
                </a:cubicBezTo>
                <a:cubicBezTo>
                  <a:pt x="124307" y="77285"/>
                  <a:pt x="126063" y="77951"/>
                  <a:pt x="128243" y="77951"/>
                </a:cubicBezTo>
                <a:close/>
                <a:moveTo>
                  <a:pt x="48032" y="77951"/>
                </a:moveTo>
                <a:cubicBezTo>
                  <a:pt x="45852" y="77951"/>
                  <a:pt x="44008" y="77197"/>
                  <a:pt x="42494" y="75690"/>
                </a:cubicBezTo>
                <a:cubicBezTo>
                  <a:pt x="41155" y="74352"/>
                  <a:pt x="40482" y="72589"/>
                  <a:pt x="40482" y="70409"/>
                </a:cubicBezTo>
                <a:cubicBezTo>
                  <a:pt x="40482" y="68229"/>
                  <a:pt x="41243" y="66466"/>
                  <a:pt x="42750" y="65127"/>
                </a:cubicBezTo>
                <a:cubicBezTo>
                  <a:pt x="44089" y="63620"/>
                  <a:pt x="45852" y="62867"/>
                  <a:pt x="48032" y="62867"/>
                </a:cubicBezTo>
                <a:lnTo>
                  <a:pt x="69904" y="62867"/>
                </a:lnTo>
                <a:cubicBezTo>
                  <a:pt x="72084" y="62867"/>
                  <a:pt x="73927" y="63533"/>
                  <a:pt x="75442" y="64879"/>
                </a:cubicBezTo>
                <a:cubicBezTo>
                  <a:pt x="76780" y="66385"/>
                  <a:pt x="77453" y="68229"/>
                  <a:pt x="77453" y="70409"/>
                </a:cubicBezTo>
                <a:cubicBezTo>
                  <a:pt x="77453" y="72589"/>
                  <a:pt x="76780" y="74432"/>
                  <a:pt x="75442" y="75939"/>
                </a:cubicBezTo>
                <a:cubicBezTo>
                  <a:pt x="73927" y="77285"/>
                  <a:pt x="72084" y="77951"/>
                  <a:pt x="69904" y="77951"/>
                </a:cubicBezTo>
                <a:lnTo>
                  <a:pt x="48032" y="77951"/>
                </a:lnTo>
                <a:close/>
                <a:moveTo>
                  <a:pt x="105866" y="115675"/>
                </a:moveTo>
                <a:lnTo>
                  <a:pt x="105866" y="45266"/>
                </a:lnTo>
                <a:lnTo>
                  <a:pt x="105866" y="115675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圖說"/>
          <p:cNvSpPr/>
          <p:nvPr/>
        </p:nvSpPr>
        <p:spPr>
          <a:xfrm>
            <a:off x="708093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產線</a:t>
            </a:r>
            <a:endParaRPr lang="en-US" sz="600" dirty="0"/>
          </a:p>
        </p:txBody>
      </p:sp>
      <p:sp>
        <p:nvSpPr>
          <p:cNvPr id="38" name="圖示 維修"/>
          <p:cNvSpPr/>
          <p:nvPr/>
        </p:nvSpPr>
        <p:spPr>
          <a:xfrm>
            <a:off x="764052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9019" y="148360"/>
                </a:moveTo>
                <a:cubicBezTo>
                  <a:pt x="72757" y="148360"/>
                  <a:pt x="58924" y="142661"/>
                  <a:pt x="47527" y="131264"/>
                </a:cubicBezTo>
                <a:cubicBezTo>
                  <a:pt x="36130" y="120028"/>
                  <a:pt x="30424" y="106283"/>
                  <a:pt x="30424" y="90021"/>
                </a:cubicBezTo>
                <a:cubicBezTo>
                  <a:pt x="30424" y="86670"/>
                  <a:pt x="30680" y="83569"/>
                  <a:pt x="31185" y="80716"/>
                </a:cubicBezTo>
                <a:cubicBezTo>
                  <a:pt x="31682" y="77702"/>
                  <a:pt x="32604" y="74600"/>
                  <a:pt x="33950" y="71418"/>
                </a:cubicBezTo>
                <a:cubicBezTo>
                  <a:pt x="34447" y="70072"/>
                  <a:pt x="35208" y="69070"/>
                  <a:pt x="36210" y="68397"/>
                </a:cubicBezTo>
                <a:cubicBezTo>
                  <a:pt x="37220" y="67724"/>
                  <a:pt x="38302" y="67227"/>
                  <a:pt x="39480" y="66890"/>
                </a:cubicBezTo>
                <a:cubicBezTo>
                  <a:pt x="40651" y="66554"/>
                  <a:pt x="41828" y="66554"/>
                  <a:pt x="42999" y="66890"/>
                </a:cubicBezTo>
                <a:cubicBezTo>
                  <a:pt x="44176" y="67227"/>
                  <a:pt x="45266" y="67892"/>
                  <a:pt x="46269" y="68902"/>
                </a:cubicBezTo>
                <a:lnTo>
                  <a:pt x="74681" y="97314"/>
                </a:lnTo>
                <a:lnTo>
                  <a:pt x="97819" y="75690"/>
                </a:lnTo>
                <a:lnTo>
                  <a:pt x="68148" y="46020"/>
                </a:lnTo>
                <a:cubicBezTo>
                  <a:pt x="67139" y="45010"/>
                  <a:pt x="66466" y="43920"/>
                  <a:pt x="66137" y="42750"/>
                </a:cubicBezTo>
                <a:cubicBezTo>
                  <a:pt x="65800" y="41572"/>
                  <a:pt x="65800" y="40402"/>
                  <a:pt x="66137" y="39231"/>
                </a:cubicBezTo>
                <a:cubicBezTo>
                  <a:pt x="66466" y="38054"/>
                  <a:pt x="66971" y="37051"/>
                  <a:pt x="67644" y="36210"/>
                </a:cubicBezTo>
                <a:cubicBezTo>
                  <a:pt x="68317" y="35369"/>
                  <a:pt x="69319" y="34616"/>
                  <a:pt x="70658" y="33950"/>
                </a:cubicBezTo>
                <a:cubicBezTo>
                  <a:pt x="73847" y="32604"/>
                  <a:pt x="76861" y="31682"/>
                  <a:pt x="79714" y="31185"/>
                </a:cubicBezTo>
                <a:cubicBezTo>
                  <a:pt x="82559" y="30512"/>
                  <a:pt x="85661" y="30175"/>
                  <a:pt x="89019" y="30175"/>
                </a:cubicBezTo>
                <a:cubicBezTo>
                  <a:pt x="105617" y="30175"/>
                  <a:pt x="119779" y="35962"/>
                  <a:pt x="131513" y="47527"/>
                </a:cubicBezTo>
                <a:cubicBezTo>
                  <a:pt x="143078" y="59260"/>
                  <a:pt x="148864" y="73430"/>
                  <a:pt x="148864" y="90021"/>
                </a:cubicBezTo>
                <a:cubicBezTo>
                  <a:pt x="148864" y="94044"/>
                  <a:pt x="148447" y="97987"/>
                  <a:pt x="147606" y="101842"/>
                </a:cubicBezTo>
                <a:cubicBezTo>
                  <a:pt x="146772" y="105697"/>
                  <a:pt x="145682" y="109552"/>
                  <a:pt x="144336" y="113408"/>
                </a:cubicBezTo>
                <a:lnTo>
                  <a:pt x="199910" y="168981"/>
                </a:lnTo>
                <a:cubicBezTo>
                  <a:pt x="204438" y="173341"/>
                  <a:pt x="206698" y="178703"/>
                  <a:pt x="206698" y="185075"/>
                </a:cubicBezTo>
                <a:cubicBezTo>
                  <a:pt x="206530" y="191278"/>
                  <a:pt x="204101" y="196559"/>
                  <a:pt x="199405" y="200919"/>
                </a:cubicBezTo>
                <a:cubicBezTo>
                  <a:pt x="195052" y="204943"/>
                  <a:pt x="189939" y="206954"/>
                  <a:pt x="184072" y="206954"/>
                </a:cubicBezTo>
                <a:cubicBezTo>
                  <a:pt x="178037" y="206786"/>
                  <a:pt x="172836" y="204518"/>
                  <a:pt x="168476" y="200166"/>
                </a:cubicBezTo>
                <a:lnTo>
                  <a:pt x="112405" y="143839"/>
                </a:lnTo>
                <a:cubicBezTo>
                  <a:pt x="108550" y="145177"/>
                  <a:pt x="104688" y="146267"/>
                  <a:pt x="100833" y="147101"/>
                </a:cubicBezTo>
                <a:cubicBezTo>
                  <a:pt x="96978" y="147943"/>
                  <a:pt x="93042" y="148360"/>
                  <a:pt x="89019" y="148360"/>
                </a:cubicBezTo>
                <a:close/>
                <a:moveTo>
                  <a:pt x="89019" y="133276"/>
                </a:moveTo>
                <a:cubicBezTo>
                  <a:pt x="93210" y="133276"/>
                  <a:pt x="97651" y="132603"/>
                  <a:pt x="102347" y="131264"/>
                </a:cubicBezTo>
                <a:cubicBezTo>
                  <a:pt x="107036" y="129918"/>
                  <a:pt x="111147" y="127906"/>
                  <a:pt x="114666" y="125229"/>
                </a:cubicBezTo>
                <a:lnTo>
                  <a:pt x="179288" y="189851"/>
                </a:lnTo>
                <a:cubicBezTo>
                  <a:pt x="180634" y="191190"/>
                  <a:pt x="182309" y="191863"/>
                  <a:pt x="184321" y="191863"/>
                </a:cubicBezTo>
                <a:cubicBezTo>
                  <a:pt x="186333" y="191863"/>
                  <a:pt x="188008" y="191190"/>
                  <a:pt x="189347" y="189851"/>
                </a:cubicBezTo>
                <a:cubicBezTo>
                  <a:pt x="190693" y="188513"/>
                  <a:pt x="191358" y="186838"/>
                  <a:pt x="191358" y="184826"/>
                </a:cubicBezTo>
                <a:cubicBezTo>
                  <a:pt x="191358" y="182814"/>
                  <a:pt x="190693" y="181132"/>
                  <a:pt x="189347" y="179793"/>
                </a:cubicBezTo>
                <a:lnTo>
                  <a:pt x="125734" y="116173"/>
                </a:lnTo>
                <a:cubicBezTo>
                  <a:pt x="128411" y="112654"/>
                  <a:pt x="130423" y="108550"/>
                  <a:pt x="131769" y="103854"/>
                </a:cubicBezTo>
                <a:cubicBezTo>
                  <a:pt x="133107" y="98989"/>
                  <a:pt x="133780" y="94381"/>
                  <a:pt x="133780" y="90021"/>
                </a:cubicBezTo>
                <a:cubicBezTo>
                  <a:pt x="133780" y="77453"/>
                  <a:pt x="129164" y="66802"/>
                  <a:pt x="119947" y="58090"/>
                </a:cubicBezTo>
                <a:cubicBezTo>
                  <a:pt x="110562" y="49370"/>
                  <a:pt x="99911" y="44930"/>
                  <a:pt x="88009" y="44762"/>
                </a:cubicBezTo>
                <a:lnTo>
                  <a:pt x="113664" y="70914"/>
                </a:lnTo>
                <a:cubicBezTo>
                  <a:pt x="115171" y="72420"/>
                  <a:pt x="115924" y="74264"/>
                  <a:pt x="115924" y="76444"/>
                </a:cubicBezTo>
                <a:cubicBezTo>
                  <a:pt x="115756" y="78456"/>
                  <a:pt x="114914" y="80218"/>
                  <a:pt x="113408" y="81725"/>
                </a:cubicBezTo>
                <a:lnTo>
                  <a:pt x="79962" y="113159"/>
                </a:lnTo>
                <a:cubicBezTo>
                  <a:pt x="78456" y="114498"/>
                  <a:pt x="76612" y="115171"/>
                  <a:pt x="74432" y="115171"/>
                </a:cubicBezTo>
                <a:cubicBezTo>
                  <a:pt x="72420" y="115171"/>
                  <a:pt x="70745" y="114498"/>
                  <a:pt x="69407" y="113159"/>
                </a:cubicBezTo>
                <a:lnTo>
                  <a:pt x="44762" y="88763"/>
                </a:lnTo>
                <a:cubicBezTo>
                  <a:pt x="45266" y="101674"/>
                  <a:pt x="49875" y="112318"/>
                  <a:pt x="58587" y="120701"/>
                </a:cubicBezTo>
                <a:cubicBezTo>
                  <a:pt x="67139" y="129084"/>
                  <a:pt x="77285" y="133276"/>
                  <a:pt x="89019" y="133276"/>
                </a:cubicBezTo>
                <a:close/>
                <a:moveTo>
                  <a:pt x="118440" y="118689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圖說"/>
          <p:cNvSpPr/>
          <p:nvPr/>
        </p:nvSpPr>
        <p:spPr>
          <a:xfrm>
            <a:off x="7524707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維修</a:t>
            </a:r>
            <a:endParaRPr lang="en-US" sz="600" dirty="0"/>
          </a:p>
        </p:txBody>
      </p:sp>
      <p:sp>
        <p:nvSpPr>
          <p:cNvPr id="40" name="圖示 溫度"/>
          <p:cNvSpPr/>
          <p:nvPr/>
        </p:nvSpPr>
        <p:spPr>
          <a:xfrm>
            <a:off x="8084302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9055" y="95558"/>
                </a:moveTo>
                <a:cubicBezTo>
                  <a:pt x="136875" y="95558"/>
                  <a:pt x="135119" y="94798"/>
                  <a:pt x="133780" y="93291"/>
                </a:cubicBezTo>
                <a:cubicBezTo>
                  <a:pt x="132266" y="91952"/>
                  <a:pt x="131513" y="90189"/>
                  <a:pt x="131513" y="88009"/>
                </a:cubicBezTo>
                <a:cubicBezTo>
                  <a:pt x="131513" y="85829"/>
                  <a:pt x="132266" y="84074"/>
                  <a:pt x="133780" y="82728"/>
                </a:cubicBezTo>
                <a:cubicBezTo>
                  <a:pt x="135119" y="81221"/>
                  <a:pt x="136875" y="80467"/>
                  <a:pt x="139055" y="80467"/>
                </a:cubicBezTo>
                <a:lnTo>
                  <a:pt x="181805" y="80467"/>
                </a:lnTo>
                <a:cubicBezTo>
                  <a:pt x="183985" y="80467"/>
                  <a:pt x="185748" y="81221"/>
                  <a:pt x="187086" y="82728"/>
                </a:cubicBezTo>
                <a:cubicBezTo>
                  <a:pt x="188593" y="84074"/>
                  <a:pt x="189347" y="85829"/>
                  <a:pt x="189347" y="88009"/>
                </a:cubicBezTo>
                <a:cubicBezTo>
                  <a:pt x="189347" y="90189"/>
                  <a:pt x="188593" y="92033"/>
                  <a:pt x="187086" y="93547"/>
                </a:cubicBezTo>
                <a:cubicBezTo>
                  <a:pt x="185748" y="94885"/>
                  <a:pt x="183985" y="95558"/>
                  <a:pt x="181805" y="95558"/>
                </a:cubicBezTo>
                <a:lnTo>
                  <a:pt x="139055" y="95558"/>
                </a:lnTo>
                <a:close/>
                <a:moveTo>
                  <a:pt x="139055" y="65383"/>
                </a:moveTo>
                <a:cubicBezTo>
                  <a:pt x="136875" y="65383"/>
                  <a:pt x="135119" y="64622"/>
                  <a:pt x="133780" y="63116"/>
                </a:cubicBezTo>
                <a:cubicBezTo>
                  <a:pt x="132266" y="61777"/>
                  <a:pt x="131513" y="60014"/>
                  <a:pt x="131513" y="57834"/>
                </a:cubicBezTo>
                <a:cubicBezTo>
                  <a:pt x="131513" y="55654"/>
                  <a:pt x="132266" y="53898"/>
                  <a:pt x="133780" y="52552"/>
                </a:cubicBezTo>
                <a:cubicBezTo>
                  <a:pt x="135119" y="51045"/>
                  <a:pt x="136875" y="50292"/>
                  <a:pt x="139055" y="50292"/>
                </a:cubicBezTo>
                <a:lnTo>
                  <a:pt x="204438" y="50292"/>
                </a:lnTo>
                <a:cubicBezTo>
                  <a:pt x="206618" y="50292"/>
                  <a:pt x="208373" y="51045"/>
                  <a:pt x="209719" y="52552"/>
                </a:cubicBezTo>
                <a:cubicBezTo>
                  <a:pt x="211226" y="53898"/>
                  <a:pt x="211980" y="55654"/>
                  <a:pt x="211980" y="57834"/>
                </a:cubicBezTo>
                <a:cubicBezTo>
                  <a:pt x="211980" y="60014"/>
                  <a:pt x="211226" y="61857"/>
                  <a:pt x="209719" y="63372"/>
                </a:cubicBezTo>
                <a:cubicBezTo>
                  <a:pt x="208373" y="64710"/>
                  <a:pt x="206618" y="65383"/>
                  <a:pt x="204438" y="65383"/>
                </a:cubicBezTo>
                <a:lnTo>
                  <a:pt x="139055" y="65383"/>
                </a:lnTo>
                <a:close/>
                <a:moveTo>
                  <a:pt x="41997" y="197649"/>
                </a:moveTo>
                <a:cubicBezTo>
                  <a:pt x="33109" y="188761"/>
                  <a:pt x="28668" y="177950"/>
                  <a:pt x="28668" y="165206"/>
                </a:cubicBezTo>
                <a:cubicBezTo>
                  <a:pt x="28668" y="157160"/>
                  <a:pt x="30680" y="149618"/>
                  <a:pt x="34703" y="142581"/>
                </a:cubicBezTo>
                <a:cubicBezTo>
                  <a:pt x="38727" y="135368"/>
                  <a:pt x="44257" y="129589"/>
                  <a:pt x="51301" y="125229"/>
                </a:cubicBezTo>
                <a:lnTo>
                  <a:pt x="51301" y="53313"/>
                </a:lnTo>
                <a:cubicBezTo>
                  <a:pt x="51301" y="46942"/>
                  <a:pt x="53562" y="41492"/>
                  <a:pt x="58090" y="36964"/>
                </a:cubicBezTo>
                <a:cubicBezTo>
                  <a:pt x="62611" y="32436"/>
                  <a:pt x="68061" y="30175"/>
                  <a:pt x="74432" y="30175"/>
                </a:cubicBezTo>
                <a:cubicBezTo>
                  <a:pt x="80804" y="30175"/>
                  <a:pt x="86254" y="32436"/>
                  <a:pt x="90774" y="36964"/>
                </a:cubicBezTo>
                <a:cubicBezTo>
                  <a:pt x="95302" y="41492"/>
                  <a:pt x="97570" y="46942"/>
                  <a:pt x="97570" y="53313"/>
                </a:cubicBezTo>
                <a:lnTo>
                  <a:pt x="97570" y="125229"/>
                </a:lnTo>
                <a:cubicBezTo>
                  <a:pt x="104607" y="129589"/>
                  <a:pt x="110138" y="135368"/>
                  <a:pt x="114161" y="142581"/>
                </a:cubicBezTo>
                <a:cubicBezTo>
                  <a:pt x="118184" y="149618"/>
                  <a:pt x="120196" y="157160"/>
                  <a:pt x="120196" y="165206"/>
                </a:cubicBezTo>
                <a:cubicBezTo>
                  <a:pt x="120196" y="177950"/>
                  <a:pt x="115756" y="188761"/>
                  <a:pt x="106868" y="197649"/>
                </a:cubicBezTo>
                <a:cubicBezTo>
                  <a:pt x="97987" y="206530"/>
                  <a:pt x="87175" y="210978"/>
                  <a:pt x="74432" y="210978"/>
                </a:cubicBezTo>
                <a:cubicBezTo>
                  <a:pt x="61689" y="210978"/>
                  <a:pt x="50877" y="206530"/>
                  <a:pt x="41997" y="197649"/>
                </a:cubicBezTo>
                <a:close/>
                <a:moveTo>
                  <a:pt x="43752" y="165206"/>
                </a:moveTo>
                <a:lnTo>
                  <a:pt x="105112" y="165206"/>
                </a:lnTo>
                <a:cubicBezTo>
                  <a:pt x="105112" y="158506"/>
                  <a:pt x="103517" y="152551"/>
                  <a:pt x="100335" y="147357"/>
                </a:cubicBezTo>
                <a:cubicBezTo>
                  <a:pt x="97146" y="141988"/>
                  <a:pt x="92874" y="138133"/>
                  <a:pt x="87512" y="135792"/>
                </a:cubicBezTo>
                <a:lnTo>
                  <a:pt x="82479" y="133524"/>
                </a:lnTo>
                <a:lnTo>
                  <a:pt x="82479" y="53313"/>
                </a:lnTo>
                <a:cubicBezTo>
                  <a:pt x="82479" y="50965"/>
                  <a:pt x="81725" y="49034"/>
                  <a:pt x="80218" y="47527"/>
                </a:cubicBezTo>
                <a:cubicBezTo>
                  <a:pt x="78704" y="46020"/>
                  <a:pt x="76780" y="45266"/>
                  <a:pt x="74432" y="45266"/>
                </a:cubicBezTo>
                <a:cubicBezTo>
                  <a:pt x="72084" y="45266"/>
                  <a:pt x="70160" y="46020"/>
                  <a:pt x="68646" y="47527"/>
                </a:cubicBezTo>
                <a:cubicBezTo>
                  <a:pt x="67139" y="49034"/>
                  <a:pt x="66385" y="50965"/>
                  <a:pt x="66385" y="53313"/>
                </a:cubicBezTo>
                <a:lnTo>
                  <a:pt x="66385" y="133524"/>
                </a:lnTo>
                <a:lnTo>
                  <a:pt x="61360" y="135792"/>
                </a:lnTo>
                <a:cubicBezTo>
                  <a:pt x="55991" y="138133"/>
                  <a:pt x="51718" y="141988"/>
                  <a:pt x="48529" y="147357"/>
                </a:cubicBezTo>
                <a:cubicBezTo>
                  <a:pt x="45347" y="152719"/>
                  <a:pt x="43752" y="158674"/>
                  <a:pt x="43752" y="165206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圖說"/>
          <p:cNvSpPr/>
          <p:nvPr/>
        </p:nvSpPr>
        <p:spPr>
          <a:xfrm>
            <a:off x="7968484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溫度</a:t>
            </a:r>
            <a:endParaRPr lang="en-US" sz="600" dirty="0"/>
          </a:p>
        </p:txBody>
      </p:sp>
      <p:sp>
        <p:nvSpPr>
          <p:cNvPr id="42" name="圖示 用水"/>
          <p:cNvSpPr/>
          <p:nvPr/>
        </p:nvSpPr>
        <p:spPr>
          <a:xfrm>
            <a:off x="8528078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3372" y="197649"/>
                </a:moveTo>
                <a:cubicBezTo>
                  <a:pt x="47944" y="181892"/>
                  <a:pt x="40234" y="162273"/>
                  <a:pt x="40234" y="138806"/>
                </a:cubicBezTo>
                <a:cubicBezTo>
                  <a:pt x="40234" y="128075"/>
                  <a:pt x="42662" y="117431"/>
                  <a:pt x="47527" y="106868"/>
                </a:cubicBezTo>
                <a:cubicBezTo>
                  <a:pt x="52384" y="96312"/>
                  <a:pt x="58507" y="86166"/>
                  <a:pt x="65881" y="76444"/>
                </a:cubicBezTo>
                <a:cubicBezTo>
                  <a:pt x="73093" y="66722"/>
                  <a:pt x="80972" y="57666"/>
                  <a:pt x="89523" y="49290"/>
                </a:cubicBezTo>
                <a:cubicBezTo>
                  <a:pt x="97899" y="40738"/>
                  <a:pt x="105778" y="33196"/>
                  <a:pt x="113159" y="26657"/>
                </a:cubicBezTo>
                <a:cubicBezTo>
                  <a:pt x="114329" y="25647"/>
                  <a:pt x="115587" y="24981"/>
                  <a:pt x="116926" y="24645"/>
                </a:cubicBezTo>
                <a:cubicBezTo>
                  <a:pt x="118104" y="24140"/>
                  <a:pt x="119362" y="23891"/>
                  <a:pt x="120701" y="23891"/>
                </a:cubicBezTo>
                <a:cubicBezTo>
                  <a:pt x="122039" y="23891"/>
                  <a:pt x="123385" y="24140"/>
                  <a:pt x="124724" y="24645"/>
                </a:cubicBezTo>
                <a:cubicBezTo>
                  <a:pt x="125895" y="24981"/>
                  <a:pt x="127072" y="25647"/>
                  <a:pt x="128243" y="26657"/>
                </a:cubicBezTo>
                <a:cubicBezTo>
                  <a:pt x="135624" y="33196"/>
                  <a:pt x="143583" y="40738"/>
                  <a:pt x="152134" y="49290"/>
                </a:cubicBezTo>
                <a:cubicBezTo>
                  <a:pt x="160517" y="57666"/>
                  <a:pt x="168396" y="66722"/>
                  <a:pt x="175770" y="76444"/>
                </a:cubicBezTo>
                <a:cubicBezTo>
                  <a:pt x="182982" y="86166"/>
                  <a:pt x="189017" y="96312"/>
                  <a:pt x="193875" y="106868"/>
                </a:cubicBezTo>
                <a:cubicBezTo>
                  <a:pt x="198739" y="117431"/>
                  <a:pt x="201168" y="128075"/>
                  <a:pt x="201168" y="138806"/>
                </a:cubicBezTo>
                <a:cubicBezTo>
                  <a:pt x="201168" y="162273"/>
                  <a:pt x="193538" y="181892"/>
                  <a:pt x="178286" y="197649"/>
                </a:cubicBezTo>
                <a:cubicBezTo>
                  <a:pt x="162866" y="213406"/>
                  <a:pt x="143671" y="221285"/>
                  <a:pt x="120701" y="221285"/>
                </a:cubicBezTo>
                <a:cubicBezTo>
                  <a:pt x="97731" y="221285"/>
                  <a:pt x="78624" y="213406"/>
                  <a:pt x="63372" y="197649"/>
                </a:cubicBezTo>
                <a:close/>
                <a:moveTo>
                  <a:pt x="167474" y="187086"/>
                </a:moveTo>
                <a:cubicBezTo>
                  <a:pt x="179881" y="174175"/>
                  <a:pt x="186084" y="158081"/>
                  <a:pt x="186084" y="138806"/>
                </a:cubicBezTo>
                <a:cubicBezTo>
                  <a:pt x="186084" y="125565"/>
                  <a:pt x="180546" y="110562"/>
                  <a:pt x="169486" y="93795"/>
                </a:cubicBezTo>
                <a:cubicBezTo>
                  <a:pt x="158250" y="76861"/>
                  <a:pt x="141988" y="59012"/>
                  <a:pt x="120701" y="40234"/>
                </a:cubicBezTo>
                <a:cubicBezTo>
                  <a:pt x="99414" y="59012"/>
                  <a:pt x="83232" y="76861"/>
                  <a:pt x="72172" y="93795"/>
                </a:cubicBezTo>
                <a:cubicBezTo>
                  <a:pt x="60936" y="110562"/>
                  <a:pt x="55325" y="125565"/>
                  <a:pt x="55325" y="138806"/>
                </a:cubicBezTo>
                <a:cubicBezTo>
                  <a:pt x="55325" y="158081"/>
                  <a:pt x="61521" y="174175"/>
                  <a:pt x="73927" y="187086"/>
                </a:cubicBezTo>
                <a:cubicBezTo>
                  <a:pt x="86334" y="199829"/>
                  <a:pt x="101923" y="206201"/>
                  <a:pt x="120701" y="206201"/>
                </a:cubicBezTo>
                <a:cubicBezTo>
                  <a:pt x="139479" y="206201"/>
                  <a:pt x="155068" y="199829"/>
                  <a:pt x="167474" y="187086"/>
                </a:cubicBezTo>
                <a:close/>
                <a:moveTo>
                  <a:pt x="120701" y="120701"/>
                </a:moveTo>
                <a:close/>
                <a:moveTo>
                  <a:pt x="120452" y="189098"/>
                </a:moveTo>
                <a:cubicBezTo>
                  <a:pt x="123129" y="189098"/>
                  <a:pt x="125229" y="188681"/>
                  <a:pt x="126736" y="187840"/>
                </a:cubicBezTo>
                <a:cubicBezTo>
                  <a:pt x="128075" y="186838"/>
                  <a:pt x="128748" y="185411"/>
                  <a:pt x="128748" y="183568"/>
                </a:cubicBezTo>
                <a:cubicBezTo>
                  <a:pt x="128748" y="181724"/>
                  <a:pt x="128075" y="180298"/>
                  <a:pt x="126736" y="179288"/>
                </a:cubicBezTo>
                <a:cubicBezTo>
                  <a:pt x="125229" y="178286"/>
                  <a:pt x="123049" y="177781"/>
                  <a:pt x="120196" y="177781"/>
                </a:cubicBezTo>
                <a:cubicBezTo>
                  <a:pt x="113159" y="177781"/>
                  <a:pt x="106034" y="175601"/>
                  <a:pt x="98821" y="171242"/>
                </a:cubicBezTo>
                <a:cubicBezTo>
                  <a:pt x="91447" y="166721"/>
                  <a:pt x="86751" y="158842"/>
                  <a:pt x="84739" y="147606"/>
                </a:cubicBezTo>
                <a:cubicBezTo>
                  <a:pt x="84410" y="146099"/>
                  <a:pt x="83649" y="144921"/>
                  <a:pt x="82479" y="144087"/>
                </a:cubicBezTo>
                <a:cubicBezTo>
                  <a:pt x="81308" y="143078"/>
                  <a:pt x="80050" y="142581"/>
                  <a:pt x="78704" y="142581"/>
                </a:cubicBezTo>
                <a:cubicBezTo>
                  <a:pt x="76861" y="142581"/>
                  <a:pt x="75442" y="143334"/>
                  <a:pt x="74432" y="144841"/>
                </a:cubicBezTo>
                <a:cubicBezTo>
                  <a:pt x="73430" y="146180"/>
                  <a:pt x="73093" y="147606"/>
                  <a:pt x="73430" y="149113"/>
                </a:cubicBezTo>
                <a:cubicBezTo>
                  <a:pt x="75939" y="163195"/>
                  <a:pt x="81894" y="173421"/>
                  <a:pt x="91279" y="179793"/>
                </a:cubicBezTo>
                <a:cubicBezTo>
                  <a:pt x="100664" y="185996"/>
                  <a:pt x="110394" y="189098"/>
                  <a:pt x="120452" y="189098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圖說"/>
          <p:cNvSpPr/>
          <p:nvPr/>
        </p:nvSpPr>
        <p:spPr>
          <a:xfrm>
            <a:off x="8412261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用水</a:t>
            </a:r>
            <a:endParaRPr lang="en-US" sz="600" dirty="0"/>
          </a:p>
        </p:txBody>
      </p:sp>
      <p:sp>
        <p:nvSpPr>
          <p:cNvPr id="44" name="圖示 庫存"/>
          <p:cNvSpPr/>
          <p:nvPr/>
        </p:nvSpPr>
        <p:spPr>
          <a:xfrm>
            <a:off x="8971855" y="1316736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266" y="221285"/>
                </a:moveTo>
                <a:cubicBezTo>
                  <a:pt x="41075" y="221285"/>
                  <a:pt x="37549" y="219778"/>
                  <a:pt x="34703" y="216757"/>
                </a:cubicBezTo>
                <a:cubicBezTo>
                  <a:pt x="31682" y="213911"/>
                  <a:pt x="30175" y="210385"/>
                  <a:pt x="30175" y="206201"/>
                </a:cubicBezTo>
                <a:lnTo>
                  <a:pt x="30175" y="84739"/>
                </a:lnTo>
                <a:cubicBezTo>
                  <a:pt x="27322" y="83737"/>
                  <a:pt x="24981" y="81974"/>
                  <a:pt x="23138" y="79465"/>
                </a:cubicBezTo>
                <a:cubicBezTo>
                  <a:pt x="21126" y="76780"/>
                  <a:pt x="20117" y="73759"/>
                  <a:pt x="20117" y="70409"/>
                </a:cubicBezTo>
                <a:lnTo>
                  <a:pt x="20117" y="35208"/>
                </a:lnTo>
                <a:cubicBezTo>
                  <a:pt x="20117" y="31016"/>
                  <a:pt x="21624" y="27491"/>
                  <a:pt x="24645" y="24645"/>
                </a:cubicBezTo>
                <a:cubicBezTo>
                  <a:pt x="27491" y="21624"/>
                  <a:pt x="31016" y="20117"/>
                  <a:pt x="35208" y="20117"/>
                </a:cubicBezTo>
                <a:lnTo>
                  <a:pt x="206201" y="20117"/>
                </a:lnTo>
                <a:cubicBezTo>
                  <a:pt x="210385" y="20117"/>
                  <a:pt x="213911" y="21624"/>
                  <a:pt x="216757" y="24645"/>
                </a:cubicBezTo>
                <a:cubicBezTo>
                  <a:pt x="219778" y="27491"/>
                  <a:pt x="221285" y="31016"/>
                  <a:pt x="221285" y="35208"/>
                </a:cubicBezTo>
                <a:lnTo>
                  <a:pt x="221285" y="70409"/>
                </a:lnTo>
                <a:cubicBezTo>
                  <a:pt x="221285" y="73759"/>
                  <a:pt x="220363" y="76780"/>
                  <a:pt x="218520" y="79465"/>
                </a:cubicBezTo>
                <a:cubicBezTo>
                  <a:pt x="216508" y="81974"/>
                  <a:pt x="214079" y="83737"/>
                  <a:pt x="211226" y="84739"/>
                </a:cubicBezTo>
                <a:lnTo>
                  <a:pt x="211226" y="206201"/>
                </a:lnTo>
                <a:cubicBezTo>
                  <a:pt x="211226" y="210385"/>
                  <a:pt x="209719" y="213911"/>
                  <a:pt x="206698" y="216757"/>
                </a:cubicBezTo>
                <a:cubicBezTo>
                  <a:pt x="203853" y="219778"/>
                  <a:pt x="200327" y="221285"/>
                  <a:pt x="196142" y="221285"/>
                </a:cubicBezTo>
                <a:lnTo>
                  <a:pt x="45266" y="221285"/>
                </a:lnTo>
                <a:close/>
                <a:moveTo>
                  <a:pt x="45266" y="85500"/>
                </a:moveTo>
                <a:lnTo>
                  <a:pt x="45266" y="206201"/>
                </a:lnTo>
                <a:lnTo>
                  <a:pt x="196142" y="206201"/>
                </a:lnTo>
                <a:lnTo>
                  <a:pt x="196142" y="85500"/>
                </a:lnTo>
                <a:lnTo>
                  <a:pt x="45266" y="85500"/>
                </a:lnTo>
                <a:close/>
                <a:moveTo>
                  <a:pt x="35208" y="70409"/>
                </a:moveTo>
                <a:lnTo>
                  <a:pt x="206201" y="70409"/>
                </a:lnTo>
                <a:lnTo>
                  <a:pt x="206201" y="35208"/>
                </a:lnTo>
                <a:lnTo>
                  <a:pt x="35208" y="35208"/>
                </a:lnTo>
                <a:lnTo>
                  <a:pt x="35208" y="70409"/>
                </a:lnTo>
                <a:close/>
                <a:moveTo>
                  <a:pt x="98068" y="135792"/>
                </a:moveTo>
                <a:lnTo>
                  <a:pt x="143334" y="135792"/>
                </a:lnTo>
                <a:cubicBezTo>
                  <a:pt x="145514" y="135792"/>
                  <a:pt x="147270" y="135031"/>
                  <a:pt x="148616" y="133524"/>
                </a:cubicBezTo>
                <a:cubicBezTo>
                  <a:pt x="150123" y="132186"/>
                  <a:pt x="150876" y="130423"/>
                  <a:pt x="150876" y="128243"/>
                </a:cubicBezTo>
                <a:cubicBezTo>
                  <a:pt x="150876" y="126063"/>
                  <a:pt x="150123" y="124307"/>
                  <a:pt x="148616" y="122961"/>
                </a:cubicBezTo>
                <a:cubicBezTo>
                  <a:pt x="147270" y="121454"/>
                  <a:pt x="145514" y="120701"/>
                  <a:pt x="143334" y="120701"/>
                </a:cubicBezTo>
                <a:lnTo>
                  <a:pt x="98068" y="120701"/>
                </a:lnTo>
                <a:cubicBezTo>
                  <a:pt x="95888" y="120701"/>
                  <a:pt x="94132" y="121454"/>
                  <a:pt x="92786" y="122961"/>
                </a:cubicBezTo>
                <a:cubicBezTo>
                  <a:pt x="91279" y="124307"/>
                  <a:pt x="90526" y="126063"/>
                  <a:pt x="90526" y="128243"/>
                </a:cubicBezTo>
                <a:cubicBezTo>
                  <a:pt x="90526" y="130423"/>
                  <a:pt x="91279" y="132266"/>
                  <a:pt x="92786" y="133780"/>
                </a:cubicBezTo>
                <a:cubicBezTo>
                  <a:pt x="94132" y="135119"/>
                  <a:pt x="95888" y="135792"/>
                  <a:pt x="98068" y="135792"/>
                </a:cubicBezTo>
                <a:close/>
                <a:moveTo>
                  <a:pt x="120701" y="145850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圖說"/>
          <p:cNvSpPr/>
          <p:nvPr/>
        </p:nvSpPr>
        <p:spPr>
          <a:xfrm>
            <a:off x="8856037" y="1580083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庫存</a:t>
            </a:r>
            <a:endParaRPr lang="en-US" sz="600" dirty="0"/>
          </a:p>
        </p:txBody>
      </p:sp>
      <p:sp>
        <p:nvSpPr>
          <p:cNvPr id="46" name="圖示 包裝"/>
          <p:cNvSpPr/>
          <p:nvPr/>
        </p:nvSpPr>
        <p:spPr>
          <a:xfrm>
            <a:off x="540100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3159" y="202675"/>
                </a:moveTo>
                <a:lnTo>
                  <a:pt x="113159" y="124973"/>
                </a:lnTo>
                <a:lnTo>
                  <a:pt x="45266" y="85749"/>
                </a:lnTo>
                <a:lnTo>
                  <a:pt x="45266" y="163451"/>
                </a:lnTo>
                <a:lnTo>
                  <a:pt x="113159" y="202675"/>
                </a:lnTo>
                <a:close/>
                <a:moveTo>
                  <a:pt x="128243" y="202675"/>
                </a:moveTo>
                <a:lnTo>
                  <a:pt x="196142" y="163451"/>
                </a:lnTo>
                <a:lnTo>
                  <a:pt x="196142" y="85500"/>
                </a:lnTo>
                <a:lnTo>
                  <a:pt x="128243" y="124973"/>
                </a:lnTo>
                <a:lnTo>
                  <a:pt x="128243" y="202675"/>
                </a:lnTo>
                <a:close/>
                <a:moveTo>
                  <a:pt x="113159" y="220027"/>
                </a:moveTo>
                <a:lnTo>
                  <a:pt x="37717" y="176523"/>
                </a:lnTo>
                <a:cubicBezTo>
                  <a:pt x="35369" y="175184"/>
                  <a:pt x="33526" y="173341"/>
                  <a:pt x="32187" y="170993"/>
                </a:cubicBezTo>
                <a:cubicBezTo>
                  <a:pt x="30848" y="168645"/>
                  <a:pt x="30175" y="166128"/>
                  <a:pt x="30175" y="163451"/>
                </a:cubicBezTo>
                <a:lnTo>
                  <a:pt x="30175" y="77951"/>
                </a:lnTo>
                <a:cubicBezTo>
                  <a:pt x="30175" y="75273"/>
                  <a:pt x="30848" y="72757"/>
                  <a:pt x="32187" y="70409"/>
                </a:cubicBezTo>
                <a:cubicBezTo>
                  <a:pt x="33526" y="68061"/>
                  <a:pt x="35369" y="66217"/>
                  <a:pt x="37717" y="64879"/>
                </a:cubicBezTo>
                <a:lnTo>
                  <a:pt x="113159" y="21375"/>
                </a:lnTo>
                <a:cubicBezTo>
                  <a:pt x="115507" y="20036"/>
                  <a:pt x="118016" y="19363"/>
                  <a:pt x="120701" y="19363"/>
                </a:cubicBezTo>
                <a:cubicBezTo>
                  <a:pt x="123385" y="19363"/>
                  <a:pt x="125895" y="20036"/>
                  <a:pt x="128243" y="21375"/>
                </a:cubicBezTo>
                <a:lnTo>
                  <a:pt x="203684" y="64879"/>
                </a:lnTo>
                <a:cubicBezTo>
                  <a:pt x="206033" y="66217"/>
                  <a:pt x="207876" y="68061"/>
                  <a:pt x="209215" y="70409"/>
                </a:cubicBezTo>
                <a:cubicBezTo>
                  <a:pt x="210553" y="72757"/>
                  <a:pt x="211226" y="75273"/>
                  <a:pt x="211226" y="77951"/>
                </a:cubicBezTo>
                <a:lnTo>
                  <a:pt x="211226" y="163451"/>
                </a:lnTo>
                <a:cubicBezTo>
                  <a:pt x="211226" y="166128"/>
                  <a:pt x="210553" y="168645"/>
                  <a:pt x="209215" y="170993"/>
                </a:cubicBezTo>
                <a:cubicBezTo>
                  <a:pt x="207876" y="173341"/>
                  <a:pt x="206033" y="175184"/>
                  <a:pt x="203684" y="176523"/>
                </a:cubicBezTo>
                <a:lnTo>
                  <a:pt x="128243" y="220027"/>
                </a:lnTo>
                <a:cubicBezTo>
                  <a:pt x="125895" y="221365"/>
                  <a:pt x="123385" y="222038"/>
                  <a:pt x="120701" y="222038"/>
                </a:cubicBezTo>
                <a:cubicBezTo>
                  <a:pt x="118016" y="222038"/>
                  <a:pt x="115507" y="221365"/>
                  <a:pt x="113159" y="220027"/>
                </a:cubicBezTo>
                <a:close/>
                <a:moveTo>
                  <a:pt x="161944" y="88009"/>
                </a:moveTo>
                <a:lnTo>
                  <a:pt x="187591" y="73174"/>
                </a:lnTo>
                <a:lnTo>
                  <a:pt x="120701" y="34447"/>
                </a:lnTo>
                <a:lnTo>
                  <a:pt x="95054" y="49290"/>
                </a:lnTo>
                <a:lnTo>
                  <a:pt x="161944" y="88009"/>
                </a:lnTo>
                <a:close/>
                <a:moveTo>
                  <a:pt x="120701" y="112149"/>
                </a:moveTo>
                <a:lnTo>
                  <a:pt x="146853" y="96809"/>
                </a:lnTo>
                <a:lnTo>
                  <a:pt x="79714" y="58090"/>
                </a:lnTo>
                <a:lnTo>
                  <a:pt x="53562" y="73174"/>
                </a:lnTo>
                <a:lnTo>
                  <a:pt x="120701" y="112149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圖說"/>
          <p:cNvSpPr/>
          <p:nvPr/>
        </p:nvSpPr>
        <p:spPr>
          <a:xfrm>
            <a:off x="424282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包裝</a:t>
            </a:r>
            <a:endParaRPr lang="en-US" sz="600" dirty="0"/>
          </a:p>
        </p:txBody>
      </p:sp>
      <p:sp>
        <p:nvSpPr>
          <p:cNvPr id="48" name="圖示 模組"/>
          <p:cNvSpPr/>
          <p:nvPr/>
        </p:nvSpPr>
        <p:spPr>
          <a:xfrm>
            <a:off x="98387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3159" y="202675"/>
                </a:moveTo>
                <a:lnTo>
                  <a:pt x="113159" y="124973"/>
                </a:lnTo>
                <a:lnTo>
                  <a:pt x="45266" y="85749"/>
                </a:lnTo>
                <a:lnTo>
                  <a:pt x="45266" y="163451"/>
                </a:lnTo>
                <a:lnTo>
                  <a:pt x="113159" y="202675"/>
                </a:lnTo>
                <a:close/>
                <a:moveTo>
                  <a:pt x="128243" y="202675"/>
                </a:moveTo>
                <a:lnTo>
                  <a:pt x="196142" y="163451"/>
                </a:lnTo>
                <a:lnTo>
                  <a:pt x="196142" y="85500"/>
                </a:lnTo>
                <a:lnTo>
                  <a:pt x="128243" y="124973"/>
                </a:lnTo>
                <a:lnTo>
                  <a:pt x="128243" y="202675"/>
                </a:lnTo>
                <a:close/>
                <a:moveTo>
                  <a:pt x="120701" y="112149"/>
                </a:moveTo>
                <a:lnTo>
                  <a:pt x="187591" y="73174"/>
                </a:lnTo>
                <a:lnTo>
                  <a:pt x="120701" y="34447"/>
                </a:lnTo>
                <a:lnTo>
                  <a:pt x="53562" y="73174"/>
                </a:lnTo>
                <a:lnTo>
                  <a:pt x="120701" y="112149"/>
                </a:lnTo>
                <a:close/>
                <a:moveTo>
                  <a:pt x="37717" y="176523"/>
                </a:moveTo>
                <a:cubicBezTo>
                  <a:pt x="35369" y="175184"/>
                  <a:pt x="33526" y="173341"/>
                  <a:pt x="32187" y="170993"/>
                </a:cubicBezTo>
                <a:cubicBezTo>
                  <a:pt x="30848" y="168645"/>
                  <a:pt x="30175" y="166128"/>
                  <a:pt x="30175" y="163451"/>
                </a:cubicBezTo>
                <a:lnTo>
                  <a:pt x="30175" y="77951"/>
                </a:lnTo>
                <a:cubicBezTo>
                  <a:pt x="30175" y="75273"/>
                  <a:pt x="30848" y="72757"/>
                  <a:pt x="32187" y="70409"/>
                </a:cubicBezTo>
                <a:cubicBezTo>
                  <a:pt x="33526" y="68061"/>
                  <a:pt x="35369" y="66217"/>
                  <a:pt x="37717" y="64879"/>
                </a:cubicBezTo>
                <a:lnTo>
                  <a:pt x="113159" y="21375"/>
                </a:lnTo>
                <a:cubicBezTo>
                  <a:pt x="115507" y="20036"/>
                  <a:pt x="118016" y="19363"/>
                  <a:pt x="120701" y="19363"/>
                </a:cubicBezTo>
                <a:cubicBezTo>
                  <a:pt x="123385" y="19363"/>
                  <a:pt x="125895" y="20036"/>
                  <a:pt x="128243" y="21375"/>
                </a:cubicBezTo>
                <a:lnTo>
                  <a:pt x="203684" y="64879"/>
                </a:lnTo>
                <a:cubicBezTo>
                  <a:pt x="206033" y="66217"/>
                  <a:pt x="207876" y="68061"/>
                  <a:pt x="209215" y="70409"/>
                </a:cubicBezTo>
                <a:cubicBezTo>
                  <a:pt x="210553" y="72757"/>
                  <a:pt x="211226" y="75273"/>
                  <a:pt x="211226" y="77951"/>
                </a:cubicBezTo>
                <a:lnTo>
                  <a:pt x="211226" y="163451"/>
                </a:lnTo>
                <a:cubicBezTo>
                  <a:pt x="211226" y="166128"/>
                  <a:pt x="210553" y="168645"/>
                  <a:pt x="209215" y="170993"/>
                </a:cubicBezTo>
                <a:cubicBezTo>
                  <a:pt x="207876" y="173341"/>
                  <a:pt x="206033" y="175184"/>
                  <a:pt x="203684" y="176523"/>
                </a:cubicBezTo>
                <a:lnTo>
                  <a:pt x="128243" y="220027"/>
                </a:lnTo>
                <a:cubicBezTo>
                  <a:pt x="125895" y="221365"/>
                  <a:pt x="123385" y="222038"/>
                  <a:pt x="120701" y="222038"/>
                </a:cubicBezTo>
                <a:cubicBezTo>
                  <a:pt x="118016" y="222038"/>
                  <a:pt x="115507" y="221365"/>
                  <a:pt x="113159" y="220027"/>
                </a:cubicBezTo>
                <a:lnTo>
                  <a:pt x="37717" y="176523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圖說"/>
          <p:cNvSpPr/>
          <p:nvPr/>
        </p:nvSpPr>
        <p:spPr>
          <a:xfrm>
            <a:off x="86805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</a:t>
            </a:r>
            <a:endParaRPr lang="en-US" sz="600" dirty="0"/>
          </a:p>
        </p:txBody>
      </p:sp>
      <p:sp>
        <p:nvSpPr>
          <p:cNvPr id="50" name="圖示 已驗證"/>
          <p:cNvSpPr/>
          <p:nvPr/>
        </p:nvSpPr>
        <p:spPr>
          <a:xfrm>
            <a:off x="1427653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9889" y="132522"/>
                </a:moveTo>
                <a:lnTo>
                  <a:pt x="91535" y="113408"/>
                </a:lnTo>
                <a:cubicBezTo>
                  <a:pt x="90021" y="111732"/>
                  <a:pt x="88177" y="110891"/>
                  <a:pt x="85997" y="110891"/>
                </a:cubicBezTo>
                <a:cubicBezTo>
                  <a:pt x="83818" y="110891"/>
                  <a:pt x="81894" y="111652"/>
                  <a:pt x="80218" y="113159"/>
                </a:cubicBezTo>
                <a:cubicBezTo>
                  <a:pt x="78536" y="114834"/>
                  <a:pt x="77702" y="116758"/>
                  <a:pt x="77702" y="118938"/>
                </a:cubicBezTo>
                <a:cubicBezTo>
                  <a:pt x="77702" y="121118"/>
                  <a:pt x="78536" y="123049"/>
                  <a:pt x="80218" y="124724"/>
                </a:cubicBezTo>
                <a:lnTo>
                  <a:pt x="104607" y="148864"/>
                </a:lnTo>
                <a:cubicBezTo>
                  <a:pt x="106114" y="150371"/>
                  <a:pt x="107877" y="151125"/>
                  <a:pt x="109889" y="151125"/>
                </a:cubicBezTo>
                <a:cubicBezTo>
                  <a:pt x="111901" y="151125"/>
                  <a:pt x="113664" y="150371"/>
                  <a:pt x="115171" y="148864"/>
                </a:cubicBezTo>
                <a:lnTo>
                  <a:pt x="161183" y="103100"/>
                </a:lnTo>
                <a:cubicBezTo>
                  <a:pt x="162697" y="101593"/>
                  <a:pt x="163451" y="99743"/>
                  <a:pt x="163451" y="97570"/>
                </a:cubicBezTo>
                <a:cubicBezTo>
                  <a:pt x="163451" y="95390"/>
                  <a:pt x="162610" y="93547"/>
                  <a:pt x="160934" y="92033"/>
                </a:cubicBezTo>
                <a:cubicBezTo>
                  <a:pt x="159427" y="90694"/>
                  <a:pt x="157665" y="90109"/>
                  <a:pt x="155653" y="90277"/>
                </a:cubicBezTo>
                <a:cubicBezTo>
                  <a:pt x="153473" y="90277"/>
                  <a:pt x="151717" y="90943"/>
                  <a:pt x="150371" y="92289"/>
                </a:cubicBezTo>
                <a:lnTo>
                  <a:pt x="109889" y="132522"/>
                </a:lnTo>
                <a:close/>
                <a:moveTo>
                  <a:pt x="83488" y="220283"/>
                </a:moveTo>
                <a:lnTo>
                  <a:pt x="67892" y="193626"/>
                </a:lnTo>
                <a:lnTo>
                  <a:pt x="36715" y="187335"/>
                </a:lnTo>
                <a:cubicBezTo>
                  <a:pt x="34872" y="187006"/>
                  <a:pt x="33357" y="185996"/>
                  <a:pt x="32187" y="184321"/>
                </a:cubicBezTo>
                <a:cubicBezTo>
                  <a:pt x="30848" y="182646"/>
                  <a:pt x="30343" y="180883"/>
                  <a:pt x="30680" y="179040"/>
                </a:cubicBezTo>
                <a:lnTo>
                  <a:pt x="34199" y="148864"/>
                </a:lnTo>
                <a:lnTo>
                  <a:pt x="14330" y="125734"/>
                </a:lnTo>
                <a:cubicBezTo>
                  <a:pt x="12992" y="124388"/>
                  <a:pt x="12319" y="122712"/>
                  <a:pt x="12319" y="120701"/>
                </a:cubicBezTo>
                <a:cubicBezTo>
                  <a:pt x="12319" y="118689"/>
                  <a:pt x="12992" y="117014"/>
                  <a:pt x="14330" y="115675"/>
                </a:cubicBezTo>
                <a:lnTo>
                  <a:pt x="34199" y="92786"/>
                </a:lnTo>
                <a:lnTo>
                  <a:pt x="30680" y="62611"/>
                </a:lnTo>
                <a:cubicBezTo>
                  <a:pt x="30343" y="60767"/>
                  <a:pt x="30848" y="59012"/>
                  <a:pt x="32187" y="57337"/>
                </a:cubicBezTo>
                <a:cubicBezTo>
                  <a:pt x="33357" y="55654"/>
                  <a:pt x="34872" y="54652"/>
                  <a:pt x="36715" y="54315"/>
                </a:cubicBezTo>
                <a:lnTo>
                  <a:pt x="67892" y="48032"/>
                </a:lnTo>
                <a:lnTo>
                  <a:pt x="83488" y="21126"/>
                </a:lnTo>
                <a:cubicBezTo>
                  <a:pt x="84491" y="19444"/>
                  <a:pt x="85917" y="18273"/>
                  <a:pt x="87760" y="17600"/>
                </a:cubicBezTo>
                <a:cubicBezTo>
                  <a:pt x="89604" y="16935"/>
                  <a:pt x="91447" y="17015"/>
                  <a:pt x="93291" y="17856"/>
                </a:cubicBezTo>
                <a:lnTo>
                  <a:pt x="120701" y="30680"/>
                </a:lnTo>
                <a:lnTo>
                  <a:pt x="148111" y="17856"/>
                </a:lnTo>
                <a:cubicBezTo>
                  <a:pt x="149954" y="17015"/>
                  <a:pt x="151798" y="16935"/>
                  <a:pt x="153641" y="17600"/>
                </a:cubicBezTo>
                <a:cubicBezTo>
                  <a:pt x="155485" y="18105"/>
                  <a:pt x="156911" y="19195"/>
                  <a:pt x="157921" y="20870"/>
                </a:cubicBezTo>
                <a:lnTo>
                  <a:pt x="173758" y="48032"/>
                </a:lnTo>
                <a:lnTo>
                  <a:pt x="204687" y="54315"/>
                </a:lnTo>
                <a:cubicBezTo>
                  <a:pt x="206530" y="54652"/>
                  <a:pt x="208125" y="55654"/>
                  <a:pt x="209463" y="57337"/>
                </a:cubicBezTo>
                <a:cubicBezTo>
                  <a:pt x="210641" y="59012"/>
                  <a:pt x="211058" y="60767"/>
                  <a:pt x="210722" y="62611"/>
                </a:cubicBezTo>
                <a:lnTo>
                  <a:pt x="207203" y="92786"/>
                </a:lnTo>
                <a:lnTo>
                  <a:pt x="227071" y="115675"/>
                </a:lnTo>
                <a:cubicBezTo>
                  <a:pt x="228410" y="117014"/>
                  <a:pt x="229083" y="118689"/>
                  <a:pt x="229083" y="120701"/>
                </a:cubicBezTo>
                <a:cubicBezTo>
                  <a:pt x="229083" y="122712"/>
                  <a:pt x="228410" y="124388"/>
                  <a:pt x="227071" y="125734"/>
                </a:cubicBezTo>
                <a:lnTo>
                  <a:pt x="207203" y="148864"/>
                </a:lnTo>
                <a:lnTo>
                  <a:pt x="210722" y="179040"/>
                </a:lnTo>
                <a:cubicBezTo>
                  <a:pt x="211058" y="180883"/>
                  <a:pt x="210641" y="182646"/>
                  <a:pt x="209463" y="184321"/>
                </a:cubicBezTo>
                <a:cubicBezTo>
                  <a:pt x="208125" y="185996"/>
                  <a:pt x="206530" y="187006"/>
                  <a:pt x="204687" y="187335"/>
                </a:cubicBezTo>
                <a:lnTo>
                  <a:pt x="173758" y="193626"/>
                </a:lnTo>
                <a:lnTo>
                  <a:pt x="157921" y="220531"/>
                </a:lnTo>
                <a:cubicBezTo>
                  <a:pt x="156911" y="222207"/>
                  <a:pt x="155485" y="223377"/>
                  <a:pt x="153641" y="224050"/>
                </a:cubicBezTo>
                <a:cubicBezTo>
                  <a:pt x="151798" y="224555"/>
                  <a:pt x="149954" y="224386"/>
                  <a:pt x="148111" y="223545"/>
                </a:cubicBezTo>
                <a:lnTo>
                  <a:pt x="120701" y="210722"/>
                </a:lnTo>
                <a:lnTo>
                  <a:pt x="93291" y="223545"/>
                </a:lnTo>
                <a:cubicBezTo>
                  <a:pt x="91447" y="224386"/>
                  <a:pt x="89604" y="224467"/>
                  <a:pt x="87760" y="223801"/>
                </a:cubicBezTo>
                <a:cubicBezTo>
                  <a:pt x="85917" y="223128"/>
                  <a:pt x="84491" y="221958"/>
                  <a:pt x="83488" y="220283"/>
                </a:cubicBezTo>
                <a:close/>
                <a:moveTo>
                  <a:pt x="93795" y="206450"/>
                </a:moveTo>
                <a:lnTo>
                  <a:pt x="120701" y="195133"/>
                </a:lnTo>
                <a:lnTo>
                  <a:pt x="148360" y="206450"/>
                </a:lnTo>
                <a:lnTo>
                  <a:pt x="165206" y="181300"/>
                </a:lnTo>
                <a:lnTo>
                  <a:pt x="194628" y="173758"/>
                </a:lnTo>
                <a:lnTo>
                  <a:pt x="191614" y="143839"/>
                </a:lnTo>
                <a:lnTo>
                  <a:pt x="211980" y="120701"/>
                </a:lnTo>
                <a:lnTo>
                  <a:pt x="191614" y="97065"/>
                </a:lnTo>
                <a:lnTo>
                  <a:pt x="194628" y="67139"/>
                </a:lnTo>
                <a:lnTo>
                  <a:pt x="165206" y="60102"/>
                </a:lnTo>
                <a:lnTo>
                  <a:pt x="147862" y="34952"/>
                </a:lnTo>
                <a:lnTo>
                  <a:pt x="120701" y="46269"/>
                </a:lnTo>
                <a:lnTo>
                  <a:pt x="93042" y="34952"/>
                </a:lnTo>
                <a:lnTo>
                  <a:pt x="76195" y="60102"/>
                </a:lnTo>
                <a:lnTo>
                  <a:pt x="46773" y="67139"/>
                </a:lnTo>
                <a:lnTo>
                  <a:pt x="49787" y="97065"/>
                </a:lnTo>
                <a:lnTo>
                  <a:pt x="29422" y="120701"/>
                </a:lnTo>
                <a:lnTo>
                  <a:pt x="49787" y="143839"/>
                </a:lnTo>
                <a:lnTo>
                  <a:pt x="46773" y="174263"/>
                </a:lnTo>
                <a:lnTo>
                  <a:pt x="76195" y="181300"/>
                </a:lnTo>
                <a:lnTo>
                  <a:pt x="93795" y="206450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圖說"/>
          <p:cNvSpPr/>
          <p:nvPr/>
        </p:nvSpPr>
        <p:spPr>
          <a:xfrm>
            <a:off x="1311835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</a:t>
            </a:r>
            <a:endParaRPr lang="en-US" sz="600" dirty="0"/>
          </a:p>
        </p:txBody>
      </p:sp>
      <p:sp>
        <p:nvSpPr>
          <p:cNvPr id="52" name="圖示 達成"/>
          <p:cNvSpPr/>
          <p:nvPr/>
        </p:nvSpPr>
        <p:spPr>
          <a:xfrm>
            <a:off x="187142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21285"/>
                </a:moveTo>
                <a:cubicBezTo>
                  <a:pt x="106451" y="221285"/>
                  <a:pt x="93210" y="218768"/>
                  <a:pt x="80972" y="213743"/>
                </a:cubicBezTo>
                <a:cubicBezTo>
                  <a:pt x="68734" y="208542"/>
                  <a:pt x="58090" y="201417"/>
                  <a:pt x="49034" y="192368"/>
                </a:cubicBezTo>
                <a:cubicBezTo>
                  <a:pt x="39985" y="183312"/>
                  <a:pt x="32940" y="172668"/>
                  <a:pt x="27915" y="160430"/>
                </a:cubicBezTo>
                <a:cubicBezTo>
                  <a:pt x="22714" y="148191"/>
                  <a:pt x="20117" y="134951"/>
                  <a:pt x="20117" y="120701"/>
                </a:cubicBezTo>
                <a:cubicBezTo>
                  <a:pt x="20117" y="106619"/>
                  <a:pt x="22714" y="93459"/>
                  <a:pt x="27915" y="81221"/>
                </a:cubicBezTo>
                <a:cubicBezTo>
                  <a:pt x="32940" y="68982"/>
                  <a:pt x="39985" y="58339"/>
                  <a:pt x="49034" y="49290"/>
                </a:cubicBezTo>
                <a:cubicBezTo>
                  <a:pt x="58090" y="40234"/>
                  <a:pt x="68734" y="33109"/>
                  <a:pt x="80972" y="27915"/>
                </a:cubicBezTo>
                <a:cubicBezTo>
                  <a:pt x="93210" y="22714"/>
                  <a:pt x="106451" y="20117"/>
                  <a:pt x="120701" y="20117"/>
                </a:cubicBezTo>
                <a:cubicBezTo>
                  <a:pt x="130759" y="20117"/>
                  <a:pt x="140569" y="21624"/>
                  <a:pt x="150123" y="24645"/>
                </a:cubicBezTo>
                <a:cubicBezTo>
                  <a:pt x="159676" y="27491"/>
                  <a:pt x="168645" y="31770"/>
                  <a:pt x="177028" y="37468"/>
                </a:cubicBezTo>
                <a:cubicBezTo>
                  <a:pt x="178871" y="38639"/>
                  <a:pt x="180049" y="40234"/>
                  <a:pt x="180546" y="42245"/>
                </a:cubicBezTo>
                <a:cubicBezTo>
                  <a:pt x="180883" y="44257"/>
                  <a:pt x="180378" y="46100"/>
                  <a:pt x="179040" y="47776"/>
                </a:cubicBezTo>
                <a:cubicBezTo>
                  <a:pt x="177701" y="49451"/>
                  <a:pt x="176026" y="50372"/>
                  <a:pt x="174014" y="50541"/>
                </a:cubicBezTo>
                <a:cubicBezTo>
                  <a:pt x="172002" y="50709"/>
                  <a:pt x="170071" y="50212"/>
                  <a:pt x="168228" y="49034"/>
                </a:cubicBezTo>
                <a:cubicBezTo>
                  <a:pt x="161183" y="44506"/>
                  <a:pt x="153641" y="41075"/>
                  <a:pt x="145594" y="38727"/>
                </a:cubicBezTo>
                <a:cubicBezTo>
                  <a:pt x="137548" y="36378"/>
                  <a:pt x="129252" y="35208"/>
                  <a:pt x="120701" y="35208"/>
                </a:cubicBezTo>
                <a:cubicBezTo>
                  <a:pt x="96392" y="35208"/>
                  <a:pt x="76107" y="43416"/>
                  <a:pt x="59846" y="59846"/>
                </a:cubicBezTo>
                <a:cubicBezTo>
                  <a:pt x="43416" y="76107"/>
                  <a:pt x="35208" y="96392"/>
                  <a:pt x="35208" y="120701"/>
                </a:cubicBezTo>
                <a:cubicBezTo>
                  <a:pt x="35208" y="145009"/>
                  <a:pt x="43416" y="165375"/>
                  <a:pt x="59846" y="181805"/>
                </a:cubicBezTo>
                <a:cubicBezTo>
                  <a:pt x="76107" y="198066"/>
                  <a:pt x="96392" y="206201"/>
                  <a:pt x="120701" y="206201"/>
                </a:cubicBezTo>
                <a:cubicBezTo>
                  <a:pt x="145009" y="206201"/>
                  <a:pt x="165375" y="198066"/>
                  <a:pt x="181805" y="181805"/>
                </a:cubicBezTo>
                <a:cubicBezTo>
                  <a:pt x="198066" y="165375"/>
                  <a:pt x="206201" y="145009"/>
                  <a:pt x="206201" y="120701"/>
                </a:cubicBezTo>
                <a:cubicBezTo>
                  <a:pt x="206201" y="117519"/>
                  <a:pt x="206113" y="114417"/>
                  <a:pt x="205945" y="111396"/>
                </a:cubicBezTo>
                <a:cubicBezTo>
                  <a:pt x="205608" y="108382"/>
                  <a:pt x="205111" y="105449"/>
                  <a:pt x="204438" y="102596"/>
                </a:cubicBezTo>
                <a:cubicBezTo>
                  <a:pt x="204101" y="100416"/>
                  <a:pt x="204438" y="98404"/>
                  <a:pt x="205440" y="96561"/>
                </a:cubicBezTo>
                <a:cubicBezTo>
                  <a:pt x="206450" y="94717"/>
                  <a:pt x="207957" y="93627"/>
                  <a:pt x="209968" y="93291"/>
                </a:cubicBezTo>
                <a:cubicBezTo>
                  <a:pt x="212148" y="92786"/>
                  <a:pt x="214160" y="93210"/>
                  <a:pt x="216003" y="94549"/>
                </a:cubicBezTo>
                <a:cubicBezTo>
                  <a:pt x="217847" y="95719"/>
                  <a:pt x="218937" y="97402"/>
                  <a:pt x="219273" y="99582"/>
                </a:cubicBezTo>
                <a:cubicBezTo>
                  <a:pt x="219946" y="102932"/>
                  <a:pt x="220444" y="106370"/>
                  <a:pt x="220780" y="109889"/>
                </a:cubicBezTo>
                <a:cubicBezTo>
                  <a:pt x="221117" y="113408"/>
                  <a:pt x="221285" y="117014"/>
                  <a:pt x="221285" y="120701"/>
                </a:cubicBezTo>
                <a:cubicBezTo>
                  <a:pt x="221285" y="134951"/>
                  <a:pt x="218688" y="148191"/>
                  <a:pt x="213487" y="160430"/>
                </a:cubicBezTo>
                <a:cubicBezTo>
                  <a:pt x="208293" y="172668"/>
                  <a:pt x="201168" y="183312"/>
                  <a:pt x="192119" y="192368"/>
                </a:cubicBezTo>
                <a:cubicBezTo>
                  <a:pt x="183063" y="201417"/>
                  <a:pt x="172419" y="208542"/>
                  <a:pt x="160181" y="213743"/>
                </a:cubicBezTo>
                <a:cubicBezTo>
                  <a:pt x="147943" y="218768"/>
                  <a:pt x="134783" y="221285"/>
                  <a:pt x="120701" y="221285"/>
                </a:cubicBezTo>
                <a:close/>
                <a:moveTo>
                  <a:pt x="105866" y="143583"/>
                </a:moveTo>
                <a:lnTo>
                  <a:pt x="204438" y="45010"/>
                </a:lnTo>
                <a:cubicBezTo>
                  <a:pt x="205945" y="43503"/>
                  <a:pt x="207788" y="42750"/>
                  <a:pt x="209968" y="42750"/>
                </a:cubicBezTo>
                <a:cubicBezTo>
                  <a:pt x="212148" y="42750"/>
                  <a:pt x="214079" y="43503"/>
                  <a:pt x="215755" y="45010"/>
                </a:cubicBezTo>
                <a:cubicBezTo>
                  <a:pt x="217430" y="46686"/>
                  <a:pt x="218271" y="48617"/>
                  <a:pt x="218271" y="50797"/>
                </a:cubicBezTo>
                <a:cubicBezTo>
                  <a:pt x="218271" y="52977"/>
                  <a:pt x="217430" y="54901"/>
                  <a:pt x="215755" y="56576"/>
                </a:cubicBezTo>
                <a:lnTo>
                  <a:pt x="111147" y="161183"/>
                </a:lnTo>
                <a:cubicBezTo>
                  <a:pt x="109640" y="162697"/>
                  <a:pt x="107877" y="163451"/>
                  <a:pt x="105866" y="163451"/>
                </a:cubicBezTo>
                <a:cubicBezTo>
                  <a:pt x="103854" y="163451"/>
                  <a:pt x="102091" y="162697"/>
                  <a:pt x="100584" y="161183"/>
                </a:cubicBezTo>
                <a:lnTo>
                  <a:pt x="69904" y="130254"/>
                </a:lnTo>
                <a:cubicBezTo>
                  <a:pt x="68397" y="128748"/>
                  <a:pt x="67724" y="126904"/>
                  <a:pt x="67892" y="124724"/>
                </a:cubicBezTo>
                <a:cubicBezTo>
                  <a:pt x="67892" y="122376"/>
                  <a:pt x="68646" y="120452"/>
                  <a:pt x="70160" y="118938"/>
                </a:cubicBezTo>
                <a:cubicBezTo>
                  <a:pt x="71667" y="117431"/>
                  <a:pt x="73591" y="116677"/>
                  <a:pt x="75939" y="116677"/>
                </a:cubicBezTo>
                <a:cubicBezTo>
                  <a:pt x="78119" y="116677"/>
                  <a:pt x="79962" y="117431"/>
                  <a:pt x="81477" y="118938"/>
                </a:cubicBezTo>
                <a:lnTo>
                  <a:pt x="105866" y="143583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圖說"/>
          <p:cNvSpPr/>
          <p:nvPr/>
        </p:nvSpPr>
        <p:spPr>
          <a:xfrm>
            <a:off x="175561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達成</a:t>
            </a:r>
            <a:endParaRPr lang="en-US" sz="600" dirty="0"/>
          </a:p>
        </p:txBody>
      </p:sp>
      <p:sp>
        <p:nvSpPr>
          <p:cNvPr id="54" name="圖示 查核"/>
          <p:cNvSpPr/>
          <p:nvPr/>
        </p:nvSpPr>
        <p:spPr>
          <a:xfrm>
            <a:off x="231520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3196" y="211226"/>
                </a:moveTo>
                <a:cubicBezTo>
                  <a:pt x="29173" y="211226"/>
                  <a:pt x="25647" y="209719"/>
                  <a:pt x="22633" y="206698"/>
                </a:cubicBezTo>
                <a:cubicBezTo>
                  <a:pt x="19612" y="203684"/>
                  <a:pt x="18105" y="200166"/>
                  <a:pt x="18105" y="196142"/>
                </a:cubicBezTo>
                <a:lnTo>
                  <a:pt x="18105" y="45266"/>
                </a:lnTo>
                <a:cubicBezTo>
                  <a:pt x="18105" y="41243"/>
                  <a:pt x="19612" y="37717"/>
                  <a:pt x="22633" y="34703"/>
                </a:cubicBezTo>
                <a:cubicBezTo>
                  <a:pt x="25647" y="31682"/>
                  <a:pt x="29173" y="30175"/>
                  <a:pt x="33196" y="30175"/>
                </a:cubicBezTo>
                <a:lnTo>
                  <a:pt x="208213" y="30175"/>
                </a:lnTo>
                <a:cubicBezTo>
                  <a:pt x="212236" y="30175"/>
                  <a:pt x="215755" y="31682"/>
                  <a:pt x="218768" y="34703"/>
                </a:cubicBezTo>
                <a:cubicBezTo>
                  <a:pt x="221790" y="37717"/>
                  <a:pt x="223296" y="41243"/>
                  <a:pt x="223296" y="45266"/>
                </a:cubicBezTo>
                <a:lnTo>
                  <a:pt x="223296" y="196142"/>
                </a:lnTo>
                <a:cubicBezTo>
                  <a:pt x="223296" y="200166"/>
                  <a:pt x="221790" y="203684"/>
                  <a:pt x="218768" y="206698"/>
                </a:cubicBezTo>
                <a:cubicBezTo>
                  <a:pt x="215755" y="209719"/>
                  <a:pt x="212236" y="211226"/>
                  <a:pt x="208213" y="211226"/>
                </a:cubicBezTo>
                <a:lnTo>
                  <a:pt x="33196" y="211226"/>
                </a:lnTo>
                <a:close/>
                <a:moveTo>
                  <a:pt x="33196" y="196142"/>
                </a:moveTo>
                <a:lnTo>
                  <a:pt x="208213" y="196142"/>
                </a:lnTo>
                <a:lnTo>
                  <a:pt x="208213" y="45266"/>
                </a:lnTo>
                <a:lnTo>
                  <a:pt x="33196" y="45266"/>
                </a:lnTo>
                <a:lnTo>
                  <a:pt x="33196" y="196142"/>
                </a:lnTo>
                <a:close/>
                <a:moveTo>
                  <a:pt x="90526" y="170993"/>
                </a:moveTo>
                <a:cubicBezTo>
                  <a:pt x="93379" y="170993"/>
                  <a:pt x="95807" y="170071"/>
                  <a:pt x="97819" y="168228"/>
                </a:cubicBezTo>
                <a:cubicBezTo>
                  <a:pt x="99662" y="166216"/>
                  <a:pt x="100584" y="163787"/>
                  <a:pt x="100584" y="160934"/>
                </a:cubicBezTo>
                <a:cubicBezTo>
                  <a:pt x="100584" y="158081"/>
                  <a:pt x="99662" y="155741"/>
                  <a:pt x="97819" y="153897"/>
                </a:cubicBezTo>
                <a:cubicBezTo>
                  <a:pt x="95807" y="151885"/>
                  <a:pt x="93379" y="150876"/>
                  <a:pt x="90526" y="150876"/>
                </a:cubicBezTo>
                <a:lnTo>
                  <a:pt x="60350" y="150876"/>
                </a:lnTo>
                <a:cubicBezTo>
                  <a:pt x="57497" y="150876"/>
                  <a:pt x="55157" y="151885"/>
                  <a:pt x="53313" y="153897"/>
                </a:cubicBezTo>
                <a:cubicBezTo>
                  <a:pt x="51301" y="155741"/>
                  <a:pt x="50292" y="158081"/>
                  <a:pt x="50292" y="160934"/>
                </a:cubicBezTo>
                <a:cubicBezTo>
                  <a:pt x="50292" y="163787"/>
                  <a:pt x="51301" y="166216"/>
                  <a:pt x="53313" y="168228"/>
                </a:cubicBezTo>
                <a:cubicBezTo>
                  <a:pt x="55157" y="170071"/>
                  <a:pt x="57497" y="170993"/>
                  <a:pt x="60350" y="170993"/>
                </a:cubicBezTo>
                <a:lnTo>
                  <a:pt x="90526" y="170993"/>
                </a:lnTo>
                <a:close/>
                <a:moveTo>
                  <a:pt x="146348" y="122464"/>
                </a:moveTo>
                <a:lnTo>
                  <a:pt x="139055" y="115171"/>
                </a:lnTo>
                <a:cubicBezTo>
                  <a:pt x="137043" y="113159"/>
                  <a:pt x="134702" y="112237"/>
                  <a:pt x="132017" y="112405"/>
                </a:cubicBezTo>
                <a:cubicBezTo>
                  <a:pt x="129333" y="112405"/>
                  <a:pt x="126985" y="113408"/>
                  <a:pt x="124973" y="115419"/>
                </a:cubicBezTo>
                <a:cubicBezTo>
                  <a:pt x="123129" y="117431"/>
                  <a:pt x="122208" y="119779"/>
                  <a:pt x="122208" y="122464"/>
                </a:cubicBezTo>
                <a:cubicBezTo>
                  <a:pt x="122039" y="125141"/>
                  <a:pt x="122961" y="127489"/>
                  <a:pt x="124973" y="129501"/>
                </a:cubicBezTo>
                <a:lnTo>
                  <a:pt x="141066" y="145594"/>
                </a:lnTo>
                <a:cubicBezTo>
                  <a:pt x="142581" y="147101"/>
                  <a:pt x="144336" y="147862"/>
                  <a:pt x="146348" y="147862"/>
                </a:cubicBezTo>
                <a:cubicBezTo>
                  <a:pt x="148360" y="147862"/>
                  <a:pt x="150123" y="147101"/>
                  <a:pt x="151629" y="145594"/>
                </a:cubicBezTo>
                <a:lnTo>
                  <a:pt x="189098" y="108126"/>
                </a:lnTo>
                <a:cubicBezTo>
                  <a:pt x="191110" y="106114"/>
                  <a:pt x="192119" y="103766"/>
                  <a:pt x="192119" y="101089"/>
                </a:cubicBezTo>
                <a:cubicBezTo>
                  <a:pt x="192119" y="98404"/>
                  <a:pt x="191110" y="96056"/>
                  <a:pt x="189098" y="94044"/>
                </a:cubicBezTo>
                <a:cubicBezTo>
                  <a:pt x="187086" y="92033"/>
                  <a:pt x="184738" y="91030"/>
                  <a:pt x="182061" y="91030"/>
                </a:cubicBezTo>
                <a:cubicBezTo>
                  <a:pt x="179208" y="91030"/>
                  <a:pt x="176779" y="92033"/>
                  <a:pt x="174767" y="94044"/>
                </a:cubicBezTo>
                <a:lnTo>
                  <a:pt x="146348" y="122464"/>
                </a:lnTo>
                <a:close/>
                <a:moveTo>
                  <a:pt x="90526" y="130759"/>
                </a:moveTo>
                <a:cubicBezTo>
                  <a:pt x="93379" y="130759"/>
                  <a:pt x="95807" y="129837"/>
                  <a:pt x="97819" y="127994"/>
                </a:cubicBezTo>
                <a:cubicBezTo>
                  <a:pt x="99662" y="125982"/>
                  <a:pt x="100584" y="123554"/>
                  <a:pt x="100584" y="120701"/>
                </a:cubicBezTo>
                <a:cubicBezTo>
                  <a:pt x="100584" y="117848"/>
                  <a:pt x="99662" y="115507"/>
                  <a:pt x="97819" y="113664"/>
                </a:cubicBezTo>
                <a:cubicBezTo>
                  <a:pt x="95807" y="111652"/>
                  <a:pt x="93379" y="110642"/>
                  <a:pt x="90526" y="110642"/>
                </a:cubicBezTo>
                <a:lnTo>
                  <a:pt x="60350" y="110642"/>
                </a:lnTo>
                <a:cubicBezTo>
                  <a:pt x="57497" y="110642"/>
                  <a:pt x="55157" y="111652"/>
                  <a:pt x="53313" y="113664"/>
                </a:cubicBezTo>
                <a:cubicBezTo>
                  <a:pt x="51301" y="115507"/>
                  <a:pt x="50292" y="117848"/>
                  <a:pt x="50292" y="120701"/>
                </a:cubicBezTo>
                <a:cubicBezTo>
                  <a:pt x="50292" y="123554"/>
                  <a:pt x="51301" y="125982"/>
                  <a:pt x="53313" y="127994"/>
                </a:cubicBezTo>
                <a:cubicBezTo>
                  <a:pt x="55157" y="129837"/>
                  <a:pt x="57497" y="130759"/>
                  <a:pt x="60350" y="130759"/>
                </a:cubicBezTo>
                <a:lnTo>
                  <a:pt x="90526" y="130759"/>
                </a:lnTo>
                <a:close/>
                <a:moveTo>
                  <a:pt x="90526" y="90526"/>
                </a:moveTo>
                <a:cubicBezTo>
                  <a:pt x="93379" y="90526"/>
                  <a:pt x="95807" y="89604"/>
                  <a:pt x="97819" y="87760"/>
                </a:cubicBezTo>
                <a:cubicBezTo>
                  <a:pt x="99662" y="85749"/>
                  <a:pt x="100584" y="83320"/>
                  <a:pt x="100584" y="80467"/>
                </a:cubicBezTo>
                <a:cubicBezTo>
                  <a:pt x="100584" y="77614"/>
                  <a:pt x="99662" y="75273"/>
                  <a:pt x="97819" y="73430"/>
                </a:cubicBezTo>
                <a:cubicBezTo>
                  <a:pt x="95807" y="71418"/>
                  <a:pt x="93379" y="70409"/>
                  <a:pt x="90526" y="70409"/>
                </a:cubicBezTo>
                <a:lnTo>
                  <a:pt x="60350" y="70409"/>
                </a:lnTo>
                <a:cubicBezTo>
                  <a:pt x="57497" y="70409"/>
                  <a:pt x="55157" y="71418"/>
                  <a:pt x="53313" y="73430"/>
                </a:cubicBezTo>
                <a:cubicBezTo>
                  <a:pt x="51301" y="75273"/>
                  <a:pt x="50292" y="77614"/>
                  <a:pt x="50292" y="80467"/>
                </a:cubicBezTo>
                <a:cubicBezTo>
                  <a:pt x="50292" y="83320"/>
                  <a:pt x="51301" y="85749"/>
                  <a:pt x="53313" y="87760"/>
                </a:cubicBezTo>
                <a:cubicBezTo>
                  <a:pt x="55157" y="89604"/>
                  <a:pt x="57497" y="90526"/>
                  <a:pt x="60350" y="90526"/>
                </a:cubicBezTo>
                <a:lnTo>
                  <a:pt x="90526" y="90526"/>
                </a:lnTo>
                <a:close/>
                <a:moveTo>
                  <a:pt x="33196" y="196142"/>
                </a:moveTo>
                <a:lnTo>
                  <a:pt x="33196" y="45266"/>
                </a:lnTo>
                <a:lnTo>
                  <a:pt x="33196" y="196142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圖說"/>
          <p:cNvSpPr/>
          <p:nvPr/>
        </p:nvSpPr>
        <p:spPr>
          <a:xfrm>
            <a:off x="219938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查核</a:t>
            </a:r>
            <a:endParaRPr lang="en-US" sz="600" dirty="0"/>
          </a:p>
        </p:txBody>
      </p:sp>
      <p:sp>
        <p:nvSpPr>
          <p:cNvPr id="56" name="圖示 檢核表"/>
          <p:cNvSpPr/>
          <p:nvPr/>
        </p:nvSpPr>
        <p:spPr>
          <a:xfrm>
            <a:off x="2758983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5822" y="166216"/>
                </a:moveTo>
                <a:lnTo>
                  <a:pt x="95558" y="126487"/>
                </a:lnTo>
                <a:cubicBezTo>
                  <a:pt x="97065" y="124973"/>
                  <a:pt x="98821" y="124307"/>
                  <a:pt x="100833" y="124475"/>
                </a:cubicBezTo>
                <a:cubicBezTo>
                  <a:pt x="102844" y="124475"/>
                  <a:pt x="104607" y="125229"/>
                  <a:pt x="106114" y="126736"/>
                </a:cubicBezTo>
                <a:cubicBezTo>
                  <a:pt x="107629" y="128243"/>
                  <a:pt x="108382" y="130006"/>
                  <a:pt x="108382" y="132017"/>
                </a:cubicBezTo>
                <a:cubicBezTo>
                  <a:pt x="108382" y="134029"/>
                  <a:pt x="107629" y="135792"/>
                  <a:pt x="106114" y="137299"/>
                </a:cubicBezTo>
                <a:lnTo>
                  <a:pt x="61104" y="182309"/>
                </a:lnTo>
                <a:cubicBezTo>
                  <a:pt x="59597" y="183816"/>
                  <a:pt x="57834" y="184570"/>
                  <a:pt x="55822" y="184570"/>
                </a:cubicBezTo>
                <a:cubicBezTo>
                  <a:pt x="53811" y="184570"/>
                  <a:pt x="52055" y="183816"/>
                  <a:pt x="50541" y="182309"/>
                </a:cubicBezTo>
                <a:lnTo>
                  <a:pt x="25398" y="157160"/>
                </a:lnTo>
                <a:cubicBezTo>
                  <a:pt x="23891" y="155653"/>
                  <a:pt x="23138" y="153897"/>
                  <a:pt x="23138" y="151885"/>
                </a:cubicBezTo>
                <a:cubicBezTo>
                  <a:pt x="23138" y="149874"/>
                  <a:pt x="23891" y="148111"/>
                  <a:pt x="25398" y="146604"/>
                </a:cubicBezTo>
                <a:cubicBezTo>
                  <a:pt x="26905" y="145090"/>
                  <a:pt x="28668" y="144424"/>
                  <a:pt x="30680" y="144592"/>
                </a:cubicBezTo>
                <a:cubicBezTo>
                  <a:pt x="32692" y="144592"/>
                  <a:pt x="34447" y="145258"/>
                  <a:pt x="35962" y="146604"/>
                </a:cubicBezTo>
                <a:lnTo>
                  <a:pt x="55822" y="166216"/>
                </a:lnTo>
                <a:close/>
                <a:moveTo>
                  <a:pt x="55822" y="85749"/>
                </a:moveTo>
                <a:lnTo>
                  <a:pt x="95558" y="46020"/>
                </a:lnTo>
                <a:cubicBezTo>
                  <a:pt x="97065" y="44506"/>
                  <a:pt x="98821" y="43840"/>
                  <a:pt x="100833" y="44008"/>
                </a:cubicBezTo>
                <a:cubicBezTo>
                  <a:pt x="102844" y="44008"/>
                  <a:pt x="104607" y="44762"/>
                  <a:pt x="106114" y="46269"/>
                </a:cubicBezTo>
                <a:cubicBezTo>
                  <a:pt x="107629" y="47776"/>
                  <a:pt x="108382" y="49539"/>
                  <a:pt x="108382" y="51550"/>
                </a:cubicBezTo>
                <a:cubicBezTo>
                  <a:pt x="108382" y="53562"/>
                  <a:pt x="107629" y="55325"/>
                  <a:pt x="106114" y="56832"/>
                </a:cubicBezTo>
                <a:lnTo>
                  <a:pt x="61104" y="101842"/>
                </a:lnTo>
                <a:cubicBezTo>
                  <a:pt x="59597" y="103349"/>
                  <a:pt x="57834" y="104103"/>
                  <a:pt x="55822" y="104103"/>
                </a:cubicBezTo>
                <a:cubicBezTo>
                  <a:pt x="53811" y="104103"/>
                  <a:pt x="52055" y="103349"/>
                  <a:pt x="50541" y="101842"/>
                </a:cubicBezTo>
                <a:lnTo>
                  <a:pt x="25398" y="76693"/>
                </a:lnTo>
                <a:cubicBezTo>
                  <a:pt x="23891" y="75186"/>
                  <a:pt x="23138" y="73430"/>
                  <a:pt x="23138" y="71418"/>
                </a:cubicBezTo>
                <a:cubicBezTo>
                  <a:pt x="23138" y="69407"/>
                  <a:pt x="23891" y="67644"/>
                  <a:pt x="25398" y="66137"/>
                </a:cubicBezTo>
                <a:cubicBezTo>
                  <a:pt x="26905" y="64622"/>
                  <a:pt x="28668" y="63957"/>
                  <a:pt x="30680" y="64125"/>
                </a:cubicBezTo>
                <a:cubicBezTo>
                  <a:pt x="32692" y="64125"/>
                  <a:pt x="34447" y="64791"/>
                  <a:pt x="35962" y="66137"/>
                </a:cubicBezTo>
                <a:lnTo>
                  <a:pt x="55822" y="85749"/>
                </a:lnTo>
                <a:close/>
                <a:moveTo>
                  <a:pt x="138301" y="168476"/>
                </a:moveTo>
                <a:cubicBezTo>
                  <a:pt x="136121" y="168476"/>
                  <a:pt x="134366" y="167723"/>
                  <a:pt x="133020" y="166216"/>
                </a:cubicBezTo>
                <a:cubicBezTo>
                  <a:pt x="131513" y="164877"/>
                  <a:pt x="130759" y="163114"/>
                  <a:pt x="130759" y="160934"/>
                </a:cubicBezTo>
                <a:cubicBezTo>
                  <a:pt x="130759" y="158754"/>
                  <a:pt x="131513" y="156992"/>
                  <a:pt x="133020" y="155653"/>
                </a:cubicBezTo>
                <a:cubicBezTo>
                  <a:pt x="134366" y="154146"/>
                  <a:pt x="136121" y="153392"/>
                  <a:pt x="138301" y="153392"/>
                </a:cubicBezTo>
                <a:lnTo>
                  <a:pt x="213743" y="153392"/>
                </a:lnTo>
                <a:cubicBezTo>
                  <a:pt x="215923" y="153392"/>
                  <a:pt x="217678" y="154146"/>
                  <a:pt x="219024" y="155653"/>
                </a:cubicBezTo>
                <a:cubicBezTo>
                  <a:pt x="220531" y="156992"/>
                  <a:pt x="221285" y="158754"/>
                  <a:pt x="221285" y="160934"/>
                </a:cubicBezTo>
                <a:cubicBezTo>
                  <a:pt x="221285" y="163114"/>
                  <a:pt x="220531" y="164958"/>
                  <a:pt x="219024" y="166465"/>
                </a:cubicBezTo>
                <a:cubicBezTo>
                  <a:pt x="217678" y="167811"/>
                  <a:pt x="215923" y="168476"/>
                  <a:pt x="213743" y="168476"/>
                </a:cubicBezTo>
                <a:lnTo>
                  <a:pt x="138301" y="168476"/>
                </a:lnTo>
                <a:close/>
                <a:moveTo>
                  <a:pt x="138301" y="88009"/>
                </a:moveTo>
                <a:cubicBezTo>
                  <a:pt x="136121" y="88009"/>
                  <a:pt x="134366" y="87256"/>
                  <a:pt x="133020" y="85749"/>
                </a:cubicBezTo>
                <a:cubicBezTo>
                  <a:pt x="131513" y="84410"/>
                  <a:pt x="130759" y="82647"/>
                  <a:pt x="130759" y="80467"/>
                </a:cubicBezTo>
                <a:cubicBezTo>
                  <a:pt x="130759" y="78287"/>
                  <a:pt x="131513" y="76524"/>
                  <a:pt x="133020" y="75186"/>
                </a:cubicBezTo>
                <a:cubicBezTo>
                  <a:pt x="134366" y="73679"/>
                  <a:pt x="136121" y="72925"/>
                  <a:pt x="138301" y="72925"/>
                </a:cubicBezTo>
                <a:lnTo>
                  <a:pt x="213743" y="72925"/>
                </a:lnTo>
                <a:cubicBezTo>
                  <a:pt x="215923" y="72925"/>
                  <a:pt x="217678" y="73679"/>
                  <a:pt x="219024" y="75186"/>
                </a:cubicBezTo>
                <a:cubicBezTo>
                  <a:pt x="220531" y="76524"/>
                  <a:pt x="221285" y="78287"/>
                  <a:pt x="221285" y="80467"/>
                </a:cubicBezTo>
                <a:cubicBezTo>
                  <a:pt x="221285" y="82647"/>
                  <a:pt x="220531" y="84491"/>
                  <a:pt x="219024" y="85997"/>
                </a:cubicBezTo>
                <a:cubicBezTo>
                  <a:pt x="217678" y="87343"/>
                  <a:pt x="215923" y="88009"/>
                  <a:pt x="213743" y="88009"/>
                </a:cubicBezTo>
                <a:lnTo>
                  <a:pt x="138301" y="88009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圖說"/>
          <p:cNvSpPr/>
          <p:nvPr/>
        </p:nvSpPr>
        <p:spPr>
          <a:xfrm>
            <a:off x="2643165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檢核表</a:t>
            </a:r>
            <a:endParaRPr lang="en-US" sz="600" dirty="0"/>
          </a:p>
        </p:txBody>
      </p:sp>
      <p:sp>
        <p:nvSpPr>
          <p:cNvPr id="58" name="圖示 檢測"/>
          <p:cNvSpPr/>
          <p:nvPr/>
        </p:nvSpPr>
        <p:spPr>
          <a:xfrm>
            <a:off x="320275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1008" y="131008"/>
                </a:moveTo>
                <a:cubicBezTo>
                  <a:pt x="135873" y="126151"/>
                  <a:pt x="138301" y="120196"/>
                  <a:pt x="138301" y="113159"/>
                </a:cubicBezTo>
                <a:cubicBezTo>
                  <a:pt x="138301" y="106114"/>
                  <a:pt x="135873" y="100167"/>
                  <a:pt x="131008" y="95302"/>
                </a:cubicBezTo>
                <a:cubicBezTo>
                  <a:pt x="126151" y="90445"/>
                  <a:pt x="120196" y="88009"/>
                  <a:pt x="113159" y="88009"/>
                </a:cubicBezTo>
                <a:cubicBezTo>
                  <a:pt x="106114" y="88009"/>
                  <a:pt x="100167" y="90445"/>
                  <a:pt x="95302" y="95302"/>
                </a:cubicBezTo>
                <a:cubicBezTo>
                  <a:pt x="90445" y="100167"/>
                  <a:pt x="88009" y="106114"/>
                  <a:pt x="88009" y="113159"/>
                </a:cubicBezTo>
                <a:cubicBezTo>
                  <a:pt x="88009" y="120196"/>
                  <a:pt x="90445" y="126151"/>
                  <a:pt x="95302" y="131008"/>
                </a:cubicBezTo>
                <a:cubicBezTo>
                  <a:pt x="100167" y="135873"/>
                  <a:pt x="106114" y="138301"/>
                  <a:pt x="113159" y="138301"/>
                </a:cubicBezTo>
                <a:cubicBezTo>
                  <a:pt x="120196" y="138301"/>
                  <a:pt x="126151" y="135873"/>
                  <a:pt x="131008" y="131008"/>
                </a:cubicBezTo>
                <a:close/>
                <a:moveTo>
                  <a:pt x="113159" y="153392"/>
                </a:moveTo>
                <a:cubicBezTo>
                  <a:pt x="102091" y="153392"/>
                  <a:pt x="92618" y="149450"/>
                  <a:pt x="84739" y="141571"/>
                </a:cubicBezTo>
                <a:cubicBezTo>
                  <a:pt x="76861" y="133693"/>
                  <a:pt x="72925" y="124219"/>
                  <a:pt x="72925" y="113159"/>
                </a:cubicBezTo>
                <a:cubicBezTo>
                  <a:pt x="72925" y="102091"/>
                  <a:pt x="76861" y="92618"/>
                  <a:pt x="84739" y="84739"/>
                </a:cubicBezTo>
                <a:cubicBezTo>
                  <a:pt x="92618" y="76861"/>
                  <a:pt x="102091" y="72925"/>
                  <a:pt x="113159" y="72925"/>
                </a:cubicBezTo>
                <a:cubicBezTo>
                  <a:pt x="124219" y="72925"/>
                  <a:pt x="133693" y="76861"/>
                  <a:pt x="141571" y="84739"/>
                </a:cubicBezTo>
                <a:cubicBezTo>
                  <a:pt x="149450" y="92618"/>
                  <a:pt x="153392" y="102091"/>
                  <a:pt x="153392" y="113159"/>
                </a:cubicBezTo>
                <a:cubicBezTo>
                  <a:pt x="153392" y="116846"/>
                  <a:pt x="152807" y="120620"/>
                  <a:pt x="151629" y="124475"/>
                </a:cubicBezTo>
                <a:cubicBezTo>
                  <a:pt x="150291" y="128162"/>
                  <a:pt x="148447" y="131849"/>
                  <a:pt x="146099" y="135536"/>
                </a:cubicBezTo>
                <a:lnTo>
                  <a:pt x="167218" y="156662"/>
                </a:lnTo>
                <a:cubicBezTo>
                  <a:pt x="168732" y="158169"/>
                  <a:pt x="169486" y="159932"/>
                  <a:pt x="169486" y="161944"/>
                </a:cubicBezTo>
                <a:cubicBezTo>
                  <a:pt x="169318" y="163956"/>
                  <a:pt x="168476" y="165711"/>
                  <a:pt x="166969" y="167218"/>
                </a:cubicBezTo>
                <a:cubicBezTo>
                  <a:pt x="165463" y="168732"/>
                  <a:pt x="163700" y="169486"/>
                  <a:pt x="161688" y="169486"/>
                </a:cubicBezTo>
                <a:cubicBezTo>
                  <a:pt x="159676" y="169486"/>
                  <a:pt x="157921" y="168732"/>
                  <a:pt x="156406" y="167218"/>
                </a:cubicBezTo>
                <a:lnTo>
                  <a:pt x="135536" y="146348"/>
                </a:lnTo>
                <a:cubicBezTo>
                  <a:pt x="131849" y="148696"/>
                  <a:pt x="128162" y="150459"/>
                  <a:pt x="124475" y="151629"/>
                </a:cubicBezTo>
                <a:cubicBezTo>
                  <a:pt x="120620" y="152807"/>
                  <a:pt x="116846" y="153392"/>
                  <a:pt x="113159" y="153392"/>
                </a:cubicBezTo>
                <a:close/>
                <a:moveTo>
                  <a:pt x="45266" y="211226"/>
                </a:moveTo>
                <a:cubicBezTo>
                  <a:pt x="41243" y="211226"/>
                  <a:pt x="37717" y="209719"/>
                  <a:pt x="34703" y="206698"/>
                </a:cubicBezTo>
                <a:cubicBezTo>
                  <a:pt x="31682" y="203684"/>
                  <a:pt x="30175" y="200166"/>
                  <a:pt x="30175" y="196142"/>
                </a:cubicBezTo>
                <a:lnTo>
                  <a:pt x="30175" y="160430"/>
                </a:lnTo>
                <a:cubicBezTo>
                  <a:pt x="30175" y="158250"/>
                  <a:pt x="30929" y="156494"/>
                  <a:pt x="32436" y="155148"/>
                </a:cubicBezTo>
                <a:cubicBezTo>
                  <a:pt x="33782" y="153641"/>
                  <a:pt x="35537" y="152888"/>
                  <a:pt x="37717" y="152888"/>
                </a:cubicBezTo>
                <a:cubicBezTo>
                  <a:pt x="39897" y="152888"/>
                  <a:pt x="41741" y="153641"/>
                  <a:pt x="43255" y="155148"/>
                </a:cubicBezTo>
                <a:cubicBezTo>
                  <a:pt x="44593" y="156494"/>
                  <a:pt x="45266" y="158250"/>
                  <a:pt x="45266" y="160430"/>
                </a:cubicBezTo>
                <a:lnTo>
                  <a:pt x="45266" y="196142"/>
                </a:lnTo>
                <a:lnTo>
                  <a:pt x="80972" y="196142"/>
                </a:lnTo>
                <a:cubicBezTo>
                  <a:pt x="83152" y="196142"/>
                  <a:pt x="84908" y="196896"/>
                  <a:pt x="86254" y="198403"/>
                </a:cubicBezTo>
                <a:cubicBezTo>
                  <a:pt x="87760" y="199742"/>
                  <a:pt x="88514" y="201504"/>
                  <a:pt x="88514" y="203684"/>
                </a:cubicBezTo>
                <a:cubicBezTo>
                  <a:pt x="88514" y="205864"/>
                  <a:pt x="87760" y="207708"/>
                  <a:pt x="86254" y="209215"/>
                </a:cubicBezTo>
                <a:cubicBezTo>
                  <a:pt x="84908" y="210553"/>
                  <a:pt x="83152" y="211226"/>
                  <a:pt x="80972" y="211226"/>
                </a:cubicBezTo>
                <a:lnTo>
                  <a:pt x="45266" y="211226"/>
                </a:lnTo>
                <a:close/>
                <a:moveTo>
                  <a:pt x="196142" y="211226"/>
                </a:moveTo>
                <a:lnTo>
                  <a:pt x="160430" y="211226"/>
                </a:lnTo>
                <a:cubicBezTo>
                  <a:pt x="158250" y="211226"/>
                  <a:pt x="156494" y="210473"/>
                  <a:pt x="155148" y="208966"/>
                </a:cubicBezTo>
                <a:cubicBezTo>
                  <a:pt x="153641" y="207620"/>
                  <a:pt x="152888" y="205864"/>
                  <a:pt x="152888" y="203684"/>
                </a:cubicBezTo>
                <a:cubicBezTo>
                  <a:pt x="152888" y="201504"/>
                  <a:pt x="153641" y="199742"/>
                  <a:pt x="155148" y="198403"/>
                </a:cubicBezTo>
                <a:cubicBezTo>
                  <a:pt x="156494" y="196896"/>
                  <a:pt x="158250" y="196142"/>
                  <a:pt x="160430" y="196142"/>
                </a:cubicBezTo>
                <a:lnTo>
                  <a:pt x="196142" y="196142"/>
                </a:lnTo>
                <a:lnTo>
                  <a:pt x="196142" y="160430"/>
                </a:lnTo>
                <a:cubicBezTo>
                  <a:pt x="196142" y="158250"/>
                  <a:pt x="196896" y="156494"/>
                  <a:pt x="198403" y="155148"/>
                </a:cubicBezTo>
                <a:cubicBezTo>
                  <a:pt x="199742" y="153641"/>
                  <a:pt x="201504" y="152888"/>
                  <a:pt x="203684" y="152888"/>
                </a:cubicBezTo>
                <a:cubicBezTo>
                  <a:pt x="205864" y="152888"/>
                  <a:pt x="207708" y="153641"/>
                  <a:pt x="209215" y="155148"/>
                </a:cubicBezTo>
                <a:cubicBezTo>
                  <a:pt x="210553" y="156494"/>
                  <a:pt x="211226" y="158250"/>
                  <a:pt x="211226" y="160430"/>
                </a:cubicBezTo>
                <a:lnTo>
                  <a:pt x="211226" y="196142"/>
                </a:lnTo>
                <a:cubicBezTo>
                  <a:pt x="211226" y="200166"/>
                  <a:pt x="209719" y="203684"/>
                  <a:pt x="206698" y="206698"/>
                </a:cubicBezTo>
                <a:cubicBezTo>
                  <a:pt x="203684" y="209719"/>
                  <a:pt x="200166" y="211226"/>
                  <a:pt x="196142" y="211226"/>
                </a:cubicBezTo>
                <a:close/>
                <a:moveTo>
                  <a:pt x="30175" y="80972"/>
                </a:moveTo>
                <a:lnTo>
                  <a:pt x="30175" y="45266"/>
                </a:lnTo>
                <a:cubicBezTo>
                  <a:pt x="30175" y="41243"/>
                  <a:pt x="31682" y="37717"/>
                  <a:pt x="34703" y="34703"/>
                </a:cubicBezTo>
                <a:cubicBezTo>
                  <a:pt x="37717" y="31682"/>
                  <a:pt x="41243" y="30175"/>
                  <a:pt x="45266" y="30175"/>
                </a:cubicBezTo>
                <a:lnTo>
                  <a:pt x="80972" y="30175"/>
                </a:lnTo>
                <a:cubicBezTo>
                  <a:pt x="83152" y="30175"/>
                  <a:pt x="84908" y="30929"/>
                  <a:pt x="86254" y="32436"/>
                </a:cubicBezTo>
                <a:cubicBezTo>
                  <a:pt x="87760" y="33782"/>
                  <a:pt x="88514" y="35537"/>
                  <a:pt x="88514" y="37717"/>
                </a:cubicBezTo>
                <a:cubicBezTo>
                  <a:pt x="88514" y="39897"/>
                  <a:pt x="87760" y="41741"/>
                  <a:pt x="86254" y="43255"/>
                </a:cubicBezTo>
                <a:cubicBezTo>
                  <a:pt x="84908" y="44593"/>
                  <a:pt x="83152" y="45266"/>
                  <a:pt x="80972" y="45266"/>
                </a:cubicBezTo>
                <a:lnTo>
                  <a:pt x="45266" y="45266"/>
                </a:lnTo>
                <a:lnTo>
                  <a:pt x="45266" y="80972"/>
                </a:lnTo>
                <a:cubicBezTo>
                  <a:pt x="45266" y="83152"/>
                  <a:pt x="44506" y="84908"/>
                  <a:pt x="42999" y="86254"/>
                </a:cubicBezTo>
                <a:cubicBezTo>
                  <a:pt x="41660" y="87760"/>
                  <a:pt x="39897" y="88514"/>
                  <a:pt x="37717" y="88514"/>
                </a:cubicBezTo>
                <a:cubicBezTo>
                  <a:pt x="35537" y="88514"/>
                  <a:pt x="33782" y="87760"/>
                  <a:pt x="32436" y="86254"/>
                </a:cubicBezTo>
                <a:cubicBezTo>
                  <a:pt x="30929" y="84908"/>
                  <a:pt x="30175" y="83152"/>
                  <a:pt x="30175" y="80972"/>
                </a:cubicBezTo>
                <a:close/>
                <a:moveTo>
                  <a:pt x="196142" y="80972"/>
                </a:moveTo>
                <a:lnTo>
                  <a:pt x="196142" y="45266"/>
                </a:lnTo>
                <a:lnTo>
                  <a:pt x="160430" y="45266"/>
                </a:lnTo>
                <a:cubicBezTo>
                  <a:pt x="158250" y="45266"/>
                  <a:pt x="156494" y="44506"/>
                  <a:pt x="155148" y="42999"/>
                </a:cubicBezTo>
                <a:cubicBezTo>
                  <a:pt x="153641" y="41660"/>
                  <a:pt x="152888" y="39897"/>
                  <a:pt x="152888" y="37717"/>
                </a:cubicBezTo>
                <a:cubicBezTo>
                  <a:pt x="152888" y="35537"/>
                  <a:pt x="153641" y="33782"/>
                  <a:pt x="155148" y="32436"/>
                </a:cubicBezTo>
                <a:cubicBezTo>
                  <a:pt x="156494" y="30929"/>
                  <a:pt x="158250" y="30175"/>
                  <a:pt x="160430" y="30175"/>
                </a:cubicBezTo>
                <a:lnTo>
                  <a:pt x="196142" y="30175"/>
                </a:lnTo>
                <a:cubicBezTo>
                  <a:pt x="200166" y="30175"/>
                  <a:pt x="203684" y="31682"/>
                  <a:pt x="206698" y="34703"/>
                </a:cubicBezTo>
                <a:cubicBezTo>
                  <a:pt x="209719" y="37717"/>
                  <a:pt x="211226" y="41243"/>
                  <a:pt x="211226" y="45266"/>
                </a:cubicBezTo>
                <a:lnTo>
                  <a:pt x="211226" y="80972"/>
                </a:lnTo>
                <a:cubicBezTo>
                  <a:pt x="211226" y="83152"/>
                  <a:pt x="210473" y="84908"/>
                  <a:pt x="208966" y="86254"/>
                </a:cubicBezTo>
                <a:cubicBezTo>
                  <a:pt x="207620" y="87760"/>
                  <a:pt x="205864" y="88514"/>
                  <a:pt x="203684" y="88514"/>
                </a:cubicBezTo>
                <a:cubicBezTo>
                  <a:pt x="201504" y="88514"/>
                  <a:pt x="199742" y="87760"/>
                  <a:pt x="198403" y="86254"/>
                </a:cubicBezTo>
                <a:cubicBezTo>
                  <a:pt x="196896" y="84908"/>
                  <a:pt x="196142" y="83152"/>
                  <a:pt x="196142" y="80972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圖說"/>
          <p:cNvSpPr/>
          <p:nvPr/>
        </p:nvSpPr>
        <p:spPr>
          <a:xfrm>
            <a:off x="308694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檢測</a:t>
            </a:r>
            <a:endParaRPr lang="en-US" sz="600" dirty="0"/>
          </a:p>
        </p:txBody>
      </p:sp>
      <p:sp>
        <p:nvSpPr>
          <p:cNvPr id="60" name="圖示 顯微分析"/>
          <p:cNvSpPr/>
          <p:nvPr/>
        </p:nvSpPr>
        <p:spPr>
          <a:xfrm>
            <a:off x="364653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2596" y="196142"/>
                </a:moveTo>
                <a:lnTo>
                  <a:pt x="102596" y="169991"/>
                </a:lnTo>
                <a:lnTo>
                  <a:pt x="98821" y="169991"/>
                </a:lnTo>
                <a:cubicBezTo>
                  <a:pt x="85244" y="169991"/>
                  <a:pt x="73759" y="165294"/>
                  <a:pt x="64374" y="155909"/>
                </a:cubicBezTo>
                <a:cubicBezTo>
                  <a:pt x="54988" y="146516"/>
                  <a:pt x="50292" y="135031"/>
                  <a:pt x="50292" y="121454"/>
                </a:cubicBezTo>
                <a:cubicBezTo>
                  <a:pt x="50292" y="111228"/>
                  <a:pt x="53225" y="101923"/>
                  <a:pt x="59092" y="93547"/>
                </a:cubicBezTo>
                <a:cubicBezTo>
                  <a:pt x="64959" y="85164"/>
                  <a:pt x="72669" y="79297"/>
                  <a:pt x="82230" y="75939"/>
                </a:cubicBezTo>
                <a:cubicBezTo>
                  <a:pt x="82896" y="69238"/>
                  <a:pt x="85829" y="63789"/>
                  <a:pt x="91030" y="59597"/>
                </a:cubicBezTo>
                <a:cubicBezTo>
                  <a:pt x="96224" y="55405"/>
                  <a:pt x="102259" y="53562"/>
                  <a:pt x="109135" y="54067"/>
                </a:cubicBezTo>
                <a:lnTo>
                  <a:pt x="106370" y="46269"/>
                </a:lnTo>
                <a:cubicBezTo>
                  <a:pt x="105529" y="44257"/>
                  <a:pt x="105617" y="42414"/>
                  <a:pt x="106619" y="40738"/>
                </a:cubicBezTo>
                <a:cubicBezTo>
                  <a:pt x="107629" y="38895"/>
                  <a:pt x="109048" y="37549"/>
                  <a:pt x="110891" y="36715"/>
                </a:cubicBezTo>
                <a:lnTo>
                  <a:pt x="114161" y="35457"/>
                </a:lnTo>
                <a:lnTo>
                  <a:pt x="113912" y="34447"/>
                </a:lnTo>
                <a:cubicBezTo>
                  <a:pt x="113071" y="32106"/>
                  <a:pt x="113159" y="29839"/>
                  <a:pt x="114161" y="27659"/>
                </a:cubicBezTo>
                <a:cubicBezTo>
                  <a:pt x="115002" y="25479"/>
                  <a:pt x="116597" y="23972"/>
                  <a:pt x="118938" y="23138"/>
                </a:cubicBezTo>
                <a:cubicBezTo>
                  <a:pt x="121286" y="22297"/>
                  <a:pt x="123554" y="22377"/>
                  <a:pt x="125734" y="23387"/>
                </a:cubicBezTo>
                <a:cubicBezTo>
                  <a:pt x="127906" y="24221"/>
                  <a:pt x="129421" y="25815"/>
                  <a:pt x="130254" y="28164"/>
                </a:cubicBezTo>
                <a:lnTo>
                  <a:pt x="130759" y="29422"/>
                </a:lnTo>
                <a:lnTo>
                  <a:pt x="133780" y="28412"/>
                </a:lnTo>
                <a:cubicBezTo>
                  <a:pt x="135624" y="27747"/>
                  <a:pt x="137467" y="27827"/>
                  <a:pt x="139311" y="28668"/>
                </a:cubicBezTo>
                <a:cubicBezTo>
                  <a:pt x="141154" y="29502"/>
                  <a:pt x="142493" y="30848"/>
                  <a:pt x="143334" y="32692"/>
                </a:cubicBezTo>
                <a:lnTo>
                  <a:pt x="166465" y="92786"/>
                </a:lnTo>
                <a:cubicBezTo>
                  <a:pt x="167306" y="94798"/>
                  <a:pt x="167306" y="96729"/>
                  <a:pt x="166465" y="98572"/>
                </a:cubicBezTo>
                <a:cubicBezTo>
                  <a:pt x="165463" y="100416"/>
                  <a:pt x="163956" y="101754"/>
                  <a:pt x="161944" y="102596"/>
                </a:cubicBezTo>
                <a:lnTo>
                  <a:pt x="158418" y="103854"/>
                </a:lnTo>
                <a:lnTo>
                  <a:pt x="158923" y="105112"/>
                </a:lnTo>
                <a:cubicBezTo>
                  <a:pt x="159764" y="107460"/>
                  <a:pt x="159676" y="109721"/>
                  <a:pt x="158674" y="111901"/>
                </a:cubicBezTo>
                <a:cubicBezTo>
                  <a:pt x="157665" y="113912"/>
                  <a:pt x="155989" y="115339"/>
                  <a:pt x="153641" y="116173"/>
                </a:cubicBezTo>
                <a:cubicBezTo>
                  <a:pt x="151461" y="117014"/>
                  <a:pt x="149369" y="116926"/>
                  <a:pt x="147357" y="115924"/>
                </a:cubicBezTo>
                <a:cubicBezTo>
                  <a:pt x="145177" y="114914"/>
                  <a:pt x="143671" y="113327"/>
                  <a:pt x="142829" y="111147"/>
                </a:cubicBezTo>
                <a:lnTo>
                  <a:pt x="142325" y="109640"/>
                </a:lnTo>
                <a:lnTo>
                  <a:pt x="138557" y="110891"/>
                </a:lnTo>
                <a:cubicBezTo>
                  <a:pt x="136546" y="111732"/>
                  <a:pt x="134702" y="111732"/>
                  <a:pt x="133020" y="110891"/>
                </a:cubicBezTo>
                <a:cubicBezTo>
                  <a:pt x="131176" y="110057"/>
                  <a:pt x="129837" y="108631"/>
                  <a:pt x="128996" y="106619"/>
                </a:cubicBezTo>
                <a:lnTo>
                  <a:pt x="125229" y="96561"/>
                </a:lnTo>
                <a:cubicBezTo>
                  <a:pt x="122712" y="99414"/>
                  <a:pt x="119779" y="101506"/>
                  <a:pt x="116429" y="102844"/>
                </a:cubicBezTo>
                <a:cubicBezTo>
                  <a:pt x="112903" y="104022"/>
                  <a:pt x="109216" y="104527"/>
                  <a:pt x="105361" y="104359"/>
                </a:cubicBezTo>
                <a:cubicBezTo>
                  <a:pt x="101001" y="104190"/>
                  <a:pt x="96978" y="102844"/>
                  <a:pt x="93291" y="100335"/>
                </a:cubicBezTo>
                <a:cubicBezTo>
                  <a:pt x="89604" y="97819"/>
                  <a:pt x="86670" y="94629"/>
                  <a:pt x="84491" y="90774"/>
                </a:cubicBezTo>
                <a:cubicBezTo>
                  <a:pt x="78624" y="93627"/>
                  <a:pt x="74015" y="97819"/>
                  <a:pt x="70658" y="103349"/>
                </a:cubicBezTo>
                <a:cubicBezTo>
                  <a:pt x="67139" y="108879"/>
                  <a:pt x="65383" y="114914"/>
                  <a:pt x="65383" y="121454"/>
                </a:cubicBezTo>
                <a:cubicBezTo>
                  <a:pt x="65383" y="130679"/>
                  <a:pt x="68646" y="138557"/>
                  <a:pt x="75186" y="145090"/>
                </a:cubicBezTo>
                <a:cubicBezTo>
                  <a:pt x="81725" y="151629"/>
                  <a:pt x="89604" y="154899"/>
                  <a:pt x="98821" y="154899"/>
                </a:cubicBezTo>
                <a:lnTo>
                  <a:pt x="178535" y="154899"/>
                </a:lnTo>
                <a:cubicBezTo>
                  <a:pt x="180715" y="154899"/>
                  <a:pt x="182478" y="155653"/>
                  <a:pt x="183816" y="157160"/>
                </a:cubicBezTo>
                <a:cubicBezTo>
                  <a:pt x="185323" y="158506"/>
                  <a:pt x="186084" y="160261"/>
                  <a:pt x="186084" y="162441"/>
                </a:cubicBezTo>
                <a:cubicBezTo>
                  <a:pt x="186084" y="164621"/>
                  <a:pt x="185323" y="166465"/>
                  <a:pt x="183816" y="167979"/>
                </a:cubicBezTo>
                <a:cubicBezTo>
                  <a:pt x="182478" y="169318"/>
                  <a:pt x="180715" y="169991"/>
                  <a:pt x="178535" y="169991"/>
                </a:cubicBezTo>
                <a:lnTo>
                  <a:pt x="127745" y="169991"/>
                </a:lnTo>
                <a:lnTo>
                  <a:pt x="127745" y="196142"/>
                </a:lnTo>
                <a:lnTo>
                  <a:pt x="183568" y="196142"/>
                </a:lnTo>
                <a:cubicBezTo>
                  <a:pt x="185748" y="196142"/>
                  <a:pt x="187503" y="196896"/>
                  <a:pt x="188849" y="198403"/>
                </a:cubicBezTo>
                <a:cubicBezTo>
                  <a:pt x="190356" y="199742"/>
                  <a:pt x="191110" y="201504"/>
                  <a:pt x="191110" y="203684"/>
                </a:cubicBezTo>
                <a:cubicBezTo>
                  <a:pt x="191110" y="205864"/>
                  <a:pt x="190356" y="207708"/>
                  <a:pt x="188849" y="209215"/>
                </a:cubicBezTo>
                <a:cubicBezTo>
                  <a:pt x="187503" y="210553"/>
                  <a:pt x="185748" y="211226"/>
                  <a:pt x="183568" y="211226"/>
                </a:cubicBezTo>
                <a:lnTo>
                  <a:pt x="57834" y="211226"/>
                </a:lnTo>
                <a:cubicBezTo>
                  <a:pt x="55654" y="211226"/>
                  <a:pt x="53898" y="210473"/>
                  <a:pt x="52552" y="208966"/>
                </a:cubicBezTo>
                <a:cubicBezTo>
                  <a:pt x="51045" y="207620"/>
                  <a:pt x="50292" y="205864"/>
                  <a:pt x="50292" y="203684"/>
                </a:cubicBezTo>
                <a:cubicBezTo>
                  <a:pt x="50292" y="201504"/>
                  <a:pt x="51045" y="199742"/>
                  <a:pt x="52552" y="198403"/>
                </a:cubicBezTo>
                <a:cubicBezTo>
                  <a:pt x="53898" y="196896"/>
                  <a:pt x="55654" y="196142"/>
                  <a:pt x="57834" y="196142"/>
                </a:cubicBezTo>
                <a:lnTo>
                  <a:pt x="102596" y="196142"/>
                </a:lnTo>
                <a:close/>
                <a:moveTo>
                  <a:pt x="139815" y="97570"/>
                </a:moveTo>
                <a:lnTo>
                  <a:pt x="153136" y="92786"/>
                </a:lnTo>
                <a:lnTo>
                  <a:pt x="133020" y="40987"/>
                </a:lnTo>
                <a:lnTo>
                  <a:pt x="119699" y="45764"/>
                </a:lnTo>
                <a:lnTo>
                  <a:pt x="139815" y="97570"/>
                </a:lnTo>
                <a:close/>
                <a:moveTo>
                  <a:pt x="116173" y="88265"/>
                </a:moveTo>
                <a:cubicBezTo>
                  <a:pt x="118521" y="85749"/>
                  <a:pt x="119699" y="82728"/>
                  <a:pt x="119699" y="79209"/>
                </a:cubicBezTo>
                <a:cubicBezTo>
                  <a:pt x="119699" y="75690"/>
                  <a:pt x="118521" y="72757"/>
                  <a:pt x="116173" y="70409"/>
                </a:cubicBezTo>
                <a:cubicBezTo>
                  <a:pt x="113664" y="67892"/>
                  <a:pt x="110642" y="66634"/>
                  <a:pt x="107124" y="66634"/>
                </a:cubicBezTo>
                <a:cubicBezTo>
                  <a:pt x="103605" y="66634"/>
                  <a:pt x="100664" y="67812"/>
                  <a:pt x="98324" y="70160"/>
                </a:cubicBezTo>
                <a:cubicBezTo>
                  <a:pt x="95807" y="72669"/>
                  <a:pt x="94549" y="75690"/>
                  <a:pt x="94549" y="79209"/>
                </a:cubicBezTo>
                <a:cubicBezTo>
                  <a:pt x="94549" y="82728"/>
                  <a:pt x="95719" y="85749"/>
                  <a:pt x="98068" y="88265"/>
                </a:cubicBezTo>
                <a:cubicBezTo>
                  <a:pt x="100584" y="90606"/>
                  <a:pt x="103605" y="91784"/>
                  <a:pt x="107124" y="91784"/>
                </a:cubicBezTo>
                <a:cubicBezTo>
                  <a:pt x="110642" y="91784"/>
                  <a:pt x="113664" y="90606"/>
                  <a:pt x="116173" y="88265"/>
                </a:cubicBezTo>
                <a:close/>
                <a:moveTo>
                  <a:pt x="139815" y="97570"/>
                </a:moveTo>
                <a:close/>
                <a:moveTo>
                  <a:pt x="107124" y="78704"/>
                </a:moveTo>
                <a:close/>
                <a:moveTo>
                  <a:pt x="107629" y="78704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圖說"/>
          <p:cNvSpPr/>
          <p:nvPr/>
        </p:nvSpPr>
        <p:spPr>
          <a:xfrm>
            <a:off x="353071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顯微分析</a:t>
            </a:r>
            <a:endParaRPr lang="en-US" sz="600" dirty="0"/>
          </a:p>
        </p:txBody>
      </p:sp>
      <p:sp>
        <p:nvSpPr>
          <p:cNvPr id="62" name="圖示 實驗"/>
          <p:cNvSpPr/>
          <p:nvPr/>
        </p:nvSpPr>
        <p:spPr>
          <a:xfrm>
            <a:off x="409031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3255" y="211226"/>
                </a:moveTo>
                <a:cubicBezTo>
                  <a:pt x="36210" y="211226"/>
                  <a:pt x="31265" y="207957"/>
                  <a:pt x="28412" y="201417"/>
                </a:cubicBezTo>
                <a:cubicBezTo>
                  <a:pt x="25398" y="194884"/>
                  <a:pt x="26320" y="188930"/>
                  <a:pt x="31185" y="183568"/>
                </a:cubicBezTo>
                <a:lnTo>
                  <a:pt x="93547" y="113159"/>
                </a:lnTo>
                <a:lnTo>
                  <a:pt x="93547" y="45266"/>
                </a:lnTo>
                <a:lnTo>
                  <a:pt x="80467" y="45266"/>
                </a:lnTo>
                <a:cubicBezTo>
                  <a:pt x="78287" y="45266"/>
                  <a:pt x="76524" y="44506"/>
                  <a:pt x="75186" y="42999"/>
                </a:cubicBezTo>
                <a:cubicBezTo>
                  <a:pt x="73679" y="41660"/>
                  <a:pt x="72925" y="39897"/>
                  <a:pt x="72925" y="37717"/>
                </a:cubicBezTo>
                <a:cubicBezTo>
                  <a:pt x="72925" y="35537"/>
                  <a:pt x="73679" y="33782"/>
                  <a:pt x="75186" y="32436"/>
                </a:cubicBezTo>
                <a:cubicBezTo>
                  <a:pt x="76524" y="30929"/>
                  <a:pt x="78287" y="30175"/>
                  <a:pt x="80467" y="30175"/>
                </a:cubicBezTo>
                <a:lnTo>
                  <a:pt x="160934" y="30175"/>
                </a:lnTo>
                <a:cubicBezTo>
                  <a:pt x="163114" y="30175"/>
                  <a:pt x="164877" y="30929"/>
                  <a:pt x="166216" y="32436"/>
                </a:cubicBezTo>
                <a:cubicBezTo>
                  <a:pt x="167723" y="33782"/>
                  <a:pt x="168476" y="35537"/>
                  <a:pt x="168476" y="37717"/>
                </a:cubicBezTo>
                <a:cubicBezTo>
                  <a:pt x="168476" y="39897"/>
                  <a:pt x="167723" y="41741"/>
                  <a:pt x="166216" y="43255"/>
                </a:cubicBezTo>
                <a:cubicBezTo>
                  <a:pt x="164877" y="44593"/>
                  <a:pt x="163114" y="45266"/>
                  <a:pt x="160934" y="45266"/>
                </a:cubicBezTo>
                <a:lnTo>
                  <a:pt x="147862" y="45266"/>
                </a:lnTo>
                <a:lnTo>
                  <a:pt x="147862" y="113159"/>
                </a:lnTo>
                <a:lnTo>
                  <a:pt x="210224" y="183568"/>
                </a:lnTo>
                <a:cubicBezTo>
                  <a:pt x="215082" y="188930"/>
                  <a:pt x="216003" y="194884"/>
                  <a:pt x="212989" y="201417"/>
                </a:cubicBezTo>
                <a:cubicBezTo>
                  <a:pt x="210136" y="207957"/>
                  <a:pt x="205191" y="211226"/>
                  <a:pt x="198154" y="211226"/>
                </a:cubicBezTo>
                <a:lnTo>
                  <a:pt x="43255" y="211226"/>
                </a:lnTo>
                <a:close/>
                <a:moveTo>
                  <a:pt x="40234" y="196142"/>
                </a:moveTo>
                <a:lnTo>
                  <a:pt x="201168" y="196142"/>
                </a:lnTo>
                <a:lnTo>
                  <a:pt x="132771" y="118689"/>
                </a:lnTo>
                <a:lnTo>
                  <a:pt x="132771" y="45266"/>
                </a:lnTo>
                <a:lnTo>
                  <a:pt x="108631" y="45266"/>
                </a:lnTo>
                <a:lnTo>
                  <a:pt x="108631" y="118689"/>
                </a:lnTo>
                <a:lnTo>
                  <a:pt x="40234" y="196142"/>
                </a:lnTo>
                <a:close/>
                <a:moveTo>
                  <a:pt x="120196" y="12070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圖說"/>
          <p:cNvSpPr/>
          <p:nvPr/>
        </p:nvSpPr>
        <p:spPr>
          <a:xfrm>
            <a:off x="397449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實驗</a:t>
            </a:r>
            <a:endParaRPr lang="en-US" sz="600" dirty="0"/>
          </a:p>
        </p:txBody>
      </p:sp>
      <p:sp>
        <p:nvSpPr>
          <p:cNvPr id="64" name="圖示 問題追蹤"/>
          <p:cNvSpPr/>
          <p:nvPr/>
        </p:nvSpPr>
        <p:spPr>
          <a:xfrm>
            <a:off x="453408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11226"/>
                </a:moveTo>
                <a:cubicBezTo>
                  <a:pt x="109801" y="211226"/>
                  <a:pt x="99662" y="208630"/>
                  <a:pt x="90277" y="203428"/>
                </a:cubicBezTo>
                <a:cubicBezTo>
                  <a:pt x="80884" y="198235"/>
                  <a:pt x="73927" y="190773"/>
                  <a:pt x="69407" y="181051"/>
                </a:cubicBezTo>
                <a:lnTo>
                  <a:pt x="47776" y="181051"/>
                </a:lnTo>
                <a:cubicBezTo>
                  <a:pt x="45596" y="181051"/>
                  <a:pt x="43840" y="180298"/>
                  <a:pt x="42494" y="178791"/>
                </a:cubicBezTo>
                <a:cubicBezTo>
                  <a:pt x="40987" y="177445"/>
                  <a:pt x="40234" y="175689"/>
                  <a:pt x="40234" y="173509"/>
                </a:cubicBezTo>
                <a:cubicBezTo>
                  <a:pt x="40234" y="171329"/>
                  <a:pt x="40987" y="169566"/>
                  <a:pt x="42494" y="168228"/>
                </a:cubicBezTo>
                <a:cubicBezTo>
                  <a:pt x="43840" y="166721"/>
                  <a:pt x="45596" y="165967"/>
                  <a:pt x="47776" y="165967"/>
                </a:cubicBezTo>
                <a:lnTo>
                  <a:pt x="63372" y="165967"/>
                </a:lnTo>
                <a:cubicBezTo>
                  <a:pt x="62194" y="161607"/>
                  <a:pt x="61609" y="157160"/>
                  <a:pt x="61609" y="152639"/>
                </a:cubicBezTo>
                <a:lnTo>
                  <a:pt x="61609" y="139311"/>
                </a:lnTo>
                <a:lnTo>
                  <a:pt x="47527" y="139311"/>
                </a:lnTo>
                <a:cubicBezTo>
                  <a:pt x="45347" y="139311"/>
                  <a:pt x="43584" y="138557"/>
                  <a:pt x="42245" y="137043"/>
                </a:cubicBezTo>
                <a:cubicBezTo>
                  <a:pt x="40738" y="135704"/>
                  <a:pt x="39985" y="133941"/>
                  <a:pt x="39985" y="131769"/>
                </a:cubicBezTo>
                <a:cubicBezTo>
                  <a:pt x="39985" y="129589"/>
                  <a:pt x="40738" y="127826"/>
                  <a:pt x="42245" y="126487"/>
                </a:cubicBezTo>
                <a:cubicBezTo>
                  <a:pt x="43584" y="124973"/>
                  <a:pt x="45347" y="124219"/>
                  <a:pt x="47527" y="124219"/>
                </a:cubicBezTo>
                <a:lnTo>
                  <a:pt x="61609" y="124219"/>
                </a:lnTo>
                <a:cubicBezTo>
                  <a:pt x="61609" y="119362"/>
                  <a:pt x="61689" y="114585"/>
                  <a:pt x="61857" y="109889"/>
                </a:cubicBezTo>
                <a:cubicBezTo>
                  <a:pt x="61857" y="105024"/>
                  <a:pt x="62530" y="100248"/>
                  <a:pt x="63869" y="95558"/>
                </a:cubicBezTo>
                <a:lnTo>
                  <a:pt x="47776" y="95558"/>
                </a:lnTo>
                <a:cubicBezTo>
                  <a:pt x="45596" y="95558"/>
                  <a:pt x="43840" y="94798"/>
                  <a:pt x="42494" y="93291"/>
                </a:cubicBezTo>
                <a:cubicBezTo>
                  <a:pt x="40987" y="91952"/>
                  <a:pt x="40234" y="90189"/>
                  <a:pt x="40234" y="88009"/>
                </a:cubicBezTo>
                <a:cubicBezTo>
                  <a:pt x="40234" y="85829"/>
                  <a:pt x="40987" y="84074"/>
                  <a:pt x="42494" y="82728"/>
                </a:cubicBezTo>
                <a:cubicBezTo>
                  <a:pt x="43840" y="81221"/>
                  <a:pt x="45596" y="80467"/>
                  <a:pt x="47776" y="80467"/>
                </a:cubicBezTo>
                <a:lnTo>
                  <a:pt x="70409" y="80467"/>
                </a:lnTo>
                <a:cubicBezTo>
                  <a:pt x="72757" y="75771"/>
                  <a:pt x="75859" y="71667"/>
                  <a:pt x="79714" y="68148"/>
                </a:cubicBezTo>
                <a:cubicBezTo>
                  <a:pt x="83569" y="64622"/>
                  <a:pt x="87841" y="61689"/>
                  <a:pt x="92537" y="59348"/>
                </a:cubicBezTo>
                <a:lnTo>
                  <a:pt x="78207" y="45266"/>
                </a:lnTo>
                <a:cubicBezTo>
                  <a:pt x="76861" y="43920"/>
                  <a:pt x="76195" y="42245"/>
                  <a:pt x="76195" y="40234"/>
                </a:cubicBezTo>
                <a:cubicBezTo>
                  <a:pt x="76195" y="38222"/>
                  <a:pt x="76861" y="36547"/>
                  <a:pt x="78207" y="35208"/>
                </a:cubicBezTo>
                <a:cubicBezTo>
                  <a:pt x="79545" y="33862"/>
                  <a:pt x="81221" y="33196"/>
                  <a:pt x="83232" y="33196"/>
                </a:cubicBezTo>
                <a:cubicBezTo>
                  <a:pt x="85244" y="33196"/>
                  <a:pt x="86919" y="33862"/>
                  <a:pt x="88265" y="35208"/>
                </a:cubicBezTo>
                <a:lnTo>
                  <a:pt x="106868" y="53811"/>
                </a:lnTo>
                <a:cubicBezTo>
                  <a:pt x="111564" y="52135"/>
                  <a:pt x="116260" y="51301"/>
                  <a:pt x="120950" y="51301"/>
                </a:cubicBezTo>
                <a:cubicBezTo>
                  <a:pt x="125814" y="51301"/>
                  <a:pt x="130591" y="52135"/>
                  <a:pt x="135287" y="53811"/>
                </a:cubicBezTo>
                <a:lnTo>
                  <a:pt x="153897" y="35208"/>
                </a:lnTo>
                <a:cubicBezTo>
                  <a:pt x="155236" y="33862"/>
                  <a:pt x="156911" y="33196"/>
                  <a:pt x="158923" y="33196"/>
                </a:cubicBezTo>
                <a:cubicBezTo>
                  <a:pt x="160934" y="33196"/>
                  <a:pt x="162610" y="33862"/>
                  <a:pt x="163956" y="35208"/>
                </a:cubicBezTo>
                <a:cubicBezTo>
                  <a:pt x="165294" y="36547"/>
                  <a:pt x="165967" y="38222"/>
                  <a:pt x="165967" y="40234"/>
                </a:cubicBezTo>
                <a:cubicBezTo>
                  <a:pt x="165967" y="42245"/>
                  <a:pt x="165294" y="43920"/>
                  <a:pt x="163956" y="45266"/>
                </a:cubicBezTo>
                <a:lnTo>
                  <a:pt x="149874" y="59348"/>
                </a:lnTo>
                <a:cubicBezTo>
                  <a:pt x="154563" y="61689"/>
                  <a:pt x="158674" y="64710"/>
                  <a:pt x="162193" y="68397"/>
                </a:cubicBezTo>
                <a:cubicBezTo>
                  <a:pt x="165879" y="71916"/>
                  <a:pt x="169062" y="75939"/>
                  <a:pt x="171746" y="80467"/>
                </a:cubicBezTo>
                <a:lnTo>
                  <a:pt x="193875" y="80467"/>
                </a:lnTo>
                <a:cubicBezTo>
                  <a:pt x="196055" y="80467"/>
                  <a:pt x="197818" y="81221"/>
                  <a:pt x="199156" y="82728"/>
                </a:cubicBezTo>
                <a:cubicBezTo>
                  <a:pt x="200663" y="84074"/>
                  <a:pt x="201417" y="85829"/>
                  <a:pt x="201417" y="88009"/>
                </a:cubicBezTo>
                <a:cubicBezTo>
                  <a:pt x="201417" y="90189"/>
                  <a:pt x="200663" y="92033"/>
                  <a:pt x="199156" y="93547"/>
                </a:cubicBezTo>
                <a:cubicBezTo>
                  <a:pt x="197818" y="94885"/>
                  <a:pt x="196055" y="95558"/>
                  <a:pt x="193875" y="95558"/>
                </a:cubicBezTo>
                <a:lnTo>
                  <a:pt x="177533" y="95558"/>
                </a:lnTo>
                <a:cubicBezTo>
                  <a:pt x="179040" y="100248"/>
                  <a:pt x="179793" y="105024"/>
                  <a:pt x="179793" y="109889"/>
                </a:cubicBezTo>
                <a:cubicBezTo>
                  <a:pt x="179625" y="114585"/>
                  <a:pt x="179544" y="119362"/>
                  <a:pt x="179544" y="124219"/>
                </a:cubicBezTo>
                <a:lnTo>
                  <a:pt x="193875" y="124219"/>
                </a:lnTo>
                <a:cubicBezTo>
                  <a:pt x="196055" y="124219"/>
                  <a:pt x="197818" y="124973"/>
                  <a:pt x="199156" y="126487"/>
                </a:cubicBezTo>
                <a:cubicBezTo>
                  <a:pt x="200663" y="127826"/>
                  <a:pt x="201417" y="129589"/>
                  <a:pt x="201417" y="131769"/>
                </a:cubicBezTo>
                <a:cubicBezTo>
                  <a:pt x="201417" y="133941"/>
                  <a:pt x="200663" y="135704"/>
                  <a:pt x="199156" y="137043"/>
                </a:cubicBezTo>
                <a:cubicBezTo>
                  <a:pt x="197818" y="138557"/>
                  <a:pt x="196055" y="139311"/>
                  <a:pt x="193875" y="139311"/>
                </a:cubicBezTo>
                <a:lnTo>
                  <a:pt x="179544" y="139311"/>
                </a:lnTo>
                <a:cubicBezTo>
                  <a:pt x="179544" y="143839"/>
                  <a:pt x="179625" y="148279"/>
                  <a:pt x="179793" y="152639"/>
                </a:cubicBezTo>
                <a:cubicBezTo>
                  <a:pt x="179793" y="157160"/>
                  <a:pt x="179208" y="161607"/>
                  <a:pt x="178037" y="165967"/>
                </a:cubicBezTo>
                <a:lnTo>
                  <a:pt x="193875" y="165967"/>
                </a:lnTo>
                <a:cubicBezTo>
                  <a:pt x="196055" y="165967"/>
                  <a:pt x="197818" y="166721"/>
                  <a:pt x="199156" y="168228"/>
                </a:cubicBezTo>
                <a:cubicBezTo>
                  <a:pt x="200663" y="169566"/>
                  <a:pt x="201417" y="171329"/>
                  <a:pt x="201417" y="173509"/>
                </a:cubicBezTo>
                <a:cubicBezTo>
                  <a:pt x="201417" y="175689"/>
                  <a:pt x="200663" y="177533"/>
                  <a:pt x="199156" y="179040"/>
                </a:cubicBezTo>
                <a:cubicBezTo>
                  <a:pt x="197818" y="180378"/>
                  <a:pt x="196055" y="181051"/>
                  <a:pt x="193875" y="181051"/>
                </a:cubicBezTo>
                <a:lnTo>
                  <a:pt x="172251" y="181051"/>
                </a:lnTo>
                <a:cubicBezTo>
                  <a:pt x="167891" y="190941"/>
                  <a:pt x="161015" y="198483"/>
                  <a:pt x="151629" y="203684"/>
                </a:cubicBezTo>
                <a:cubicBezTo>
                  <a:pt x="142076" y="208710"/>
                  <a:pt x="131769" y="211226"/>
                  <a:pt x="120701" y="211226"/>
                </a:cubicBezTo>
                <a:close/>
                <a:moveTo>
                  <a:pt x="120701" y="196142"/>
                </a:moveTo>
                <a:cubicBezTo>
                  <a:pt x="132771" y="196142"/>
                  <a:pt x="143078" y="191951"/>
                  <a:pt x="151629" y="183568"/>
                </a:cubicBezTo>
                <a:cubicBezTo>
                  <a:pt x="160181" y="175016"/>
                  <a:pt x="164453" y="164709"/>
                  <a:pt x="164453" y="152639"/>
                </a:cubicBezTo>
                <a:lnTo>
                  <a:pt x="164453" y="110642"/>
                </a:lnTo>
                <a:cubicBezTo>
                  <a:pt x="164453" y="98572"/>
                  <a:pt x="160181" y="88346"/>
                  <a:pt x="151629" y="79962"/>
                </a:cubicBezTo>
                <a:cubicBezTo>
                  <a:pt x="143078" y="71418"/>
                  <a:pt x="132771" y="67139"/>
                  <a:pt x="120701" y="67139"/>
                </a:cubicBezTo>
                <a:cubicBezTo>
                  <a:pt x="108631" y="67139"/>
                  <a:pt x="98324" y="71418"/>
                  <a:pt x="89772" y="79962"/>
                </a:cubicBezTo>
                <a:cubicBezTo>
                  <a:pt x="81221" y="88346"/>
                  <a:pt x="76949" y="98572"/>
                  <a:pt x="76949" y="110642"/>
                </a:cubicBezTo>
                <a:lnTo>
                  <a:pt x="76949" y="152639"/>
                </a:lnTo>
                <a:cubicBezTo>
                  <a:pt x="76949" y="164709"/>
                  <a:pt x="81221" y="175016"/>
                  <a:pt x="89772" y="183568"/>
                </a:cubicBezTo>
                <a:cubicBezTo>
                  <a:pt x="98324" y="191951"/>
                  <a:pt x="108631" y="196142"/>
                  <a:pt x="120701" y="196142"/>
                </a:cubicBezTo>
                <a:close/>
                <a:moveTo>
                  <a:pt x="108126" y="160934"/>
                </a:moveTo>
                <a:lnTo>
                  <a:pt x="133276" y="160934"/>
                </a:lnTo>
                <a:cubicBezTo>
                  <a:pt x="135456" y="160934"/>
                  <a:pt x="137211" y="160181"/>
                  <a:pt x="138557" y="158674"/>
                </a:cubicBezTo>
                <a:cubicBezTo>
                  <a:pt x="140064" y="157328"/>
                  <a:pt x="140818" y="155572"/>
                  <a:pt x="140818" y="153392"/>
                </a:cubicBezTo>
                <a:cubicBezTo>
                  <a:pt x="140818" y="151212"/>
                  <a:pt x="140064" y="149450"/>
                  <a:pt x="138557" y="148111"/>
                </a:cubicBezTo>
                <a:cubicBezTo>
                  <a:pt x="137211" y="146604"/>
                  <a:pt x="135456" y="145850"/>
                  <a:pt x="133276" y="145850"/>
                </a:cubicBezTo>
                <a:lnTo>
                  <a:pt x="108126" y="145850"/>
                </a:lnTo>
                <a:cubicBezTo>
                  <a:pt x="105946" y="145850"/>
                  <a:pt x="104190" y="146604"/>
                  <a:pt x="102844" y="148111"/>
                </a:cubicBezTo>
                <a:cubicBezTo>
                  <a:pt x="101337" y="149450"/>
                  <a:pt x="100584" y="151212"/>
                  <a:pt x="100584" y="153392"/>
                </a:cubicBezTo>
                <a:cubicBezTo>
                  <a:pt x="100584" y="155572"/>
                  <a:pt x="101337" y="157416"/>
                  <a:pt x="102844" y="158923"/>
                </a:cubicBezTo>
                <a:cubicBezTo>
                  <a:pt x="104190" y="160261"/>
                  <a:pt x="105946" y="160934"/>
                  <a:pt x="108126" y="160934"/>
                </a:cubicBezTo>
                <a:close/>
                <a:moveTo>
                  <a:pt x="108126" y="117431"/>
                </a:moveTo>
                <a:lnTo>
                  <a:pt x="133276" y="117431"/>
                </a:lnTo>
                <a:cubicBezTo>
                  <a:pt x="135456" y="117431"/>
                  <a:pt x="137211" y="116677"/>
                  <a:pt x="138557" y="115171"/>
                </a:cubicBezTo>
                <a:cubicBezTo>
                  <a:pt x="140064" y="113825"/>
                  <a:pt x="140818" y="112069"/>
                  <a:pt x="140818" y="109889"/>
                </a:cubicBezTo>
                <a:cubicBezTo>
                  <a:pt x="140818" y="107709"/>
                  <a:pt x="140064" y="105866"/>
                  <a:pt x="138557" y="104359"/>
                </a:cubicBezTo>
                <a:cubicBezTo>
                  <a:pt x="137211" y="103013"/>
                  <a:pt x="135456" y="102347"/>
                  <a:pt x="133276" y="102347"/>
                </a:cubicBezTo>
                <a:lnTo>
                  <a:pt x="108126" y="102347"/>
                </a:lnTo>
                <a:cubicBezTo>
                  <a:pt x="105946" y="102347"/>
                  <a:pt x="104190" y="103100"/>
                  <a:pt x="102844" y="104607"/>
                </a:cubicBezTo>
                <a:cubicBezTo>
                  <a:pt x="101337" y="105946"/>
                  <a:pt x="100584" y="107709"/>
                  <a:pt x="100584" y="109889"/>
                </a:cubicBezTo>
                <a:cubicBezTo>
                  <a:pt x="100584" y="112069"/>
                  <a:pt x="101337" y="113825"/>
                  <a:pt x="102844" y="115171"/>
                </a:cubicBezTo>
                <a:cubicBezTo>
                  <a:pt x="104190" y="116677"/>
                  <a:pt x="105946" y="117431"/>
                  <a:pt x="108126" y="117431"/>
                </a:cubicBezTo>
                <a:close/>
                <a:moveTo>
                  <a:pt x="120950" y="131769"/>
                </a:moveTo>
                <a:lnTo>
                  <a:pt x="120701" y="131769"/>
                </a:lnTo>
                <a:lnTo>
                  <a:pt x="120950" y="131769"/>
                </a:lnTo>
                <a:lnTo>
                  <a:pt x="120701" y="131769"/>
                </a:lnTo>
                <a:lnTo>
                  <a:pt x="120950" y="131769"/>
                </a:lnTo>
                <a:lnTo>
                  <a:pt x="120701" y="131769"/>
                </a:lnTo>
                <a:lnTo>
                  <a:pt x="120950" y="131769"/>
                </a:lnTo>
                <a:lnTo>
                  <a:pt x="120701" y="131769"/>
                </a:lnTo>
                <a:lnTo>
                  <a:pt x="120950" y="131769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圖說"/>
          <p:cNvSpPr/>
          <p:nvPr/>
        </p:nvSpPr>
        <p:spPr>
          <a:xfrm>
            <a:off x="441827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問題追蹤</a:t>
            </a:r>
            <a:endParaRPr lang="en-US" sz="600" dirty="0"/>
          </a:p>
        </p:txBody>
      </p:sp>
      <p:sp>
        <p:nvSpPr>
          <p:cNvPr id="66" name="圖示 成果"/>
          <p:cNvSpPr/>
          <p:nvPr/>
        </p:nvSpPr>
        <p:spPr>
          <a:xfrm>
            <a:off x="4977866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3159" y="196142"/>
                </a:moveTo>
                <a:lnTo>
                  <a:pt x="113159" y="158923"/>
                </a:lnTo>
                <a:cubicBezTo>
                  <a:pt x="104103" y="157079"/>
                  <a:pt x="96056" y="153224"/>
                  <a:pt x="89019" y="147357"/>
                </a:cubicBezTo>
                <a:cubicBezTo>
                  <a:pt x="81974" y="141322"/>
                  <a:pt x="77117" y="133861"/>
                  <a:pt x="74432" y="124973"/>
                </a:cubicBezTo>
                <a:cubicBezTo>
                  <a:pt x="62026" y="123634"/>
                  <a:pt x="51550" y="118609"/>
                  <a:pt x="42999" y="109889"/>
                </a:cubicBezTo>
                <a:cubicBezTo>
                  <a:pt x="34447" y="101169"/>
                  <a:pt x="30175" y="90694"/>
                  <a:pt x="30175" y="78456"/>
                </a:cubicBezTo>
                <a:lnTo>
                  <a:pt x="30175" y="67395"/>
                </a:lnTo>
                <a:cubicBezTo>
                  <a:pt x="30175" y="63203"/>
                  <a:pt x="31682" y="59677"/>
                  <a:pt x="34703" y="56832"/>
                </a:cubicBezTo>
                <a:cubicBezTo>
                  <a:pt x="37549" y="53811"/>
                  <a:pt x="41075" y="52304"/>
                  <a:pt x="45266" y="52304"/>
                </a:cubicBezTo>
                <a:lnTo>
                  <a:pt x="71418" y="52304"/>
                </a:lnTo>
                <a:lnTo>
                  <a:pt x="71418" y="45266"/>
                </a:lnTo>
                <a:cubicBezTo>
                  <a:pt x="71418" y="41075"/>
                  <a:pt x="72925" y="37549"/>
                  <a:pt x="75939" y="34703"/>
                </a:cubicBezTo>
                <a:cubicBezTo>
                  <a:pt x="78792" y="31682"/>
                  <a:pt x="82311" y="30175"/>
                  <a:pt x="86502" y="30175"/>
                </a:cubicBezTo>
                <a:lnTo>
                  <a:pt x="154899" y="30175"/>
                </a:lnTo>
                <a:cubicBezTo>
                  <a:pt x="159091" y="30175"/>
                  <a:pt x="162610" y="31682"/>
                  <a:pt x="165463" y="34703"/>
                </a:cubicBezTo>
                <a:cubicBezTo>
                  <a:pt x="168476" y="37549"/>
                  <a:pt x="169991" y="41075"/>
                  <a:pt x="169991" y="45266"/>
                </a:cubicBezTo>
                <a:lnTo>
                  <a:pt x="169991" y="52304"/>
                </a:lnTo>
                <a:lnTo>
                  <a:pt x="196142" y="52304"/>
                </a:lnTo>
                <a:cubicBezTo>
                  <a:pt x="200327" y="52304"/>
                  <a:pt x="203853" y="53811"/>
                  <a:pt x="206698" y="56832"/>
                </a:cubicBezTo>
                <a:cubicBezTo>
                  <a:pt x="209719" y="59677"/>
                  <a:pt x="211226" y="63203"/>
                  <a:pt x="211226" y="67395"/>
                </a:cubicBezTo>
                <a:lnTo>
                  <a:pt x="211226" y="78456"/>
                </a:lnTo>
                <a:cubicBezTo>
                  <a:pt x="211226" y="90694"/>
                  <a:pt x="206954" y="101169"/>
                  <a:pt x="198403" y="109889"/>
                </a:cubicBezTo>
                <a:cubicBezTo>
                  <a:pt x="189851" y="118609"/>
                  <a:pt x="179376" y="123634"/>
                  <a:pt x="166969" y="124973"/>
                </a:cubicBezTo>
                <a:cubicBezTo>
                  <a:pt x="164285" y="133861"/>
                  <a:pt x="159427" y="141322"/>
                  <a:pt x="152383" y="147357"/>
                </a:cubicBezTo>
                <a:cubicBezTo>
                  <a:pt x="145346" y="153224"/>
                  <a:pt x="137299" y="157079"/>
                  <a:pt x="128243" y="158923"/>
                </a:cubicBezTo>
                <a:lnTo>
                  <a:pt x="128243" y="196142"/>
                </a:lnTo>
                <a:lnTo>
                  <a:pt x="158923" y="196142"/>
                </a:lnTo>
                <a:cubicBezTo>
                  <a:pt x="161103" y="196142"/>
                  <a:pt x="162866" y="196896"/>
                  <a:pt x="164204" y="198403"/>
                </a:cubicBezTo>
                <a:cubicBezTo>
                  <a:pt x="165711" y="199742"/>
                  <a:pt x="166465" y="201504"/>
                  <a:pt x="166465" y="203684"/>
                </a:cubicBezTo>
                <a:cubicBezTo>
                  <a:pt x="166465" y="205864"/>
                  <a:pt x="165711" y="207708"/>
                  <a:pt x="164204" y="209215"/>
                </a:cubicBezTo>
                <a:cubicBezTo>
                  <a:pt x="162866" y="210553"/>
                  <a:pt x="161103" y="211226"/>
                  <a:pt x="158923" y="211226"/>
                </a:cubicBezTo>
                <a:lnTo>
                  <a:pt x="82479" y="211226"/>
                </a:lnTo>
                <a:cubicBezTo>
                  <a:pt x="80299" y="211226"/>
                  <a:pt x="78536" y="210473"/>
                  <a:pt x="77197" y="208966"/>
                </a:cubicBezTo>
                <a:cubicBezTo>
                  <a:pt x="75690" y="207620"/>
                  <a:pt x="74937" y="205864"/>
                  <a:pt x="74937" y="203684"/>
                </a:cubicBezTo>
                <a:cubicBezTo>
                  <a:pt x="74937" y="201504"/>
                  <a:pt x="75690" y="199742"/>
                  <a:pt x="77197" y="198403"/>
                </a:cubicBezTo>
                <a:cubicBezTo>
                  <a:pt x="78536" y="196896"/>
                  <a:pt x="80299" y="196142"/>
                  <a:pt x="82479" y="196142"/>
                </a:cubicBezTo>
                <a:lnTo>
                  <a:pt x="113159" y="196142"/>
                </a:lnTo>
                <a:close/>
                <a:moveTo>
                  <a:pt x="71418" y="109135"/>
                </a:moveTo>
                <a:lnTo>
                  <a:pt x="71418" y="67395"/>
                </a:lnTo>
                <a:lnTo>
                  <a:pt x="45266" y="67395"/>
                </a:lnTo>
                <a:lnTo>
                  <a:pt x="45266" y="78456"/>
                </a:lnTo>
                <a:cubicBezTo>
                  <a:pt x="45266" y="85997"/>
                  <a:pt x="47776" y="92618"/>
                  <a:pt x="52808" y="98324"/>
                </a:cubicBezTo>
                <a:cubicBezTo>
                  <a:pt x="57666" y="103854"/>
                  <a:pt x="63869" y="107460"/>
                  <a:pt x="71418" y="109135"/>
                </a:cubicBezTo>
                <a:close/>
                <a:moveTo>
                  <a:pt x="145090" y="134534"/>
                </a:moveTo>
                <a:cubicBezTo>
                  <a:pt x="151629" y="127826"/>
                  <a:pt x="154899" y="119699"/>
                  <a:pt x="154899" y="110138"/>
                </a:cubicBezTo>
                <a:lnTo>
                  <a:pt x="154899" y="45266"/>
                </a:lnTo>
                <a:lnTo>
                  <a:pt x="86502" y="45266"/>
                </a:lnTo>
                <a:lnTo>
                  <a:pt x="86502" y="110138"/>
                </a:lnTo>
                <a:cubicBezTo>
                  <a:pt x="86502" y="119699"/>
                  <a:pt x="89853" y="127826"/>
                  <a:pt x="96561" y="134534"/>
                </a:cubicBezTo>
                <a:cubicBezTo>
                  <a:pt x="103100" y="141235"/>
                  <a:pt x="111147" y="144592"/>
                  <a:pt x="120701" y="144592"/>
                </a:cubicBezTo>
                <a:cubicBezTo>
                  <a:pt x="130254" y="144592"/>
                  <a:pt x="138389" y="141235"/>
                  <a:pt x="145090" y="134534"/>
                </a:cubicBezTo>
                <a:close/>
                <a:moveTo>
                  <a:pt x="169991" y="109135"/>
                </a:moveTo>
                <a:cubicBezTo>
                  <a:pt x="177533" y="107460"/>
                  <a:pt x="183816" y="103854"/>
                  <a:pt x="188849" y="98324"/>
                </a:cubicBezTo>
                <a:cubicBezTo>
                  <a:pt x="193706" y="92618"/>
                  <a:pt x="196142" y="85997"/>
                  <a:pt x="196142" y="78456"/>
                </a:cubicBezTo>
                <a:lnTo>
                  <a:pt x="196142" y="67395"/>
                </a:lnTo>
                <a:lnTo>
                  <a:pt x="169991" y="67395"/>
                </a:lnTo>
                <a:lnTo>
                  <a:pt x="169991" y="109135"/>
                </a:lnTo>
                <a:close/>
                <a:moveTo>
                  <a:pt x="120701" y="94798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圖說"/>
          <p:cNvSpPr/>
          <p:nvPr/>
        </p:nvSpPr>
        <p:spPr>
          <a:xfrm>
            <a:off x="486204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成果</a:t>
            </a:r>
            <a:endParaRPr lang="en-US" sz="600" dirty="0"/>
          </a:p>
        </p:txBody>
      </p:sp>
      <p:sp>
        <p:nvSpPr>
          <p:cNvPr id="68" name="圖示 重點"/>
          <p:cNvSpPr/>
          <p:nvPr/>
        </p:nvSpPr>
        <p:spPr>
          <a:xfrm>
            <a:off x="542164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1221" y="179793"/>
                </a:moveTo>
                <a:lnTo>
                  <a:pt x="120701" y="156158"/>
                </a:lnTo>
                <a:lnTo>
                  <a:pt x="160181" y="180049"/>
                </a:lnTo>
                <a:lnTo>
                  <a:pt x="149618" y="135287"/>
                </a:lnTo>
                <a:lnTo>
                  <a:pt x="184321" y="105112"/>
                </a:lnTo>
                <a:lnTo>
                  <a:pt x="138557" y="101089"/>
                </a:lnTo>
                <a:lnTo>
                  <a:pt x="120701" y="58843"/>
                </a:lnTo>
                <a:lnTo>
                  <a:pt x="102844" y="100833"/>
                </a:lnTo>
                <a:lnTo>
                  <a:pt x="57081" y="104856"/>
                </a:lnTo>
                <a:lnTo>
                  <a:pt x="91784" y="135031"/>
                </a:lnTo>
                <a:lnTo>
                  <a:pt x="81221" y="179793"/>
                </a:lnTo>
                <a:close/>
                <a:moveTo>
                  <a:pt x="120701" y="173758"/>
                </a:moveTo>
                <a:lnTo>
                  <a:pt x="73927" y="201921"/>
                </a:lnTo>
                <a:cubicBezTo>
                  <a:pt x="72589" y="202763"/>
                  <a:pt x="71162" y="203180"/>
                  <a:pt x="69655" y="203180"/>
                </a:cubicBezTo>
                <a:cubicBezTo>
                  <a:pt x="68148" y="203011"/>
                  <a:pt x="66802" y="202507"/>
                  <a:pt x="65632" y="201673"/>
                </a:cubicBezTo>
                <a:cubicBezTo>
                  <a:pt x="64454" y="200832"/>
                  <a:pt x="63620" y="199742"/>
                  <a:pt x="63116" y="198403"/>
                </a:cubicBezTo>
                <a:cubicBezTo>
                  <a:pt x="62443" y="197064"/>
                  <a:pt x="62282" y="195550"/>
                  <a:pt x="62611" y="193875"/>
                </a:cubicBezTo>
                <a:lnTo>
                  <a:pt x="74937" y="140569"/>
                </a:lnTo>
                <a:lnTo>
                  <a:pt x="33694" y="104607"/>
                </a:lnTo>
                <a:cubicBezTo>
                  <a:pt x="32355" y="103437"/>
                  <a:pt x="31602" y="102179"/>
                  <a:pt x="31433" y="100833"/>
                </a:cubicBezTo>
                <a:cubicBezTo>
                  <a:pt x="31097" y="99326"/>
                  <a:pt x="31097" y="97899"/>
                  <a:pt x="31433" y="96561"/>
                </a:cubicBezTo>
                <a:cubicBezTo>
                  <a:pt x="31770" y="95222"/>
                  <a:pt x="32523" y="94132"/>
                  <a:pt x="33694" y="93291"/>
                </a:cubicBezTo>
                <a:cubicBezTo>
                  <a:pt x="34872" y="92289"/>
                  <a:pt x="36291" y="91696"/>
                  <a:pt x="37973" y="91535"/>
                </a:cubicBezTo>
                <a:lnTo>
                  <a:pt x="92537" y="86751"/>
                </a:lnTo>
                <a:lnTo>
                  <a:pt x="113664" y="36459"/>
                </a:lnTo>
                <a:cubicBezTo>
                  <a:pt x="114329" y="34952"/>
                  <a:pt x="115339" y="33862"/>
                  <a:pt x="116677" y="33196"/>
                </a:cubicBezTo>
                <a:cubicBezTo>
                  <a:pt x="118016" y="32355"/>
                  <a:pt x="119362" y="31938"/>
                  <a:pt x="120701" y="31938"/>
                </a:cubicBezTo>
                <a:cubicBezTo>
                  <a:pt x="122039" y="31938"/>
                  <a:pt x="123385" y="32355"/>
                  <a:pt x="124724" y="33196"/>
                </a:cubicBezTo>
                <a:cubicBezTo>
                  <a:pt x="126063" y="33862"/>
                  <a:pt x="127072" y="34952"/>
                  <a:pt x="127745" y="36459"/>
                </a:cubicBezTo>
                <a:lnTo>
                  <a:pt x="148864" y="86751"/>
                </a:lnTo>
                <a:lnTo>
                  <a:pt x="203428" y="91535"/>
                </a:lnTo>
                <a:cubicBezTo>
                  <a:pt x="205111" y="91696"/>
                  <a:pt x="206530" y="92289"/>
                  <a:pt x="207708" y="93291"/>
                </a:cubicBezTo>
                <a:cubicBezTo>
                  <a:pt x="208878" y="94132"/>
                  <a:pt x="209632" y="95222"/>
                  <a:pt x="209968" y="96561"/>
                </a:cubicBezTo>
                <a:cubicBezTo>
                  <a:pt x="210305" y="97899"/>
                  <a:pt x="210385" y="99326"/>
                  <a:pt x="210224" y="100833"/>
                </a:cubicBezTo>
                <a:cubicBezTo>
                  <a:pt x="209888" y="102179"/>
                  <a:pt x="209046" y="103437"/>
                  <a:pt x="207708" y="104607"/>
                </a:cubicBezTo>
                <a:lnTo>
                  <a:pt x="166465" y="140569"/>
                </a:lnTo>
                <a:lnTo>
                  <a:pt x="178791" y="193875"/>
                </a:lnTo>
                <a:cubicBezTo>
                  <a:pt x="179120" y="195550"/>
                  <a:pt x="179040" y="197064"/>
                  <a:pt x="178535" y="198403"/>
                </a:cubicBezTo>
                <a:cubicBezTo>
                  <a:pt x="177869" y="199742"/>
                  <a:pt x="176947" y="200832"/>
                  <a:pt x="175770" y="201673"/>
                </a:cubicBezTo>
                <a:cubicBezTo>
                  <a:pt x="174599" y="202507"/>
                  <a:pt x="173253" y="203011"/>
                  <a:pt x="171746" y="203180"/>
                </a:cubicBezTo>
                <a:cubicBezTo>
                  <a:pt x="170239" y="203180"/>
                  <a:pt x="168813" y="202763"/>
                  <a:pt x="167474" y="201921"/>
                </a:cubicBezTo>
                <a:lnTo>
                  <a:pt x="120701" y="173758"/>
                </a:lnTo>
                <a:close/>
                <a:moveTo>
                  <a:pt x="120701" y="121959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圖說"/>
          <p:cNvSpPr/>
          <p:nvPr/>
        </p:nvSpPr>
        <p:spPr>
          <a:xfrm>
            <a:off x="530582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</a:t>
            </a:r>
            <a:endParaRPr lang="en-US" sz="600" dirty="0"/>
          </a:p>
        </p:txBody>
      </p:sp>
      <p:sp>
        <p:nvSpPr>
          <p:cNvPr id="70" name="圖示 資料庫"/>
          <p:cNvSpPr/>
          <p:nvPr/>
        </p:nvSpPr>
        <p:spPr>
          <a:xfrm>
            <a:off x="586541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11226"/>
                </a:moveTo>
                <a:cubicBezTo>
                  <a:pt x="95390" y="211226"/>
                  <a:pt x="74015" y="207371"/>
                  <a:pt x="56576" y="199661"/>
                </a:cubicBezTo>
                <a:cubicBezTo>
                  <a:pt x="38975" y="191783"/>
                  <a:pt x="30175" y="182222"/>
                  <a:pt x="30175" y="170993"/>
                </a:cubicBezTo>
                <a:lnTo>
                  <a:pt x="30175" y="70409"/>
                </a:lnTo>
                <a:cubicBezTo>
                  <a:pt x="30175" y="59348"/>
                  <a:pt x="39063" y="49875"/>
                  <a:pt x="56832" y="41997"/>
                </a:cubicBezTo>
                <a:cubicBezTo>
                  <a:pt x="74432" y="34118"/>
                  <a:pt x="95719" y="30175"/>
                  <a:pt x="120701" y="30175"/>
                </a:cubicBezTo>
                <a:cubicBezTo>
                  <a:pt x="145682" y="30175"/>
                  <a:pt x="167050" y="34118"/>
                  <a:pt x="184826" y="41997"/>
                </a:cubicBezTo>
                <a:cubicBezTo>
                  <a:pt x="202426" y="49875"/>
                  <a:pt x="211226" y="59348"/>
                  <a:pt x="211226" y="70409"/>
                </a:cubicBezTo>
                <a:lnTo>
                  <a:pt x="211226" y="170993"/>
                </a:lnTo>
                <a:cubicBezTo>
                  <a:pt x="211226" y="182222"/>
                  <a:pt x="202507" y="191783"/>
                  <a:pt x="185075" y="199661"/>
                </a:cubicBezTo>
                <a:cubicBezTo>
                  <a:pt x="167474" y="207371"/>
                  <a:pt x="146011" y="211226"/>
                  <a:pt x="120701" y="211226"/>
                </a:cubicBezTo>
                <a:close/>
                <a:moveTo>
                  <a:pt x="120701" y="88514"/>
                </a:moveTo>
                <a:cubicBezTo>
                  <a:pt x="135119" y="88514"/>
                  <a:pt x="149954" y="86334"/>
                  <a:pt x="165206" y="81974"/>
                </a:cubicBezTo>
                <a:cubicBezTo>
                  <a:pt x="180298" y="77453"/>
                  <a:pt x="190020" y="72420"/>
                  <a:pt x="194379" y="66890"/>
                </a:cubicBezTo>
                <a:cubicBezTo>
                  <a:pt x="189851" y="61521"/>
                  <a:pt x="180049" y="56576"/>
                  <a:pt x="164958" y="52055"/>
                </a:cubicBezTo>
                <a:cubicBezTo>
                  <a:pt x="149706" y="47527"/>
                  <a:pt x="134951" y="45266"/>
                  <a:pt x="120701" y="45266"/>
                </a:cubicBezTo>
                <a:cubicBezTo>
                  <a:pt x="105946" y="45266"/>
                  <a:pt x="91111" y="47439"/>
                  <a:pt x="76195" y="51799"/>
                </a:cubicBezTo>
                <a:cubicBezTo>
                  <a:pt x="61272" y="56159"/>
                  <a:pt x="51462" y="61192"/>
                  <a:pt x="46773" y="66890"/>
                </a:cubicBezTo>
                <a:cubicBezTo>
                  <a:pt x="51462" y="72757"/>
                  <a:pt x="61192" y="77870"/>
                  <a:pt x="75939" y="82230"/>
                </a:cubicBezTo>
                <a:cubicBezTo>
                  <a:pt x="90694" y="86422"/>
                  <a:pt x="105617" y="88514"/>
                  <a:pt x="120701" y="88514"/>
                </a:cubicBezTo>
                <a:close/>
                <a:moveTo>
                  <a:pt x="120452" y="142325"/>
                </a:moveTo>
                <a:cubicBezTo>
                  <a:pt x="127489" y="142325"/>
                  <a:pt x="134534" y="141988"/>
                  <a:pt x="141571" y="141322"/>
                </a:cubicBezTo>
                <a:cubicBezTo>
                  <a:pt x="148616" y="140481"/>
                  <a:pt x="155404" y="139311"/>
                  <a:pt x="161944" y="137804"/>
                </a:cubicBezTo>
                <a:cubicBezTo>
                  <a:pt x="168308" y="136289"/>
                  <a:pt x="174431" y="134446"/>
                  <a:pt x="180298" y="132266"/>
                </a:cubicBezTo>
                <a:cubicBezTo>
                  <a:pt x="186165" y="130086"/>
                  <a:pt x="191446" y="127658"/>
                  <a:pt x="196142" y="124973"/>
                </a:cubicBezTo>
                <a:lnTo>
                  <a:pt x="196142" y="85997"/>
                </a:lnTo>
                <a:cubicBezTo>
                  <a:pt x="191278" y="88682"/>
                  <a:pt x="185916" y="91111"/>
                  <a:pt x="180049" y="93291"/>
                </a:cubicBezTo>
                <a:cubicBezTo>
                  <a:pt x="174175" y="95471"/>
                  <a:pt x="167979" y="97314"/>
                  <a:pt x="161439" y="98821"/>
                </a:cubicBezTo>
                <a:cubicBezTo>
                  <a:pt x="154899" y="100335"/>
                  <a:pt x="148191" y="101506"/>
                  <a:pt x="141322" y="102347"/>
                </a:cubicBezTo>
                <a:cubicBezTo>
                  <a:pt x="134446" y="103181"/>
                  <a:pt x="127489" y="103605"/>
                  <a:pt x="120452" y="103605"/>
                </a:cubicBezTo>
                <a:cubicBezTo>
                  <a:pt x="113408" y="103605"/>
                  <a:pt x="106370" y="103181"/>
                  <a:pt x="99326" y="102347"/>
                </a:cubicBezTo>
                <a:cubicBezTo>
                  <a:pt x="92289" y="101506"/>
                  <a:pt x="85581" y="100335"/>
                  <a:pt x="79209" y="98821"/>
                </a:cubicBezTo>
                <a:cubicBezTo>
                  <a:pt x="72669" y="97314"/>
                  <a:pt x="66554" y="95471"/>
                  <a:pt x="60855" y="93291"/>
                </a:cubicBezTo>
                <a:cubicBezTo>
                  <a:pt x="54988" y="91111"/>
                  <a:pt x="49787" y="88682"/>
                  <a:pt x="45266" y="85997"/>
                </a:cubicBezTo>
                <a:lnTo>
                  <a:pt x="45266" y="124973"/>
                </a:lnTo>
                <a:cubicBezTo>
                  <a:pt x="49787" y="127658"/>
                  <a:pt x="54901" y="130086"/>
                  <a:pt x="60599" y="132266"/>
                </a:cubicBezTo>
                <a:cubicBezTo>
                  <a:pt x="66305" y="134446"/>
                  <a:pt x="72420" y="136289"/>
                  <a:pt x="78960" y="137804"/>
                </a:cubicBezTo>
                <a:cubicBezTo>
                  <a:pt x="85332" y="139311"/>
                  <a:pt x="92033" y="140481"/>
                  <a:pt x="99077" y="141322"/>
                </a:cubicBezTo>
                <a:cubicBezTo>
                  <a:pt x="106114" y="141988"/>
                  <a:pt x="113239" y="142325"/>
                  <a:pt x="120452" y="142325"/>
                </a:cubicBezTo>
                <a:close/>
                <a:moveTo>
                  <a:pt x="120701" y="196142"/>
                </a:moveTo>
                <a:cubicBezTo>
                  <a:pt x="128748" y="196142"/>
                  <a:pt x="137043" y="195469"/>
                  <a:pt x="145594" y="194131"/>
                </a:cubicBezTo>
                <a:cubicBezTo>
                  <a:pt x="154146" y="192617"/>
                  <a:pt x="162024" y="190693"/>
                  <a:pt x="169230" y="188344"/>
                </a:cubicBezTo>
                <a:cubicBezTo>
                  <a:pt x="176274" y="185996"/>
                  <a:pt x="182309" y="183399"/>
                  <a:pt x="187335" y="180546"/>
                </a:cubicBezTo>
                <a:cubicBezTo>
                  <a:pt x="192200" y="177701"/>
                  <a:pt x="195133" y="174767"/>
                  <a:pt x="196142" y="171746"/>
                </a:cubicBezTo>
                <a:lnTo>
                  <a:pt x="196142" y="140313"/>
                </a:lnTo>
                <a:cubicBezTo>
                  <a:pt x="191446" y="142998"/>
                  <a:pt x="186165" y="145426"/>
                  <a:pt x="180298" y="147606"/>
                </a:cubicBezTo>
                <a:cubicBezTo>
                  <a:pt x="174431" y="149618"/>
                  <a:pt x="168308" y="151381"/>
                  <a:pt x="161944" y="152888"/>
                </a:cubicBezTo>
                <a:cubicBezTo>
                  <a:pt x="155404" y="154395"/>
                  <a:pt x="148696" y="155572"/>
                  <a:pt x="141827" y="156406"/>
                </a:cubicBezTo>
                <a:cubicBezTo>
                  <a:pt x="134783" y="157079"/>
                  <a:pt x="127658" y="157416"/>
                  <a:pt x="120452" y="157416"/>
                </a:cubicBezTo>
                <a:cubicBezTo>
                  <a:pt x="113239" y="157416"/>
                  <a:pt x="106114" y="157079"/>
                  <a:pt x="99077" y="156406"/>
                </a:cubicBezTo>
                <a:cubicBezTo>
                  <a:pt x="92033" y="155572"/>
                  <a:pt x="85332" y="154395"/>
                  <a:pt x="78960" y="152888"/>
                </a:cubicBezTo>
                <a:cubicBezTo>
                  <a:pt x="72420" y="151381"/>
                  <a:pt x="66305" y="149618"/>
                  <a:pt x="60599" y="147606"/>
                </a:cubicBezTo>
                <a:cubicBezTo>
                  <a:pt x="54901" y="145426"/>
                  <a:pt x="49787" y="142998"/>
                  <a:pt x="45266" y="140313"/>
                </a:cubicBezTo>
                <a:lnTo>
                  <a:pt x="45266" y="172002"/>
                </a:lnTo>
                <a:cubicBezTo>
                  <a:pt x="46100" y="174848"/>
                  <a:pt x="48953" y="177781"/>
                  <a:pt x="53811" y="180802"/>
                </a:cubicBezTo>
                <a:cubicBezTo>
                  <a:pt x="58675" y="183648"/>
                  <a:pt x="64710" y="186245"/>
                  <a:pt x="71916" y="188593"/>
                </a:cubicBezTo>
                <a:cubicBezTo>
                  <a:pt x="79129" y="190773"/>
                  <a:pt x="87007" y="192617"/>
                  <a:pt x="95558" y="194131"/>
                </a:cubicBezTo>
                <a:cubicBezTo>
                  <a:pt x="104103" y="195469"/>
                  <a:pt x="112486" y="196142"/>
                  <a:pt x="120701" y="196142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圖說"/>
          <p:cNvSpPr/>
          <p:nvPr/>
        </p:nvSpPr>
        <p:spPr>
          <a:xfrm>
            <a:off x="574960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600" dirty="0"/>
          </a:p>
        </p:txBody>
      </p:sp>
      <p:sp>
        <p:nvSpPr>
          <p:cNvPr id="72" name="圖示 伺服器"/>
          <p:cNvSpPr/>
          <p:nvPr/>
        </p:nvSpPr>
        <p:spPr>
          <a:xfrm>
            <a:off x="630919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2172" y="61104"/>
                </a:moveTo>
                <a:cubicBezTo>
                  <a:pt x="68646" y="61104"/>
                  <a:pt x="65712" y="62362"/>
                  <a:pt x="63372" y="64879"/>
                </a:cubicBezTo>
                <a:cubicBezTo>
                  <a:pt x="60855" y="67227"/>
                  <a:pt x="59597" y="70160"/>
                  <a:pt x="59597" y="73679"/>
                </a:cubicBezTo>
                <a:cubicBezTo>
                  <a:pt x="59597" y="77197"/>
                  <a:pt x="60855" y="80218"/>
                  <a:pt x="63372" y="82728"/>
                </a:cubicBezTo>
                <a:cubicBezTo>
                  <a:pt x="65712" y="85076"/>
                  <a:pt x="68646" y="86254"/>
                  <a:pt x="72172" y="86254"/>
                </a:cubicBezTo>
                <a:cubicBezTo>
                  <a:pt x="75690" y="86254"/>
                  <a:pt x="78704" y="84995"/>
                  <a:pt x="81221" y="82479"/>
                </a:cubicBezTo>
                <a:cubicBezTo>
                  <a:pt x="83569" y="80131"/>
                  <a:pt x="84739" y="77197"/>
                  <a:pt x="84739" y="73679"/>
                </a:cubicBezTo>
                <a:cubicBezTo>
                  <a:pt x="84739" y="70160"/>
                  <a:pt x="83488" y="67227"/>
                  <a:pt x="80972" y="64879"/>
                </a:cubicBezTo>
                <a:cubicBezTo>
                  <a:pt x="78624" y="62362"/>
                  <a:pt x="75690" y="61104"/>
                  <a:pt x="72172" y="61104"/>
                </a:cubicBezTo>
                <a:close/>
                <a:moveTo>
                  <a:pt x="72172" y="165206"/>
                </a:moveTo>
                <a:cubicBezTo>
                  <a:pt x="68646" y="165206"/>
                  <a:pt x="65712" y="166465"/>
                  <a:pt x="63372" y="168981"/>
                </a:cubicBezTo>
                <a:cubicBezTo>
                  <a:pt x="60855" y="171329"/>
                  <a:pt x="59597" y="174263"/>
                  <a:pt x="59597" y="177781"/>
                </a:cubicBezTo>
                <a:cubicBezTo>
                  <a:pt x="59597" y="181300"/>
                  <a:pt x="60855" y="184321"/>
                  <a:pt x="63372" y="186838"/>
                </a:cubicBezTo>
                <a:cubicBezTo>
                  <a:pt x="65712" y="189178"/>
                  <a:pt x="68646" y="190356"/>
                  <a:pt x="72172" y="190356"/>
                </a:cubicBezTo>
                <a:cubicBezTo>
                  <a:pt x="75690" y="190356"/>
                  <a:pt x="78704" y="189098"/>
                  <a:pt x="81221" y="186581"/>
                </a:cubicBezTo>
                <a:cubicBezTo>
                  <a:pt x="83569" y="184233"/>
                  <a:pt x="84739" y="181300"/>
                  <a:pt x="84739" y="177781"/>
                </a:cubicBezTo>
                <a:cubicBezTo>
                  <a:pt x="84739" y="174263"/>
                  <a:pt x="83488" y="171329"/>
                  <a:pt x="80972" y="168981"/>
                </a:cubicBezTo>
                <a:cubicBezTo>
                  <a:pt x="78624" y="166465"/>
                  <a:pt x="75690" y="165206"/>
                  <a:pt x="72172" y="165206"/>
                </a:cubicBezTo>
                <a:close/>
                <a:moveTo>
                  <a:pt x="38727" y="30424"/>
                </a:moveTo>
                <a:lnTo>
                  <a:pt x="202426" y="30424"/>
                </a:lnTo>
                <a:cubicBezTo>
                  <a:pt x="205111" y="30424"/>
                  <a:pt x="207284" y="31265"/>
                  <a:pt x="208966" y="32940"/>
                </a:cubicBezTo>
                <a:cubicBezTo>
                  <a:pt x="210473" y="34447"/>
                  <a:pt x="211226" y="36547"/>
                  <a:pt x="211226" y="39231"/>
                </a:cubicBezTo>
                <a:lnTo>
                  <a:pt x="211226" y="106868"/>
                </a:lnTo>
                <a:cubicBezTo>
                  <a:pt x="211226" y="109721"/>
                  <a:pt x="210473" y="112149"/>
                  <a:pt x="208966" y="114161"/>
                </a:cubicBezTo>
                <a:cubicBezTo>
                  <a:pt x="207284" y="116173"/>
                  <a:pt x="205111" y="117182"/>
                  <a:pt x="202426" y="117182"/>
                </a:cubicBezTo>
                <a:lnTo>
                  <a:pt x="38727" y="117182"/>
                </a:lnTo>
                <a:cubicBezTo>
                  <a:pt x="36210" y="117182"/>
                  <a:pt x="34199" y="116173"/>
                  <a:pt x="32692" y="114161"/>
                </a:cubicBezTo>
                <a:cubicBezTo>
                  <a:pt x="31016" y="112149"/>
                  <a:pt x="30175" y="109721"/>
                  <a:pt x="30175" y="106868"/>
                </a:cubicBezTo>
                <a:lnTo>
                  <a:pt x="30175" y="39231"/>
                </a:lnTo>
                <a:cubicBezTo>
                  <a:pt x="30175" y="36547"/>
                  <a:pt x="31016" y="34447"/>
                  <a:pt x="32692" y="32940"/>
                </a:cubicBezTo>
                <a:cubicBezTo>
                  <a:pt x="34199" y="31265"/>
                  <a:pt x="36210" y="30424"/>
                  <a:pt x="38727" y="30424"/>
                </a:cubicBezTo>
                <a:close/>
                <a:moveTo>
                  <a:pt x="45266" y="45515"/>
                </a:moveTo>
                <a:lnTo>
                  <a:pt x="45266" y="102091"/>
                </a:lnTo>
                <a:lnTo>
                  <a:pt x="196142" y="102091"/>
                </a:lnTo>
                <a:lnTo>
                  <a:pt x="196142" y="45515"/>
                </a:lnTo>
                <a:lnTo>
                  <a:pt x="45266" y="45515"/>
                </a:lnTo>
                <a:close/>
                <a:moveTo>
                  <a:pt x="38727" y="134278"/>
                </a:moveTo>
                <a:lnTo>
                  <a:pt x="201417" y="134278"/>
                </a:lnTo>
                <a:cubicBezTo>
                  <a:pt x="203933" y="134278"/>
                  <a:pt x="206201" y="135368"/>
                  <a:pt x="208213" y="137548"/>
                </a:cubicBezTo>
                <a:cubicBezTo>
                  <a:pt x="210224" y="139559"/>
                  <a:pt x="211226" y="141908"/>
                  <a:pt x="211226" y="144592"/>
                </a:cubicBezTo>
                <a:lnTo>
                  <a:pt x="211226" y="210978"/>
                </a:lnTo>
                <a:cubicBezTo>
                  <a:pt x="211226" y="214328"/>
                  <a:pt x="210224" y="216925"/>
                  <a:pt x="208213" y="218768"/>
                </a:cubicBezTo>
                <a:cubicBezTo>
                  <a:pt x="206201" y="220444"/>
                  <a:pt x="203933" y="221285"/>
                  <a:pt x="201417" y="221285"/>
                </a:cubicBezTo>
                <a:lnTo>
                  <a:pt x="39985" y="221285"/>
                </a:lnTo>
                <a:cubicBezTo>
                  <a:pt x="37300" y="221285"/>
                  <a:pt x="35040" y="220444"/>
                  <a:pt x="33196" y="218768"/>
                </a:cubicBezTo>
                <a:cubicBezTo>
                  <a:pt x="31185" y="216925"/>
                  <a:pt x="30175" y="214328"/>
                  <a:pt x="30175" y="210978"/>
                </a:cubicBezTo>
                <a:lnTo>
                  <a:pt x="30175" y="144592"/>
                </a:lnTo>
                <a:cubicBezTo>
                  <a:pt x="30175" y="141908"/>
                  <a:pt x="31016" y="139559"/>
                  <a:pt x="32692" y="137548"/>
                </a:cubicBezTo>
                <a:cubicBezTo>
                  <a:pt x="34199" y="135368"/>
                  <a:pt x="36210" y="134278"/>
                  <a:pt x="38727" y="134278"/>
                </a:cubicBezTo>
                <a:close/>
                <a:moveTo>
                  <a:pt x="45266" y="149369"/>
                </a:moveTo>
                <a:lnTo>
                  <a:pt x="45266" y="206201"/>
                </a:lnTo>
                <a:lnTo>
                  <a:pt x="196142" y="206201"/>
                </a:lnTo>
                <a:lnTo>
                  <a:pt x="196142" y="149369"/>
                </a:lnTo>
                <a:lnTo>
                  <a:pt x="45266" y="149369"/>
                </a:lnTo>
                <a:close/>
                <a:moveTo>
                  <a:pt x="45266" y="45515"/>
                </a:moveTo>
                <a:lnTo>
                  <a:pt x="45266" y="102091"/>
                </a:lnTo>
                <a:lnTo>
                  <a:pt x="45266" y="45515"/>
                </a:lnTo>
                <a:close/>
                <a:moveTo>
                  <a:pt x="45266" y="149369"/>
                </a:moveTo>
                <a:lnTo>
                  <a:pt x="45266" y="206201"/>
                </a:lnTo>
                <a:lnTo>
                  <a:pt x="45266" y="149369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圖說"/>
          <p:cNvSpPr/>
          <p:nvPr/>
        </p:nvSpPr>
        <p:spPr>
          <a:xfrm>
            <a:off x="6193378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伺服器</a:t>
            </a:r>
            <a:endParaRPr lang="en-US" sz="600" dirty="0"/>
          </a:p>
        </p:txBody>
      </p:sp>
      <p:sp>
        <p:nvSpPr>
          <p:cNvPr id="74" name="圖示 雲端"/>
          <p:cNvSpPr/>
          <p:nvPr/>
        </p:nvSpPr>
        <p:spPr>
          <a:xfrm>
            <a:off x="675297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3116" y="201168"/>
                </a:moveTo>
                <a:cubicBezTo>
                  <a:pt x="48361" y="201168"/>
                  <a:pt x="35874" y="196055"/>
                  <a:pt x="25647" y="185828"/>
                </a:cubicBezTo>
                <a:cubicBezTo>
                  <a:pt x="15252" y="175433"/>
                  <a:pt x="10058" y="162866"/>
                  <a:pt x="10058" y="148111"/>
                </a:cubicBezTo>
                <a:cubicBezTo>
                  <a:pt x="10058" y="135031"/>
                  <a:pt x="14250" y="123554"/>
                  <a:pt x="22633" y="113664"/>
                </a:cubicBezTo>
                <a:cubicBezTo>
                  <a:pt x="31016" y="103766"/>
                  <a:pt x="41660" y="97819"/>
                  <a:pt x="54564" y="95807"/>
                </a:cubicBezTo>
                <a:cubicBezTo>
                  <a:pt x="57922" y="79545"/>
                  <a:pt x="65800" y="66305"/>
                  <a:pt x="78207" y="56078"/>
                </a:cubicBezTo>
                <a:cubicBezTo>
                  <a:pt x="90606" y="45683"/>
                  <a:pt x="104944" y="40482"/>
                  <a:pt x="121206" y="40482"/>
                </a:cubicBezTo>
                <a:cubicBezTo>
                  <a:pt x="139976" y="40482"/>
                  <a:pt x="155821" y="47359"/>
                  <a:pt x="168732" y="61104"/>
                </a:cubicBezTo>
                <a:cubicBezTo>
                  <a:pt x="181636" y="74681"/>
                  <a:pt x="188096" y="91030"/>
                  <a:pt x="188096" y="110138"/>
                </a:cubicBezTo>
                <a:lnTo>
                  <a:pt x="188096" y="116173"/>
                </a:lnTo>
                <a:cubicBezTo>
                  <a:pt x="200166" y="115836"/>
                  <a:pt x="210385" y="119779"/>
                  <a:pt x="218768" y="127994"/>
                </a:cubicBezTo>
                <a:cubicBezTo>
                  <a:pt x="227152" y="136041"/>
                  <a:pt x="231343" y="146267"/>
                  <a:pt x="231343" y="158674"/>
                </a:cubicBezTo>
                <a:cubicBezTo>
                  <a:pt x="231343" y="170239"/>
                  <a:pt x="227152" y="180210"/>
                  <a:pt x="218768" y="188593"/>
                </a:cubicBezTo>
                <a:cubicBezTo>
                  <a:pt x="210385" y="196976"/>
                  <a:pt x="200415" y="201168"/>
                  <a:pt x="188849" y="201168"/>
                </a:cubicBezTo>
                <a:lnTo>
                  <a:pt x="63116" y="201168"/>
                </a:lnTo>
                <a:close/>
                <a:moveTo>
                  <a:pt x="63116" y="186084"/>
                </a:moveTo>
                <a:lnTo>
                  <a:pt x="188849" y="186084"/>
                </a:lnTo>
                <a:cubicBezTo>
                  <a:pt x="196391" y="186084"/>
                  <a:pt x="202843" y="183399"/>
                  <a:pt x="208213" y="178037"/>
                </a:cubicBezTo>
                <a:cubicBezTo>
                  <a:pt x="213575" y="172668"/>
                  <a:pt x="216259" y="166216"/>
                  <a:pt x="216259" y="158674"/>
                </a:cubicBezTo>
                <a:cubicBezTo>
                  <a:pt x="216259" y="151125"/>
                  <a:pt x="213575" y="144673"/>
                  <a:pt x="208213" y="139311"/>
                </a:cubicBezTo>
                <a:cubicBezTo>
                  <a:pt x="202843" y="133941"/>
                  <a:pt x="196391" y="131264"/>
                  <a:pt x="188849" y="131264"/>
                </a:cubicBezTo>
                <a:lnTo>
                  <a:pt x="173004" y="131264"/>
                </a:lnTo>
                <a:lnTo>
                  <a:pt x="173004" y="110138"/>
                </a:lnTo>
                <a:cubicBezTo>
                  <a:pt x="173004" y="94885"/>
                  <a:pt x="167891" y="81974"/>
                  <a:pt x="157665" y="71418"/>
                </a:cubicBezTo>
                <a:cubicBezTo>
                  <a:pt x="147438" y="60855"/>
                  <a:pt x="134951" y="55574"/>
                  <a:pt x="120196" y="55574"/>
                </a:cubicBezTo>
                <a:cubicBezTo>
                  <a:pt x="105449" y="55574"/>
                  <a:pt x="92954" y="60855"/>
                  <a:pt x="82728" y="71418"/>
                </a:cubicBezTo>
                <a:cubicBezTo>
                  <a:pt x="72340" y="81974"/>
                  <a:pt x="67139" y="94885"/>
                  <a:pt x="67139" y="110138"/>
                </a:cubicBezTo>
                <a:lnTo>
                  <a:pt x="62362" y="110138"/>
                </a:lnTo>
                <a:cubicBezTo>
                  <a:pt x="51967" y="110138"/>
                  <a:pt x="43167" y="113825"/>
                  <a:pt x="35962" y="121206"/>
                </a:cubicBezTo>
                <a:cubicBezTo>
                  <a:pt x="28749" y="128411"/>
                  <a:pt x="25150" y="137379"/>
                  <a:pt x="25150" y="148111"/>
                </a:cubicBezTo>
                <a:cubicBezTo>
                  <a:pt x="25150" y="158674"/>
                  <a:pt x="28837" y="167642"/>
                  <a:pt x="36210" y="175016"/>
                </a:cubicBezTo>
                <a:cubicBezTo>
                  <a:pt x="43584" y="182390"/>
                  <a:pt x="52552" y="186084"/>
                  <a:pt x="63116" y="186084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圖說"/>
          <p:cNvSpPr/>
          <p:nvPr/>
        </p:nvSpPr>
        <p:spPr>
          <a:xfrm>
            <a:off x="663715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</a:t>
            </a:r>
            <a:endParaRPr lang="en-US" sz="600" dirty="0"/>
          </a:p>
        </p:txBody>
      </p:sp>
      <p:sp>
        <p:nvSpPr>
          <p:cNvPr id="76" name="圖示 電腦"/>
          <p:cNvSpPr/>
          <p:nvPr/>
        </p:nvSpPr>
        <p:spPr>
          <a:xfrm>
            <a:off x="7196749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7600" y="211226"/>
                </a:moveTo>
                <a:cubicBezTo>
                  <a:pt x="15420" y="211226"/>
                  <a:pt x="13665" y="210473"/>
                  <a:pt x="12319" y="208966"/>
                </a:cubicBezTo>
                <a:cubicBezTo>
                  <a:pt x="10812" y="207620"/>
                  <a:pt x="10058" y="205864"/>
                  <a:pt x="10058" y="203684"/>
                </a:cubicBezTo>
                <a:cubicBezTo>
                  <a:pt x="10058" y="201504"/>
                  <a:pt x="10812" y="199742"/>
                  <a:pt x="12319" y="198403"/>
                </a:cubicBezTo>
                <a:cubicBezTo>
                  <a:pt x="13665" y="196896"/>
                  <a:pt x="15420" y="196142"/>
                  <a:pt x="17600" y="196142"/>
                </a:cubicBezTo>
                <a:lnTo>
                  <a:pt x="223801" y="196142"/>
                </a:lnTo>
                <a:cubicBezTo>
                  <a:pt x="225981" y="196142"/>
                  <a:pt x="227737" y="196896"/>
                  <a:pt x="229083" y="198403"/>
                </a:cubicBezTo>
                <a:cubicBezTo>
                  <a:pt x="230590" y="199742"/>
                  <a:pt x="231343" y="201504"/>
                  <a:pt x="231343" y="203684"/>
                </a:cubicBezTo>
                <a:cubicBezTo>
                  <a:pt x="231343" y="205864"/>
                  <a:pt x="230590" y="207708"/>
                  <a:pt x="229083" y="209215"/>
                </a:cubicBezTo>
                <a:cubicBezTo>
                  <a:pt x="227737" y="210553"/>
                  <a:pt x="225981" y="211226"/>
                  <a:pt x="223801" y="211226"/>
                </a:cubicBezTo>
                <a:lnTo>
                  <a:pt x="17600" y="211226"/>
                </a:lnTo>
                <a:close/>
                <a:moveTo>
                  <a:pt x="35208" y="181051"/>
                </a:moveTo>
                <a:cubicBezTo>
                  <a:pt x="31185" y="181051"/>
                  <a:pt x="27659" y="179544"/>
                  <a:pt x="24645" y="176523"/>
                </a:cubicBezTo>
                <a:cubicBezTo>
                  <a:pt x="21624" y="173509"/>
                  <a:pt x="20117" y="169991"/>
                  <a:pt x="20117" y="165967"/>
                </a:cubicBezTo>
                <a:lnTo>
                  <a:pt x="20117" y="45266"/>
                </a:lnTo>
                <a:cubicBezTo>
                  <a:pt x="20117" y="41243"/>
                  <a:pt x="21624" y="37717"/>
                  <a:pt x="24645" y="34703"/>
                </a:cubicBezTo>
                <a:cubicBezTo>
                  <a:pt x="27659" y="31682"/>
                  <a:pt x="31185" y="30175"/>
                  <a:pt x="35208" y="30175"/>
                </a:cubicBezTo>
                <a:lnTo>
                  <a:pt x="206201" y="30175"/>
                </a:lnTo>
                <a:cubicBezTo>
                  <a:pt x="210224" y="30175"/>
                  <a:pt x="213743" y="31682"/>
                  <a:pt x="216757" y="34703"/>
                </a:cubicBezTo>
                <a:cubicBezTo>
                  <a:pt x="219778" y="37717"/>
                  <a:pt x="221285" y="41243"/>
                  <a:pt x="221285" y="45266"/>
                </a:cubicBezTo>
                <a:lnTo>
                  <a:pt x="221285" y="165967"/>
                </a:lnTo>
                <a:cubicBezTo>
                  <a:pt x="221285" y="169991"/>
                  <a:pt x="219778" y="173509"/>
                  <a:pt x="216757" y="176523"/>
                </a:cubicBezTo>
                <a:cubicBezTo>
                  <a:pt x="213743" y="179544"/>
                  <a:pt x="210224" y="181051"/>
                  <a:pt x="206201" y="181051"/>
                </a:cubicBezTo>
                <a:lnTo>
                  <a:pt x="35208" y="181051"/>
                </a:lnTo>
                <a:close/>
                <a:moveTo>
                  <a:pt x="35208" y="165967"/>
                </a:moveTo>
                <a:lnTo>
                  <a:pt x="206201" y="165967"/>
                </a:lnTo>
                <a:lnTo>
                  <a:pt x="206201" y="45266"/>
                </a:lnTo>
                <a:lnTo>
                  <a:pt x="35208" y="45266"/>
                </a:lnTo>
                <a:lnTo>
                  <a:pt x="35208" y="165967"/>
                </a:lnTo>
                <a:close/>
                <a:moveTo>
                  <a:pt x="35208" y="165967"/>
                </a:moveTo>
                <a:lnTo>
                  <a:pt x="35208" y="45266"/>
                </a:lnTo>
                <a:lnTo>
                  <a:pt x="35208" y="165967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圖說"/>
          <p:cNvSpPr/>
          <p:nvPr/>
        </p:nvSpPr>
        <p:spPr>
          <a:xfrm>
            <a:off x="708093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</a:t>
            </a:r>
            <a:endParaRPr lang="en-US" sz="600" dirty="0"/>
          </a:p>
        </p:txBody>
      </p:sp>
      <p:sp>
        <p:nvSpPr>
          <p:cNvPr id="78" name="圖示 程式"/>
          <p:cNvSpPr/>
          <p:nvPr/>
        </p:nvSpPr>
        <p:spPr>
          <a:xfrm>
            <a:off x="764052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1741" y="120196"/>
                </a:moveTo>
                <a:lnTo>
                  <a:pt x="85997" y="164453"/>
                </a:lnTo>
                <a:cubicBezTo>
                  <a:pt x="87512" y="165967"/>
                  <a:pt x="88265" y="167723"/>
                  <a:pt x="88265" y="169735"/>
                </a:cubicBezTo>
                <a:cubicBezTo>
                  <a:pt x="88097" y="171746"/>
                  <a:pt x="87256" y="173509"/>
                  <a:pt x="85749" y="175016"/>
                </a:cubicBezTo>
                <a:cubicBezTo>
                  <a:pt x="84242" y="176523"/>
                  <a:pt x="82479" y="177277"/>
                  <a:pt x="80467" y="177277"/>
                </a:cubicBezTo>
                <a:cubicBezTo>
                  <a:pt x="78287" y="177277"/>
                  <a:pt x="76444" y="176523"/>
                  <a:pt x="74937" y="175016"/>
                </a:cubicBezTo>
                <a:lnTo>
                  <a:pt x="25398" y="125478"/>
                </a:lnTo>
                <a:cubicBezTo>
                  <a:pt x="24557" y="124644"/>
                  <a:pt x="23972" y="123802"/>
                  <a:pt x="23635" y="122961"/>
                </a:cubicBezTo>
                <a:cubicBezTo>
                  <a:pt x="23299" y="122127"/>
                  <a:pt x="23138" y="121206"/>
                  <a:pt x="23138" y="120196"/>
                </a:cubicBezTo>
                <a:cubicBezTo>
                  <a:pt x="23138" y="119194"/>
                  <a:pt x="23299" y="118272"/>
                  <a:pt x="23635" y="117431"/>
                </a:cubicBezTo>
                <a:cubicBezTo>
                  <a:pt x="23972" y="116597"/>
                  <a:pt x="24557" y="115756"/>
                  <a:pt x="25398" y="114914"/>
                </a:cubicBezTo>
                <a:lnTo>
                  <a:pt x="75690" y="64622"/>
                </a:lnTo>
                <a:cubicBezTo>
                  <a:pt x="77197" y="63116"/>
                  <a:pt x="79041" y="62362"/>
                  <a:pt x="81221" y="62362"/>
                </a:cubicBezTo>
                <a:cubicBezTo>
                  <a:pt x="83232" y="62362"/>
                  <a:pt x="84995" y="63116"/>
                  <a:pt x="86502" y="64622"/>
                </a:cubicBezTo>
                <a:cubicBezTo>
                  <a:pt x="88009" y="66137"/>
                  <a:pt x="88763" y="67980"/>
                  <a:pt x="88763" y="70160"/>
                </a:cubicBezTo>
                <a:cubicBezTo>
                  <a:pt x="88763" y="72172"/>
                  <a:pt x="88009" y="73927"/>
                  <a:pt x="86502" y="75442"/>
                </a:cubicBezTo>
                <a:lnTo>
                  <a:pt x="41741" y="120196"/>
                </a:lnTo>
                <a:close/>
                <a:moveTo>
                  <a:pt x="199661" y="120196"/>
                </a:moveTo>
                <a:lnTo>
                  <a:pt x="155404" y="75939"/>
                </a:lnTo>
                <a:cubicBezTo>
                  <a:pt x="153897" y="74432"/>
                  <a:pt x="153224" y="72669"/>
                  <a:pt x="153392" y="70658"/>
                </a:cubicBezTo>
                <a:cubicBezTo>
                  <a:pt x="153392" y="68646"/>
                  <a:pt x="154146" y="66890"/>
                  <a:pt x="155653" y="65383"/>
                </a:cubicBezTo>
                <a:cubicBezTo>
                  <a:pt x="157160" y="63869"/>
                  <a:pt x="159003" y="63116"/>
                  <a:pt x="161183" y="63116"/>
                </a:cubicBezTo>
                <a:cubicBezTo>
                  <a:pt x="163195" y="63116"/>
                  <a:pt x="164958" y="63869"/>
                  <a:pt x="166465" y="65383"/>
                </a:cubicBezTo>
                <a:lnTo>
                  <a:pt x="216003" y="114914"/>
                </a:lnTo>
                <a:cubicBezTo>
                  <a:pt x="216844" y="115756"/>
                  <a:pt x="217430" y="116597"/>
                  <a:pt x="217766" y="117431"/>
                </a:cubicBezTo>
                <a:cubicBezTo>
                  <a:pt x="218103" y="118272"/>
                  <a:pt x="218271" y="119194"/>
                  <a:pt x="218271" y="120196"/>
                </a:cubicBezTo>
                <a:cubicBezTo>
                  <a:pt x="218271" y="121206"/>
                  <a:pt x="218103" y="122127"/>
                  <a:pt x="217766" y="122961"/>
                </a:cubicBezTo>
                <a:cubicBezTo>
                  <a:pt x="217430" y="123802"/>
                  <a:pt x="216844" y="124644"/>
                  <a:pt x="216003" y="125478"/>
                </a:cubicBezTo>
                <a:lnTo>
                  <a:pt x="165711" y="175770"/>
                </a:lnTo>
                <a:cubicBezTo>
                  <a:pt x="164204" y="177277"/>
                  <a:pt x="162441" y="178037"/>
                  <a:pt x="160430" y="178037"/>
                </a:cubicBezTo>
                <a:cubicBezTo>
                  <a:pt x="158418" y="177869"/>
                  <a:pt x="156662" y="177028"/>
                  <a:pt x="155148" y="175521"/>
                </a:cubicBezTo>
                <a:cubicBezTo>
                  <a:pt x="153641" y="174014"/>
                  <a:pt x="152888" y="172251"/>
                  <a:pt x="152888" y="170239"/>
                </a:cubicBezTo>
                <a:cubicBezTo>
                  <a:pt x="152888" y="168059"/>
                  <a:pt x="153641" y="166216"/>
                  <a:pt x="155148" y="164709"/>
                </a:cubicBezTo>
                <a:lnTo>
                  <a:pt x="199661" y="120196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圖說"/>
          <p:cNvSpPr/>
          <p:nvPr/>
        </p:nvSpPr>
        <p:spPr>
          <a:xfrm>
            <a:off x="7524707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</a:t>
            </a:r>
            <a:endParaRPr lang="en-US" sz="600" dirty="0"/>
          </a:p>
        </p:txBody>
      </p:sp>
      <p:sp>
        <p:nvSpPr>
          <p:cNvPr id="80" name="圖示 API"/>
          <p:cNvSpPr/>
          <p:nvPr/>
        </p:nvSpPr>
        <p:spPr>
          <a:xfrm>
            <a:off x="8084302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47101"/>
                </a:moveTo>
                <a:lnTo>
                  <a:pt x="94300" y="120701"/>
                </a:lnTo>
                <a:lnTo>
                  <a:pt x="120701" y="94300"/>
                </a:lnTo>
                <a:lnTo>
                  <a:pt x="147101" y="120701"/>
                </a:lnTo>
                <a:lnTo>
                  <a:pt x="120701" y="147101"/>
                </a:lnTo>
                <a:close/>
                <a:moveTo>
                  <a:pt x="99326" y="73174"/>
                </a:moveTo>
                <a:lnTo>
                  <a:pt x="78456" y="52304"/>
                </a:lnTo>
                <a:lnTo>
                  <a:pt x="110138" y="20622"/>
                </a:lnTo>
                <a:cubicBezTo>
                  <a:pt x="111652" y="19115"/>
                  <a:pt x="113327" y="18025"/>
                  <a:pt x="115171" y="17352"/>
                </a:cubicBezTo>
                <a:cubicBezTo>
                  <a:pt x="117014" y="16679"/>
                  <a:pt x="118857" y="16342"/>
                  <a:pt x="120701" y="16342"/>
                </a:cubicBezTo>
                <a:cubicBezTo>
                  <a:pt x="122544" y="16342"/>
                  <a:pt x="124388" y="16679"/>
                  <a:pt x="126231" y="17352"/>
                </a:cubicBezTo>
                <a:cubicBezTo>
                  <a:pt x="128075" y="18025"/>
                  <a:pt x="129757" y="19115"/>
                  <a:pt x="131264" y="20622"/>
                </a:cubicBezTo>
                <a:lnTo>
                  <a:pt x="162946" y="52304"/>
                </a:lnTo>
                <a:lnTo>
                  <a:pt x="142076" y="73174"/>
                </a:lnTo>
                <a:lnTo>
                  <a:pt x="120701" y="51799"/>
                </a:lnTo>
                <a:lnTo>
                  <a:pt x="99326" y="73174"/>
                </a:lnTo>
                <a:close/>
                <a:moveTo>
                  <a:pt x="52304" y="162946"/>
                </a:moveTo>
                <a:lnTo>
                  <a:pt x="20622" y="131264"/>
                </a:lnTo>
                <a:cubicBezTo>
                  <a:pt x="19115" y="129757"/>
                  <a:pt x="18025" y="128075"/>
                  <a:pt x="17352" y="126231"/>
                </a:cubicBezTo>
                <a:cubicBezTo>
                  <a:pt x="16679" y="124388"/>
                  <a:pt x="16342" y="122544"/>
                  <a:pt x="16342" y="120701"/>
                </a:cubicBezTo>
                <a:cubicBezTo>
                  <a:pt x="16342" y="118857"/>
                  <a:pt x="16679" y="117014"/>
                  <a:pt x="17352" y="115171"/>
                </a:cubicBezTo>
                <a:cubicBezTo>
                  <a:pt x="18025" y="113327"/>
                  <a:pt x="19115" y="111652"/>
                  <a:pt x="20622" y="110138"/>
                </a:cubicBezTo>
                <a:lnTo>
                  <a:pt x="52304" y="78456"/>
                </a:lnTo>
                <a:lnTo>
                  <a:pt x="73174" y="99326"/>
                </a:lnTo>
                <a:lnTo>
                  <a:pt x="51799" y="120701"/>
                </a:lnTo>
                <a:lnTo>
                  <a:pt x="73174" y="142076"/>
                </a:lnTo>
                <a:lnTo>
                  <a:pt x="52304" y="162946"/>
                </a:lnTo>
                <a:close/>
                <a:moveTo>
                  <a:pt x="189098" y="162946"/>
                </a:moveTo>
                <a:lnTo>
                  <a:pt x="168228" y="142076"/>
                </a:lnTo>
                <a:lnTo>
                  <a:pt x="189603" y="120701"/>
                </a:lnTo>
                <a:lnTo>
                  <a:pt x="168228" y="99326"/>
                </a:lnTo>
                <a:lnTo>
                  <a:pt x="189098" y="78456"/>
                </a:lnTo>
                <a:lnTo>
                  <a:pt x="220780" y="110138"/>
                </a:lnTo>
                <a:cubicBezTo>
                  <a:pt x="222294" y="111652"/>
                  <a:pt x="223377" y="113327"/>
                  <a:pt x="224050" y="115171"/>
                </a:cubicBezTo>
                <a:cubicBezTo>
                  <a:pt x="224723" y="117014"/>
                  <a:pt x="225059" y="118857"/>
                  <a:pt x="225059" y="120701"/>
                </a:cubicBezTo>
                <a:cubicBezTo>
                  <a:pt x="225059" y="122544"/>
                  <a:pt x="224723" y="124388"/>
                  <a:pt x="224050" y="126231"/>
                </a:cubicBezTo>
                <a:cubicBezTo>
                  <a:pt x="223377" y="128075"/>
                  <a:pt x="222294" y="129757"/>
                  <a:pt x="220780" y="131264"/>
                </a:cubicBezTo>
                <a:lnTo>
                  <a:pt x="189098" y="162946"/>
                </a:lnTo>
                <a:close/>
                <a:moveTo>
                  <a:pt x="110138" y="220780"/>
                </a:moveTo>
                <a:lnTo>
                  <a:pt x="78456" y="189098"/>
                </a:lnTo>
                <a:lnTo>
                  <a:pt x="99326" y="168228"/>
                </a:lnTo>
                <a:lnTo>
                  <a:pt x="120701" y="189603"/>
                </a:lnTo>
                <a:lnTo>
                  <a:pt x="142076" y="168228"/>
                </a:lnTo>
                <a:lnTo>
                  <a:pt x="162946" y="189098"/>
                </a:lnTo>
                <a:lnTo>
                  <a:pt x="131264" y="220780"/>
                </a:lnTo>
                <a:cubicBezTo>
                  <a:pt x="129757" y="222294"/>
                  <a:pt x="128075" y="223377"/>
                  <a:pt x="126231" y="224050"/>
                </a:cubicBezTo>
                <a:cubicBezTo>
                  <a:pt x="124388" y="224723"/>
                  <a:pt x="122544" y="225059"/>
                  <a:pt x="120701" y="225059"/>
                </a:cubicBezTo>
                <a:cubicBezTo>
                  <a:pt x="118857" y="225059"/>
                  <a:pt x="117014" y="224723"/>
                  <a:pt x="115171" y="224050"/>
                </a:cubicBezTo>
                <a:cubicBezTo>
                  <a:pt x="113327" y="223377"/>
                  <a:pt x="111652" y="222294"/>
                  <a:pt x="110138" y="220780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圖說"/>
          <p:cNvSpPr/>
          <p:nvPr/>
        </p:nvSpPr>
        <p:spPr>
          <a:xfrm>
            <a:off x="7968484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</a:t>
            </a:r>
            <a:endParaRPr lang="en-US" sz="600" dirty="0"/>
          </a:p>
        </p:txBody>
      </p:sp>
      <p:sp>
        <p:nvSpPr>
          <p:cNvPr id="82" name="圖示 AI 機器人"/>
          <p:cNvSpPr/>
          <p:nvPr/>
        </p:nvSpPr>
        <p:spPr>
          <a:xfrm>
            <a:off x="8528078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6964" y="146853"/>
                </a:moveTo>
                <a:cubicBezTo>
                  <a:pt x="29422" y="146853"/>
                  <a:pt x="23050" y="144256"/>
                  <a:pt x="17856" y="139055"/>
                </a:cubicBezTo>
                <a:cubicBezTo>
                  <a:pt x="12655" y="133861"/>
                  <a:pt x="10058" y="127489"/>
                  <a:pt x="10058" y="119947"/>
                </a:cubicBezTo>
                <a:cubicBezTo>
                  <a:pt x="10058" y="112405"/>
                  <a:pt x="12655" y="106034"/>
                  <a:pt x="17856" y="100833"/>
                </a:cubicBezTo>
                <a:cubicBezTo>
                  <a:pt x="23050" y="95639"/>
                  <a:pt x="29422" y="93042"/>
                  <a:pt x="36964" y="93042"/>
                </a:cubicBezTo>
                <a:lnTo>
                  <a:pt x="36964" y="62113"/>
                </a:lnTo>
                <a:cubicBezTo>
                  <a:pt x="36964" y="58090"/>
                  <a:pt x="38471" y="54564"/>
                  <a:pt x="41492" y="51550"/>
                </a:cubicBezTo>
                <a:cubicBezTo>
                  <a:pt x="44506" y="48529"/>
                  <a:pt x="48032" y="47022"/>
                  <a:pt x="52055" y="47022"/>
                </a:cubicBezTo>
                <a:lnTo>
                  <a:pt x="93795" y="47022"/>
                </a:lnTo>
                <a:cubicBezTo>
                  <a:pt x="93795" y="39480"/>
                  <a:pt x="96392" y="33109"/>
                  <a:pt x="101593" y="27915"/>
                </a:cubicBezTo>
                <a:cubicBezTo>
                  <a:pt x="106787" y="22714"/>
                  <a:pt x="113159" y="20117"/>
                  <a:pt x="120701" y="20117"/>
                </a:cubicBezTo>
                <a:cubicBezTo>
                  <a:pt x="128243" y="20117"/>
                  <a:pt x="134614" y="22714"/>
                  <a:pt x="139815" y="27915"/>
                </a:cubicBezTo>
                <a:cubicBezTo>
                  <a:pt x="145009" y="33109"/>
                  <a:pt x="147606" y="39480"/>
                  <a:pt x="147606" y="47022"/>
                </a:cubicBezTo>
                <a:lnTo>
                  <a:pt x="189347" y="47022"/>
                </a:lnTo>
                <a:cubicBezTo>
                  <a:pt x="193370" y="47022"/>
                  <a:pt x="196896" y="48529"/>
                  <a:pt x="199910" y="51550"/>
                </a:cubicBezTo>
                <a:cubicBezTo>
                  <a:pt x="202931" y="54564"/>
                  <a:pt x="204438" y="58090"/>
                  <a:pt x="204438" y="62113"/>
                </a:cubicBezTo>
                <a:lnTo>
                  <a:pt x="204438" y="93042"/>
                </a:lnTo>
                <a:cubicBezTo>
                  <a:pt x="211980" y="93042"/>
                  <a:pt x="218351" y="95639"/>
                  <a:pt x="223545" y="100833"/>
                </a:cubicBezTo>
                <a:cubicBezTo>
                  <a:pt x="228746" y="106034"/>
                  <a:pt x="231343" y="112405"/>
                  <a:pt x="231343" y="119947"/>
                </a:cubicBezTo>
                <a:cubicBezTo>
                  <a:pt x="231343" y="127489"/>
                  <a:pt x="228746" y="133861"/>
                  <a:pt x="223545" y="139055"/>
                </a:cubicBezTo>
                <a:cubicBezTo>
                  <a:pt x="218351" y="144256"/>
                  <a:pt x="211980" y="146853"/>
                  <a:pt x="204438" y="146853"/>
                </a:cubicBezTo>
                <a:lnTo>
                  <a:pt x="204438" y="196142"/>
                </a:lnTo>
                <a:cubicBezTo>
                  <a:pt x="204438" y="200166"/>
                  <a:pt x="202931" y="203684"/>
                  <a:pt x="199910" y="206698"/>
                </a:cubicBezTo>
                <a:cubicBezTo>
                  <a:pt x="196896" y="209719"/>
                  <a:pt x="193370" y="211226"/>
                  <a:pt x="189347" y="211226"/>
                </a:cubicBezTo>
                <a:lnTo>
                  <a:pt x="52055" y="211226"/>
                </a:lnTo>
                <a:cubicBezTo>
                  <a:pt x="48032" y="211226"/>
                  <a:pt x="44506" y="209719"/>
                  <a:pt x="41492" y="206698"/>
                </a:cubicBezTo>
                <a:cubicBezTo>
                  <a:pt x="38471" y="203684"/>
                  <a:pt x="36964" y="200166"/>
                  <a:pt x="36964" y="196142"/>
                </a:cubicBezTo>
                <a:lnTo>
                  <a:pt x="36964" y="146853"/>
                </a:lnTo>
                <a:close/>
                <a:moveTo>
                  <a:pt x="93547" y="118689"/>
                </a:moveTo>
                <a:cubicBezTo>
                  <a:pt x="95390" y="116846"/>
                  <a:pt x="96312" y="114498"/>
                  <a:pt x="96312" y="111652"/>
                </a:cubicBezTo>
                <a:cubicBezTo>
                  <a:pt x="96312" y="108799"/>
                  <a:pt x="95302" y="106451"/>
                  <a:pt x="93291" y="104607"/>
                </a:cubicBezTo>
                <a:cubicBezTo>
                  <a:pt x="91447" y="102596"/>
                  <a:pt x="89099" y="101593"/>
                  <a:pt x="86254" y="101593"/>
                </a:cubicBezTo>
                <a:cubicBezTo>
                  <a:pt x="83401" y="101593"/>
                  <a:pt x="81052" y="102596"/>
                  <a:pt x="79209" y="104607"/>
                </a:cubicBezTo>
                <a:cubicBezTo>
                  <a:pt x="77197" y="106451"/>
                  <a:pt x="76195" y="108799"/>
                  <a:pt x="76195" y="111652"/>
                </a:cubicBezTo>
                <a:cubicBezTo>
                  <a:pt x="76195" y="114498"/>
                  <a:pt x="77197" y="116926"/>
                  <a:pt x="79209" y="118938"/>
                </a:cubicBezTo>
                <a:cubicBezTo>
                  <a:pt x="81052" y="120781"/>
                  <a:pt x="83401" y="121710"/>
                  <a:pt x="86254" y="121710"/>
                </a:cubicBezTo>
                <a:cubicBezTo>
                  <a:pt x="89099" y="121710"/>
                  <a:pt x="91535" y="120701"/>
                  <a:pt x="93547" y="118689"/>
                </a:cubicBezTo>
                <a:close/>
                <a:moveTo>
                  <a:pt x="162441" y="118689"/>
                </a:moveTo>
                <a:cubicBezTo>
                  <a:pt x="164285" y="116846"/>
                  <a:pt x="165206" y="114498"/>
                  <a:pt x="165206" y="111652"/>
                </a:cubicBezTo>
                <a:cubicBezTo>
                  <a:pt x="165206" y="108799"/>
                  <a:pt x="164204" y="106451"/>
                  <a:pt x="162193" y="104607"/>
                </a:cubicBezTo>
                <a:cubicBezTo>
                  <a:pt x="160349" y="102596"/>
                  <a:pt x="158001" y="101593"/>
                  <a:pt x="155148" y="101593"/>
                </a:cubicBezTo>
                <a:cubicBezTo>
                  <a:pt x="152302" y="101593"/>
                  <a:pt x="149954" y="102596"/>
                  <a:pt x="148111" y="104607"/>
                </a:cubicBezTo>
                <a:cubicBezTo>
                  <a:pt x="146099" y="106451"/>
                  <a:pt x="145090" y="108799"/>
                  <a:pt x="145090" y="111652"/>
                </a:cubicBezTo>
                <a:cubicBezTo>
                  <a:pt x="145090" y="114498"/>
                  <a:pt x="146099" y="116926"/>
                  <a:pt x="148111" y="118938"/>
                </a:cubicBezTo>
                <a:cubicBezTo>
                  <a:pt x="149954" y="120781"/>
                  <a:pt x="152302" y="121710"/>
                  <a:pt x="155148" y="121710"/>
                </a:cubicBezTo>
                <a:cubicBezTo>
                  <a:pt x="158001" y="121710"/>
                  <a:pt x="160430" y="120701"/>
                  <a:pt x="162441" y="118689"/>
                </a:cubicBezTo>
                <a:close/>
                <a:moveTo>
                  <a:pt x="85997" y="169735"/>
                </a:moveTo>
                <a:lnTo>
                  <a:pt x="155404" y="169735"/>
                </a:lnTo>
                <a:cubicBezTo>
                  <a:pt x="157584" y="169735"/>
                  <a:pt x="159340" y="168981"/>
                  <a:pt x="160686" y="167474"/>
                </a:cubicBezTo>
                <a:cubicBezTo>
                  <a:pt x="162193" y="166128"/>
                  <a:pt x="162946" y="164373"/>
                  <a:pt x="162946" y="162193"/>
                </a:cubicBezTo>
                <a:cubicBezTo>
                  <a:pt x="162946" y="160013"/>
                  <a:pt x="162193" y="158250"/>
                  <a:pt x="160686" y="156911"/>
                </a:cubicBezTo>
                <a:cubicBezTo>
                  <a:pt x="159340" y="155404"/>
                  <a:pt x="157584" y="154651"/>
                  <a:pt x="155404" y="154651"/>
                </a:cubicBezTo>
                <a:lnTo>
                  <a:pt x="85997" y="154651"/>
                </a:lnTo>
                <a:cubicBezTo>
                  <a:pt x="83818" y="154651"/>
                  <a:pt x="82062" y="155404"/>
                  <a:pt x="80716" y="156911"/>
                </a:cubicBezTo>
                <a:cubicBezTo>
                  <a:pt x="79209" y="158250"/>
                  <a:pt x="78456" y="160013"/>
                  <a:pt x="78456" y="162193"/>
                </a:cubicBezTo>
                <a:cubicBezTo>
                  <a:pt x="78456" y="164373"/>
                  <a:pt x="79209" y="166216"/>
                  <a:pt x="80716" y="167723"/>
                </a:cubicBezTo>
                <a:cubicBezTo>
                  <a:pt x="82062" y="169062"/>
                  <a:pt x="83818" y="169735"/>
                  <a:pt x="85997" y="169735"/>
                </a:cubicBezTo>
                <a:close/>
                <a:moveTo>
                  <a:pt x="52055" y="196142"/>
                </a:moveTo>
                <a:lnTo>
                  <a:pt x="189347" y="196142"/>
                </a:lnTo>
                <a:lnTo>
                  <a:pt x="189347" y="62113"/>
                </a:lnTo>
                <a:lnTo>
                  <a:pt x="52055" y="62113"/>
                </a:lnTo>
                <a:lnTo>
                  <a:pt x="52055" y="196142"/>
                </a:lnTo>
                <a:close/>
                <a:moveTo>
                  <a:pt x="120701" y="12899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圖說"/>
          <p:cNvSpPr/>
          <p:nvPr/>
        </p:nvSpPr>
        <p:spPr>
          <a:xfrm>
            <a:off x="8412261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機器人</a:t>
            </a:r>
            <a:endParaRPr lang="en-US" sz="600" dirty="0"/>
          </a:p>
        </p:txBody>
      </p:sp>
      <p:sp>
        <p:nvSpPr>
          <p:cNvPr id="84" name="圖示 AI"/>
          <p:cNvSpPr/>
          <p:nvPr/>
        </p:nvSpPr>
        <p:spPr>
          <a:xfrm>
            <a:off x="8971855" y="1744675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6809" y="211226"/>
                </a:moveTo>
                <a:cubicBezTo>
                  <a:pt x="88265" y="211226"/>
                  <a:pt x="81052" y="208044"/>
                  <a:pt x="75186" y="201673"/>
                </a:cubicBezTo>
                <a:cubicBezTo>
                  <a:pt x="69151" y="195301"/>
                  <a:pt x="65712" y="188096"/>
                  <a:pt x="64879" y="180049"/>
                </a:cubicBezTo>
                <a:cubicBezTo>
                  <a:pt x="54988" y="179208"/>
                  <a:pt x="46773" y="175097"/>
                  <a:pt x="40234" y="167723"/>
                </a:cubicBezTo>
                <a:cubicBezTo>
                  <a:pt x="33526" y="160181"/>
                  <a:pt x="30175" y="151044"/>
                  <a:pt x="30175" y="140313"/>
                </a:cubicBezTo>
                <a:cubicBezTo>
                  <a:pt x="30175" y="136626"/>
                  <a:pt x="30680" y="133107"/>
                  <a:pt x="31682" y="129757"/>
                </a:cubicBezTo>
                <a:cubicBezTo>
                  <a:pt x="32523" y="126231"/>
                  <a:pt x="33862" y="122881"/>
                  <a:pt x="35705" y="119699"/>
                </a:cubicBezTo>
                <a:cubicBezTo>
                  <a:pt x="33862" y="116677"/>
                  <a:pt x="32523" y="113495"/>
                  <a:pt x="31682" y="110138"/>
                </a:cubicBezTo>
                <a:cubicBezTo>
                  <a:pt x="30680" y="106787"/>
                  <a:pt x="30175" y="103181"/>
                  <a:pt x="30175" y="99326"/>
                </a:cubicBezTo>
                <a:cubicBezTo>
                  <a:pt x="30175" y="89267"/>
                  <a:pt x="33694" y="80635"/>
                  <a:pt x="40738" y="73430"/>
                </a:cubicBezTo>
                <a:cubicBezTo>
                  <a:pt x="47607" y="66217"/>
                  <a:pt x="55822" y="62026"/>
                  <a:pt x="65383" y="60855"/>
                </a:cubicBezTo>
                <a:cubicBezTo>
                  <a:pt x="65712" y="52304"/>
                  <a:pt x="68982" y="45098"/>
                  <a:pt x="75186" y="39231"/>
                </a:cubicBezTo>
                <a:cubicBezTo>
                  <a:pt x="81221" y="33196"/>
                  <a:pt x="88514" y="30175"/>
                  <a:pt x="97065" y="30175"/>
                </a:cubicBezTo>
                <a:cubicBezTo>
                  <a:pt x="101923" y="30175"/>
                  <a:pt x="106283" y="31097"/>
                  <a:pt x="110138" y="32940"/>
                </a:cubicBezTo>
                <a:cubicBezTo>
                  <a:pt x="113825" y="34616"/>
                  <a:pt x="117350" y="37132"/>
                  <a:pt x="120701" y="40482"/>
                </a:cubicBezTo>
                <a:cubicBezTo>
                  <a:pt x="124051" y="37132"/>
                  <a:pt x="127577" y="34616"/>
                  <a:pt x="131264" y="32940"/>
                </a:cubicBezTo>
                <a:cubicBezTo>
                  <a:pt x="134951" y="31097"/>
                  <a:pt x="139223" y="30175"/>
                  <a:pt x="144087" y="30175"/>
                </a:cubicBezTo>
                <a:cubicBezTo>
                  <a:pt x="152471" y="30175"/>
                  <a:pt x="159676" y="33196"/>
                  <a:pt x="165711" y="39231"/>
                </a:cubicBezTo>
                <a:cubicBezTo>
                  <a:pt x="171746" y="45098"/>
                  <a:pt x="175016" y="52304"/>
                  <a:pt x="175521" y="60855"/>
                </a:cubicBezTo>
                <a:cubicBezTo>
                  <a:pt x="185243" y="61689"/>
                  <a:pt x="193626" y="65800"/>
                  <a:pt x="200663" y="73174"/>
                </a:cubicBezTo>
                <a:cubicBezTo>
                  <a:pt x="207708" y="80387"/>
                  <a:pt x="211226" y="89099"/>
                  <a:pt x="211226" y="99326"/>
                </a:cubicBezTo>
                <a:cubicBezTo>
                  <a:pt x="211226" y="103181"/>
                  <a:pt x="210722" y="106868"/>
                  <a:pt x="209719" y="110394"/>
                </a:cubicBezTo>
                <a:cubicBezTo>
                  <a:pt x="208710" y="113744"/>
                  <a:pt x="207284" y="116926"/>
                  <a:pt x="205440" y="119947"/>
                </a:cubicBezTo>
                <a:cubicBezTo>
                  <a:pt x="207284" y="123298"/>
                  <a:pt x="208710" y="126816"/>
                  <a:pt x="209719" y="130510"/>
                </a:cubicBezTo>
                <a:cubicBezTo>
                  <a:pt x="210722" y="134197"/>
                  <a:pt x="211226" y="137804"/>
                  <a:pt x="211226" y="141322"/>
                </a:cubicBezTo>
                <a:cubicBezTo>
                  <a:pt x="211226" y="152046"/>
                  <a:pt x="207957" y="161015"/>
                  <a:pt x="201417" y="168228"/>
                </a:cubicBezTo>
                <a:cubicBezTo>
                  <a:pt x="194716" y="175265"/>
                  <a:pt x="186413" y="179208"/>
                  <a:pt x="176523" y="180049"/>
                </a:cubicBezTo>
                <a:cubicBezTo>
                  <a:pt x="175689" y="188096"/>
                  <a:pt x="172251" y="195301"/>
                  <a:pt x="166216" y="201673"/>
                </a:cubicBezTo>
                <a:cubicBezTo>
                  <a:pt x="160181" y="208044"/>
                  <a:pt x="152968" y="211226"/>
                  <a:pt x="144592" y="211226"/>
                </a:cubicBezTo>
                <a:cubicBezTo>
                  <a:pt x="139559" y="211226"/>
                  <a:pt x="135200" y="210385"/>
                  <a:pt x="131513" y="208710"/>
                </a:cubicBezTo>
                <a:cubicBezTo>
                  <a:pt x="127826" y="207035"/>
                  <a:pt x="124219" y="204518"/>
                  <a:pt x="120701" y="201168"/>
                </a:cubicBezTo>
                <a:cubicBezTo>
                  <a:pt x="117182" y="204518"/>
                  <a:pt x="113576" y="207035"/>
                  <a:pt x="109889" y="208710"/>
                </a:cubicBezTo>
                <a:cubicBezTo>
                  <a:pt x="106202" y="210385"/>
                  <a:pt x="101842" y="211226"/>
                  <a:pt x="96809" y="211226"/>
                </a:cubicBezTo>
                <a:close/>
                <a:moveTo>
                  <a:pt x="128243" y="60350"/>
                </a:moveTo>
                <a:lnTo>
                  <a:pt x="128243" y="181051"/>
                </a:lnTo>
                <a:cubicBezTo>
                  <a:pt x="128243" y="185243"/>
                  <a:pt x="129918" y="188849"/>
                  <a:pt x="133276" y="191863"/>
                </a:cubicBezTo>
                <a:cubicBezTo>
                  <a:pt x="136458" y="194716"/>
                  <a:pt x="140313" y="196142"/>
                  <a:pt x="144841" y="196142"/>
                </a:cubicBezTo>
                <a:cubicBezTo>
                  <a:pt x="149201" y="196142"/>
                  <a:pt x="152968" y="194211"/>
                  <a:pt x="156158" y="190356"/>
                </a:cubicBezTo>
                <a:cubicBezTo>
                  <a:pt x="159340" y="186501"/>
                  <a:pt x="161103" y="182558"/>
                  <a:pt x="161439" y="178535"/>
                </a:cubicBezTo>
                <a:cubicBezTo>
                  <a:pt x="157584" y="177196"/>
                  <a:pt x="153978" y="175433"/>
                  <a:pt x="150627" y="173253"/>
                </a:cubicBezTo>
                <a:cubicBezTo>
                  <a:pt x="147270" y="170912"/>
                  <a:pt x="144424" y="168059"/>
                  <a:pt x="142076" y="164709"/>
                </a:cubicBezTo>
                <a:cubicBezTo>
                  <a:pt x="140737" y="162866"/>
                  <a:pt x="140232" y="161015"/>
                  <a:pt x="140569" y="159171"/>
                </a:cubicBezTo>
                <a:cubicBezTo>
                  <a:pt x="140898" y="157160"/>
                  <a:pt x="141988" y="155485"/>
                  <a:pt x="143839" y="154146"/>
                </a:cubicBezTo>
                <a:cubicBezTo>
                  <a:pt x="145682" y="152807"/>
                  <a:pt x="147606" y="152302"/>
                  <a:pt x="149618" y="152639"/>
                </a:cubicBezTo>
                <a:cubicBezTo>
                  <a:pt x="151461" y="152968"/>
                  <a:pt x="153056" y="154058"/>
                  <a:pt x="154395" y="155909"/>
                </a:cubicBezTo>
                <a:cubicBezTo>
                  <a:pt x="156575" y="158923"/>
                  <a:pt x="159259" y="161271"/>
                  <a:pt x="162441" y="162946"/>
                </a:cubicBezTo>
                <a:cubicBezTo>
                  <a:pt x="165631" y="164453"/>
                  <a:pt x="169149" y="165206"/>
                  <a:pt x="173004" y="165206"/>
                </a:cubicBezTo>
                <a:cubicBezTo>
                  <a:pt x="179376" y="165206"/>
                  <a:pt x="184826" y="163027"/>
                  <a:pt x="189347" y="158674"/>
                </a:cubicBezTo>
                <a:cubicBezTo>
                  <a:pt x="193875" y="154314"/>
                  <a:pt x="196142" y="148528"/>
                  <a:pt x="196142" y="141322"/>
                </a:cubicBezTo>
                <a:cubicBezTo>
                  <a:pt x="196142" y="139815"/>
                  <a:pt x="195974" y="138301"/>
                  <a:pt x="195638" y="136794"/>
                </a:cubicBezTo>
                <a:cubicBezTo>
                  <a:pt x="195301" y="135119"/>
                  <a:pt x="194965" y="133444"/>
                  <a:pt x="194628" y="131769"/>
                </a:cubicBezTo>
                <a:cubicBezTo>
                  <a:pt x="191614" y="133941"/>
                  <a:pt x="188344" y="135624"/>
                  <a:pt x="184826" y="136794"/>
                </a:cubicBezTo>
                <a:cubicBezTo>
                  <a:pt x="181132" y="137804"/>
                  <a:pt x="177364" y="138301"/>
                  <a:pt x="173509" y="138301"/>
                </a:cubicBezTo>
                <a:cubicBezTo>
                  <a:pt x="171329" y="138301"/>
                  <a:pt x="169566" y="137635"/>
                  <a:pt x="168228" y="136289"/>
                </a:cubicBezTo>
                <a:cubicBezTo>
                  <a:pt x="166721" y="134783"/>
                  <a:pt x="165967" y="132939"/>
                  <a:pt x="165967" y="130759"/>
                </a:cubicBezTo>
                <a:cubicBezTo>
                  <a:pt x="165967" y="128579"/>
                  <a:pt x="166721" y="126816"/>
                  <a:pt x="168228" y="125478"/>
                </a:cubicBezTo>
                <a:cubicBezTo>
                  <a:pt x="169566" y="123971"/>
                  <a:pt x="171329" y="123217"/>
                  <a:pt x="173509" y="123217"/>
                </a:cubicBezTo>
                <a:cubicBezTo>
                  <a:pt x="179881" y="123217"/>
                  <a:pt x="185243" y="120869"/>
                  <a:pt x="189603" y="116173"/>
                </a:cubicBezTo>
                <a:cubicBezTo>
                  <a:pt x="193963" y="111484"/>
                  <a:pt x="196142" y="105866"/>
                  <a:pt x="196142" y="99326"/>
                </a:cubicBezTo>
                <a:cubicBezTo>
                  <a:pt x="196142" y="92954"/>
                  <a:pt x="193794" y="87512"/>
                  <a:pt x="189098" y="82984"/>
                </a:cubicBezTo>
                <a:cubicBezTo>
                  <a:pt x="184402" y="78456"/>
                  <a:pt x="179040" y="76027"/>
                  <a:pt x="173004" y="75690"/>
                </a:cubicBezTo>
                <a:cubicBezTo>
                  <a:pt x="171329" y="79714"/>
                  <a:pt x="168981" y="83320"/>
                  <a:pt x="165967" y="86502"/>
                </a:cubicBezTo>
                <a:cubicBezTo>
                  <a:pt x="162778" y="89523"/>
                  <a:pt x="159171" y="91784"/>
                  <a:pt x="155148" y="93291"/>
                </a:cubicBezTo>
                <a:cubicBezTo>
                  <a:pt x="153136" y="94132"/>
                  <a:pt x="151212" y="94132"/>
                  <a:pt x="149369" y="93291"/>
                </a:cubicBezTo>
                <a:cubicBezTo>
                  <a:pt x="147526" y="92289"/>
                  <a:pt x="146267" y="90774"/>
                  <a:pt x="145594" y="88763"/>
                </a:cubicBezTo>
                <a:cubicBezTo>
                  <a:pt x="144921" y="86751"/>
                  <a:pt x="145009" y="84827"/>
                  <a:pt x="145850" y="82984"/>
                </a:cubicBezTo>
                <a:cubicBezTo>
                  <a:pt x="146684" y="80972"/>
                  <a:pt x="148111" y="79626"/>
                  <a:pt x="150123" y="78960"/>
                </a:cubicBezTo>
                <a:cubicBezTo>
                  <a:pt x="153136" y="77951"/>
                  <a:pt x="155653" y="75939"/>
                  <a:pt x="157665" y="72925"/>
                </a:cubicBezTo>
                <a:cubicBezTo>
                  <a:pt x="159508" y="69904"/>
                  <a:pt x="160430" y="66466"/>
                  <a:pt x="160430" y="62611"/>
                </a:cubicBezTo>
                <a:cubicBezTo>
                  <a:pt x="160430" y="57754"/>
                  <a:pt x="158842" y="53642"/>
                  <a:pt x="155653" y="50292"/>
                </a:cubicBezTo>
                <a:cubicBezTo>
                  <a:pt x="152471" y="46942"/>
                  <a:pt x="148696" y="45266"/>
                  <a:pt x="144336" y="45266"/>
                </a:cubicBezTo>
                <a:cubicBezTo>
                  <a:pt x="139976" y="45266"/>
                  <a:pt x="136209" y="46773"/>
                  <a:pt x="133020" y="49787"/>
                </a:cubicBezTo>
                <a:cubicBezTo>
                  <a:pt x="129837" y="52640"/>
                  <a:pt x="128243" y="56159"/>
                  <a:pt x="128243" y="60350"/>
                </a:cubicBezTo>
                <a:close/>
                <a:moveTo>
                  <a:pt x="113159" y="181051"/>
                </a:moveTo>
                <a:lnTo>
                  <a:pt x="113159" y="60350"/>
                </a:lnTo>
                <a:cubicBezTo>
                  <a:pt x="113159" y="56159"/>
                  <a:pt x="111652" y="52640"/>
                  <a:pt x="108631" y="49787"/>
                </a:cubicBezTo>
                <a:cubicBezTo>
                  <a:pt x="105449" y="46773"/>
                  <a:pt x="101593" y="45266"/>
                  <a:pt x="97065" y="45266"/>
                </a:cubicBezTo>
                <a:cubicBezTo>
                  <a:pt x="92706" y="45266"/>
                  <a:pt x="88931" y="46942"/>
                  <a:pt x="85749" y="50292"/>
                </a:cubicBezTo>
                <a:cubicBezTo>
                  <a:pt x="82398" y="53642"/>
                  <a:pt x="80716" y="57754"/>
                  <a:pt x="80716" y="62611"/>
                </a:cubicBezTo>
                <a:cubicBezTo>
                  <a:pt x="80716" y="66466"/>
                  <a:pt x="81638" y="69904"/>
                  <a:pt x="83488" y="72925"/>
                </a:cubicBezTo>
                <a:cubicBezTo>
                  <a:pt x="85332" y="75771"/>
                  <a:pt x="87760" y="77702"/>
                  <a:pt x="90774" y="78704"/>
                </a:cubicBezTo>
                <a:cubicBezTo>
                  <a:pt x="92786" y="79377"/>
                  <a:pt x="94300" y="80716"/>
                  <a:pt x="95302" y="82728"/>
                </a:cubicBezTo>
                <a:cubicBezTo>
                  <a:pt x="96144" y="84571"/>
                  <a:pt x="96224" y="86422"/>
                  <a:pt x="95558" y="88265"/>
                </a:cubicBezTo>
                <a:cubicBezTo>
                  <a:pt x="94717" y="90277"/>
                  <a:pt x="93379" y="91784"/>
                  <a:pt x="91535" y="92786"/>
                </a:cubicBezTo>
                <a:cubicBezTo>
                  <a:pt x="89523" y="93795"/>
                  <a:pt x="87512" y="93876"/>
                  <a:pt x="85500" y="93042"/>
                </a:cubicBezTo>
                <a:cubicBezTo>
                  <a:pt x="81477" y="91696"/>
                  <a:pt x="77951" y="89523"/>
                  <a:pt x="74937" y="86502"/>
                </a:cubicBezTo>
                <a:cubicBezTo>
                  <a:pt x="71916" y="83320"/>
                  <a:pt x="69568" y="79714"/>
                  <a:pt x="67892" y="75690"/>
                </a:cubicBezTo>
                <a:cubicBezTo>
                  <a:pt x="62026" y="76195"/>
                  <a:pt x="56832" y="78704"/>
                  <a:pt x="52304" y="83232"/>
                </a:cubicBezTo>
                <a:cubicBezTo>
                  <a:pt x="47607" y="87592"/>
                  <a:pt x="45266" y="92954"/>
                  <a:pt x="45266" y="99326"/>
                </a:cubicBezTo>
                <a:cubicBezTo>
                  <a:pt x="45266" y="105866"/>
                  <a:pt x="47439" y="111484"/>
                  <a:pt x="51799" y="116173"/>
                </a:cubicBezTo>
                <a:cubicBezTo>
                  <a:pt x="56159" y="120869"/>
                  <a:pt x="61521" y="123217"/>
                  <a:pt x="67892" y="123217"/>
                </a:cubicBezTo>
                <a:cubicBezTo>
                  <a:pt x="70072" y="123217"/>
                  <a:pt x="71916" y="123971"/>
                  <a:pt x="73430" y="125478"/>
                </a:cubicBezTo>
                <a:cubicBezTo>
                  <a:pt x="74769" y="126816"/>
                  <a:pt x="75442" y="128579"/>
                  <a:pt x="75442" y="130759"/>
                </a:cubicBezTo>
                <a:cubicBezTo>
                  <a:pt x="75442" y="132939"/>
                  <a:pt x="74769" y="134783"/>
                  <a:pt x="73430" y="136289"/>
                </a:cubicBezTo>
                <a:cubicBezTo>
                  <a:pt x="71916" y="137635"/>
                  <a:pt x="70072" y="138301"/>
                  <a:pt x="67892" y="138301"/>
                </a:cubicBezTo>
                <a:cubicBezTo>
                  <a:pt x="64037" y="138301"/>
                  <a:pt x="60350" y="137716"/>
                  <a:pt x="56832" y="136546"/>
                </a:cubicBezTo>
                <a:cubicBezTo>
                  <a:pt x="53145" y="135368"/>
                  <a:pt x="49787" y="133780"/>
                  <a:pt x="46773" y="131769"/>
                </a:cubicBezTo>
                <a:cubicBezTo>
                  <a:pt x="46269" y="133107"/>
                  <a:pt x="45932" y="134534"/>
                  <a:pt x="45764" y="136041"/>
                </a:cubicBezTo>
                <a:cubicBezTo>
                  <a:pt x="45427" y="137548"/>
                  <a:pt x="45266" y="139055"/>
                  <a:pt x="45266" y="140569"/>
                </a:cubicBezTo>
                <a:cubicBezTo>
                  <a:pt x="45266" y="147774"/>
                  <a:pt x="47527" y="153729"/>
                  <a:pt x="52055" y="158418"/>
                </a:cubicBezTo>
                <a:cubicBezTo>
                  <a:pt x="56408" y="162946"/>
                  <a:pt x="61777" y="165206"/>
                  <a:pt x="68148" y="165206"/>
                </a:cubicBezTo>
                <a:cubicBezTo>
                  <a:pt x="71835" y="165206"/>
                  <a:pt x="75354" y="164373"/>
                  <a:pt x="78704" y="162697"/>
                </a:cubicBezTo>
                <a:cubicBezTo>
                  <a:pt x="81894" y="161015"/>
                  <a:pt x="84571" y="158754"/>
                  <a:pt x="86751" y="155909"/>
                </a:cubicBezTo>
                <a:cubicBezTo>
                  <a:pt x="88097" y="154226"/>
                  <a:pt x="89772" y="153224"/>
                  <a:pt x="91784" y="152888"/>
                </a:cubicBezTo>
                <a:cubicBezTo>
                  <a:pt x="93795" y="152383"/>
                  <a:pt x="95639" y="152807"/>
                  <a:pt x="97314" y="154146"/>
                </a:cubicBezTo>
                <a:cubicBezTo>
                  <a:pt x="98989" y="155485"/>
                  <a:pt x="100079" y="157160"/>
                  <a:pt x="100584" y="159171"/>
                </a:cubicBezTo>
                <a:cubicBezTo>
                  <a:pt x="100920" y="161183"/>
                  <a:pt x="100416" y="163027"/>
                  <a:pt x="99077" y="164709"/>
                </a:cubicBezTo>
                <a:cubicBezTo>
                  <a:pt x="96729" y="168059"/>
                  <a:pt x="93964" y="170912"/>
                  <a:pt x="90774" y="173253"/>
                </a:cubicBezTo>
                <a:cubicBezTo>
                  <a:pt x="87424" y="175433"/>
                  <a:pt x="83818" y="177196"/>
                  <a:pt x="79962" y="178535"/>
                </a:cubicBezTo>
                <a:cubicBezTo>
                  <a:pt x="80299" y="182558"/>
                  <a:pt x="82062" y="186501"/>
                  <a:pt x="85244" y="190356"/>
                </a:cubicBezTo>
                <a:cubicBezTo>
                  <a:pt x="88433" y="194211"/>
                  <a:pt x="92289" y="196142"/>
                  <a:pt x="96809" y="196142"/>
                </a:cubicBezTo>
                <a:cubicBezTo>
                  <a:pt x="101337" y="196142"/>
                  <a:pt x="105193" y="194716"/>
                  <a:pt x="108382" y="191863"/>
                </a:cubicBezTo>
                <a:cubicBezTo>
                  <a:pt x="111564" y="188849"/>
                  <a:pt x="113159" y="185243"/>
                  <a:pt x="113159" y="181051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圖說"/>
          <p:cNvSpPr/>
          <p:nvPr/>
        </p:nvSpPr>
        <p:spPr>
          <a:xfrm>
            <a:off x="8856037" y="200802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</a:t>
            </a:r>
            <a:endParaRPr lang="en-US" sz="600" dirty="0"/>
          </a:p>
        </p:txBody>
      </p:sp>
      <p:sp>
        <p:nvSpPr>
          <p:cNvPr id="86" name="圖示 樞紐"/>
          <p:cNvSpPr/>
          <p:nvPr/>
        </p:nvSpPr>
        <p:spPr>
          <a:xfrm>
            <a:off x="540100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8471" y="223048"/>
                </a:moveTo>
                <a:cubicBezTo>
                  <a:pt x="32940" y="217510"/>
                  <a:pt x="30175" y="210722"/>
                  <a:pt x="30175" y="202675"/>
                </a:cubicBezTo>
                <a:cubicBezTo>
                  <a:pt x="30175" y="194628"/>
                  <a:pt x="32940" y="187840"/>
                  <a:pt x="38471" y="182309"/>
                </a:cubicBezTo>
                <a:cubicBezTo>
                  <a:pt x="44176" y="176779"/>
                  <a:pt x="50965" y="174014"/>
                  <a:pt x="58843" y="174014"/>
                </a:cubicBezTo>
                <a:cubicBezTo>
                  <a:pt x="61192" y="174014"/>
                  <a:pt x="63284" y="174263"/>
                  <a:pt x="65127" y="174767"/>
                </a:cubicBezTo>
                <a:cubicBezTo>
                  <a:pt x="66802" y="175097"/>
                  <a:pt x="68565" y="175689"/>
                  <a:pt x="70409" y="176523"/>
                </a:cubicBezTo>
                <a:lnTo>
                  <a:pt x="91784" y="149874"/>
                </a:lnTo>
                <a:cubicBezTo>
                  <a:pt x="88594" y="146011"/>
                  <a:pt x="86166" y="141659"/>
                  <a:pt x="84491" y="136794"/>
                </a:cubicBezTo>
                <a:cubicBezTo>
                  <a:pt x="82815" y="131769"/>
                  <a:pt x="82398" y="126568"/>
                  <a:pt x="83232" y="121206"/>
                </a:cubicBezTo>
                <a:lnTo>
                  <a:pt x="52808" y="110891"/>
                </a:lnTo>
                <a:cubicBezTo>
                  <a:pt x="50292" y="115083"/>
                  <a:pt x="47022" y="118353"/>
                  <a:pt x="42999" y="120701"/>
                </a:cubicBezTo>
                <a:cubicBezTo>
                  <a:pt x="38807" y="123049"/>
                  <a:pt x="34030" y="124219"/>
                  <a:pt x="28668" y="124219"/>
                </a:cubicBezTo>
                <a:cubicBezTo>
                  <a:pt x="20790" y="124219"/>
                  <a:pt x="14001" y="121454"/>
                  <a:pt x="8295" y="115924"/>
                </a:cubicBezTo>
                <a:cubicBezTo>
                  <a:pt x="2765" y="110394"/>
                  <a:pt x="0" y="103605"/>
                  <a:pt x="0" y="95558"/>
                </a:cubicBezTo>
                <a:cubicBezTo>
                  <a:pt x="0" y="87673"/>
                  <a:pt x="2765" y="80884"/>
                  <a:pt x="8295" y="75186"/>
                </a:cubicBezTo>
                <a:cubicBezTo>
                  <a:pt x="14001" y="69655"/>
                  <a:pt x="20790" y="66890"/>
                  <a:pt x="28668" y="66890"/>
                </a:cubicBezTo>
                <a:cubicBezTo>
                  <a:pt x="36715" y="66890"/>
                  <a:pt x="43503" y="69655"/>
                  <a:pt x="49034" y="75186"/>
                </a:cubicBezTo>
                <a:cubicBezTo>
                  <a:pt x="54564" y="80884"/>
                  <a:pt x="57337" y="87673"/>
                  <a:pt x="57337" y="95558"/>
                </a:cubicBezTo>
                <a:lnTo>
                  <a:pt x="57337" y="96561"/>
                </a:lnTo>
                <a:lnTo>
                  <a:pt x="88009" y="107124"/>
                </a:lnTo>
                <a:cubicBezTo>
                  <a:pt x="91030" y="101754"/>
                  <a:pt x="94717" y="97651"/>
                  <a:pt x="99077" y="94798"/>
                </a:cubicBezTo>
                <a:cubicBezTo>
                  <a:pt x="103269" y="91952"/>
                  <a:pt x="107958" y="89940"/>
                  <a:pt x="113159" y="88763"/>
                </a:cubicBezTo>
                <a:lnTo>
                  <a:pt x="113159" y="56327"/>
                </a:lnTo>
                <a:cubicBezTo>
                  <a:pt x="106619" y="54484"/>
                  <a:pt x="101506" y="50877"/>
                  <a:pt x="97819" y="45515"/>
                </a:cubicBezTo>
                <a:cubicBezTo>
                  <a:pt x="93964" y="40153"/>
                  <a:pt x="92033" y="34535"/>
                  <a:pt x="92033" y="28668"/>
                </a:cubicBezTo>
                <a:cubicBezTo>
                  <a:pt x="92033" y="20790"/>
                  <a:pt x="94798" y="14001"/>
                  <a:pt x="100335" y="8295"/>
                </a:cubicBezTo>
                <a:cubicBezTo>
                  <a:pt x="105866" y="2765"/>
                  <a:pt x="112654" y="0"/>
                  <a:pt x="120701" y="0"/>
                </a:cubicBezTo>
                <a:cubicBezTo>
                  <a:pt x="128748" y="0"/>
                  <a:pt x="135536" y="2765"/>
                  <a:pt x="141066" y="8295"/>
                </a:cubicBezTo>
                <a:cubicBezTo>
                  <a:pt x="146604" y="14001"/>
                  <a:pt x="149369" y="20790"/>
                  <a:pt x="149369" y="28668"/>
                </a:cubicBezTo>
                <a:cubicBezTo>
                  <a:pt x="149369" y="34535"/>
                  <a:pt x="147438" y="40153"/>
                  <a:pt x="143583" y="45515"/>
                </a:cubicBezTo>
                <a:cubicBezTo>
                  <a:pt x="139728" y="50877"/>
                  <a:pt x="134614" y="54484"/>
                  <a:pt x="128243" y="56327"/>
                </a:cubicBezTo>
                <a:lnTo>
                  <a:pt x="128243" y="88763"/>
                </a:lnTo>
                <a:cubicBezTo>
                  <a:pt x="133444" y="89940"/>
                  <a:pt x="138221" y="91952"/>
                  <a:pt x="142581" y="94798"/>
                </a:cubicBezTo>
                <a:cubicBezTo>
                  <a:pt x="146933" y="97651"/>
                  <a:pt x="150627" y="101754"/>
                  <a:pt x="153641" y="107124"/>
                </a:cubicBezTo>
                <a:lnTo>
                  <a:pt x="184072" y="96561"/>
                </a:lnTo>
                <a:lnTo>
                  <a:pt x="184072" y="95558"/>
                </a:lnTo>
                <a:cubicBezTo>
                  <a:pt x="184072" y="87673"/>
                  <a:pt x="186838" y="80884"/>
                  <a:pt x="192368" y="75186"/>
                </a:cubicBezTo>
                <a:cubicBezTo>
                  <a:pt x="198066" y="69655"/>
                  <a:pt x="204855" y="66890"/>
                  <a:pt x="212733" y="66890"/>
                </a:cubicBezTo>
                <a:cubicBezTo>
                  <a:pt x="220780" y="66890"/>
                  <a:pt x="227569" y="69655"/>
                  <a:pt x="233106" y="75186"/>
                </a:cubicBezTo>
                <a:cubicBezTo>
                  <a:pt x="238636" y="80716"/>
                  <a:pt x="241402" y="87512"/>
                  <a:pt x="241402" y="95558"/>
                </a:cubicBezTo>
                <a:cubicBezTo>
                  <a:pt x="241402" y="103605"/>
                  <a:pt x="238636" y="110394"/>
                  <a:pt x="233106" y="115924"/>
                </a:cubicBezTo>
                <a:cubicBezTo>
                  <a:pt x="227569" y="121454"/>
                  <a:pt x="220780" y="124219"/>
                  <a:pt x="212733" y="124219"/>
                </a:cubicBezTo>
                <a:cubicBezTo>
                  <a:pt x="207371" y="124219"/>
                  <a:pt x="202594" y="123049"/>
                  <a:pt x="198403" y="120701"/>
                </a:cubicBezTo>
                <a:cubicBezTo>
                  <a:pt x="194211" y="118353"/>
                  <a:pt x="190941" y="115083"/>
                  <a:pt x="188593" y="110891"/>
                </a:cubicBezTo>
                <a:lnTo>
                  <a:pt x="158169" y="121206"/>
                </a:lnTo>
                <a:cubicBezTo>
                  <a:pt x="159003" y="126568"/>
                  <a:pt x="158674" y="131769"/>
                  <a:pt x="157160" y="136794"/>
                </a:cubicBezTo>
                <a:cubicBezTo>
                  <a:pt x="155485" y="141659"/>
                  <a:pt x="152968" y="146011"/>
                  <a:pt x="149618" y="149874"/>
                </a:cubicBezTo>
                <a:lnTo>
                  <a:pt x="170993" y="176523"/>
                </a:lnTo>
                <a:cubicBezTo>
                  <a:pt x="172836" y="175689"/>
                  <a:pt x="174680" y="175097"/>
                  <a:pt x="176523" y="174767"/>
                </a:cubicBezTo>
                <a:cubicBezTo>
                  <a:pt x="178198" y="174263"/>
                  <a:pt x="180210" y="174014"/>
                  <a:pt x="182558" y="174014"/>
                </a:cubicBezTo>
                <a:cubicBezTo>
                  <a:pt x="190605" y="174014"/>
                  <a:pt x="197393" y="176779"/>
                  <a:pt x="202931" y="182309"/>
                </a:cubicBezTo>
                <a:cubicBezTo>
                  <a:pt x="208461" y="187840"/>
                  <a:pt x="211226" y="194628"/>
                  <a:pt x="211226" y="202675"/>
                </a:cubicBezTo>
                <a:cubicBezTo>
                  <a:pt x="211226" y="210722"/>
                  <a:pt x="208461" y="217510"/>
                  <a:pt x="202931" y="223048"/>
                </a:cubicBezTo>
                <a:cubicBezTo>
                  <a:pt x="197393" y="228578"/>
                  <a:pt x="190605" y="231343"/>
                  <a:pt x="182558" y="231343"/>
                </a:cubicBezTo>
                <a:cubicBezTo>
                  <a:pt x="174511" y="231343"/>
                  <a:pt x="167723" y="228578"/>
                  <a:pt x="162193" y="223048"/>
                </a:cubicBezTo>
                <a:cubicBezTo>
                  <a:pt x="156662" y="217510"/>
                  <a:pt x="153897" y="210722"/>
                  <a:pt x="153897" y="202675"/>
                </a:cubicBezTo>
                <a:cubicBezTo>
                  <a:pt x="153897" y="199325"/>
                  <a:pt x="154395" y="196303"/>
                  <a:pt x="155404" y="193626"/>
                </a:cubicBezTo>
                <a:cubicBezTo>
                  <a:pt x="156238" y="190941"/>
                  <a:pt x="157496" y="188344"/>
                  <a:pt x="159171" y="185828"/>
                </a:cubicBezTo>
                <a:lnTo>
                  <a:pt x="137804" y="159171"/>
                </a:lnTo>
                <a:cubicBezTo>
                  <a:pt x="132434" y="162024"/>
                  <a:pt x="126655" y="163451"/>
                  <a:pt x="120452" y="163451"/>
                </a:cubicBezTo>
                <a:cubicBezTo>
                  <a:pt x="114417" y="163451"/>
                  <a:pt x="108711" y="162024"/>
                  <a:pt x="103349" y="159171"/>
                </a:cubicBezTo>
                <a:lnTo>
                  <a:pt x="82230" y="186084"/>
                </a:lnTo>
                <a:cubicBezTo>
                  <a:pt x="83905" y="188593"/>
                  <a:pt x="85244" y="191190"/>
                  <a:pt x="86254" y="193875"/>
                </a:cubicBezTo>
                <a:cubicBezTo>
                  <a:pt x="87087" y="196391"/>
                  <a:pt x="87512" y="199325"/>
                  <a:pt x="87512" y="202675"/>
                </a:cubicBezTo>
                <a:cubicBezTo>
                  <a:pt x="87512" y="210722"/>
                  <a:pt x="84739" y="217510"/>
                  <a:pt x="79209" y="223048"/>
                </a:cubicBezTo>
                <a:cubicBezTo>
                  <a:pt x="73679" y="228578"/>
                  <a:pt x="66890" y="231343"/>
                  <a:pt x="58843" y="231343"/>
                </a:cubicBezTo>
                <a:cubicBezTo>
                  <a:pt x="50797" y="231343"/>
                  <a:pt x="44008" y="228578"/>
                  <a:pt x="38471" y="223048"/>
                </a:cubicBezTo>
                <a:close/>
                <a:moveTo>
                  <a:pt x="28668" y="109135"/>
                </a:moveTo>
                <a:cubicBezTo>
                  <a:pt x="32523" y="109135"/>
                  <a:pt x="35793" y="107789"/>
                  <a:pt x="38471" y="105112"/>
                </a:cubicBezTo>
                <a:cubicBezTo>
                  <a:pt x="40987" y="102596"/>
                  <a:pt x="42245" y="99414"/>
                  <a:pt x="42245" y="95558"/>
                </a:cubicBezTo>
                <a:cubicBezTo>
                  <a:pt x="42245" y="91696"/>
                  <a:pt x="40907" y="88514"/>
                  <a:pt x="38222" y="85997"/>
                </a:cubicBezTo>
                <a:cubicBezTo>
                  <a:pt x="35705" y="83320"/>
                  <a:pt x="32523" y="81974"/>
                  <a:pt x="28668" y="81974"/>
                </a:cubicBezTo>
                <a:cubicBezTo>
                  <a:pt x="24813" y="81974"/>
                  <a:pt x="21624" y="83320"/>
                  <a:pt x="19115" y="85997"/>
                </a:cubicBezTo>
                <a:cubicBezTo>
                  <a:pt x="16430" y="88514"/>
                  <a:pt x="15091" y="91696"/>
                  <a:pt x="15091" y="95558"/>
                </a:cubicBezTo>
                <a:cubicBezTo>
                  <a:pt x="15091" y="99414"/>
                  <a:pt x="16430" y="102676"/>
                  <a:pt x="19115" y="105361"/>
                </a:cubicBezTo>
                <a:cubicBezTo>
                  <a:pt x="21624" y="107877"/>
                  <a:pt x="24813" y="109135"/>
                  <a:pt x="28668" y="109135"/>
                </a:cubicBezTo>
                <a:close/>
                <a:moveTo>
                  <a:pt x="68646" y="212236"/>
                </a:moveTo>
                <a:cubicBezTo>
                  <a:pt x="71162" y="209719"/>
                  <a:pt x="72420" y="206530"/>
                  <a:pt x="72420" y="202675"/>
                </a:cubicBezTo>
                <a:cubicBezTo>
                  <a:pt x="72420" y="198820"/>
                  <a:pt x="71082" y="195550"/>
                  <a:pt x="68397" y="192873"/>
                </a:cubicBezTo>
                <a:cubicBezTo>
                  <a:pt x="65881" y="190356"/>
                  <a:pt x="62699" y="189098"/>
                  <a:pt x="58843" y="189098"/>
                </a:cubicBezTo>
                <a:cubicBezTo>
                  <a:pt x="54988" y="189098"/>
                  <a:pt x="51718" y="190437"/>
                  <a:pt x="49034" y="193121"/>
                </a:cubicBezTo>
                <a:cubicBezTo>
                  <a:pt x="46517" y="195638"/>
                  <a:pt x="45266" y="198820"/>
                  <a:pt x="45266" y="202675"/>
                </a:cubicBezTo>
                <a:cubicBezTo>
                  <a:pt x="45266" y="206530"/>
                  <a:pt x="46605" y="209719"/>
                  <a:pt x="49290" y="212236"/>
                </a:cubicBezTo>
                <a:cubicBezTo>
                  <a:pt x="51799" y="214913"/>
                  <a:pt x="54988" y="216259"/>
                  <a:pt x="58843" y="216259"/>
                </a:cubicBezTo>
                <a:cubicBezTo>
                  <a:pt x="62699" y="216259"/>
                  <a:pt x="65881" y="214913"/>
                  <a:pt x="68397" y="212236"/>
                </a:cubicBezTo>
                <a:close/>
                <a:moveTo>
                  <a:pt x="130510" y="38222"/>
                </a:moveTo>
                <a:cubicBezTo>
                  <a:pt x="133020" y="35705"/>
                  <a:pt x="134278" y="32523"/>
                  <a:pt x="134278" y="28668"/>
                </a:cubicBezTo>
                <a:cubicBezTo>
                  <a:pt x="134278" y="24813"/>
                  <a:pt x="132939" y="21624"/>
                  <a:pt x="130254" y="19115"/>
                </a:cubicBezTo>
                <a:cubicBezTo>
                  <a:pt x="127745" y="16430"/>
                  <a:pt x="124556" y="15091"/>
                  <a:pt x="120701" y="15091"/>
                </a:cubicBezTo>
                <a:cubicBezTo>
                  <a:pt x="116846" y="15091"/>
                  <a:pt x="113664" y="16430"/>
                  <a:pt x="111147" y="19115"/>
                </a:cubicBezTo>
                <a:cubicBezTo>
                  <a:pt x="108462" y="21624"/>
                  <a:pt x="107124" y="24813"/>
                  <a:pt x="107124" y="28668"/>
                </a:cubicBezTo>
                <a:cubicBezTo>
                  <a:pt x="107124" y="32523"/>
                  <a:pt x="108462" y="35793"/>
                  <a:pt x="111147" y="38471"/>
                </a:cubicBezTo>
                <a:cubicBezTo>
                  <a:pt x="113664" y="40987"/>
                  <a:pt x="116846" y="42245"/>
                  <a:pt x="120701" y="42245"/>
                </a:cubicBezTo>
                <a:cubicBezTo>
                  <a:pt x="124556" y="42245"/>
                  <a:pt x="127826" y="40907"/>
                  <a:pt x="130510" y="38222"/>
                </a:cubicBezTo>
                <a:close/>
                <a:moveTo>
                  <a:pt x="120950" y="148360"/>
                </a:moveTo>
                <a:cubicBezTo>
                  <a:pt x="127153" y="148360"/>
                  <a:pt x="132434" y="146180"/>
                  <a:pt x="136794" y="141827"/>
                </a:cubicBezTo>
                <a:cubicBezTo>
                  <a:pt x="141154" y="137299"/>
                  <a:pt x="143334" y="131930"/>
                  <a:pt x="143334" y="125734"/>
                </a:cubicBezTo>
                <a:cubicBezTo>
                  <a:pt x="143334" y="119362"/>
                  <a:pt x="141154" y="113993"/>
                  <a:pt x="136794" y="109640"/>
                </a:cubicBezTo>
                <a:cubicBezTo>
                  <a:pt x="132434" y="105280"/>
                  <a:pt x="127072" y="103100"/>
                  <a:pt x="120701" y="103100"/>
                </a:cubicBezTo>
                <a:cubicBezTo>
                  <a:pt x="114498" y="103100"/>
                  <a:pt x="109216" y="105280"/>
                  <a:pt x="104856" y="109640"/>
                </a:cubicBezTo>
                <a:cubicBezTo>
                  <a:pt x="100335" y="113993"/>
                  <a:pt x="98068" y="119362"/>
                  <a:pt x="98068" y="125734"/>
                </a:cubicBezTo>
                <a:cubicBezTo>
                  <a:pt x="98068" y="131930"/>
                  <a:pt x="100335" y="137299"/>
                  <a:pt x="104856" y="141827"/>
                </a:cubicBezTo>
                <a:cubicBezTo>
                  <a:pt x="109216" y="146180"/>
                  <a:pt x="114585" y="148360"/>
                  <a:pt x="120950" y="148360"/>
                </a:cubicBezTo>
                <a:close/>
                <a:moveTo>
                  <a:pt x="192368" y="212236"/>
                </a:moveTo>
                <a:cubicBezTo>
                  <a:pt x="194884" y="209719"/>
                  <a:pt x="196142" y="206530"/>
                  <a:pt x="196142" y="202675"/>
                </a:cubicBezTo>
                <a:cubicBezTo>
                  <a:pt x="196142" y="198820"/>
                  <a:pt x="194796" y="195638"/>
                  <a:pt x="192119" y="193121"/>
                </a:cubicBezTo>
                <a:cubicBezTo>
                  <a:pt x="189603" y="190437"/>
                  <a:pt x="186413" y="189098"/>
                  <a:pt x="182558" y="189098"/>
                </a:cubicBezTo>
                <a:cubicBezTo>
                  <a:pt x="178703" y="189098"/>
                  <a:pt x="175521" y="190437"/>
                  <a:pt x="173004" y="193121"/>
                </a:cubicBezTo>
                <a:cubicBezTo>
                  <a:pt x="170320" y="195638"/>
                  <a:pt x="168981" y="198820"/>
                  <a:pt x="168981" y="202675"/>
                </a:cubicBezTo>
                <a:cubicBezTo>
                  <a:pt x="168981" y="206530"/>
                  <a:pt x="170320" y="209800"/>
                  <a:pt x="173004" y="212485"/>
                </a:cubicBezTo>
                <a:cubicBezTo>
                  <a:pt x="175521" y="215001"/>
                  <a:pt x="178703" y="216259"/>
                  <a:pt x="182558" y="216259"/>
                </a:cubicBezTo>
                <a:cubicBezTo>
                  <a:pt x="186413" y="216259"/>
                  <a:pt x="189683" y="214913"/>
                  <a:pt x="192368" y="212236"/>
                </a:cubicBezTo>
                <a:close/>
                <a:moveTo>
                  <a:pt x="222543" y="105112"/>
                </a:moveTo>
                <a:cubicBezTo>
                  <a:pt x="225059" y="102596"/>
                  <a:pt x="226318" y="99414"/>
                  <a:pt x="226318" y="95558"/>
                </a:cubicBezTo>
                <a:cubicBezTo>
                  <a:pt x="226318" y="91696"/>
                  <a:pt x="224972" y="88514"/>
                  <a:pt x="222294" y="85997"/>
                </a:cubicBezTo>
                <a:cubicBezTo>
                  <a:pt x="219778" y="83320"/>
                  <a:pt x="216588" y="81974"/>
                  <a:pt x="212733" y="81974"/>
                </a:cubicBezTo>
                <a:cubicBezTo>
                  <a:pt x="208878" y="81974"/>
                  <a:pt x="205696" y="83320"/>
                  <a:pt x="203180" y="85997"/>
                </a:cubicBezTo>
                <a:cubicBezTo>
                  <a:pt x="200495" y="88514"/>
                  <a:pt x="199156" y="91696"/>
                  <a:pt x="199156" y="95558"/>
                </a:cubicBezTo>
                <a:cubicBezTo>
                  <a:pt x="199156" y="99414"/>
                  <a:pt x="200495" y="102676"/>
                  <a:pt x="203180" y="105361"/>
                </a:cubicBezTo>
                <a:cubicBezTo>
                  <a:pt x="205696" y="107877"/>
                  <a:pt x="208878" y="109135"/>
                  <a:pt x="212733" y="109135"/>
                </a:cubicBezTo>
                <a:cubicBezTo>
                  <a:pt x="216588" y="109135"/>
                  <a:pt x="219858" y="107789"/>
                  <a:pt x="222543" y="105112"/>
                </a:cubicBezTo>
                <a:close/>
                <a:moveTo>
                  <a:pt x="120701" y="28668"/>
                </a:moveTo>
                <a:close/>
                <a:moveTo>
                  <a:pt x="28668" y="95558"/>
                </a:moveTo>
                <a:close/>
                <a:moveTo>
                  <a:pt x="120701" y="125734"/>
                </a:moveTo>
                <a:close/>
                <a:moveTo>
                  <a:pt x="212733" y="95558"/>
                </a:moveTo>
                <a:close/>
                <a:moveTo>
                  <a:pt x="58843" y="202675"/>
                </a:moveTo>
                <a:close/>
                <a:moveTo>
                  <a:pt x="182558" y="202675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圖說"/>
          <p:cNvSpPr/>
          <p:nvPr/>
        </p:nvSpPr>
        <p:spPr>
          <a:xfrm>
            <a:off x="424282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樞紐</a:t>
            </a:r>
            <a:endParaRPr lang="en-US" sz="600" dirty="0"/>
          </a:p>
        </p:txBody>
      </p:sp>
      <p:sp>
        <p:nvSpPr>
          <p:cNvPr id="88" name="圖示 網路"/>
          <p:cNvSpPr/>
          <p:nvPr/>
        </p:nvSpPr>
        <p:spPr>
          <a:xfrm>
            <a:off x="98387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0175" y="206201"/>
                </a:moveTo>
                <a:lnTo>
                  <a:pt x="30175" y="168476"/>
                </a:lnTo>
                <a:cubicBezTo>
                  <a:pt x="30175" y="164285"/>
                  <a:pt x="31682" y="160766"/>
                  <a:pt x="34703" y="157921"/>
                </a:cubicBezTo>
                <a:cubicBezTo>
                  <a:pt x="37549" y="154899"/>
                  <a:pt x="41075" y="153392"/>
                  <a:pt x="45266" y="153392"/>
                </a:cubicBezTo>
                <a:lnTo>
                  <a:pt x="60350" y="153392"/>
                </a:lnTo>
                <a:lnTo>
                  <a:pt x="60350" y="128243"/>
                </a:lnTo>
                <a:cubicBezTo>
                  <a:pt x="60350" y="124051"/>
                  <a:pt x="61857" y="120533"/>
                  <a:pt x="64879" y="117687"/>
                </a:cubicBezTo>
                <a:cubicBezTo>
                  <a:pt x="67724" y="114666"/>
                  <a:pt x="71250" y="113159"/>
                  <a:pt x="75442" y="113159"/>
                </a:cubicBezTo>
                <a:lnTo>
                  <a:pt x="113159" y="113159"/>
                </a:lnTo>
                <a:lnTo>
                  <a:pt x="113159" y="88009"/>
                </a:lnTo>
                <a:lnTo>
                  <a:pt x="98068" y="88009"/>
                </a:lnTo>
                <a:cubicBezTo>
                  <a:pt x="93876" y="88009"/>
                  <a:pt x="90357" y="86502"/>
                  <a:pt x="87512" y="83488"/>
                </a:cubicBezTo>
                <a:cubicBezTo>
                  <a:pt x="84491" y="80635"/>
                  <a:pt x="82984" y="77117"/>
                  <a:pt x="82984" y="72925"/>
                </a:cubicBezTo>
                <a:lnTo>
                  <a:pt x="82984" y="35208"/>
                </a:lnTo>
                <a:cubicBezTo>
                  <a:pt x="82984" y="31016"/>
                  <a:pt x="84491" y="27491"/>
                  <a:pt x="87512" y="24645"/>
                </a:cubicBezTo>
                <a:cubicBezTo>
                  <a:pt x="90357" y="21624"/>
                  <a:pt x="93876" y="20117"/>
                  <a:pt x="98068" y="20117"/>
                </a:cubicBezTo>
                <a:lnTo>
                  <a:pt x="143334" y="20117"/>
                </a:lnTo>
                <a:cubicBezTo>
                  <a:pt x="147526" y="20117"/>
                  <a:pt x="151044" y="21624"/>
                  <a:pt x="153897" y="24645"/>
                </a:cubicBezTo>
                <a:cubicBezTo>
                  <a:pt x="156911" y="27491"/>
                  <a:pt x="158418" y="31016"/>
                  <a:pt x="158418" y="35208"/>
                </a:cubicBezTo>
                <a:lnTo>
                  <a:pt x="158418" y="72925"/>
                </a:lnTo>
                <a:cubicBezTo>
                  <a:pt x="158418" y="77117"/>
                  <a:pt x="156911" y="80635"/>
                  <a:pt x="153897" y="83488"/>
                </a:cubicBezTo>
                <a:cubicBezTo>
                  <a:pt x="151044" y="86502"/>
                  <a:pt x="147526" y="88009"/>
                  <a:pt x="143334" y="88009"/>
                </a:cubicBezTo>
                <a:lnTo>
                  <a:pt x="128243" y="88009"/>
                </a:lnTo>
                <a:lnTo>
                  <a:pt x="128243" y="113159"/>
                </a:lnTo>
                <a:lnTo>
                  <a:pt x="165967" y="113159"/>
                </a:lnTo>
                <a:cubicBezTo>
                  <a:pt x="170152" y="113159"/>
                  <a:pt x="173677" y="114666"/>
                  <a:pt x="176523" y="117687"/>
                </a:cubicBezTo>
                <a:cubicBezTo>
                  <a:pt x="179544" y="120533"/>
                  <a:pt x="181051" y="124051"/>
                  <a:pt x="181051" y="128243"/>
                </a:cubicBezTo>
                <a:lnTo>
                  <a:pt x="181051" y="153392"/>
                </a:lnTo>
                <a:lnTo>
                  <a:pt x="196142" y="153392"/>
                </a:lnTo>
                <a:cubicBezTo>
                  <a:pt x="200327" y="153392"/>
                  <a:pt x="203853" y="154899"/>
                  <a:pt x="206698" y="157921"/>
                </a:cubicBezTo>
                <a:cubicBezTo>
                  <a:pt x="209719" y="160766"/>
                  <a:pt x="211226" y="164285"/>
                  <a:pt x="211226" y="168476"/>
                </a:cubicBezTo>
                <a:lnTo>
                  <a:pt x="211226" y="206201"/>
                </a:lnTo>
                <a:cubicBezTo>
                  <a:pt x="211226" y="210385"/>
                  <a:pt x="209719" y="213911"/>
                  <a:pt x="206698" y="216757"/>
                </a:cubicBezTo>
                <a:cubicBezTo>
                  <a:pt x="203853" y="219778"/>
                  <a:pt x="200327" y="221285"/>
                  <a:pt x="196142" y="221285"/>
                </a:cubicBezTo>
                <a:lnTo>
                  <a:pt x="150876" y="221285"/>
                </a:lnTo>
                <a:cubicBezTo>
                  <a:pt x="146684" y="221285"/>
                  <a:pt x="143166" y="219778"/>
                  <a:pt x="140313" y="216757"/>
                </a:cubicBezTo>
                <a:cubicBezTo>
                  <a:pt x="137299" y="213911"/>
                  <a:pt x="135792" y="210385"/>
                  <a:pt x="135792" y="206201"/>
                </a:cubicBezTo>
                <a:lnTo>
                  <a:pt x="135792" y="168476"/>
                </a:lnTo>
                <a:cubicBezTo>
                  <a:pt x="135792" y="164285"/>
                  <a:pt x="137299" y="160766"/>
                  <a:pt x="140313" y="157921"/>
                </a:cubicBezTo>
                <a:cubicBezTo>
                  <a:pt x="143166" y="154899"/>
                  <a:pt x="146684" y="153392"/>
                  <a:pt x="150876" y="153392"/>
                </a:cubicBezTo>
                <a:lnTo>
                  <a:pt x="165967" y="153392"/>
                </a:lnTo>
                <a:lnTo>
                  <a:pt x="165967" y="128243"/>
                </a:lnTo>
                <a:lnTo>
                  <a:pt x="75442" y="128243"/>
                </a:lnTo>
                <a:lnTo>
                  <a:pt x="75442" y="153392"/>
                </a:lnTo>
                <a:lnTo>
                  <a:pt x="90526" y="153392"/>
                </a:lnTo>
                <a:cubicBezTo>
                  <a:pt x="94717" y="153392"/>
                  <a:pt x="98236" y="154899"/>
                  <a:pt x="101089" y="157921"/>
                </a:cubicBezTo>
                <a:cubicBezTo>
                  <a:pt x="104103" y="160766"/>
                  <a:pt x="105617" y="164285"/>
                  <a:pt x="105617" y="168476"/>
                </a:cubicBezTo>
                <a:lnTo>
                  <a:pt x="105617" y="206201"/>
                </a:lnTo>
                <a:cubicBezTo>
                  <a:pt x="105617" y="210385"/>
                  <a:pt x="104103" y="213911"/>
                  <a:pt x="101089" y="216757"/>
                </a:cubicBezTo>
                <a:cubicBezTo>
                  <a:pt x="98236" y="219778"/>
                  <a:pt x="94717" y="221285"/>
                  <a:pt x="90526" y="221285"/>
                </a:cubicBezTo>
                <a:lnTo>
                  <a:pt x="45266" y="221285"/>
                </a:lnTo>
                <a:cubicBezTo>
                  <a:pt x="41075" y="221285"/>
                  <a:pt x="37549" y="219778"/>
                  <a:pt x="34703" y="216757"/>
                </a:cubicBezTo>
                <a:cubicBezTo>
                  <a:pt x="31682" y="213911"/>
                  <a:pt x="30175" y="210385"/>
                  <a:pt x="30175" y="206201"/>
                </a:cubicBezTo>
                <a:close/>
                <a:moveTo>
                  <a:pt x="98068" y="72925"/>
                </a:moveTo>
                <a:lnTo>
                  <a:pt x="143334" y="72925"/>
                </a:lnTo>
                <a:lnTo>
                  <a:pt x="143334" y="35208"/>
                </a:lnTo>
                <a:lnTo>
                  <a:pt x="98068" y="35208"/>
                </a:lnTo>
                <a:lnTo>
                  <a:pt x="98068" y="72925"/>
                </a:lnTo>
                <a:close/>
                <a:moveTo>
                  <a:pt x="45266" y="206201"/>
                </a:moveTo>
                <a:lnTo>
                  <a:pt x="90526" y="206201"/>
                </a:lnTo>
                <a:lnTo>
                  <a:pt x="90526" y="168476"/>
                </a:lnTo>
                <a:lnTo>
                  <a:pt x="45266" y="168476"/>
                </a:lnTo>
                <a:lnTo>
                  <a:pt x="45266" y="206201"/>
                </a:lnTo>
                <a:close/>
                <a:moveTo>
                  <a:pt x="150876" y="206201"/>
                </a:moveTo>
                <a:lnTo>
                  <a:pt x="196142" y="206201"/>
                </a:lnTo>
                <a:lnTo>
                  <a:pt x="196142" y="168476"/>
                </a:lnTo>
                <a:lnTo>
                  <a:pt x="150876" y="168476"/>
                </a:lnTo>
                <a:lnTo>
                  <a:pt x="150876" y="206201"/>
                </a:lnTo>
                <a:close/>
                <a:moveTo>
                  <a:pt x="120701" y="72925"/>
                </a:moveTo>
                <a:close/>
                <a:moveTo>
                  <a:pt x="90526" y="168476"/>
                </a:moveTo>
                <a:close/>
                <a:moveTo>
                  <a:pt x="150876" y="16847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圖說"/>
          <p:cNvSpPr/>
          <p:nvPr/>
        </p:nvSpPr>
        <p:spPr>
          <a:xfrm>
            <a:off x="86805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網路</a:t>
            </a:r>
            <a:endParaRPr lang="en-US" sz="600" dirty="0"/>
          </a:p>
        </p:txBody>
      </p:sp>
      <p:sp>
        <p:nvSpPr>
          <p:cNvPr id="90" name="圖示 同步"/>
          <p:cNvSpPr/>
          <p:nvPr/>
        </p:nvSpPr>
        <p:spPr>
          <a:xfrm>
            <a:off x="1427653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5325" y="121454"/>
                </a:moveTo>
                <a:cubicBezTo>
                  <a:pt x="55325" y="132017"/>
                  <a:pt x="57337" y="141235"/>
                  <a:pt x="61360" y="149113"/>
                </a:cubicBezTo>
                <a:cubicBezTo>
                  <a:pt x="65215" y="156831"/>
                  <a:pt x="70489" y="163531"/>
                  <a:pt x="77197" y="169230"/>
                </a:cubicBezTo>
                <a:lnTo>
                  <a:pt x="84739" y="174511"/>
                </a:lnTo>
                <a:lnTo>
                  <a:pt x="84739" y="150876"/>
                </a:lnTo>
                <a:cubicBezTo>
                  <a:pt x="84739" y="148696"/>
                  <a:pt x="85500" y="146933"/>
                  <a:pt x="87007" y="145594"/>
                </a:cubicBezTo>
                <a:cubicBezTo>
                  <a:pt x="88346" y="144087"/>
                  <a:pt x="90109" y="143334"/>
                  <a:pt x="92289" y="143334"/>
                </a:cubicBezTo>
                <a:cubicBezTo>
                  <a:pt x="94468" y="143334"/>
                  <a:pt x="96312" y="144087"/>
                  <a:pt x="97819" y="145594"/>
                </a:cubicBezTo>
                <a:cubicBezTo>
                  <a:pt x="99158" y="146933"/>
                  <a:pt x="99831" y="148696"/>
                  <a:pt x="99831" y="150876"/>
                </a:cubicBezTo>
                <a:lnTo>
                  <a:pt x="99831" y="193626"/>
                </a:lnTo>
                <a:cubicBezTo>
                  <a:pt x="99831" y="195806"/>
                  <a:pt x="99158" y="197649"/>
                  <a:pt x="97819" y="199156"/>
                </a:cubicBezTo>
                <a:cubicBezTo>
                  <a:pt x="96312" y="200495"/>
                  <a:pt x="94468" y="201168"/>
                  <a:pt x="92289" y="201168"/>
                </a:cubicBezTo>
                <a:lnTo>
                  <a:pt x="49539" y="201168"/>
                </a:lnTo>
                <a:cubicBezTo>
                  <a:pt x="47359" y="201168"/>
                  <a:pt x="45596" y="200495"/>
                  <a:pt x="44257" y="199156"/>
                </a:cubicBezTo>
                <a:cubicBezTo>
                  <a:pt x="42750" y="197649"/>
                  <a:pt x="41997" y="195806"/>
                  <a:pt x="41997" y="193626"/>
                </a:cubicBezTo>
                <a:cubicBezTo>
                  <a:pt x="41997" y="191446"/>
                  <a:pt x="42750" y="189683"/>
                  <a:pt x="44257" y="188344"/>
                </a:cubicBezTo>
                <a:cubicBezTo>
                  <a:pt x="45596" y="186838"/>
                  <a:pt x="47359" y="186084"/>
                  <a:pt x="49539" y="186084"/>
                </a:cubicBezTo>
                <a:lnTo>
                  <a:pt x="74681" y="186084"/>
                </a:lnTo>
                <a:lnTo>
                  <a:pt x="70914" y="183063"/>
                </a:lnTo>
                <a:cubicBezTo>
                  <a:pt x="60182" y="174511"/>
                  <a:pt x="52384" y="165206"/>
                  <a:pt x="47527" y="155148"/>
                </a:cubicBezTo>
                <a:cubicBezTo>
                  <a:pt x="42662" y="145090"/>
                  <a:pt x="40234" y="133861"/>
                  <a:pt x="40234" y="121454"/>
                </a:cubicBezTo>
                <a:cubicBezTo>
                  <a:pt x="40234" y="105697"/>
                  <a:pt x="44425" y="91367"/>
                  <a:pt x="52808" y="78456"/>
                </a:cubicBezTo>
                <a:cubicBezTo>
                  <a:pt x="61023" y="65383"/>
                  <a:pt x="72084" y="55486"/>
                  <a:pt x="85997" y="48785"/>
                </a:cubicBezTo>
                <a:cubicBezTo>
                  <a:pt x="87841" y="47944"/>
                  <a:pt x="89604" y="47944"/>
                  <a:pt x="91279" y="48785"/>
                </a:cubicBezTo>
                <a:cubicBezTo>
                  <a:pt x="92954" y="49619"/>
                  <a:pt x="94132" y="50965"/>
                  <a:pt x="94798" y="52808"/>
                </a:cubicBezTo>
                <a:cubicBezTo>
                  <a:pt x="95639" y="54652"/>
                  <a:pt x="95639" y="56576"/>
                  <a:pt x="94798" y="58587"/>
                </a:cubicBezTo>
                <a:cubicBezTo>
                  <a:pt x="93964" y="60431"/>
                  <a:pt x="92618" y="61857"/>
                  <a:pt x="90774" y="62867"/>
                </a:cubicBezTo>
                <a:cubicBezTo>
                  <a:pt x="80050" y="68565"/>
                  <a:pt x="71499" y="76693"/>
                  <a:pt x="65127" y="87256"/>
                </a:cubicBezTo>
                <a:cubicBezTo>
                  <a:pt x="58587" y="97651"/>
                  <a:pt x="55325" y="109048"/>
                  <a:pt x="55325" y="121454"/>
                </a:cubicBezTo>
                <a:close/>
                <a:moveTo>
                  <a:pt x="186084" y="119947"/>
                </a:moveTo>
                <a:cubicBezTo>
                  <a:pt x="186084" y="111901"/>
                  <a:pt x="184153" y="103766"/>
                  <a:pt x="180298" y="95558"/>
                </a:cubicBezTo>
                <a:cubicBezTo>
                  <a:pt x="176274" y="87175"/>
                  <a:pt x="171073" y="79794"/>
                  <a:pt x="164709" y="73430"/>
                </a:cubicBezTo>
                <a:lnTo>
                  <a:pt x="157416" y="66890"/>
                </a:lnTo>
                <a:lnTo>
                  <a:pt x="157416" y="90526"/>
                </a:lnTo>
                <a:cubicBezTo>
                  <a:pt x="157416" y="92706"/>
                  <a:pt x="156743" y="94549"/>
                  <a:pt x="155404" y="96056"/>
                </a:cubicBezTo>
                <a:cubicBezTo>
                  <a:pt x="153897" y="97402"/>
                  <a:pt x="152046" y="98068"/>
                  <a:pt x="149874" y="98068"/>
                </a:cubicBezTo>
                <a:cubicBezTo>
                  <a:pt x="147694" y="98068"/>
                  <a:pt x="145931" y="97402"/>
                  <a:pt x="144592" y="96056"/>
                </a:cubicBezTo>
                <a:cubicBezTo>
                  <a:pt x="143078" y="94549"/>
                  <a:pt x="142325" y="92706"/>
                  <a:pt x="142325" y="90526"/>
                </a:cubicBezTo>
                <a:lnTo>
                  <a:pt x="142325" y="47776"/>
                </a:lnTo>
                <a:cubicBezTo>
                  <a:pt x="142325" y="45596"/>
                  <a:pt x="143078" y="43840"/>
                  <a:pt x="144592" y="42494"/>
                </a:cubicBezTo>
                <a:cubicBezTo>
                  <a:pt x="145931" y="40987"/>
                  <a:pt x="147694" y="40234"/>
                  <a:pt x="149874" y="40234"/>
                </a:cubicBezTo>
                <a:lnTo>
                  <a:pt x="192617" y="40234"/>
                </a:lnTo>
                <a:cubicBezTo>
                  <a:pt x="194796" y="40234"/>
                  <a:pt x="196640" y="40987"/>
                  <a:pt x="198154" y="42494"/>
                </a:cubicBezTo>
                <a:cubicBezTo>
                  <a:pt x="199493" y="43840"/>
                  <a:pt x="200166" y="45596"/>
                  <a:pt x="200166" y="47776"/>
                </a:cubicBezTo>
                <a:cubicBezTo>
                  <a:pt x="200166" y="49956"/>
                  <a:pt x="199493" y="51799"/>
                  <a:pt x="198154" y="53313"/>
                </a:cubicBezTo>
                <a:cubicBezTo>
                  <a:pt x="196640" y="54652"/>
                  <a:pt x="194796" y="55325"/>
                  <a:pt x="192617" y="55325"/>
                </a:cubicBezTo>
                <a:lnTo>
                  <a:pt x="167218" y="55325"/>
                </a:lnTo>
                <a:lnTo>
                  <a:pt x="170993" y="58843"/>
                </a:lnTo>
                <a:cubicBezTo>
                  <a:pt x="181051" y="68229"/>
                  <a:pt x="188593" y="78287"/>
                  <a:pt x="193626" y="89019"/>
                </a:cubicBezTo>
                <a:cubicBezTo>
                  <a:pt x="198652" y="99743"/>
                  <a:pt x="201168" y="110057"/>
                  <a:pt x="201168" y="119947"/>
                </a:cubicBezTo>
                <a:cubicBezTo>
                  <a:pt x="201168" y="135536"/>
                  <a:pt x="197145" y="149786"/>
                  <a:pt x="189098" y="162697"/>
                </a:cubicBezTo>
                <a:cubicBezTo>
                  <a:pt x="181051" y="175433"/>
                  <a:pt x="170239" y="185323"/>
                  <a:pt x="156662" y="192368"/>
                </a:cubicBezTo>
                <a:cubicBezTo>
                  <a:pt x="154819" y="193370"/>
                  <a:pt x="152968" y="193538"/>
                  <a:pt x="151125" y="192873"/>
                </a:cubicBezTo>
                <a:cubicBezTo>
                  <a:pt x="149113" y="192031"/>
                  <a:pt x="147694" y="190605"/>
                  <a:pt x="146853" y="188593"/>
                </a:cubicBezTo>
                <a:cubicBezTo>
                  <a:pt x="146011" y="186750"/>
                  <a:pt x="146011" y="184906"/>
                  <a:pt x="146853" y="183063"/>
                </a:cubicBezTo>
                <a:cubicBezTo>
                  <a:pt x="147694" y="181051"/>
                  <a:pt x="149033" y="179544"/>
                  <a:pt x="150876" y="178535"/>
                </a:cubicBezTo>
                <a:cubicBezTo>
                  <a:pt x="161776" y="173004"/>
                  <a:pt x="170408" y="164958"/>
                  <a:pt x="176779" y="154395"/>
                </a:cubicBezTo>
                <a:cubicBezTo>
                  <a:pt x="182982" y="143839"/>
                  <a:pt x="186084" y="132354"/>
                  <a:pt x="186084" y="119947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圖說"/>
          <p:cNvSpPr/>
          <p:nvPr/>
        </p:nvSpPr>
        <p:spPr>
          <a:xfrm>
            <a:off x="1311835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</a:t>
            </a:r>
            <a:endParaRPr lang="en-US" sz="600" dirty="0"/>
          </a:p>
        </p:txBody>
      </p:sp>
      <p:sp>
        <p:nvSpPr>
          <p:cNvPr id="92" name="圖示 分析"/>
          <p:cNvSpPr/>
          <p:nvPr/>
        </p:nvSpPr>
        <p:spPr>
          <a:xfrm>
            <a:off x="187142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3679" y="122464"/>
                </a:moveTo>
                <a:cubicBezTo>
                  <a:pt x="72172" y="123802"/>
                  <a:pt x="71418" y="125565"/>
                  <a:pt x="71418" y="127745"/>
                </a:cubicBezTo>
                <a:lnTo>
                  <a:pt x="71418" y="164204"/>
                </a:lnTo>
                <a:cubicBezTo>
                  <a:pt x="71418" y="166384"/>
                  <a:pt x="72172" y="168140"/>
                  <a:pt x="73679" y="169486"/>
                </a:cubicBezTo>
                <a:cubicBezTo>
                  <a:pt x="75017" y="170993"/>
                  <a:pt x="76780" y="171746"/>
                  <a:pt x="78960" y="171746"/>
                </a:cubicBezTo>
                <a:cubicBezTo>
                  <a:pt x="81140" y="171746"/>
                  <a:pt x="82984" y="170993"/>
                  <a:pt x="84491" y="169486"/>
                </a:cubicBezTo>
                <a:cubicBezTo>
                  <a:pt x="85829" y="168140"/>
                  <a:pt x="86502" y="166384"/>
                  <a:pt x="86502" y="164204"/>
                </a:cubicBezTo>
                <a:lnTo>
                  <a:pt x="86502" y="127745"/>
                </a:lnTo>
                <a:cubicBezTo>
                  <a:pt x="86502" y="125565"/>
                  <a:pt x="85749" y="123802"/>
                  <a:pt x="84242" y="122464"/>
                </a:cubicBezTo>
                <a:cubicBezTo>
                  <a:pt x="82896" y="120950"/>
                  <a:pt x="81140" y="120196"/>
                  <a:pt x="78960" y="120196"/>
                </a:cubicBezTo>
                <a:cubicBezTo>
                  <a:pt x="76780" y="120196"/>
                  <a:pt x="75017" y="120950"/>
                  <a:pt x="73679" y="122464"/>
                </a:cubicBezTo>
                <a:close/>
                <a:moveTo>
                  <a:pt x="157160" y="68397"/>
                </a:moveTo>
                <a:cubicBezTo>
                  <a:pt x="155653" y="69736"/>
                  <a:pt x="154899" y="71499"/>
                  <a:pt x="154899" y="73679"/>
                </a:cubicBezTo>
                <a:lnTo>
                  <a:pt x="154899" y="164204"/>
                </a:lnTo>
                <a:cubicBezTo>
                  <a:pt x="154899" y="166384"/>
                  <a:pt x="155653" y="168140"/>
                  <a:pt x="157160" y="169486"/>
                </a:cubicBezTo>
                <a:cubicBezTo>
                  <a:pt x="158506" y="170993"/>
                  <a:pt x="160261" y="171746"/>
                  <a:pt x="162441" y="171746"/>
                </a:cubicBezTo>
                <a:cubicBezTo>
                  <a:pt x="164621" y="171746"/>
                  <a:pt x="166465" y="170993"/>
                  <a:pt x="167979" y="169486"/>
                </a:cubicBezTo>
                <a:cubicBezTo>
                  <a:pt x="169318" y="168140"/>
                  <a:pt x="169991" y="166384"/>
                  <a:pt x="169991" y="164204"/>
                </a:cubicBezTo>
                <a:lnTo>
                  <a:pt x="169991" y="73679"/>
                </a:lnTo>
                <a:cubicBezTo>
                  <a:pt x="169991" y="71499"/>
                  <a:pt x="169230" y="69736"/>
                  <a:pt x="167723" y="68397"/>
                </a:cubicBezTo>
                <a:cubicBezTo>
                  <a:pt x="166384" y="66890"/>
                  <a:pt x="164621" y="66137"/>
                  <a:pt x="162441" y="66137"/>
                </a:cubicBezTo>
                <a:cubicBezTo>
                  <a:pt x="160261" y="66137"/>
                  <a:pt x="158506" y="66890"/>
                  <a:pt x="157160" y="68397"/>
                </a:cubicBezTo>
                <a:close/>
                <a:moveTo>
                  <a:pt x="115419" y="144336"/>
                </a:moveTo>
                <a:cubicBezTo>
                  <a:pt x="113912" y="145682"/>
                  <a:pt x="113159" y="147438"/>
                  <a:pt x="113159" y="149618"/>
                </a:cubicBezTo>
                <a:lnTo>
                  <a:pt x="113159" y="164204"/>
                </a:lnTo>
                <a:cubicBezTo>
                  <a:pt x="113159" y="166384"/>
                  <a:pt x="113912" y="168140"/>
                  <a:pt x="115419" y="169486"/>
                </a:cubicBezTo>
                <a:cubicBezTo>
                  <a:pt x="116758" y="170993"/>
                  <a:pt x="118521" y="171746"/>
                  <a:pt x="120701" y="171746"/>
                </a:cubicBezTo>
                <a:cubicBezTo>
                  <a:pt x="122881" y="171746"/>
                  <a:pt x="124724" y="170993"/>
                  <a:pt x="126231" y="169486"/>
                </a:cubicBezTo>
                <a:cubicBezTo>
                  <a:pt x="127577" y="168140"/>
                  <a:pt x="128243" y="166384"/>
                  <a:pt x="128243" y="164204"/>
                </a:cubicBezTo>
                <a:lnTo>
                  <a:pt x="128243" y="149618"/>
                </a:lnTo>
                <a:cubicBezTo>
                  <a:pt x="128243" y="147438"/>
                  <a:pt x="127489" y="145682"/>
                  <a:pt x="125982" y="144336"/>
                </a:cubicBezTo>
                <a:cubicBezTo>
                  <a:pt x="124644" y="142829"/>
                  <a:pt x="122881" y="142076"/>
                  <a:pt x="120701" y="142076"/>
                </a:cubicBezTo>
                <a:cubicBezTo>
                  <a:pt x="118521" y="142076"/>
                  <a:pt x="116758" y="142829"/>
                  <a:pt x="115419" y="144336"/>
                </a:cubicBezTo>
                <a:close/>
                <a:moveTo>
                  <a:pt x="45266" y="211226"/>
                </a:moveTo>
                <a:cubicBezTo>
                  <a:pt x="41243" y="211226"/>
                  <a:pt x="37717" y="209719"/>
                  <a:pt x="34703" y="206698"/>
                </a:cubicBezTo>
                <a:cubicBezTo>
                  <a:pt x="31682" y="203684"/>
                  <a:pt x="30175" y="200166"/>
                  <a:pt x="30175" y="196142"/>
                </a:cubicBezTo>
                <a:lnTo>
                  <a:pt x="30175" y="45266"/>
                </a:lnTo>
                <a:cubicBezTo>
                  <a:pt x="30175" y="41243"/>
                  <a:pt x="31682" y="37717"/>
                  <a:pt x="34703" y="34703"/>
                </a:cubicBezTo>
                <a:cubicBezTo>
                  <a:pt x="37717" y="31682"/>
                  <a:pt x="41243" y="30175"/>
                  <a:pt x="45266" y="30175"/>
                </a:cubicBezTo>
                <a:lnTo>
                  <a:pt x="196142" y="30175"/>
                </a:lnTo>
                <a:cubicBezTo>
                  <a:pt x="200166" y="30175"/>
                  <a:pt x="203684" y="31682"/>
                  <a:pt x="206698" y="34703"/>
                </a:cubicBezTo>
                <a:cubicBezTo>
                  <a:pt x="209719" y="37717"/>
                  <a:pt x="211226" y="41243"/>
                  <a:pt x="211226" y="45266"/>
                </a:cubicBezTo>
                <a:lnTo>
                  <a:pt x="211226" y="196142"/>
                </a:lnTo>
                <a:cubicBezTo>
                  <a:pt x="211226" y="200166"/>
                  <a:pt x="209719" y="203684"/>
                  <a:pt x="206698" y="206698"/>
                </a:cubicBezTo>
                <a:cubicBezTo>
                  <a:pt x="203684" y="209719"/>
                  <a:pt x="200166" y="211226"/>
                  <a:pt x="196142" y="211226"/>
                </a:cubicBezTo>
                <a:lnTo>
                  <a:pt x="45266" y="211226"/>
                </a:lnTo>
                <a:close/>
                <a:moveTo>
                  <a:pt x="45266" y="196142"/>
                </a:moveTo>
                <a:lnTo>
                  <a:pt x="196142" y="196142"/>
                </a:lnTo>
                <a:lnTo>
                  <a:pt x="196142" y="45266"/>
                </a:lnTo>
                <a:lnTo>
                  <a:pt x="45266" y="45266"/>
                </a:lnTo>
                <a:lnTo>
                  <a:pt x="45266" y="196142"/>
                </a:lnTo>
                <a:close/>
                <a:moveTo>
                  <a:pt x="45266" y="45266"/>
                </a:moveTo>
                <a:lnTo>
                  <a:pt x="45266" y="196142"/>
                </a:lnTo>
                <a:lnTo>
                  <a:pt x="45266" y="45266"/>
                </a:lnTo>
                <a:close/>
                <a:moveTo>
                  <a:pt x="126231" y="117936"/>
                </a:moveTo>
                <a:cubicBezTo>
                  <a:pt x="127577" y="116597"/>
                  <a:pt x="128243" y="114834"/>
                  <a:pt x="128243" y="112654"/>
                </a:cubicBezTo>
                <a:cubicBezTo>
                  <a:pt x="128243" y="110474"/>
                  <a:pt x="127489" y="108631"/>
                  <a:pt x="125982" y="107124"/>
                </a:cubicBezTo>
                <a:cubicBezTo>
                  <a:pt x="124644" y="105778"/>
                  <a:pt x="122881" y="105112"/>
                  <a:pt x="120701" y="105112"/>
                </a:cubicBezTo>
                <a:cubicBezTo>
                  <a:pt x="118521" y="105112"/>
                  <a:pt x="116758" y="105866"/>
                  <a:pt x="115419" y="107373"/>
                </a:cubicBezTo>
                <a:cubicBezTo>
                  <a:pt x="113912" y="108711"/>
                  <a:pt x="113159" y="110474"/>
                  <a:pt x="113159" y="112654"/>
                </a:cubicBezTo>
                <a:cubicBezTo>
                  <a:pt x="113159" y="114834"/>
                  <a:pt x="113912" y="116597"/>
                  <a:pt x="115419" y="117936"/>
                </a:cubicBezTo>
                <a:cubicBezTo>
                  <a:pt x="116758" y="119443"/>
                  <a:pt x="118521" y="120196"/>
                  <a:pt x="120701" y="120196"/>
                </a:cubicBezTo>
                <a:cubicBezTo>
                  <a:pt x="122881" y="120196"/>
                  <a:pt x="124724" y="119443"/>
                  <a:pt x="126231" y="117936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圖說"/>
          <p:cNvSpPr/>
          <p:nvPr/>
        </p:nvSpPr>
        <p:spPr>
          <a:xfrm>
            <a:off x="175561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600" dirty="0"/>
          </a:p>
        </p:txBody>
      </p:sp>
      <p:sp>
        <p:nvSpPr>
          <p:cNvPr id="94" name="圖示 監控"/>
          <p:cNvSpPr/>
          <p:nvPr/>
        </p:nvSpPr>
        <p:spPr>
          <a:xfrm>
            <a:off x="231520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2436" y="208966"/>
                </a:moveTo>
                <a:cubicBezTo>
                  <a:pt x="30929" y="207620"/>
                  <a:pt x="30175" y="205864"/>
                  <a:pt x="30175" y="203684"/>
                </a:cubicBezTo>
                <a:lnTo>
                  <a:pt x="30175" y="192119"/>
                </a:lnTo>
                <a:cubicBezTo>
                  <a:pt x="30175" y="189939"/>
                  <a:pt x="30929" y="188176"/>
                  <a:pt x="32436" y="186838"/>
                </a:cubicBezTo>
                <a:cubicBezTo>
                  <a:pt x="33782" y="185323"/>
                  <a:pt x="35537" y="184570"/>
                  <a:pt x="37717" y="184570"/>
                </a:cubicBezTo>
                <a:cubicBezTo>
                  <a:pt x="39897" y="184570"/>
                  <a:pt x="41741" y="185323"/>
                  <a:pt x="43255" y="186838"/>
                </a:cubicBezTo>
                <a:cubicBezTo>
                  <a:pt x="44593" y="188176"/>
                  <a:pt x="45266" y="189939"/>
                  <a:pt x="45266" y="192119"/>
                </a:cubicBezTo>
                <a:lnTo>
                  <a:pt x="45266" y="203684"/>
                </a:lnTo>
                <a:cubicBezTo>
                  <a:pt x="45266" y="205864"/>
                  <a:pt x="44506" y="207620"/>
                  <a:pt x="42999" y="208966"/>
                </a:cubicBezTo>
                <a:cubicBezTo>
                  <a:pt x="41660" y="210473"/>
                  <a:pt x="39897" y="211226"/>
                  <a:pt x="37717" y="211226"/>
                </a:cubicBezTo>
                <a:cubicBezTo>
                  <a:pt x="35537" y="211226"/>
                  <a:pt x="33782" y="210473"/>
                  <a:pt x="32436" y="208966"/>
                </a:cubicBezTo>
                <a:close/>
                <a:moveTo>
                  <a:pt x="73927" y="208966"/>
                </a:moveTo>
                <a:cubicBezTo>
                  <a:pt x="72420" y="207620"/>
                  <a:pt x="71667" y="205864"/>
                  <a:pt x="71667" y="203684"/>
                </a:cubicBezTo>
                <a:lnTo>
                  <a:pt x="71667" y="151885"/>
                </a:lnTo>
                <a:cubicBezTo>
                  <a:pt x="71667" y="149706"/>
                  <a:pt x="72420" y="147943"/>
                  <a:pt x="73927" y="146604"/>
                </a:cubicBezTo>
                <a:cubicBezTo>
                  <a:pt x="75273" y="145090"/>
                  <a:pt x="77029" y="144336"/>
                  <a:pt x="79209" y="144336"/>
                </a:cubicBezTo>
                <a:cubicBezTo>
                  <a:pt x="81389" y="144336"/>
                  <a:pt x="83232" y="145090"/>
                  <a:pt x="84739" y="146604"/>
                </a:cubicBezTo>
                <a:cubicBezTo>
                  <a:pt x="86085" y="147943"/>
                  <a:pt x="86751" y="149706"/>
                  <a:pt x="86751" y="151885"/>
                </a:cubicBezTo>
                <a:lnTo>
                  <a:pt x="86751" y="203684"/>
                </a:lnTo>
                <a:cubicBezTo>
                  <a:pt x="86751" y="205864"/>
                  <a:pt x="85997" y="207620"/>
                  <a:pt x="84491" y="208966"/>
                </a:cubicBezTo>
                <a:cubicBezTo>
                  <a:pt x="83152" y="210473"/>
                  <a:pt x="81389" y="211226"/>
                  <a:pt x="79209" y="211226"/>
                </a:cubicBezTo>
                <a:cubicBezTo>
                  <a:pt x="77029" y="211226"/>
                  <a:pt x="75273" y="210473"/>
                  <a:pt x="73927" y="208966"/>
                </a:cubicBezTo>
                <a:close/>
                <a:moveTo>
                  <a:pt x="115419" y="208966"/>
                </a:moveTo>
                <a:cubicBezTo>
                  <a:pt x="113912" y="207620"/>
                  <a:pt x="113159" y="205864"/>
                  <a:pt x="113159" y="203684"/>
                </a:cubicBezTo>
                <a:lnTo>
                  <a:pt x="113159" y="166969"/>
                </a:lnTo>
                <a:cubicBezTo>
                  <a:pt x="113159" y="164790"/>
                  <a:pt x="113912" y="163027"/>
                  <a:pt x="115419" y="161688"/>
                </a:cubicBezTo>
                <a:cubicBezTo>
                  <a:pt x="116758" y="160181"/>
                  <a:pt x="118521" y="159427"/>
                  <a:pt x="120701" y="159427"/>
                </a:cubicBezTo>
                <a:cubicBezTo>
                  <a:pt x="122881" y="159427"/>
                  <a:pt x="124724" y="160181"/>
                  <a:pt x="126231" y="161688"/>
                </a:cubicBezTo>
                <a:cubicBezTo>
                  <a:pt x="127577" y="163027"/>
                  <a:pt x="128243" y="164790"/>
                  <a:pt x="128243" y="166969"/>
                </a:cubicBezTo>
                <a:lnTo>
                  <a:pt x="128243" y="203684"/>
                </a:lnTo>
                <a:cubicBezTo>
                  <a:pt x="128243" y="205864"/>
                  <a:pt x="127489" y="207620"/>
                  <a:pt x="125982" y="208966"/>
                </a:cubicBezTo>
                <a:cubicBezTo>
                  <a:pt x="124644" y="210473"/>
                  <a:pt x="122881" y="211226"/>
                  <a:pt x="120701" y="211226"/>
                </a:cubicBezTo>
                <a:cubicBezTo>
                  <a:pt x="118521" y="211226"/>
                  <a:pt x="116758" y="210473"/>
                  <a:pt x="115419" y="208966"/>
                </a:cubicBezTo>
                <a:close/>
                <a:moveTo>
                  <a:pt x="156911" y="208966"/>
                </a:moveTo>
                <a:cubicBezTo>
                  <a:pt x="155404" y="207620"/>
                  <a:pt x="154651" y="205864"/>
                  <a:pt x="154651" y="203684"/>
                </a:cubicBezTo>
                <a:lnTo>
                  <a:pt x="154651" y="141827"/>
                </a:lnTo>
                <a:cubicBezTo>
                  <a:pt x="154651" y="139647"/>
                  <a:pt x="155404" y="137884"/>
                  <a:pt x="156911" y="136546"/>
                </a:cubicBezTo>
                <a:cubicBezTo>
                  <a:pt x="158250" y="135031"/>
                  <a:pt x="160013" y="134278"/>
                  <a:pt x="162193" y="134278"/>
                </a:cubicBezTo>
                <a:cubicBezTo>
                  <a:pt x="164373" y="134278"/>
                  <a:pt x="166216" y="135031"/>
                  <a:pt x="167723" y="136546"/>
                </a:cubicBezTo>
                <a:cubicBezTo>
                  <a:pt x="169062" y="137884"/>
                  <a:pt x="169735" y="139647"/>
                  <a:pt x="169735" y="141827"/>
                </a:cubicBezTo>
                <a:lnTo>
                  <a:pt x="169735" y="203684"/>
                </a:lnTo>
                <a:cubicBezTo>
                  <a:pt x="169735" y="205864"/>
                  <a:pt x="168981" y="207620"/>
                  <a:pt x="167474" y="208966"/>
                </a:cubicBezTo>
                <a:cubicBezTo>
                  <a:pt x="166128" y="210473"/>
                  <a:pt x="164373" y="211226"/>
                  <a:pt x="162193" y="211226"/>
                </a:cubicBezTo>
                <a:cubicBezTo>
                  <a:pt x="160013" y="211226"/>
                  <a:pt x="158250" y="210473"/>
                  <a:pt x="156911" y="208966"/>
                </a:cubicBezTo>
                <a:close/>
                <a:moveTo>
                  <a:pt x="198403" y="208966"/>
                </a:moveTo>
                <a:cubicBezTo>
                  <a:pt x="196896" y="207620"/>
                  <a:pt x="196142" y="205864"/>
                  <a:pt x="196142" y="203684"/>
                </a:cubicBezTo>
                <a:lnTo>
                  <a:pt x="196142" y="111652"/>
                </a:lnTo>
                <a:cubicBezTo>
                  <a:pt x="196142" y="109472"/>
                  <a:pt x="196896" y="107709"/>
                  <a:pt x="198403" y="106370"/>
                </a:cubicBezTo>
                <a:cubicBezTo>
                  <a:pt x="199742" y="104856"/>
                  <a:pt x="201504" y="104103"/>
                  <a:pt x="203684" y="104103"/>
                </a:cubicBezTo>
                <a:cubicBezTo>
                  <a:pt x="205864" y="104103"/>
                  <a:pt x="207708" y="104856"/>
                  <a:pt x="209215" y="106370"/>
                </a:cubicBezTo>
                <a:cubicBezTo>
                  <a:pt x="210553" y="107709"/>
                  <a:pt x="211226" y="109472"/>
                  <a:pt x="211226" y="111652"/>
                </a:cubicBezTo>
                <a:lnTo>
                  <a:pt x="211226" y="203684"/>
                </a:lnTo>
                <a:cubicBezTo>
                  <a:pt x="211226" y="205864"/>
                  <a:pt x="210473" y="207620"/>
                  <a:pt x="208966" y="208966"/>
                </a:cubicBezTo>
                <a:cubicBezTo>
                  <a:pt x="207620" y="210473"/>
                  <a:pt x="205864" y="211226"/>
                  <a:pt x="203684" y="211226"/>
                </a:cubicBezTo>
                <a:cubicBezTo>
                  <a:pt x="201504" y="211226"/>
                  <a:pt x="199742" y="210473"/>
                  <a:pt x="198403" y="208966"/>
                </a:cubicBezTo>
                <a:close/>
                <a:moveTo>
                  <a:pt x="140818" y="115924"/>
                </a:moveTo>
                <a:cubicBezTo>
                  <a:pt x="138806" y="115924"/>
                  <a:pt x="136875" y="115507"/>
                  <a:pt x="135031" y="114666"/>
                </a:cubicBezTo>
                <a:cubicBezTo>
                  <a:pt x="133188" y="113993"/>
                  <a:pt x="131513" y="112903"/>
                  <a:pt x="130006" y="111396"/>
                </a:cubicBezTo>
                <a:lnTo>
                  <a:pt x="100584" y="81974"/>
                </a:lnTo>
                <a:lnTo>
                  <a:pt x="43255" y="139055"/>
                </a:lnTo>
                <a:cubicBezTo>
                  <a:pt x="41741" y="140569"/>
                  <a:pt x="39897" y="141322"/>
                  <a:pt x="37717" y="141322"/>
                </a:cubicBezTo>
                <a:cubicBezTo>
                  <a:pt x="35705" y="141154"/>
                  <a:pt x="33950" y="140313"/>
                  <a:pt x="32436" y="138806"/>
                </a:cubicBezTo>
                <a:cubicBezTo>
                  <a:pt x="31097" y="137299"/>
                  <a:pt x="30424" y="135536"/>
                  <a:pt x="30424" y="133524"/>
                </a:cubicBezTo>
                <a:cubicBezTo>
                  <a:pt x="30256" y="131513"/>
                  <a:pt x="30929" y="129757"/>
                  <a:pt x="32436" y="128243"/>
                </a:cubicBezTo>
                <a:lnTo>
                  <a:pt x="90021" y="71162"/>
                </a:lnTo>
                <a:cubicBezTo>
                  <a:pt x="91535" y="69655"/>
                  <a:pt x="93210" y="68565"/>
                  <a:pt x="95054" y="67892"/>
                </a:cubicBezTo>
                <a:cubicBezTo>
                  <a:pt x="96897" y="67227"/>
                  <a:pt x="98741" y="66890"/>
                  <a:pt x="100584" y="66890"/>
                </a:cubicBezTo>
                <a:cubicBezTo>
                  <a:pt x="102427" y="66890"/>
                  <a:pt x="104271" y="67227"/>
                  <a:pt x="106114" y="67892"/>
                </a:cubicBezTo>
                <a:cubicBezTo>
                  <a:pt x="108126" y="68565"/>
                  <a:pt x="109801" y="69655"/>
                  <a:pt x="111147" y="71162"/>
                </a:cubicBezTo>
                <a:lnTo>
                  <a:pt x="140818" y="100833"/>
                </a:lnTo>
                <a:lnTo>
                  <a:pt x="198403" y="43255"/>
                </a:lnTo>
                <a:cubicBezTo>
                  <a:pt x="199910" y="41741"/>
                  <a:pt x="201673" y="40987"/>
                  <a:pt x="203684" y="40987"/>
                </a:cubicBezTo>
                <a:cubicBezTo>
                  <a:pt x="205696" y="40987"/>
                  <a:pt x="207452" y="41741"/>
                  <a:pt x="208966" y="43255"/>
                </a:cubicBezTo>
                <a:cubicBezTo>
                  <a:pt x="210305" y="44762"/>
                  <a:pt x="211058" y="46517"/>
                  <a:pt x="211226" y="48529"/>
                </a:cubicBezTo>
                <a:cubicBezTo>
                  <a:pt x="211226" y="50541"/>
                  <a:pt x="210473" y="52304"/>
                  <a:pt x="208966" y="53811"/>
                </a:cubicBezTo>
                <a:lnTo>
                  <a:pt x="151381" y="111396"/>
                </a:lnTo>
                <a:cubicBezTo>
                  <a:pt x="150035" y="112903"/>
                  <a:pt x="148447" y="114081"/>
                  <a:pt x="146604" y="114914"/>
                </a:cubicBezTo>
                <a:cubicBezTo>
                  <a:pt x="144592" y="115587"/>
                  <a:pt x="142661" y="115924"/>
                  <a:pt x="140818" y="115924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圖說"/>
          <p:cNvSpPr/>
          <p:nvPr/>
        </p:nvSpPr>
        <p:spPr>
          <a:xfrm>
            <a:off x="219938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endParaRPr lang="en-US" sz="600" dirty="0"/>
          </a:p>
        </p:txBody>
      </p:sp>
      <p:sp>
        <p:nvSpPr>
          <p:cNvPr id="96" name="圖示 數據查詢"/>
          <p:cNvSpPr/>
          <p:nvPr/>
        </p:nvSpPr>
        <p:spPr>
          <a:xfrm>
            <a:off x="2758983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5845" y="133020"/>
                </a:moveTo>
                <a:cubicBezTo>
                  <a:pt x="14162" y="131849"/>
                  <a:pt x="13160" y="130254"/>
                  <a:pt x="12824" y="128243"/>
                </a:cubicBezTo>
                <a:cubicBezTo>
                  <a:pt x="12487" y="126231"/>
                  <a:pt x="12824" y="124388"/>
                  <a:pt x="13833" y="122712"/>
                </a:cubicBezTo>
                <a:lnTo>
                  <a:pt x="47776" y="68148"/>
                </a:lnTo>
                <a:cubicBezTo>
                  <a:pt x="50460" y="63789"/>
                  <a:pt x="54315" y="61440"/>
                  <a:pt x="59348" y="61104"/>
                </a:cubicBezTo>
                <a:cubicBezTo>
                  <a:pt x="64374" y="60767"/>
                  <a:pt x="68565" y="62530"/>
                  <a:pt x="71916" y="66385"/>
                </a:cubicBezTo>
                <a:lnTo>
                  <a:pt x="90021" y="87512"/>
                </a:lnTo>
                <a:lnTo>
                  <a:pt x="119194" y="39985"/>
                </a:lnTo>
                <a:cubicBezTo>
                  <a:pt x="122039" y="35289"/>
                  <a:pt x="126231" y="32860"/>
                  <a:pt x="131769" y="32692"/>
                </a:cubicBezTo>
                <a:cubicBezTo>
                  <a:pt x="137299" y="32692"/>
                  <a:pt x="141571" y="34952"/>
                  <a:pt x="144592" y="39480"/>
                </a:cubicBezTo>
                <a:lnTo>
                  <a:pt x="162946" y="66890"/>
                </a:lnTo>
                <a:lnTo>
                  <a:pt x="194628" y="16847"/>
                </a:lnTo>
                <a:cubicBezTo>
                  <a:pt x="195806" y="15003"/>
                  <a:pt x="197393" y="13914"/>
                  <a:pt x="199405" y="13577"/>
                </a:cubicBezTo>
                <a:cubicBezTo>
                  <a:pt x="201585" y="13080"/>
                  <a:pt x="203597" y="13497"/>
                  <a:pt x="205440" y="14835"/>
                </a:cubicBezTo>
                <a:cubicBezTo>
                  <a:pt x="207123" y="16013"/>
                  <a:pt x="208125" y="17600"/>
                  <a:pt x="208461" y="19612"/>
                </a:cubicBezTo>
                <a:cubicBezTo>
                  <a:pt x="208630" y="21455"/>
                  <a:pt x="208213" y="23218"/>
                  <a:pt x="207203" y="24894"/>
                </a:cubicBezTo>
                <a:lnTo>
                  <a:pt x="175521" y="74937"/>
                </a:lnTo>
                <a:cubicBezTo>
                  <a:pt x="172668" y="79626"/>
                  <a:pt x="168564" y="82062"/>
                  <a:pt x="163195" y="82230"/>
                </a:cubicBezTo>
                <a:cubicBezTo>
                  <a:pt x="157665" y="82230"/>
                  <a:pt x="153392" y="79962"/>
                  <a:pt x="150371" y="75442"/>
                </a:cubicBezTo>
                <a:lnTo>
                  <a:pt x="132017" y="48280"/>
                </a:lnTo>
                <a:lnTo>
                  <a:pt x="102844" y="95558"/>
                </a:lnTo>
                <a:cubicBezTo>
                  <a:pt x="100167" y="99911"/>
                  <a:pt x="96312" y="102259"/>
                  <a:pt x="91279" y="102596"/>
                </a:cubicBezTo>
                <a:cubicBezTo>
                  <a:pt x="86085" y="102932"/>
                  <a:pt x="81806" y="101169"/>
                  <a:pt x="78456" y="97314"/>
                </a:cubicBezTo>
                <a:lnTo>
                  <a:pt x="60599" y="76444"/>
                </a:lnTo>
                <a:lnTo>
                  <a:pt x="26657" y="130759"/>
                </a:lnTo>
                <a:cubicBezTo>
                  <a:pt x="25479" y="132603"/>
                  <a:pt x="23891" y="133780"/>
                  <a:pt x="21880" y="134278"/>
                </a:cubicBezTo>
                <a:cubicBezTo>
                  <a:pt x="19700" y="134783"/>
                  <a:pt x="17688" y="134366"/>
                  <a:pt x="15845" y="133020"/>
                </a:cubicBezTo>
                <a:close/>
                <a:moveTo>
                  <a:pt x="146604" y="186084"/>
                </a:moveTo>
                <a:cubicBezTo>
                  <a:pt x="154651" y="186084"/>
                  <a:pt x="161607" y="183312"/>
                  <a:pt x="167474" y="177781"/>
                </a:cubicBezTo>
                <a:cubicBezTo>
                  <a:pt x="173173" y="172083"/>
                  <a:pt x="176026" y="165206"/>
                  <a:pt x="176026" y="157160"/>
                </a:cubicBezTo>
                <a:cubicBezTo>
                  <a:pt x="176026" y="148945"/>
                  <a:pt x="173173" y="141988"/>
                  <a:pt x="167474" y="136289"/>
                </a:cubicBezTo>
                <a:cubicBezTo>
                  <a:pt x="161776" y="130591"/>
                  <a:pt x="154819" y="127745"/>
                  <a:pt x="146604" y="127745"/>
                </a:cubicBezTo>
                <a:cubicBezTo>
                  <a:pt x="138557" y="127745"/>
                  <a:pt x="131681" y="130679"/>
                  <a:pt x="125982" y="136546"/>
                </a:cubicBezTo>
                <a:cubicBezTo>
                  <a:pt x="120452" y="142244"/>
                  <a:pt x="117687" y="149113"/>
                  <a:pt x="117687" y="157160"/>
                </a:cubicBezTo>
                <a:cubicBezTo>
                  <a:pt x="117687" y="165206"/>
                  <a:pt x="120452" y="172083"/>
                  <a:pt x="125982" y="177781"/>
                </a:cubicBezTo>
                <a:cubicBezTo>
                  <a:pt x="131681" y="183312"/>
                  <a:pt x="138557" y="186084"/>
                  <a:pt x="146604" y="186084"/>
                </a:cubicBezTo>
                <a:close/>
                <a:moveTo>
                  <a:pt x="146604" y="201168"/>
                </a:moveTo>
                <a:cubicBezTo>
                  <a:pt x="134366" y="201168"/>
                  <a:pt x="123971" y="196896"/>
                  <a:pt x="115419" y="188344"/>
                </a:cubicBezTo>
                <a:cubicBezTo>
                  <a:pt x="106868" y="179793"/>
                  <a:pt x="102596" y="169398"/>
                  <a:pt x="102596" y="157160"/>
                </a:cubicBezTo>
                <a:cubicBezTo>
                  <a:pt x="102596" y="144921"/>
                  <a:pt x="106868" y="134446"/>
                  <a:pt x="115419" y="125734"/>
                </a:cubicBezTo>
                <a:cubicBezTo>
                  <a:pt x="123971" y="117014"/>
                  <a:pt x="134366" y="112654"/>
                  <a:pt x="146604" y="112654"/>
                </a:cubicBezTo>
                <a:cubicBezTo>
                  <a:pt x="159003" y="112654"/>
                  <a:pt x="169486" y="117014"/>
                  <a:pt x="178037" y="125734"/>
                </a:cubicBezTo>
                <a:cubicBezTo>
                  <a:pt x="186750" y="134278"/>
                  <a:pt x="191110" y="144760"/>
                  <a:pt x="191110" y="157160"/>
                </a:cubicBezTo>
                <a:cubicBezTo>
                  <a:pt x="191110" y="162024"/>
                  <a:pt x="190437" y="166633"/>
                  <a:pt x="189098" y="170993"/>
                </a:cubicBezTo>
                <a:cubicBezTo>
                  <a:pt x="187591" y="175184"/>
                  <a:pt x="185492" y="179120"/>
                  <a:pt x="182814" y="182814"/>
                </a:cubicBezTo>
                <a:lnTo>
                  <a:pt x="205696" y="205440"/>
                </a:lnTo>
                <a:cubicBezTo>
                  <a:pt x="207203" y="206954"/>
                  <a:pt x="207957" y="208710"/>
                  <a:pt x="207957" y="210722"/>
                </a:cubicBezTo>
                <a:cubicBezTo>
                  <a:pt x="207957" y="212733"/>
                  <a:pt x="207203" y="214496"/>
                  <a:pt x="205696" y="216003"/>
                </a:cubicBezTo>
                <a:cubicBezTo>
                  <a:pt x="204189" y="217510"/>
                  <a:pt x="202426" y="218271"/>
                  <a:pt x="200415" y="218271"/>
                </a:cubicBezTo>
                <a:cubicBezTo>
                  <a:pt x="198403" y="218271"/>
                  <a:pt x="196640" y="217510"/>
                  <a:pt x="195133" y="216003"/>
                </a:cubicBezTo>
                <a:lnTo>
                  <a:pt x="172251" y="193121"/>
                </a:lnTo>
                <a:cubicBezTo>
                  <a:pt x="168564" y="195638"/>
                  <a:pt x="164621" y="197649"/>
                  <a:pt x="160430" y="199156"/>
                </a:cubicBezTo>
                <a:cubicBezTo>
                  <a:pt x="156070" y="200495"/>
                  <a:pt x="151461" y="201168"/>
                  <a:pt x="146604" y="201168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圖說"/>
          <p:cNvSpPr/>
          <p:nvPr/>
        </p:nvSpPr>
        <p:spPr>
          <a:xfrm>
            <a:off x="2643165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數據查詢</a:t>
            </a:r>
            <a:endParaRPr lang="en-US" sz="600" dirty="0"/>
          </a:p>
        </p:txBody>
      </p:sp>
      <p:sp>
        <p:nvSpPr>
          <p:cNvPr id="98" name="圖示 長條圖"/>
          <p:cNvSpPr/>
          <p:nvPr/>
        </p:nvSpPr>
        <p:spPr>
          <a:xfrm>
            <a:off x="320275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73509" y="201168"/>
                </a:moveTo>
                <a:cubicBezTo>
                  <a:pt x="171329" y="201168"/>
                  <a:pt x="169566" y="200415"/>
                  <a:pt x="168228" y="198908"/>
                </a:cubicBezTo>
                <a:cubicBezTo>
                  <a:pt x="166721" y="197562"/>
                  <a:pt x="165967" y="195806"/>
                  <a:pt x="165967" y="193626"/>
                </a:cubicBezTo>
                <a:lnTo>
                  <a:pt x="165967" y="138301"/>
                </a:lnTo>
                <a:cubicBezTo>
                  <a:pt x="165967" y="136121"/>
                  <a:pt x="166721" y="134366"/>
                  <a:pt x="168228" y="133020"/>
                </a:cubicBezTo>
                <a:cubicBezTo>
                  <a:pt x="169566" y="131513"/>
                  <a:pt x="171329" y="130759"/>
                  <a:pt x="173509" y="130759"/>
                </a:cubicBezTo>
                <a:lnTo>
                  <a:pt x="193626" y="130759"/>
                </a:lnTo>
                <a:cubicBezTo>
                  <a:pt x="195806" y="130759"/>
                  <a:pt x="197562" y="131513"/>
                  <a:pt x="198908" y="133020"/>
                </a:cubicBezTo>
                <a:cubicBezTo>
                  <a:pt x="200415" y="134366"/>
                  <a:pt x="201168" y="136121"/>
                  <a:pt x="201168" y="138301"/>
                </a:cubicBezTo>
                <a:lnTo>
                  <a:pt x="201168" y="193626"/>
                </a:lnTo>
                <a:cubicBezTo>
                  <a:pt x="201168" y="195806"/>
                  <a:pt x="200415" y="197562"/>
                  <a:pt x="198908" y="198908"/>
                </a:cubicBezTo>
                <a:cubicBezTo>
                  <a:pt x="197562" y="200415"/>
                  <a:pt x="195806" y="201168"/>
                  <a:pt x="193626" y="201168"/>
                </a:cubicBezTo>
                <a:lnTo>
                  <a:pt x="173509" y="201168"/>
                </a:lnTo>
                <a:close/>
                <a:moveTo>
                  <a:pt x="110642" y="201168"/>
                </a:moveTo>
                <a:cubicBezTo>
                  <a:pt x="108462" y="201168"/>
                  <a:pt x="106700" y="200415"/>
                  <a:pt x="105361" y="198908"/>
                </a:cubicBezTo>
                <a:cubicBezTo>
                  <a:pt x="103854" y="197562"/>
                  <a:pt x="103100" y="195806"/>
                  <a:pt x="103100" y="193626"/>
                </a:cubicBezTo>
                <a:lnTo>
                  <a:pt x="103100" y="47776"/>
                </a:lnTo>
                <a:cubicBezTo>
                  <a:pt x="103100" y="45596"/>
                  <a:pt x="103854" y="43840"/>
                  <a:pt x="105361" y="42494"/>
                </a:cubicBezTo>
                <a:cubicBezTo>
                  <a:pt x="106700" y="40987"/>
                  <a:pt x="108462" y="40234"/>
                  <a:pt x="110642" y="40234"/>
                </a:cubicBezTo>
                <a:lnTo>
                  <a:pt x="130759" y="40234"/>
                </a:lnTo>
                <a:cubicBezTo>
                  <a:pt x="132939" y="40234"/>
                  <a:pt x="134702" y="40987"/>
                  <a:pt x="136041" y="42494"/>
                </a:cubicBezTo>
                <a:cubicBezTo>
                  <a:pt x="137548" y="43840"/>
                  <a:pt x="138301" y="45596"/>
                  <a:pt x="138301" y="47776"/>
                </a:cubicBezTo>
                <a:lnTo>
                  <a:pt x="138301" y="193626"/>
                </a:lnTo>
                <a:cubicBezTo>
                  <a:pt x="138301" y="195806"/>
                  <a:pt x="137548" y="197562"/>
                  <a:pt x="136041" y="198908"/>
                </a:cubicBezTo>
                <a:cubicBezTo>
                  <a:pt x="134702" y="200415"/>
                  <a:pt x="132939" y="201168"/>
                  <a:pt x="130759" y="201168"/>
                </a:cubicBezTo>
                <a:lnTo>
                  <a:pt x="110642" y="201168"/>
                </a:lnTo>
                <a:close/>
                <a:moveTo>
                  <a:pt x="47776" y="201168"/>
                </a:moveTo>
                <a:cubicBezTo>
                  <a:pt x="45596" y="201168"/>
                  <a:pt x="43840" y="200415"/>
                  <a:pt x="42494" y="198908"/>
                </a:cubicBezTo>
                <a:cubicBezTo>
                  <a:pt x="40987" y="197562"/>
                  <a:pt x="40234" y="195806"/>
                  <a:pt x="40234" y="193626"/>
                </a:cubicBezTo>
                <a:lnTo>
                  <a:pt x="40234" y="98068"/>
                </a:lnTo>
                <a:cubicBezTo>
                  <a:pt x="40234" y="95888"/>
                  <a:pt x="40987" y="94132"/>
                  <a:pt x="42494" y="92786"/>
                </a:cubicBezTo>
                <a:cubicBezTo>
                  <a:pt x="43840" y="91279"/>
                  <a:pt x="45596" y="90526"/>
                  <a:pt x="47776" y="90526"/>
                </a:cubicBezTo>
                <a:lnTo>
                  <a:pt x="67892" y="90526"/>
                </a:lnTo>
                <a:cubicBezTo>
                  <a:pt x="70072" y="90526"/>
                  <a:pt x="71835" y="91279"/>
                  <a:pt x="73174" y="92786"/>
                </a:cubicBezTo>
                <a:cubicBezTo>
                  <a:pt x="74681" y="94132"/>
                  <a:pt x="75442" y="95888"/>
                  <a:pt x="75442" y="98068"/>
                </a:cubicBezTo>
                <a:lnTo>
                  <a:pt x="75442" y="193626"/>
                </a:lnTo>
                <a:cubicBezTo>
                  <a:pt x="75442" y="195806"/>
                  <a:pt x="74681" y="197562"/>
                  <a:pt x="73174" y="198908"/>
                </a:cubicBezTo>
                <a:cubicBezTo>
                  <a:pt x="71835" y="200415"/>
                  <a:pt x="70072" y="201168"/>
                  <a:pt x="67892" y="201168"/>
                </a:cubicBezTo>
                <a:lnTo>
                  <a:pt x="47776" y="201168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圖說"/>
          <p:cNvSpPr/>
          <p:nvPr/>
        </p:nvSpPr>
        <p:spPr>
          <a:xfrm>
            <a:off x="308694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長條圖</a:t>
            </a:r>
            <a:endParaRPr lang="en-US" sz="600" dirty="0"/>
          </a:p>
        </p:txBody>
      </p:sp>
      <p:sp>
        <p:nvSpPr>
          <p:cNvPr id="100" name="圖示 排名"/>
          <p:cNvSpPr/>
          <p:nvPr/>
        </p:nvSpPr>
        <p:spPr>
          <a:xfrm>
            <a:off x="364653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208" y="196142"/>
                </a:moveTo>
                <a:lnTo>
                  <a:pt x="82230" y="196142"/>
                </a:lnTo>
                <a:lnTo>
                  <a:pt x="82230" y="105617"/>
                </a:lnTo>
                <a:lnTo>
                  <a:pt x="35208" y="105617"/>
                </a:lnTo>
                <a:lnTo>
                  <a:pt x="35208" y="196142"/>
                </a:lnTo>
                <a:close/>
                <a:moveTo>
                  <a:pt x="97314" y="196142"/>
                </a:moveTo>
                <a:lnTo>
                  <a:pt x="144087" y="196142"/>
                </a:lnTo>
                <a:lnTo>
                  <a:pt x="144087" y="45266"/>
                </a:lnTo>
                <a:lnTo>
                  <a:pt x="97314" y="45266"/>
                </a:lnTo>
                <a:lnTo>
                  <a:pt x="97314" y="196142"/>
                </a:lnTo>
                <a:close/>
                <a:moveTo>
                  <a:pt x="159171" y="196142"/>
                </a:moveTo>
                <a:lnTo>
                  <a:pt x="206201" y="196142"/>
                </a:lnTo>
                <a:lnTo>
                  <a:pt x="206201" y="125734"/>
                </a:lnTo>
                <a:lnTo>
                  <a:pt x="159171" y="125734"/>
                </a:lnTo>
                <a:lnTo>
                  <a:pt x="159171" y="196142"/>
                </a:lnTo>
                <a:close/>
                <a:moveTo>
                  <a:pt x="20117" y="196142"/>
                </a:moveTo>
                <a:lnTo>
                  <a:pt x="20117" y="105617"/>
                </a:lnTo>
                <a:cubicBezTo>
                  <a:pt x="20117" y="101425"/>
                  <a:pt x="21624" y="97899"/>
                  <a:pt x="24645" y="95054"/>
                </a:cubicBezTo>
                <a:cubicBezTo>
                  <a:pt x="27491" y="92033"/>
                  <a:pt x="31016" y="90526"/>
                  <a:pt x="35208" y="90526"/>
                </a:cubicBezTo>
                <a:lnTo>
                  <a:pt x="82230" y="90526"/>
                </a:lnTo>
                <a:lnTo>
                  <a:pt x="82230" y="45266"/>
                </a:lnTo>
                <a:cubicBezTo>
                  <a:pt x="82230" y="41075"/>
                  <a:pt x="83737" y="37549"/>
                  <a:pt x="86751" y="34703"/>
                </a:cubicBezTo>
                <a:cubicBezTo>
                  <a:pt x="89604" y="31682"/>
                  <a:pt x="93122" y="30175"/>
                  <a:pt x="97314" y="30175"/>
                </a:cubicBezTo>
                <a:lnTo>
                  <a:pt x="144087" y="30175"/>
                </a:lnTo>
                <a:cubicBezTo>
                  <a:pt x="148279" y="30175"/>
                  <a:pt x="151798" y="31682"/>
                  <a:pt x="154651" y="34703"/>
                </a:cubicBezTo>
                <a:cubicBezTo>
                  <a:pt x="157665" y="37549"/>
                  <a:pt x="159171" y="41075"/>
                  <a:pt x="159171" y="45266"/>
                </a:cubicBezTo>
                <a:lnTo>
                  <a:pt x="159171" y="110642"/>
                </a:lnTo>
                <a:lnTo>
                  <a:pt x="206201" y="110642"/>
                </a:lnTo>
                <a:cubicBezTo>
                  <a:pt x="210385" y="110642"/>
                  <a:pt x="213911" y="112149"/>
                  <a:pt x="216757" y="115171"/>
                </a:cubicBezTo>
                <a:cubicBezTo>
                  <a:pt x="219778" y="118016"/>
                  <a:pt x="221285" y="121542"/>
                  <a:pt x="221285" y="125734"/>
                </a:cubicBezTo>
                <a:lnTo>
                  <a:pt x="221285" y="196142"/>
                </a:lnTo>
                <a:cubicBezTo>
                  <a:pt x="221285" y="200327"/>
                  <a:pt x="219778" y="203853"/>
                  <a:pt x="216757" y="206698"/>
                </a:cubicBezTo>
                <a:cubicBezTo>
                  <a:pt x="213911" y="209719"/>
                  <a:pt x="210385" y="211226"/>
                  <a:pt x="206201" y="211226"/>
                </a:cubicBezTo>
                <a:lnTo>
                  <a:pt x="35208" y="211226"/>
                </a:lnTo>
                <a:cubicBezTo>
                  <a:pt x="31016" y="211226"/>
                  <a:pt x="27491" y="209719"/>
                  <a:pt x="24645" y="206698"/>
                </a:cubicBezTo>
                <a:cubicBezTo>
                  <a:pt x="21624" y="203853"/>
                  <a:pt x="20117" y="200327"/>
                  <a:pt x="20117" y="196142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圖說"/>
          <p:cNvSpPr/>
          <p:nvPr/>
        </p:nvSpPr>
        <p:spPr>
          <a:xfrm>
            <a:off x="353071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排名</a:t>
            </a:r>
            <a:endParaRPr lang="en-US" sz="600" dirty="0"/>
          </a:p>
        </p:txBody>
      </p:sp>
      <p:sp>
        <p:nvSpPr>
          <p:cNvPr id="102" name="圖示 占比"/>
          <p:cNvSpPr/>
          <p:nvPr/>
        </p:nvSpPr>
        <p:spPr>
          <a:xfrm>
            <a:off x="409031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8243" y="113159"/>
                </a:moveTo>
                <a:lnTo>
                  <a:pt x="205945" y="113159"/>
                </a:lnTo>
                <a:cubicBezTo>
                  <a:pt x="204101" y="92706"/>
                  <a:pt x="195886" y="75017"/>
                  <a:pt x="181300" y="60102"/>
                </a:cubicBezTo>
                <a:cubicBezTo>
                  <a:pt x="166552" y="45010"/>
                  <a:pt x="148864" y="36795"/>
                  <a:pt x="128243" y="35457"/>
                </a:cubicBezTo>
                <a:lnTo>
                  <a:pt x="128243" y="113159"/>
                </a:lnTo>
                <a:close/>
                <a:moveTo>
                  <a:pt x="113159" y="205945"/>
                </a:moveTo>
                <a:lnTo>
                  <a:pt x="113159" y="35457"/>
                </a:lnTo>
                <a:cubicBezTo>
                  <a:pt x="91199" y="37300"/>
                  <a:pt x="72757" y="46437"/>
                  <a:pt x="57834" y="62867"/>
                </a:cubicBezTo>
                <a:cubicBezTo>
                  <a:pt x="42750" y="79297"/>
                  <a:pt x="35208" y="98572"/>
                  <a:pt x="35208" y="120701"/>
                </a:cubicBezTo>
                <a:cubicBezTo>
                  <a:pt x="35208" y="142829"/>
                  <a:pt x="42750" y="162105"/>
                  <a:pt x="57834" y="178535"/>
                </a:cubicBezTo>
                <a:cubicBezTo>
                  <a:pt x="72757" y="194965"/>
                  <a:pt x="91199" y="204101"/>
                  <a:pt x="113159" y="205945"/>
                </a:cubicBezTo>
                <a:close/>
                <a:moveTo>
                  <a:pt x="128243" y="205945"/>
                </a:moveTo>
                <a:cubicBezTo>
                  <a:pt x="148864" y="204606"/>
                  <a:pt x="166552" y="196472"/>
                  <a:pt x="181300" y="181556"/>
                </a:cubicBezTo>
                <a:cubicBezTo>
                  <a:pt x="195886" y="166465"/>
                  <a:pt x="204101" y="148696"/>
                  <a:pt x="205945" y="128243"/>
                </a:cubicBezTo>
                <a:lnTo>
                  <a:pt x="128243" y="128243"/>
                </a:lnTo>
                <a:lnTo>
                  <a:pt x="128243" y="205945"/>
                </a:lnTo>
                <a:close/>
                <a:moveTo>
                  <a:pt x="120701" y="120701"/>
                </a:moveTo>
                <a:close/>
                <a:moveTo>
                  <a:pt x="120701" y="221285"/>
                </a:moveTo>
                <a:cubicBezTo>
                  <a:pt x="106787" y="221285"/>
                  <a:pt x="93708" y="218688"/>
                  <a:pt x="81477" y="213487"/>
                </a:cubicBezTo>
                <a:cubicBezTo>
                  <a:pt x="69238" y="208125"/>
                  <a:pt x="58587" y="200919"/>
                  <a:pt x="49539" y="191863"/>
                </a:cubicBezTo>
                <a:cubicBezTo>
                  <a:pt x="40482" y="182814"/>
                  <a:pt x="33357" y="172163"/>
                  <a:pt x="28164" y="159932"/>
                </a:cubicBezTo>
                <a:cubicBezTo>
                  <a:pt x="22801" y="147694"/>
                  <a:pt x="20117" y="134614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482" y="58587"/>
                  <a:pt x="49539" y="49539"/>
                </a:cubicBezTo>
                <a:cubicBezTo>
                  <a:pt x="58587" y="40482"/>
                  <a:pt x="69238" y="33357"/>
                  <a:pt x="81477" y="28164"/>
                </a:cubicBezTo>
                <a:cubicBezTo>
                  <a:pt x="93708" y="22801"/>
                  <a:pt x="106787" y="20117"/>
                  <a:pt x="120701" y="20117"/>
                </a:cubicBezTo>
                <a:cubicBezTo>
                  <a:pt x="134614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614"/>
                  <a:pt x="218688" y="147694"/>
                  <a:pt x="213487" y="159932"/>
                </a:cubicBezTo>
                <a:cubicBezTo>
                  <a:pt x="208125" y="172163"/>
                  <a:pt x="200919" y="182814"/>
                  <a:pt x="191863" y="191863"/>
                </a:cubicBezTo>
                <a:cubicBezTo>
                  <a:pt x="182814" y="200919"/>
                  <a:pt x="172163" y="208125"/>
                  <a:pt x="159932" y="213487"/>
                </a:cubicBezTo>
                <a:cubicBezTo>
                  <a:pt x="147694" y="218688"/>
                  <a:pt x="134614" y="221285"/>
                  <a:pt x="120701" y="221285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圖說"/>
          <p:cNvSpPr/>
          <p:nvPr/>
        </p:nvSpPr>
        <p:spPr>
          <a:xfrm>
            <a:off x="397449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占比</a:t>
            </a:r>
            <a:endParaRPr lang="en-US" sz="600" dirty="0"/>
          </a:p>
        </p:txBody>
      </p:sp>
      <p:sp>
        <p:nvSpPr>
          <p:cNvPr id="104" name="圖示 表格"/>
          <p:cNvSpPr/>
          <p:nvPr/>
        </p:nvSpPr>
        <p:spPr>
          <a:xfrm>
            <a:off x="453408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6142" y="210978"/>
                </a:moveTo>
                <a:lnTo>
                  <a:pt x="45266" y="210978"/>
                </a:lnTo>
                <a:cubicBezTo>
                  <a:pt x="41243" y="210978"/>
                  <a:pt x="37717" y="209463"/>
                  <a:pt x="34703" y="206450"/>
                </a:cubicBezTo>
                <a:cubicBezTo>
                  <a:pt x="31682" y="203428"/>
                  <a:pt x="30175" y="199910"/>
                  <a:pt x="30175" y="195886"/>
                </a:cubicBezTo>
                <a:lnTo>
                  <a:pt x="30175" y="45266"/>
                </a:lnTo>
                <a:cubicBezTo>
                  <a:pt x="30175" y="41243"/>
                  <a:pt x="31682" y="37717"/>
                  <a:pt x="34703" y="34703"/>
                </a:cubicBezTo>
                <a:cubicBezTo>
                  <a:pt x="37717" y="31682"/>
                  <a:pt x="41243" y="30175"/>
                  <a:pt x="45266" y="30175"/>
                </a:cubicBezTo>
                <a:lnTo>
                  <a:pt x="196142" y="30175"/>
                </a:lnTo>
                <a:cubicBezTo>
                  <a:pt x="200166" y="30175"/>
                  <a:pt x="203684" y="31682"/>
                  <a:pt x="206698" y="34703"/>
                </a:cubicBezTo>
                <a:cubicBezTo>
                  <a:pt x="209719" y="37717"/>
                  <a:pt x="211226" y="41243"/>
                  <a:pt x="211226" y="45266"/>
                </a:cubicBezTo>
                <a:lnTo>
                  <a:pt x="211226" y="195886"/>
                </a:lnTo>
                <a:cubicBezTo>
                  <a:pt x="211226" y="199910"/>
                  <a:pt x="209719" y="203428"/>
                  <a:pt x="206698" y="206450"/>
                </a:cubicBezTo>
                <a:cubicBezTo>
                  <a:pt x="203684" y="209463"/>
                  <a:pt x="200166" y="210978"/>
                  <a:pt x="196142" y="210978"/>
                </a:cubicBezTo>
                <a:close/>
                <a:moveTo>
                  <a:pt x="45266" y="80716"/>
                </a:moveTo>
                <a:lnTo>
                  <a:pt x="196142" y="80716"/>
                </a:lnTo>
                <a:lnTo>
                  <a:pt x="196142" y="45266"/>
                </a:lnTo>
                <a:lnTo>
                  <a:pt x="45266" y="45266"/>
                </a:lnTo>
                <a:lnTo>
                  <a:pt x="45266" y="80716"/>
                </a:lnTo>
                <a:close/>
                <a:moveTo>
                  <a:pt x="77951" y="95807"/>
                </a:moveTo>
                <a:lnTo>
                  <a:pt x="45266" y="95807"/>
                </a:lnTo>
                <a:lnTo>
                  <a:pt x="45266" y="195886"/>
                </a:lnTo>
                <a:lnTo>
                  <a:pt x="77951" y="195886"/>
                </a:lnTo>
                <a:lnTo>
                  <a:pt x="77951" y="95807"/>
                </a:lnTo>
                <a:close/>
                <a:moveTo>
                  <a:pt x="163451" y="95807"/>
                </a:moveTo>
                <a:lnTo>
                  <a:pt x="163451" y="195886"/>
                </a:lnTo>
                <a:lnTo>
                  <a:pt x="196142" y="195886"/>
                </a:lnTo>
                <a:lnTo>
                  <a:pt x="196142" y="95807"/>
                </a:lnTo>
                <a:lnTo>
                  <a:pt x="163451" y="95807"/>
                </a:lnTo>
                <a:close/>
                <a:moveTo>
                  <a:pt x="148360" y="95807"/>
                </a:moveTo>
                <a:lnTo>
                  <a:pt x="93042" y="95807"/>
                </a:lnTo>
                <a:lnTo>
                  <a:pt x="93042" y="195886"/>
                </a:lnTo>
                <a:lnTo>
                  <a:pt x="148360" y="195886"/>
                </a:lnTo>
                <a:lnTo>
                  <a:pt x="148360" y="95807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5" name="圖說"/>
          <p:cNvSpPr/>
          <p:nvPr/>
        </p:nvSpPr>
        <p:spPr>
          <a:xfrm>
            <a:off x="441827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</a:t>
            </a:r>
            <a:endParaRPr lang="en-US" sz="600" dirty="0"/>
          </a:p>
        </p:txBody>
      </p:sp>
      <p:sp>
        <p:nvSpPr>
          <p:cNvPr id="106" name="圖示 上升"/>
          <p:cNvSpPr/>
          <p:nvPr/>
        </p:nvSpPr>
        <p:spPr>
          <a:xfrm>
            <a:off x="4977866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5647" y="178037"/>
                </a:moveTo>
                <a:cubicBezTo>
                  <a:pt x="24140" y="176523"/>
                  <a:pt x="23387" y="174767"/>
                  <a:pt x="23387" y="172756"/>
                </a:cubicBezTo>
                <a:cubicBezTo>
                  <a:pt x="23387" y="170576"/>
                  <a:pt x="24140" y="168732"/>
                  <a:pt x="25647" y="167218"/>
                </a:cubicBezTo>
                <a:lnTo>
                  <a:pt x="82984" y="110138"/>
                </a:lnTo>
                <a:cubicBezTo>
                  <a:pt x="85829" y="107292"/>
                  <a:pt x="89355" y="105866"/>
                  <a:pt x="93547" y="105866"/>
                </a:cubicBezTo>
                <a:cubicBezTo>
                  <a:pt x="97731" y="105866"/>
                  <a:pt x="101257" y="107292"/>
                  <a:pt x="104103" y="110138"/>
                </a:cubicBezTo>
                <a:lnTo>
                  <a:pt x="135536" y="141571"/>
                </a:lnTo>
                <a:lnTo>
                  <a:pt x="196142" y="80972"/>
                </a:lnTo>
                <a:lnTo>
                  <a:pt x="171746" y="80972"/>
                </a:lnTo>
                <a:cubicBezTo>
                  <a:pt x="169566" y="80972"/>
                  <a:pt x="167811" y="80218"/>
                  <a:pt x="166465" y="78704"/>
                </a:cubicBezTo>
                <a:cubicBezTo>
                  <a:pt x="164958" y="77366"/>
                  <a:pt x="164204" y="75603"/>
                  <a:pt x="164204" y="73430"/>
                </a:cubicBezTo>
                <a:cubicBezTo>
                  <a:pt x="164204" y="71250"/>
                  <a:pt x="164958" y="69487"/>
                  <a:pt x="166465" y="68148"/>
                </a:cubicBezTo>
                <a:cubicBezTo>
                  <a:pt x="167811" y="66634"/>
                  <a:pt x="169566" y="65881"/>
                  <a:pt x="171746" y="65881"/>
                </a:cubicBezTo>
                <a:lnTo>
                  <a:pt x="213743" y="65881"/>
                </a:lnTo>
                <a:cubicBezTo>
                  <a:pt x="215923" y="65881"/>
                  <a:pt x="217678" y="66634"/>
                  <a:pt x="219024" y="68148"/>
                </a:cubicBezTo>
                <a:cubicBezTo>
                  <a:pt x="220531" y="69487"/>
                  <a:pt x="221285" y="71250"/>
                  <a:pt x="221285" y="73430"/>
                </a:cubicBezTo>
                <a:lnTo>
                  <a:pt x="221285" y="115419"/>
                </a:lnTo>
                <a:cubicBezTo>
                  <a:pt x="221285" y="117431"/>
                  <a:pt x="220612" y="119194"/>
                  <a:pt x="219273" y="120701"/>
                </a:cubicBezTo>
                <a:cubicBezTo>
                  <a:pt x="217766" y="122208"/>
                  <a:pt x="216003" y="122961"/>
                  <a:pt x="213992" y="122961"/>
                </a:cubicBezTo>
                <a:cubicBezTo>
                  <a:pt x="211980" y="122961"/>
                  <a:pt x="210224" y="122208"/>
                  <a:pt x="208710" y="120701"/>
                </a:cubicBezTo>
                <a:cubicBezTo>
                  <a:pt x="207203" y="119194"/>
                  <a:pt x="206450" y="117431"/>
                  <a:pt x="206450" y="115419"/>
                </a:cubicBezTo>
                <a:lnTo>
                  <a:pt x="206450" y="92033"/>
                </a:lnTo>
                <a:lnTo>
                  <a:pt x="145850" y="152383"/>
                </a:lnTo>
                <a:cubicBezTo>
                  <a:pt x="142998" y="155236"/>
                  <a:pt x="139479" y="156662"/>
                  <a:pt x="135287" y="156662"/>
                </a:cubicBezTo>
                <a:cubicBezTo>
                  <a:pt x="131096" y="156662"/>
                  <a:pt x="127577" y="155236"/>
                  <a:pt x="124724" y="152383"/>
                </a:cubicBezTo>
                <a:lnTo>
                  <a:pt x="93291" y="121206"/>
                </a:lnTo>
                <a:lnTo>
                  <a:pt x="36459" y="178037"/>
                </a:lnTo>
                <a:cubicBezTo>
                  <a:pt x="34952" y="179544"/>
                  <a:pt x="33196" y="180298"/>
                  <a:pt x="31185" y="180298"/>
                </a:cubicBezTo>
                <a:cubicBezTo>
                  <a:pt x="29005" y="180298"/>
                  <a:pt x="27161" y="179544"/>
                  <a:pt x="25647" y="178037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圖說"/>
          <p:cNvSpPr/>
          <p:nvPr/>
        </p:nvSpPr>
        <p:spPr>
          <a:xfrm>
            <a:off x="486204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上升</a:t>
            </a:r>
            <a:endParaRPr lang="en-US" sz="600" dirty="0"/>
          </a:p>
        </p:txBody>
      </p:sp>
      <p:sp>
        <p:nvSpPr>
          <p:cNvPr id="108" name="圖示 下降"/>
          <p:cNvSpPr/>
          <p:nvPr/>
        </p:nvSpPr>
        <p:spPr>
          <a:xfrm>
            <a:off x="542164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6142" y="165967"/>
                </a:moveTo>
                <a:lnTo>
                  <a:pt x="135536" y="105361"/>
                </a:lnTo>
                <a:lnTo>
                  <a:pt x="104103" y="136794"/>
                </a:lnTo>
                <a:cubicBezTo>
                  <a:pt x="101257" y="139647"/>
                  <a:pt x="97731" y="141066"/>
                  <a:pt x="93547" y="141066"/>
                </a:cubicBezTo>
                <a:cubicBezTo>
                  <a:pt x="89355" y="141066"/>
                  <a:pt x="85829" y="139647"/>
                  <a:pt x="82984" y="136794"/>
                </a:cubicBezTo>
                <a:lnTo>
                  <a:pt x="25647" y="79465"/>
                </a:lnTo>
                <a:cubicBezTo>
                  <a:pt x="24140" y="77951"/>
                  <a:pt x="23387" y="76195"/>
                  <a:pt x="23387" y="74183"/>
                </a:cubicBezTo>
                <a:cubicBezTo>
                  <a:pt x="23387" y="72004"/>
                  <a:pt x="24140" y="70160"/>
                  <a:pt x="25647" y="68646"/>
                </a:cubicBezTo>
                <a:cubicBezTo>
                  <a:pt x="27161" y="67139"/>
                  <a:pt x="29005" y="66385"/>
                  <a:pt x="31185" y="66385"/>
                </a:cubicBezTo>
                <a:cubicBezTo>
                  <a:pt x="33196" y="66385"/>
                  <a:pt x="34952" y="67139"/>
                  <a:pt x="36459" y="68646"/>
                </a:cubicBezTo>
                <a:lnTo>
                  <a:pt x="93291" y="125734"/>
                </a:lnTo>
                <a:lnTo>
                  <a:pt x="124724" y="94300"/>
                </a:lnTo>
                <a:cubicBezTo>
                  <a:pt x="127577" y="91447"/>
                  <a:pt x="131096" y="90021"/>
                  <a:pt x="135287" y="90021"/>
                </a:cubicBezTo>
                <a:cubicBezTo>
                  <a:pt x="139479" y="90021"/>
                  <a:pt x="142998" y="91447"/>
                  <a:pt x="145850" y="94300"/>
                </a:cubicBezTo>
                <a:lnTo>
                  <a:pt x="206450" y="154899"/>
                </a:lnTo>
                <a:lnTo>
                  <a:pt x="206450" y="131264"/>
                </a:lnTo>
                <a:cubicBezTo>
                  <a:pt x="206450" y="129252"/>
                  <a:pt x="207203" y="127489"/>
                  <a:pt x="208710" y="125982"/>
                </a:cubicBezTo>
                <a:cubicBezTo>
                  <a:pt x="210224" y="124644"/>
                  <a:pt x="211980" y="123971"/>
                  <a:pt x="213992" y="123971"/>
                </a:cubicBezTo>
                <a:cubicBezTo>
                  <a:pt x="216003" y="123971"/>
                  <a:pt x="217766" y="124644"/>
                  <a:pt x="219273" y="125982"/>
                </a:cubicBezTo>
                <a:cubicBezTo>
                  <a:pt x="220612" y="127489"/>
                  <a:pt x="221285" y="129252"/>
                  <a:pt x="221285" y="131264"/>
                </a:cubicBezTo>
                <a:lnTo>
                  <a:pt x="221285" y="173509"/>
                </a:lnTo>
                <a:cubicBezTo>
                  <a:pt x="221285" y="175689"/>
                  <a:pt x="220531" y="177445"/>
                  <a:pt x="219024" y="178791"/>
                </a:cubicBezTo>
                <a:cubicBezTo>
                  <a:pt x="217678" y="180298"/>
                  <a:pt x="215923" y="181051"/>
                  <a:pt x="213743" y="181051"/>
                </a:cubicBezTo>
                <a:lnTo>
                  <a:pt x="171746" y="181051"/>
                </a:lnTo>
                <a:cubicBezTo>
                  <a:pt x="169566" y="181051"/>
                  <a:pt x="167811" y="180298"/>
                  <a:pt x="166465" y="178791"/>
                </a:cubicBezTo>
                <a:cubicBezTo>
                  <a:pt x="164958" y="177445"/>
                  <a:pt x="164204" y="175689"/>
                  <a:pt x="164204" y="173509"/>
                </a:cubicBezTo>
                <a:cubicBezTo>
                  <a:pt x="164204" y="171329"/>
                  <a:pt x="164958" y="169566"/>
                  <a:pt x="166465" y="168228"/>
                </a:cubicBezTo>
                <a:cubicBezTo>
                  <a:pt x="167811" y="166721"/>
                  <a:pt x="169566" y="165967"/>
                  <a:pt x="171746" y="165967"/>
                </a:cubicBezTo>
                <a:lnTo>
                  <a:pt x="196142" y="165967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9" name="圖說"/>
          <p:cNvSpPr/>
          <p:nvPr/>
        </p:nvSpPr>
        <p:spPr>
          <a:xfrm>
            <a:off x="530582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下降</a:t>
            </a:r>
            <a:endParaRPr lang="en-US" sz="600" dirty="0"/>
          </a:p>
        </p:txBody>
      </p:sp>
      <p:sp>
        <p:nvSpPr>
          <p:cNvPr id="110" name="圖示 時間軸"/>
          <p:cNvSpPr/>
          <p:nvPr/>
        </p:nvSpPr>
        <p:spPr>
          <a:xfrm>
            <a:off x="586541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7659" y="181051"/>
                </a:moveTo>
                <a:cubicBezTo>
                  <a:pt x="22801" y="181051"/>
                  <a:pt x="18690" y="179288"/>
                  <a:pt x="15340" y="175770"/>
                </a:cubicBezTo>
                <a:cubicBezTo>
                  <a:pt x="11821" y="172419"/>
                  <a:pt x="10058" y="168308"/>
                  <a:pt x="10058" y="163451"/>
                </a:cubicBezTo>
                <a:cubicBezTo>
                  <a:pt x="10058" y="158586"/>
                  <a:pt x="11734" y="154482"/>
                  <a:pt x="15091" y="151125"/>
                </a:cubicBezTo>
                <a:cubicBezTo>
                  <a:pt x="18610" y="147606"/>
                  <a:pt x="22801" y="145850"/>
                  <a:pt x="27659" y="145850"/>
                </a:cubicBezTo>
                <a:cubicBezTo>
                  <a:pt x="28500" y="145850"/>
                  <a:pt x="29334" y="145931"/>
                  <a:pt x="30175" y="146099"/>
                </a:cubicBezTo>
                <a:cubicBezTo>
                  <a:pt x="31016" y="146099"/>
                  <a:pt x="32106" y="146267"/>
                  <a:pt x="33445" y="146604"/>
                </a:cubicBezTo>
                <a:lnTo>
                  <a:pt x="83737" y="96312"/>
                </a:lnTo>
                <a:cubicBezTo>
                  <a:pt x="83401" y="94966"/>
                  <a:pt x="83232" y="93876"/>
                  <a:pt x="83232" y="93042"/>
                </a:cubicBezTo>
                <a:cubicBezTo>
                  <a:pt x="83064" y="92201"/>
                  <a:pt x="82984" y="91367"/>
                  <a:pt x="82984" y="90526"/>
                </a:cubicBezTo>
                <a:cubicBezTo>
                  <a:pt x="82984" y="85661"/>
                  <a:pt x="84739" y="81477"/>
                  <a:pt x="88265" y="77951"/>
                </a:cubicBezTo>
                <a:cubicBezTo>
                  <a:pt x="91616" y="74600"/>
                  <a:pt x="95719" y="72925"/>
                  <a:pt x="100584" y="72925"/>
                </a:cubicBezTo>
                <a:cubicBezTo>
                  <a:pt x="105449" y="72925"/>
                  <a:pt x="109640" y="74681"/>
                  <a:pt x="113159" y="78207"/>
                </a:cubicBezTo>
                <a:cubicBezTo>
                  <a:pt x="116509" y="81557"/>
                  <a:pt x="118184" y="85661"/>
                  <a:pt x="118184" y="90526"/>
                </a:cubicBezTo>
                <a:cubicBezTo>
                  <a:pt x="118184" y="90862"/>
                  <a:pt x="117936" y="92786"/>
                  <a:pt x="117431" y="96312"/>
                </a:cubicBezTo>
                <a:lnTo>
                  <a:pt x="145090" y="123971"/>
                </a:lnTo>
                <a:cubicBezTo>
                  <a:pt x="146436" y="123634"/>
                  <a:pt x="147526" y="123466"/>
                  <a:pt x="148360" y="123466"/>
                </a:cubicBezTo>
                <a:cubicBezTo>
                  <a:pt x="149201" y="123298"/>
                  <a:pt x="150035" y="123217"/>
                  <a:pt x="150876" y="123217"/>
                </a:cubicBezTo>
                <a:cubicBezTo>
                  <a:pt x="151717" y="123217"/>
                  <a:pt x="152551" y="123298"/>
                  <a:pt x="153392" y="123466"/>
                </a:cubicBezTo>
                <a:cubicBezTo>
                  <a:pt x="154226" y="123466"/>
                  <a:pt x="155316" y="123634"/>
                  <a:pt x="156662" y="123971"/>
                </a:cubicBezTo>
                <a:lnTo>
                  <a:pt x="196896" y="83737"/>
                </a:lnTo>
                <a:cubicBezTo>
                  <a:pt x="196559" y="82398"/>
                  <a:pt x="196391" y="81308"/>
                  <a:pt x="196391" y="80467"/>
                </a:cubicBezTo>
                <a:cubicBezTo>
                  <a:pt x="196223" y="79626"/>
                  <a:pt x="196142" y="78792"/>
                  <a:pt x="196142" y="77951"/>
                </a:cubicBezTo>
                <a:cubicBezTo>
                  <a:pt x="196142" y="73093"/>
                  <a:pt x="197898" y="68902"/>
                  <a:pt x="201417" y="65383"/>
                </a:cubicBezTo>
                <a:cubicBezTo>
                  <a:pt x="204774" y="62026"/>
                  <a:pt x="208878" y="60350"/>
                  <a:pt x="213743" y="60350"/>
                </a:cubicBezTo>
                <a:cubicBezTo>
                  <a:pt x="218600" y="60350"/>
                  <a:pt x="222792" y="62113"/>
                  <a:pt x="226318" y="65632"/>
                </a:cubicBezTo>
                <a:cubicBezTo>
                  <a:pt x="229668" y="68982"/>
                  <a:pt x="231343" y="73093"/>
                  <a:pt x="231343" y="77951"/>
                </a:cubicBezTo>
                <a:cubicBezTo>
                  <a:pt x="231343" y="82815"/>
                  <a:pt x="229668" y="87007"/>
                  <a:pt x="226318" y="90526"/>
                </a:cubicBezTo>
                <a:cubicBezTo>
                  <a:pt x="222792" y="93876"/>
                  <a:pt x="218600" y="95558"/>
                  <a:pt x="213743" y="95558"/>
                </a:cubicBezTo>
                <a:cubicBezTo>
                  <a:pt x="212902" y="95558"/>
                  <a:pt x="212068" y="95558"/>
                  <a:pt x="211226" y="95558"/>
                </a:cubicBezTo>
                <a:cubicBezTo>
                  <a:pt x="210385" y="95390"/>
                  <a:pt x="209295" y="95134"/>
                  <a:pt x="207957" y="94798"/>
                </a:cubicBezTo>
                <a:lnTo>
                  <a:pt x="167723" y="135031"/>
                </a:lnTo>
                <a:cubicBezTo>
                  <a:pt x="168059" y="136377"/>
                  <a:pt x="168308" y="137467"/>
                  <a:pt x="168476" y="138301"/>
                </a:cubicBezTo>
                <a:cubicBezTo>
                  <a:pt x="168476" y="139142"/>
                  <a:pt x="168476" y="139976"/>
                  <a:pt x="168476" y="140818"/>
                </a:cubicBezTo>
                <a:cubicBezTo>
                  <a:pt x="168476" y="145682"/>
                  <a:pt x="166721" y="149874"/>
                  <a:pt x="163195" y="153392"/>
                </a:cubicBezTo>
                <a:cubicBezTo>
                  <a:pt x="159844" y="156743"/>
                  <a:pt x="155741" y="158418"/>
                  <a:pt x="150876" y="158418"/>
                </a:cubicBezTo>
                <a:cubicBezTo>
                  <a:pt x="146011" y="158418"/>
                  <a:pt x="141908" y="156743"/>
                  <a:pt x="138557" y="153392"/>
                </a:cubicBezTo>
                <a:cubicBezTo>
                  <a:pt x="135031" y="149874"/>
                  <a:pt x="133276" y="145682"/>
                  <a:pt x="133276" y="140818"/>
                </a:cubicBezTo>
                <a:cubicBezTo>
                  <a:pt x="133276" y="139976"/>
                  <a:pt x="133356" y="139142"/>
                  <a:pt x="133524" y="138301"/>
                </a:cubicBezTo>
                <a:cubicBezTo>
                  <a:pt x="133524" y="137467"/>
                  <a:pt x="133693" y="136377"/>
                  <a:pt x="134029" y="135031"/>
                </a:cubicBezTo>
                <a:lnTo>
                  <a:pt x="106370" y="107373"/>
                </a:lnTo>
                <a:cubicBezTo>
                  <a:pt x="105024" y="107709"/>
                  <a:pt x="103934" y="107958"/>
                  <a:pt x="103100" y="108126"/>
                </a:cubicBezTo>
                <a:cubicBezTo>
                  <a:pt x="102259" y="108126"/>
                  <a:pt x="101425" y="108126"/>
                  <a:pt x="100584" y="108126"/>
                </a:cubicBezTo>
                <a:cubicBezTo>
                  <a:pt x="100248" y="108126"/>
                  <a:pt x="98324" y="107877"/>
                  <a:pt x="94798" y="107373"/>
                </a:cubicBezTo>
                <a:lnTo>
                  <a:pt x="44506" y="157665"/>
                </a:lnTo>
                <a:cubicBezTo>
                  <a:pt x="44842" y="159003"/>
                  <a:pt x="45098" y="160093"/>
                  <a:pt x="45266" y="160934"/>
                </a:cubicBezTo>
                <a:cubicBezTo>
                  <a:pt x="45266" y="161776"/>
                  <a:pt x="45266" y="162610"/>
                  <a:pt x="45266" y="163451"/>
                </a:cubicBezTo>
                <a:cubicBezTo>
                  <a:pt x="45266" y="168308"/>
                  <a:pt x="43503" y="172500"/>
                  <a:pt x="39985" y="176026"/>
                </a:cubicBezTo>
                <a:cubicBezTo>
                  <a:pt x="36627" y="179376"/>
                  <a:pt x="32523" y="181051"/>
                  <a:pt x="27659" y="18105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1" name="圖說"/>
          <p:cNvSpPr/>
          <p:nvPr/>
        </p:nvSpPr>
        <p:spPr>
          <a:xfrm>
            <a:off x="574960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時間軸</a:t>
            </a:r>
            <a:endParaRPr lang="en-US" sz="600" dirty="0"/>
          </a:p>
        </p:txBody>
      </p:sp>
      <p:sp>
        <p:nvSpPr>
          <p:cNvPr id="112" name="圖示 效能"/>
          <p:cNvSpPr/>
          <p:nvPr/>
        </p:nvSpPr>
        <p:spPr>
          <a:xfrm>
            <a:off x="630919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9194" y="165206"/>
                </a:moveTo>
                <a:cubicBezTo>
                  <a:pt x="126399" y="164877"/>
                  <a:pt x="131681" y="162105"/>
                  <a:pt x="135031" y="156911"/>
                </a:cubicBezTo>
                <a:lnTo>
                  <a:pt x="180049" y="86502"/>
                </a:lnTo>
                <a:cubicBezTo>
                  <a:pt x="181219" y="84659"/>
                  <a:pt x="181132" y="83064"/>
                  <a:pt x="179793" y="81725"/>
                </a:cubicBezTo>
                <a:cubicBezTo>
                  <a:pt x="178286" y="80218"/>
                  <a:pt x="176611" y="80050"/>
                  <a:pt x="174767" y="81221"/>
                </a:cubicBezTo>
                <a:lnTo>
                  <a:pt x="105112" y="126736"/>
                </a:lnTo>
                <a:cubicBezTo>
                  <a:pt x="100079" y="130086"/>
                  <a:pt x="97402" y="135456"/>
                  <a:pt x="97065" y="142829"/>
                </a:cubicBezTo>
                <a:cubicBezTo>
                  <a:pt x="96729" y="150203"/>
                  <a:pt x="98492" y="155821"/>
                  <a:pt x="102347" y="159676"/>
                </a:cubicBezTo>
                <a:cubicBezTo>
                  <a:pt x="106202" y="163531"/>
                  <a:pt x="111813" y="165375"/>
                  <a:pt x="119194" y="165206"/>
                </a:cubicBezTo>
                <a:close/>
                <a:moveTo>
                  <a:pt x="120196" y="40482"/>
                </a:moveTo>
                <a:cubicBezTo>
                  <a:pt x="127745" y="40482"/>
                  <a:pt x="135704" y="41492"/>
                  <a:pt x="144087" y="43503"/>
                </a:cubicBezTo>
                <a:cubicBezTo>
                  <a:pt x="152302" y="45515"/>
                  <a:pt x="160430" y="48785"/>
                  <a:pt x="168476" y="53313"/>
                </a:cubicBezTo>
                <a:cubicBezTo>
                  <a:pt x="170320" y="54484"/>
                  <a:pt x="171578" y="56078"/>
                  <a:pt x="172251" y="58090"/>
                </a:cubicBezTo>
                <a:cubicBezTo>
                  <a:pt x="172924" y="60270"/>
                  <a:pt x="172588" y="62282"/>
                  <a:pt x="171242" y="64125"/>
                </a:cubicBezTo>
                <a:cubicBezTo>
                  <a:pt x="169903" y="65968"/>
                  <a:pt x="168228" y="67058"/>
                  <a:pt x="166216" y="67395"/>
                </a:cubicBezTo>
                <a:cubicBezTo>
                  <a:pt x="164036" y="67556"/>
                  <a:pt x="161944" y="67139"/>
                  <a:pt x="159932" y="66137"/>
                </a:cubicBezTo>
                <a:cubicBezTo>
                  <a:pt x="153056" y="62443"/>
                  <a:pt x="146099" y="59765"/>
                  <a:pt x="139055" y="58090"/>
                </a:cubicBezTo>
                <a:cubicBezTo>
                  <a:pt x="131849" y="56408"/>
                  <a:pt x="125565" y="55574"/>
                  <a:pt x="120196" y="55574"/>
                </a:cubicBezTo>
                <a:cubicBezTo>
                  <a:pt x="96729" y="55574"/>
                  <a:pt x="76693" y="63957"/>
                  <a:pt x="60102" y="80716"/>
                </a:cubicBezTo>
                <a:cubicBezTo>
                  <a:pt x="43503" y="97482"/>
                  <a:pt x="35208" y="117848"/>
                  <a:pt x="35208" y="141827"/>
                </a:cubicBezTo>
                <a:cubicBezTo>
                  <a:pt x="35208" y="149369"/>
                  <a:pt x="36291" y="156992"/>
                  <a:pt x="38471" y="164709"/>
                </a:cubicBezTo>
                <a:cubicBezTo>
                  <a:pt x="40482" y="172419"/>
                  <a:pt x="43416" y="179544"/>
                  <a:pt x="47278" y="186084"/>
                </a:cubicBezTo>
                <a:lnTo>
                  <a:pt x="192873" y="186084"/>
                </a:lnTo>
                <a:cubicBezTo>
                  <a:pt x="196559" y="180049"/>
                  <a:pt x="199493" y="173004"/>
                  <a:pt x="201673" y="164958"/>
                </a:cubicBezTo>
                <a:cubicBezTo>
                  <a:pt x="203853" y="156911"/>
                  <a:pt x="204943" y="149033"/>
                  <a:pt x="204943" y="141322"/>
                </a:cubicBezTo>
                <a:cubicBezTo>
                  <a:pt x="204943" y="135456"/>
                  <a:pt x="204189" y="129164"/>
                  <a:pt x="202675" y="122464"/>
                </a:cubicBezTo>
                <a:cubicBezTo>
                  <a:pt x="201168" y="115587"/>
                  <a:pt x="198652" y="109048"/>
                  <a:pt x="195133" y="102844"/>
                </a:cubicBezTo>
                <a:cubicBezTo>
                  <a:pt x="193963" y="101001"/>
                  <a:pt x="193538" y="98989"/>
                  <a:pt x="193875" y="96809"/>
                </a:cubicBezTo>
                <a:cubicBezTo>
                  <a:pt x="194043" y="94629"/>
                  <a:pt x="195052" y="92954"/>
                  <a:pt x="196896" y="91784"/>
                </a:cubicBezTo>
                <a:cubicBezTo>
                  <a:pt x="198739" y="90445"/>
                  <a:pt x="200663" y="90109"/>
                  <a:pt x="202675" y="90774"/>
                </a:cubicBezTo>
                <a:cubicBezTo>
                  <a:pt x="204855" y="91447"/>
                  <a:pt x="206450" y="92786"/>
                  <a:pt x="207452" y="94798"/>
                </a:cubicBezTo>
                <a:cubicBezTo>
                  <a:pt x="211307" y="102347"/>
                  <a:pt x="214328" y="109889"/>
                  <a:pt x="216508" y="117431"/>
                </a:cubicBezTo>
                <a:cubicBezTo>
                  <a:pt x="218520" y="124805"/>
                  <a:pt x="219690" y="132266"/>
                  <a:pt x="220027" y="139815"/>
                </a:cubicBezTo>
                <a:cubicBezTo>
                  <a:pt x="220363" y="149874"/>
                  <a:pt x="219354" y="159340"/>
                  <a:pt x="217013" y="168228"/>
                </a:cubicBezTo>
                <a:cubicBezTo>
                  <a:pt x="214665" y="177108"/>
                  <a:pt x="211226" y="185323"/>
                  <a:pt x="206698" y="192873"/>
                </a:cubicBezTo>
                <a:cubicBezTo>
                  <a:pt x="204687" y="196728"/>
                  <a:pt x="202594" y="199076"/>
                  <a:pt x="200415" y="199910"/>
                </a:cubicBezTo>
                <a:cubicBezTo>
                  <a:pt x="198066" y="200751"/>
                  <a:pt x="195213" y="201168"/>
                  <a:pt x="191863" y="201168"/>
                </a:cubicBezTo>
                <a:lnTo>
                  <a:pt x="48280" y="201168"/>
                </a:lnTo>
                <a:cubicBezTo>
                  <a:pt x="45427" y="201168"/>
                  <a:pt x="42662" y="200495"/>
                  <a:pt x="39985" y="199156"/>
                </a:cubicBezTo>
                <a:cubicBezTo>
                  <a:pt x="37132" y="197649"/>
                  <a:pt x="35040" y="195550"/>
                  <a:pt x="33694" y="192873"/>
                </a:cubicBezTo>
                <a:cubicBezTo>
                  <a:pt x="29334" y="184826"/>
                  <a:pt x="25984" y="176691"/>
                  <a:pt x="23635" y="168476"/>
                </a:cubicBezTo>
                <a:cubicBezTo>
                  <a:pt x="21287" y="160093"/>
                  <a:pt x="20117" y="151212"/>
                  <a:pt x="20117" y="141827"/>
                </a:cubicBezTo>
                <a:cubicBezTo>
                  <a:pt x="20117" y="127906"/>
                  <a:pt x="22801" y="114834"/>
                  <a:pt x="28164" y="102596"/>
                </a:cubicBezTo>
                <a:cubicBezTo>
                  <a:pt x="33357" y="90189"/>
                  <a:pt x="40482" y="79465"/>
                  <a:pt x="49539" y="70409"/>
                </a:cubicBezTo>
                <a:cubicBezTo>
                  <a:pt x="58587" y="61192"/>
                  <a:pt x="69238" y="53898"/>
                  <a:pt x="81477" y="48529"/>
                </a:cubicBezTo>
                <a:cubicBezTo>
                  <a:pt x="93547" y="43167"/>
                  <a:pt x="106451" y="40482"/>
                  <a:pt x="120196" y="40482"/>
                </a:cubicBezTo>
                <a:close/>
                <a:moveTo>
                  <a:pt x="117936" y="123722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圖說"/>
          <p:cNvSpPr/>
          <p:nvPr/>
        </p:nvSpPr>
        <p:spPr>
          <a:xfrm>
            <a:off x="6193378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</a:t>
            </a:r>
            <a:endParaRPr lang="en-US" sz="600" dirty="0"/>
          </a:p>
        </p:txBody>
      </p:sp>
      <p:sp>
        <p:nvSpPr>
          <p:cNvPr id="114" name="圖示 儀表板"/>
          <p:cNvSpPr/>
          <p:nvPr/>
        </p:nvSpPr>
        <p:spPr>
          <a:xfrm>
            <a:off x="675297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8243" y="90526"/>
                </a:moveTo>
                <a:lnTo>
                  <a:pt x="128243" y="37717"/>
                </a:lnTo>
                <a:cubicBezTo>
                  <a:pt x="128243" y="35537"/>
                  <a:pt x="128996" y="33782"/>
                  <a:pt x="130510" y="32436"/>
                </a:cubicBezTo>
                <a:cubicBezTo>
                  <a:pt x="131849" y="30929"/>
                  <a:pt x="133612" y="30175"/>
                  <a:pt x="135792" y="30175"/>
                </a:cubicBezTo>
                <a:lnTo>
                  <a:pt x="203684" y="30175"/>
                </a:lnTo>
                <a:cubicBezTo>
                  <a:pt x="205864" y="30175"/>
                  <a:pt x="207620" y="30929"/>
                  <a:pt x="208966" y="32436"/>
                </a:cubicBezTo>
                <a:cubicBezTo>
                  <a:pt x="210473" y="33782"/>
                  <a:pt x="211226" y="35537"/>
                  <a:pt x="211226" y="37717"/>
                </a:cubicBezTo>
                <a:lnTo>
                  <a:pt x="211226" y="90526"/>
                </a:lnTo>
                <a:cubicBezTo>
                  <a:pt x="211226" y="92706"/>
                  <a:pt x="210473" y="94468"/>
                  <a:pt x="208966" y="95807"/>
                </a:cubicBezTo>
                <a:cubicBezTo>
                  <a:pt x="207620" y="97314"/>
                  <a:pt x="205864" y="98068"/>
                  <a:pt x="203684" y="98068"/>
                </a:cubicBezTo>
                <a:lnTo>
                  <a:pt x="135792" y="98068"/>
                </a:lnTo>
                <a:cubicBezTo>
                  <a:pt x="133612" y="98068"/>
                  <a:pt x="131849" y="97314"/>
                  <a:pt x="130510" y="95807"/>
                </a:cubicBezTo>
                <a:cubicBezTo>
                  <a:pt x="128996" y="94468"/>
                  <a:pt x="128243" y="92706"/>
                  <a:pt x="128243" y="90526"/>
                </a:cubicBezTo>
                <a:close/>
                <a:moveTo>
                  <a:pt x="30175" y="120701"/>
                </a:moveTo>
                <a:lnTo>
                  <a:pt x="30175" y="37717"/>
                </a:lnTo>
                <a:cubicBezTo>
                  <a:pt x="30175" y="35537"/>
                  <a:pt x="30929" y="33782"/>
                  <a:pt x="32436" y="32436"/>
                </a:cubicBezTo>
                <a:cubicBezTo>
                  <a:pt x="33782" y="30929"/>
                  <a:pt x="35537" y="30175"/>
                  <a:pt x="37717" y="30175"/>
                </a:cubicBezTo>
                <a:lnTo>
                  <a:pt x="105617" y="30175"/>
                </a:lnTo>
                <a:cubicBezTo>
                  <a:pt x="107789" y="30175"/>
                  <a:pt x="109552" y="30929"/>
                  <a:pt x="110891" y="32436"/>
                </a:cubicBezTo>
                <a:cubicBezTo>
                  <a:pt x="112405" y="33782"/>
                  <a:pt x="113159" y="35537"/>
                  <a:pt x="113159" y="37717"/>
                </a:cubicBezTo>
                <a:lnTo>
                  <a:pt x="113159" y="120701"/>
                </a:lnTo>
                <a:cubicBezTo>
                  <a:pt x="113159" y="122881"/>
                  <a:pt x="112405" y="124644"/>
                  <a:pt x="110891" y="125982"/>
                </a:cubicBezTo>
                <a:cubicBezTo>
                  <a:pt x="109552" y="127489"/>
                  <a:pt x="107789" y="128243"/>
                  <a:pt x="105617" y="128243"/>
                </a:cubicBezTo>
                <a:lnTo>
                  <a:pt x="37717" y="128243"/>
                </a:lnTo>
                <a:cubicBezTo>
                  <a:pt x="35537" y="128243"/>
                  <a:pt x="33782" y="127489"/>
                  <a:pt x="32436" y="125982"/>
                </a:cubicBezTo>
                <a:cubicBezTo>
                  <a:pt x="30929" y="124644"/>
                  <a:pt x="30175" y="122881"/>
                  <a:pt x="30175" y="120701"/>
                </a:cubicBezTo>
                <a:close/>
                <a:moveTo>
                  <a:pt x="128243" y="203684"/>
                </a:moveTo>
                <a:lnTo>
                  <a:pt x="128243" y="120701"/>
                </a:lnTo>
                <a:cubicBezTo>
                  <a:pt x="128243" y="118521"/>
                  <a:pt x="128996" y="116758"/>
                  <a:pt x="130510" y="115419"/>
                </a:cubicBezTo>
                <a:cubicBezTo>
                  <a:pt x="131849" y="113912"/>
                  <a:pt x="133612" y="113159"/>
                  <a:pt x="135792" y="113159"/>
                </a:cubicBezTo>
                <a:lnTo>
                  <a:pt x="203684" y="113159"/>
                </a:lnTo>
                <a:cubicBezTo>
                  <a:pt x="205864" y="113159"/>
                  <a:pt x="207620" y="113912"/>
                  <a:pt x="208966" y="115419"/>
                </a:cubicBezTo>
                <a:cubicBezTo>
                  <a:pt x="210473" y="116758"/>
                  <a:pt x="211226" y="118521"/>
                  <a:pt x="211226" y="120701"/>
                </a:cubicBezTo>
                <a:lnTo>
                  <a:pt x="211226" y="203684"/>
                </a:lnTo>
                <a:cubicBezTo>
                  <a:pt x="211226" y="205864"/>
                  <a:pt x="210473" y="207620"/>
                  <a:pt x="208966" y="208966"/>
                </a:cubicBezTo>
                <a:cubicBezTo>
                  <a:pt x="207620" y="210473"/>
                  <a:pt x="205864" y="211226"/>
                  <a:pt x="203684" y="211226"/>
                </a:cubicBezTo>
                <a:lnTo>
                  <a:pt x="135792" y="211226"/>
                </a:lnTo>
                <a:cubicBezTo>
                  <a:pt x="133612" y="211226"/>
                  <a:pt x="131849" y="210473"/>
                  <a:pt x="130510" y="208966"/>
                </a:cubicBezTo>
                <a:cubicBezTo>
                  <a:pt x="128996" y="207620"/>
                  <a:pt x="128243" y="205864"/>
                  <a:pt x="128243" y="203684"/>
                </a:cubicBezTo>
                <a:close/>
                <a:moveTo>
                  <a:pt x="30175" y="203684"/>
                </a:moveTo>
                <a:lnTo>
                  <a:pt x="30175" y="150876"/>
                </a:lnTo>
                <a:cubicBezTo>
                  <a:pt x="30175" y="148696"/>
                  <a:pt x="30929" y="146933"/>
                  <a:pt x="32436" y="145594"/>
                </a:cubicBezTo>
                <a:cubicBezTo>
                  <a:pt x="33782" y="144087"/>
                  <a:pt x="35537" y="143334"/>
                  <a:pt x="37717" y="143334"/>
                </a:cubicBezTo>
                <a:lnTo>
                  <a:pt x="105617" y="143334"/>
                </a:lnTo>
                <a:cubicBezTo>
                  <a:pt x="107789" y="143334"/>
                  <a:pt x="109552" y="144087"/>
                  <a:pt x="110891" y="145594"/>
                </a:cubicBezTo>
                <a:cubicBezTo>
                  <a:pt x="112405" y="146933"/>
                  <a:pt x="113159" y="148696"/>
                  <a:pt x="113159" y="150876"/>
                </a:cubicBezTo>
                <a:lnTo>
                  <a:pt x="113159" y="203684"/>
                </a:lnTo>
                <a:cubicBezTo>
                  <a:pt x="113159" y="205864"/>
                  <a:pt x="112405" y="207620"/>
                  <a:pt x="110891" y="208966"/>
                </a:cubicBezTo>
                <a:cubicBezTo>
                  <a:pt x="109552" y="210473"/>
                  <a:pt x="107789" y="211226"/>
                  <a:pt x="105617" y="211226"/>
                </a:cubicBezTo>
                <a:lnTo>
                  <a:pt x="37717" y="211226"/>
                </a:lnTo>
                <a:cubicBezTo>
                  <a:pt x="35537" y="211226"/>
                  <a:pt x="33782" y="210473"/>
                  <a:pt x="32436" y="208966"/>
                </a:cubicBezTo>
                <a:cubicBezTo>
                  <a:pt x="30929" y="207620"/>
                  <a:pt x="30175" y="205864"/>
                  <a:pt x="30175" y="203684"/>
                </a:cubicBezTo>
                <a:close/>
                <a:moveTo>
                  <a:pt x="45266" y="113159"/>
                </a:moveTo>
                <a:lnTo>
                  <a:pt x="98068" y="113159"/>
                </a:lnTo>
                <a:lnTo>
                  <a:pt x="98068" y="45266"/>
                </a:lnTo>
                <a:lnTo>
                  <a:pt x="45266" y="45266"/>
                </a:lnTo>
                <a:lnTo>
                  <a:pt x="45266" y="113159"/>
                </a:lnTo>
                <a:close/>
                <a:moveTo>
                  <a:pt x="143334" y="196142"/>
                </a:moveTo>
                <a:lnTo>
                  <a:pt x="196142" y="196142"/>
                </a:lnTo>
                <a:lnTo>
                  <a:pt x="196142" y="128243"/>
                </a:lnTo>
                <a:lnTo>
                  <a:pt x="143334" y="128243"/>
                </a:lnTo>
                <a:lnTo>
                  <a:pt x="143334" y="196142"/>
                </a:lnTo>
                <a:close/>
                <a:moveTo>
                  <a:pt x="143334" y="82984"/>
                </a:moveTo>
                <a:lnTo>
                  <a:pt x="196142" y="82984"/>
                </a:lnTo>
                <a:lnTo>
                  <a:pt x="196142" y="45266"/>
                </a:lnTo>
                <a:lnTo>
                  <a:pt x="143334" y="45266"/>
                </a:lnTo>
                <a:lnTo>
                  <a:pt x="143334" y="82984"/>
                </a:lnTo>
                <a:close/>
                <a:moveTo>
                  <a:pt x="45266" y="196142"/>
                </a:moveTo>
                <a:lnTo>
                  <a:pt x="98068" y="196142"/>
                </a:lnTo>
                <a:lnTo>
                  <a:pt x="98068" y="158418"/>
                </a:lnTo>
                <a:lnTo>
                  <a:pt x="45266" y="158418"/>
                </a:lnTo>
                <a:lnTo>
                  <a:pt x="45266" y="196142"/>
                </a:lnTo>
                <a:close/>
                <a:moveTo>
                  <a:pt x="98068" y="113159"/>
                </a:moveTo>
                <a:close/>
                <a:moveTo>
                  <a:pt x="143334" y="82984"/>
                </a:moveTo>
                <a:close/>
                <a:moveTo>
                  <a:pt x="143334" y="128243"/>
                </a:moveTo>
                <a:close/>
                <a:moveTo>
                  <a:pt x="98068" y="158418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圖說"/>
          <p:cNvSpPr/>
          <p:nvPr/>
        </p:nvSpPr>
        <p:spPr>
          <a:xfrm>
            <a:off x="663715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</a:t>
            </a:r>
            <a:endParaRPr lang="en-US" sz="600" dirty="0"/>
          </a:p>
        </p:txBody>
      </p:sp>
      <p:sp>
        <p:nvSpPr>
          <p:cNvPr id="116" name="圖示 完成"/>
          <p:cNvSpPr/>
          <p:nvPr/>
        </p:nvSpPr>
        <p:spPr>
          <a:xfrm>
            <a:off x="7196749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5866" y="143583"/>
                </a:moveTo>
                <a:lnTo>
                  <a:pt x="81221" y="118938"/>
                </a:lnTo>
                <a:cubicBezTo>
                  <a:pt x="79714" y="117431"/>
                  <a:pt x="77870" y="116677"/>
                  <a:pt x="75690" y="116677"/>
                </a:cubicBezTo>
                <a:cubicBezTo>
                  <a:pt x="73510" y="116677"/>
                  <a:pt x="71579" y="117519"/>
                  <a:pt x="69904" y="119194"/>
                </a:cubicBezTo>
                <a:cubicBezTo>
                  <a:pt x="68397" y="120701"/>
                  <a:pt x="67644" y="122544"/>
                  <a:pt x="67644" y="124724"/>
                </a:cubicBezTo>
                <a:cubicBezTo>
                  <a:pt x="67644" y="126904"/>
                  <a:pt x="68397" y="128748"/>
                  <a:pt x="69904" y="130254"/>
                </a:cubicBezTo>
                <a:lnTo>
                  <a:pt x="100584" y="161183"/>
                </a:lnTo>
                <a:cubicBezTo>
                  <a:pt x="102091" y="162697"/>
                  <a:pt x="103854" y="163451"/>
                  <a:pt x="105866" y="163451"/>
                </a:cubicBezTo>
                <a:cubicBezTo>
                  <a:pt x="107877" y="163451"/>
                  <a:pt x="109640" y="162697"/>
                  <a:pt x="111147" y="161183"/>
                </a:cubicBezTo>
                <a:lnTo>
                  <a:pt x="171242" y="101089"/>
                </a:lnTo>
                <a:cubicBezTo>
                  <a:pt x="172924" y="99414"/>
                  <a:pt x="173758" y="97482"/>
                  <a:pt x="173758" y="95302"/>
                </a:cubicBezTo>
                <a:cubicBezTo>
                  <a:pt x="173758" y="93122"/>
                  <a:pt x="172924" y="91199"/>
                  <a:pt x="171242" y="89523"/>
                </a:cubicBezTo>
                <a:cubicBezTo>
                  <a:pt x="169566" y="88009"/>
                  <a:pt x="167642" y="87343"/>
                  <a:pt x="165463" y="87512"/>
                </a:cubicBezTo>
                <a:cubicBezTo>
                  <a:pt x="163114" y="87512"/>
                  <a:pt x="161183" y="88265"/>
                  <a:pt x="159676" y="89772"/>
                </a:cubicBezTo>
                <a:lnTo>
                  <a:pt x="105866" y="143583"/>
                </a:lnTo>
                <a:close/>
                <a:moveTo>
                  <a:pt x="120701" y="221285"/>
                </a:moveTo>
                <a:cubicBezTo>
                  <a:pt x="106956" y="221285"/>
                  <a:pt x="93964" y="218688"/>
                  <a:pt x="81725" y="213487"/>
                </a:cubicBezTo>
                <a:cubicBezTo>
                  <a:pt x="69487" y="208125"/>
                  <a:pt x="58843" y="200919"/>
                  <a:pt x="49787" y="191863"/>
                </a:cubicBezTo>
                <a:cubicBezTo>
                  <a:pt x="40570" y="182646"/>
                  <a:pt x="33357" y="171915"/>
                  <a:pt x="28164" y="159676"/>
                </a:cubicBezTo>
                <a:cubicBezTo>
                  <a:pt x="22801" y="147438"/>
                  <a:pt x="20117" y="134446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570" y="58587"/>
                  <a:pt x="49787" y="49539"/>
                </a:cubicBezTo>
                <a:cubicBezTo>
                  <a:pt x="58843" y="40482"/>
                  <a:pt x="69487" y="33357"/>
                  <a:pt x="81725" y="28164"/>
                </a:cubicBezTo>
                <a:cubicBezTo>
                  <a:pt x="93964" y="22801"/>
                  <a:pt x="106956" y="20117"/>
                  <a:pt x="120701" y="20117"/>
                </a:cubicBezTo>
                <a:cubicBezTo>
                  <a:pt x="134614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446"/>
                  <a:pt x="218688" y="147438"/>
                  <a:pt x="213487" y="159676"/>
                </a:cubicBezTo>
                <a:cubicBezTo>
                  <a:pt x="208125" y="171915"/>
                  <a:pt x="200919" y="182646"/>
                  <a:pt x="191863" y="191863"/>
                </a:cubicBezTo>
                <a:cubicBezTo>
                  <a:pt x="182814" y="200919"/>
                  <a:pt x="172163" y="208125"/>
                  <a:pt x="159932" y="213487"/>
                </a:cubicBezTo>
                <a:cubicBezTo>
                  <a:pt x="147694" y="218688"/>
                  <a:pt x="134614" y="221285"/>
                  <a:pt x="120701" y="221285"/>
                </a:cubicBezTo>
                <a:close/>
                <a:moveTo>
                  <a:pt x="120701" y="206201"/>
                </a:moveTo>
                <a:cubicBezTo>
                  <a:pt x="144504" y="206201"/>
                  <a:pt x="164709" y="197898"/>
                  <a:pt x="181300" y="181300"/>
                </a:cubicBezTo>
                <a:cubicBezTo>
                  <a:pt x="197898" y="164541"/>
                  <a:pt x="206201" y="144336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97065" y="35208"/>
                  <a:pt x="76949" y="43503"/>
                  <a:pt x="60350" y="60102"/>
                </a:cubicBezTo>
                <a:cubicBezTo>
                  <a:pt x="43584" y="76693"/>
                  <a:pt x="35208" y="96897"/>
                  <a:pt x="35208" y="120701"/>
                </a:cubicBezTo>
                <a:cubicBezTo>
                  <a:pt x="35208" y="144336"/>
                  <a:pt x="43584" y="164541"/>
                  <a:pt x="60350" y="181300"/>
                </a:cubicBezTo>
                <a:cubicBezTo>
                  <a:pt x="76949" y="197898"/>
                  <a:pt x="97065" y="206201"/>
                  <a:pt x="120701" y="206201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7" name="圖說"/>
          <p:cNvSpPr/>
          <p:nvPr/>
        </p:nvSpPr>
        <p:spPr>
          <a:xfrm>
            <a:off x="708093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</a:t>
            </a:r>
            <a:endParaRPr lang="en-US" sz="600" dirty="0"/>
          </a:p>
        </p:txBody>
      </p:sp>
      <p:sp>
        <p:nvSpPr>
          <p:cNvPr id="118" name="圖示 錯誤"/>
          <p:cNvSpPr/>
          <p:nvPr/>
        </p:nvSpPr>
        <p:spPr>
          <a:xfrm>
            <a:off x="764052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31264"/>
                </a:moveTo>
                <a:lnTo>
                  <a:pt x="153136" y="163700"/>
                </a:lnTo>
                <a:cubicBezTo>
                  <a:pt x="154651" y="165206"/>
                  <a:pt x="156406" y="165967"/>
                  <a:pt x="158418" y="165967"/>
                </a:cubicBezTo>
                <a:cubicBezTo>
                  <a:pt x="160430" y="165967"/>
                  <a:pt x="162193" y="165206"/>
                  <a:pt x="163700" y="163700"/>
                </a:cubicBezTo>
                <a:cubicBezTo>
                  <a:pt x="165206" y="162193"/>
                  <a:pt x="165967" y="160430"/>
                  <a:pt x="165967" y="158418"/>
                </a:cubicBezTo>
                <a:cubicBezTo>
                  <a:pt x="165967" y="156406"/>
                  <a:pt x="165206" y="154651"/>
                  <a:pt x="163700" y="153136"/>
                </a:cubicBezTo>
                <a:lnTo>
                  <a:pt x="131264" y="120701"/>
                </a:lnTo>
                <a:lnTo>
                  <a:pt x="163700" y="88265"/>
                </a:lnTo>
                <a:cubicBezTo>
                  <a:pt x="165206" y="86751"/>
                  <a:pt x="165967" y="84995"/>
                  <a:pt x="165967" y="82984"/>
                </a:cubicBezTo>
                <a:cubicBezTo>
                  <a:pt x="165967" y="80972"/>
                  <a:pt x="165206" y="79209"/>
                  <a:pt x="163700" y="77702"/>
                </a:cubicBezTo>
                <a:cubicBezTo>
                  <a:pt x="162193" y="76195"/>
                  <a:pt x="160430" y="75442"/>
                  <a:pt x="158418" y="75442"/>
                </a:cubicBezTo>
                <a:cubicBezTo>
                  <a:pt x="156406" y="75442"/>
                  <a:pt x="154651" y="76195"/>
                  <a:pt x="153136" y="77702"/>
                </a:cubicBezTo>
                <a:lnTo>
                  <a:pt x="120701" y="110138"/>
                </a:lnTo>
                <a:lnTo>
                  <a:pt x="88265" y="77702"/>
                </a:lnTo>
                <a:cubicBezTo>
                  <a:pt x="86751" y="76195"/>
                  <a:pt x="84995" y="75442"/>
                  <a:pt x="82984" y="75442"/>
                </a:cubicBezTo>
                <a:cubicBezTo>
                  <a:pt x="80972" y="75442"/>
                  <a:pt x="79209" y="76195"/>
                  <a:pt x="77702" y="77702"/>
                </a:cubicBezTo>
                <a:cubicBezTo>
                  <a:pt x="76195" y="79209"/>
                  <a:pt x="75442" y="80972"/>
                  <a:pt x="75442" y="82984"/>
                </a:cubicBezTo>
                <a:cubicBezTo>
                  <a:pt x="75442" y="84995"/>
                  <a:pt x="76195" y="86751"/>
                  <a:pt x="77702" y="88265"/>
                </a:cubicBezTo>
                <a:lnTo>
                  <a:pt x="110138" y="120701"/>
                </a:lnTo>
                <a:lnTo>
                  <a:pt x="77702" y="153136"/>
                </a:lnTo>
                <a:cubicBezTo>
                  <a:pt x="76195" y="154651"/>
                  <a:pt x="75442" y="156406"/>
                  <a:pt x="75442" y="158418"/>
                </a:cubicBezTo>
                <a:cubicBezTo>
                  <a:pt x="75442" y="160430"/>
                  <a:pt x="76195" y="162193"/>
                  <a:pt x="77702" y="163700"/>
                </a:cubicBezTo>
                <a:cubicBezTo>
                  <a:pt x="79209" y="165206"/>
                  <a:pt x="80972" y="165967"/>
                  <a:pt x="82984" y="165967"/>
                </a:cubicBezTo>
                <a:cubicBezTo>
                  <a:pt x="84995" y="165967"/>
                  <a:pt x="86751" y="165206"/>
                  <a:pt x="88265" y="163700"/>
                </a:cubicBezTo>
                <a:lnTo>
                  <a:pt x="120701" y="131264"/>
                </a:lnTo>
                <a:close/>
                <a:moveTo>
                  <a:pt x="120701" y="221285"/>
                </a:moveTo>
                <a:cubicBezTo>
                  <a:pt x="106956" y="221285"/>
                  <a:pt x="93964" y="218688"/>
                  <a:pt x="81725" y="213487"/>
                </a:cubicBezTo>
                <a:cubicBezTo>
                  <a:pt x="69487" y="208125"/>
                  <a:pt x="58843" y="200919"/>
                  <a:pt x="49787" y="191863"/>
                </a:cubicBezTo>
                <a:cubicBezTo>
                  <a:pt x="40570" y="182646"/>
                  <a:pt x="33357" y="171915"/>
                  <a:pt x="28164" y="159676"/>
                </a:cubicBezTo>
                <a:cubicBezTo>
                  <a:pt x="22801" y="147438"/>
                  <a:pt x="20117" y="134446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570" y="58587"/>
                  <a:pt x="49787" y="49539"/>
                </a:cubicBezTo>
                <a:cubicBezTo>
                  <a:pt x="58843" y="40482"/>
                  <a:pt x="69487" y="33357"/>
                  <a:pt x="81725" y="28164"/>
                </a:cubicBezTo>
                <a:cubicBezTo>
                  <a:pt x="93964" y="22801"/>
                  <a:pt x="106956" y="20117"/>
                  <a:pt x="120701" y="20117"/>
                </a:cubicBezTo>
                <a:cubicBezTo>
                  <a:pt x="134614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446"/>
                  <a:pt x="218688" y="147438"/>
                  <a:pt x="213487" y="159676"/>
                </a:cubicBezTo>
                <a:cubicBezTo>
                  <a:pt x="208125" y="171915"/>
                  <a:pt x="200919" y="182646"/>
                  <a:pt x="191863" y="191863"/>
                </a:cubicBezTo>
                <a:cubicBezTo>
                  <a:pt x="182814" y="200919"/>
                  <a:pt x="172163" y="208125"/>
                  <a:pt x="159932" y="213487"/>
                </a:cubicBezTo>
                <a:cubicBezTo>
                  <a:pt x="147694" y="218688"/>
                  <a:pt x="134614" y="221285"/>
                  <a:pt x="120701" y="221285"/>
                </a:cubicBezTo>
                <a:close/>
                <a:moveTo>
                  <a:pt x="120701" y="206201"/>
                </a:moveTo>
                <a:cubicBezTo>
                  <a:pt x="144504" y="206201"/>
                  <a:pt x="164709" y="197898"/>
                  <a:pt x="181300" y="181300"/>
                </a:cubicBezTo>
                <a:cubicBezTo>
                  <a:pt x="197898" y="164541"/>
                  <a:pt x="206201" y="144336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97065" y="35208"/>
                  <a:pt x="76949" y="43503"/>
                  <a:pt x="60350" y="60102"/>
                </a:cubicBezTo>
                <a:cubicBezTo>
                  <a:pt x="43584" y="76693"/>
                  <a:pt x="35208" y="96897"/>
                  <a:pt x="35208" y="120701"/>
                </a:cubicBezTo>
                <a:cubicBezTo>
                  <a:pt x="35208" y="144336"/>
                  <a:pt x="43584" y="164541"/>
                  <a:pt x="60350" y="181300"/>
                </a:cubicBezTo>
                <a:cubicBezTo>
                  <a:pt x="76949" y="197898"/>
                  <a:pt x="97065" y="206201"/>
                  <a:pt x="120701" y="206201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9" name="圖說"/>
          <p:cNvSpPr/>
          <p:nvPr/>
        </p:nvSpPr>
        <p:spPr>
          <a:xfrm>
            <a:off x="7524707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錯誤</a:t>
            </a:r>
            <a:endParaRPr lang="en-US" sz="600" dirty="0"/>
          </a:p>
        </p:txBody>
      </p:sp>
      <p:sp>
        <p:nvSpPr>
          <p:cNvPr id="120" name="圖示 阻擋"/>
          <p:cNvSpPr/>
          <p:nvPr/>
        </p:nvSpPr>
        <p:spPr>
          <a:xfrm>
            <a:off x="8084302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1477" y="213487"/>
                </a:moveTo>
                <a:cubicBezTo>
                  <a:pt x="69238" y="208125"/>
                  <a:pt x="58587" y="200919"/>
                  <a:pt x="49539" y="191863"/>
                </a:cubicBezTo>
                <a:cubicBezTo>
                  <a:pt x="40482" y="182814"/>
                  <a:pt x="33357" y="172163"/>
                  <a:pt x="28164" y="159932"/>
                </a:cubicBezTo>
                <a:cubicBezTo>
                  <a:pt x="22801" y="147694"/>
                  <a:pt x="20117" y="134614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482" y="58587"/>
                  <a:pt x="49539" y="49539"/>
                </a:cubicBezTo>
                <a:cubicBezTo>
                  <a:pt x="58587" y="40482"/>
                  <a:pt x="69238" y="33357"/>
                  <a:pt x="81477" y="28164"/>
                </a:cubicBezTo>
                <a:cubicBezTo>
                  <a:pt x="93708" y="22801"/>
                  <a:pt x="106787" y="20117"/>
                  <a:pt x="120701" y="20117"/>
                </a:cubicBezTo>
                <a:cubicBezTo>
                  <a:pt x="134614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614"/>
                  <a:pt x="218688" y="147694"/>
                  <a:pt x="213487" y="159932"/>
                </a:cubicBezTo>
                <a:cubicBezTo>
                  <a:pt x="208125" y="172163"/>
                  <a:pt x="200919" y="182814"/>
                  <a:pt x="191863" y="191863"/>
                </a:cubicBezTo>
                <a:cubicBezTo>
                  <a:pt x="182814" y="200919"/>
                  <a:pt x="172163" y="208125"/>
                  <a:pt x="159932" y="213487"/>
                </a:cubicBezTo>
                <a:cubicBezTo>
                  <a:pt x="147694" y="218688"/>
                  <a:pt x="134614" y="221285"/>
                  <a:pt x="120701" y="221285"/>
                </a:cubicBezTo>
                <a:cubicBezTo>
                  <a:pt x="106787" y="221285"/>
                  <a:pt x="93708" y="218688"/>
                  <a:pt x="81477" y="213487"/>
                </a:cubicBezTo>
                <a:close/>
                <a:moveTo>
                  <a:pt x="120701" y="206201"/>
                </a:moveTo>
                <a:cubicBezTo>
                  <a:pt x="130927" y="206201"/>
                  <a:pt x="140818" y="204518"/>
                  <a:pt x="150371" y="201168"/>
                </a:cubicBezTo>
                <a:cubicBezTo>
                  <a:pt x="159764" y="197649"/>
                  <a:pt x="168228" y="192617"/>
                  <a:pt x="175770" y="186084"/>
                </a:cubicBezTo>
                <a:lnTo>
                  <a:pt x="55325" y="65632"/>
                </a:lnTo>
                <a:cubicBezTo>
                  <a:pt x="48953" y="73342"/>
                  <a:pt x="44008" y="81894"/>
                  <a:pt x="40482" y="91279"/>
                </a:cubicBezTo>
                <a:cubicBezTo>
                  <a:pt x="36964" y="100664"/>
                  <a:pt x="35208" y="110474"/>
                  <a:pt x="35208" y="120701"/>
                </a:cubicBezTo>
                <a:cubicBezTo>
                  <a:pt x="35208" y="144504"/>
                  <a:pt x="43503" y="164709"/>
                  <a:pt x="60102" y="181300"/>
                </a:cubicBezTo>
                <a:cubicBezTo>
                  <a:pt x="76693" y="197898"/>
                  <a:pt x="96897" y="206201"/>
                  <a:pt x="120701" y="206201"/>
                </a:cubicBezTo>
                <a:close/>
                <a:moveTo>
                  <a:pt x="185828" y="175770"/>
                </a:moveTo>
                <a:cubicBezTo>
                  <a:pt x="192031" y="168228"/>
                  <a:pt x="196976" y="159764"/>
                  <a:pt x="200663" y="150371"/>
                </a:cubicBezTo>
                <a:cubicBezTo>
                  <a:pt x="204350" y="140818"/>
                  <a:pt x="206201" y="130927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110474" y="35208"/>
                  <a:pt x="100664" y="36964"/>
                  <a:pt x="91279" y="40482"/>
                </a:cubicBezTo>
                <a:cubicBezTo>
                  <a:pt x="81894" y="44008"/>
                  <a:pt x="73342" y="49034"/>
                  <a:pt x="65632" y="55574"/>
                </a:cubicBezTo>
                <a:lnTo>
                  <a:pt x="185828" y="175770"/>
                </a:ln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1" name="圖說"/>
          <p:cNvSpPr/>
          <p:nvPr/>
        </p:nvSpPr>
        <p:spPr>
          <a:xfrm>
            <a:off x="7968484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        <p:nvPr/>
        </p:nvSpPr>
        <p:spPr>
          <a:xfrm>
            <a:off x="8528078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3138" y="211226"/>
                </a:moveTo>
                <a:cubicBezTo>
                  <a:pt x="21624" y="211226"/>
                  <a:pt x="20366" y="210890"/>
                  <a:pt x="19363" y="210224"/>
                </a:cubicBezTo>
                <a:cubicBezTo>
                  <a:pt x="18186" y="209551"/>
                  <a:pt x="17264" y="208630"/>
                  <a:pt x="16598" y="207452"/>
                </a:cubicBezTo>
                <a:cubicBezTo>
                  <a:pt x="15925" y="206281"/>
                  <a:pt x="15589" y="205111"/>
                  <a:pt x="15589" y="203933"/>
                </a:cubicBezTo>
                <a:cubicBezTo>
                  <a:pt x="15420" y="202594"/>
                  <a:pt x="15757" y="201248"/>
                  <a:pt x="16598" y="199910"/>
                </a:cubicBezTo>
                <a:lnTo>
                  <a:pt x="114161" y="31433"/>
                </a:lnTo>
                <a:cubicBezTo>
                  <a:pt x="115002" y="30095"/>
                  <a:pt x="116004" y="29173"/>
                  <a:pt x="117182" y="28668"/>
                </a:cubicBezTo>
                <a:cubicBezTo>
                  <a:pt x="118184" y="27995"/>
                  <a:pt x="119362" y="27659"/>
                  <a:pt x="120701" y="27659"/>
                </a:cubicBezTo>
                <a:cubicBezTo>
                  <a:pt x="122039" y="27659"/>
                  <a:pt x="123298" y="27995"/>
                  <a:pt x="124475" y="28668"/>
                </a:cubicBezTo>
                <a:cubicBezTo>
                  <a:pt x="125478" y="29173"/>
                  <a:pt x="126399" y="30095"/>
                  <a:pt x="127241" y="31433"/>
                </a:cubicBezTo>
                <a:lnTo>
                  <a:pt x="224803" y="199910"/>
                </a:lnTo>
                <a:cubicBezTo>
                  <a:pt x="225645" y="201248"/>
                  <a:pt x="226062" y="202594"/>
                  <a:pt x="226062" y="203933"/>
                </a:cubicBezTo>
                <a:cubicBezTo>
                  <a:pt x="225893" y="205111"/>
                  <a:pt x="225476" y="206281"/>
                  <a:pt x="224803" y="207452"/>
                </a:cubicBezTo>
                <a:cubicBezTo>
                  <a:pt x="224138" y="208630"/>
                  <a:pt x="223296" y="209551"/>
                  <a:pt x="222294" y="210224"/>
                </a:cubicBezTo>
                <a:cubicBezTo>
                  <a:pt x="221117" y="210890"/>
                  <a:pt x="219778" y="211226"/>
                  <a:pt x="218271" y="211226"/>
                </a:cubicBezTo>
                <a:lnTo>
                  <a:pt x="23138" y="211226"/>
                </a:lnTo>
                <a:close/>
                <a:moveTo>
                  <a:pt x="36210" y="196142"/>
                </a:moveTo>
                <a:lnTo>
                  <a:pt x="205191" y="196142"/>
                </a:lnTo>
                <a:lnTo>
                  <a:pt x="120701" y="50292"/>
                </a:lnTo>
                <a:lnTo>
                  <a:pt x="36210" y="196142"/>
                </a:lnTo>
                <a:close/>
                <a:moveTo>
                  <a:pt x="127241" y="179793"/>
                </a:moveTo>
                <a:cubicBezTo>
                  <a:pt x="128579" y="178286"/>
                  <a:pt x="129252" y="176443"/>
                  <a:pt x="129252" y="174263"/>
                </a:cubicBezTo>
                <a:cubicBezTo>
                  <a:pt x="129252" y="172083"/>
                  <a:pt x="128579" y="170320"/>
                  <a:pt x="127241" y="168981"/>
                </a:cubicBezTo>
                <a:cubicBezTo>
                  <a:pt x="125734" y="167474"/>
                  <a:pt x="123883" y="166721"/>
                  <a:pt x="121710" y="166721"/>
                </a:cubicBezTo>
                <a:cubicBezTo>
                  <a:pt x="119530" y="166721"/>
                  <a:pt x="117767" y="167474"/>
                  <a:pt x="116429" y="168981"/>
                </a:cubicBezTo>
                <a:cubicBezTo>
                  <a:pt x="114914" y="170320"/>
                  <a:pt x="114161" y="172083"/>
                  <a:pt x="114161" y="174263"/>
                </a:cubicBezTo>
                <a:cubicBezTo>
                  <a:pt x="114161" y="176443"/>
                  <a:pt x="114914" y="178286"/>
                  <a:pt x="116429" y="179793"/>
                </a:cubicBezTo>
                <a:cubicBezTo>
                  <a:pt x="117767" y="181132"/>
                  <a:pt x="119530" y="181805"/>
                  <a:pt x="121710" y="181805"/>
                </a:cubicBezTo>
                <a:cubicBezTo>
                  <a:pt x="123883" y="181805"/>
                  <a:pt x="125734" y="181132"/>
                  <a:pt x="127241" y="179793"/>
                </a:cubicBezTo>
                <a:close/>
                <a:moveTo>
                  <a:pt x="127241" y="151885"/>
                </a:moveTo>
                <a:cubicBezTo>
                  <a:pt x="128579" y="150371"/>
                  <a:pt x="129252" y="148528"/>
                  <a:pt x="129252" y="146348"/>
                </a:cubicBezTo>
                <a:lnTo>
                  <a:pt x="129252" y="105112"/>
                </a:lnTo>
                <a:cubicBezTo>
                  <a:pt x="129252" y="102932"/>
                  <a:pt x="128579" y="101169"/>
                  <a:pt x="127241" y="99831"/>
                </a:cubicBezTo>
                <a:cubicBezTo>
                  <a:pt x="125734" y="98324"/>
                  <a:pt x="123883" y="97570"/>
                  <a:pt x="121710" y="97570"/>
                </a:cubicBezTo>
                <a:cubicBezTo>
                  <a:pt x="119530" y="97570"/>
                  <a:pt x="117767" y="98324"/>
                  <a:pt x="116429" y="99831"/>
                </a:cubicBezTo>
                <a:cubicBezTo>
                  <a:pt x="114914" y="101169"/>
                  <a:pt x="114161" y="102932"/>
                  <a:pt x="114161" y="105112"/>
                </a:cubicBezTo>
                <a:lnTo>
                  <a:pt x="114161" y="146348"/>
                </a:lnTo>
                <a:cubicBezTo>
                  <a:pt x="114161" y="148528"/>
                  <a:pt x="114914" y="150371"/>
                  <a:pt x="116429" y="151885"/>
                </a:cubicBezTo>
                <a:cubicBezTo>
                  <a:pt x="117767" y="153224"/>
                  <a:pt x="119530" y="153897"/>
                  <a:pt x="121710" y="153897"/>
                </a:cubicBezTo>
                <a:cubicBezTo>
                  <a:pt x="123883" y="153897"/>
                  <a:pt x="125734" y="153224"/>
                  <a:pt x="127241" y="151885"/>
                </a:cubicBezTo>
                <a:close/>
                <a:moveTo>
                  <a:pt x="120701" y="123217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3" name="圖說"/>
          <p:cNvSpPr/>
          <p:nvPr/>
        </p:nvSpPr>
        <p:spPr>
          <a:xfrm>
            <a:off x="8412261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警示</a:t>
            </a:r>
            <a:endParaRPr lang="en-US" sz="600" dirty="0"/>
          </a:p>
        </p:txBody>
      </p:sp>
      <p:sp>
        <p:nvSpPr>
          <p:cNvPr id="124" name="圖示 異常"/>
          <p:cNvSpPr/>
          <p:nvPr/>
        </p:nvSpPr>
        <p:spPr>
          <a:xfrm>
            <a:off x="8971855" y="217261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6736" y="168732"/>
                </a:moveTo>
                <a:cubicBezTo>
                  <a:pt x="128243" y="167050"/>
                  <a:pt x="128996" y="165038"/>
                  <a:pt x="128996" y="162697"/>
                </a:cubicBezTo>
                <a:cubicBezTo>
                  <a:pt x="128996" y="160349"/>
                  <a:pt x="128243" y="158418"/>
                  <a:pt x="126736" y="156911"/>
                </a:cubicBezTo>
                <a:cubicBezTo>
                  <a:pt x="125061" y="155236"/>
                  <a:pt x="123049" y="154395"/>
                  <a:pt x="120701" y="154395"/>
                </a:cubicBezTo>
                <a:cubicBezTo>
                  <a:pt x="118353" y="154395"/>
                  <a:pt x="116429" y="155148"/>
                  <a:pt x="114914" y="156662"/>
                </a:cubicBezTo>
                <a:cubicBezTo>
                  <a:pt x="113239" y="158338"/>
                  <a:pt x="112405" y="160349"/>
                  <a:pt x="112405" y="162697"/>
                </a:cubicBezTo>
                <a:cubicBezTo>
                  <a:pt x="112405" y="165038"/>
                  <a:pt x="113159" y="167050"/>
                  <a:pt x="114666" y="168732"/>
                </a:cubicBezTo>
                <a:cubicBezTo>
                  <a:pt x="116341" y="170239"/>
                  <a:pt x="118353" y="170993"/>
                  <a:pt x="120701" y="170993"/>
                </a:cubicBezTo>
                <a:cubicBezTo>
                  <a:pt x="123049" y="170993"/>
                  <a:pt x="125061" y="170239"/>
                  <a:pt x="126736" y="168732"/>
                </a:cubicBezTo>
                <a:close/>
                <a:moveTo>
                  <a:pt x="126985" y="130254"/>
                </a:moveTo>
                <a:cubicBezTo>
                  <a:pt x="128331" y="128916"/>
                  <a:pt x="128996" y="127153"/>
                  <a:pt x="128996" y="124973"/>
                </a:cubicBezTo>
                <a:lnTo>
                  <a:pt x="128996" y="76444"/>
                </a:lnTo>
                <a:cubicBezTo>
                  <a:pt x="128996" y="74264"/>
                  <a:pt x="128243" y="72501"/>
                  <a:pt x="126736" y="71162"/>
                </a:cubicBezTo>
                <a:cubicBezTo>
                  <a:pt x="125397" y="69655"/>
                  <a:pt x="123634" y="68902"/>
                  <a:pt x="121454" y="68902"/>
                </a:cubicBezTo>
                <a:cubicBezTo>
                  <a:pt x="119274" y="68902"/>
                  <a:pt x="117519" y="69655"/>
                  <a:pt x="116173" y="71162"/>
                </a:cubicBezTo>
                <a:cubicBezTo>
                  <a:pt x="114666" y="72501"/>
                  <a:pt x="113912" y="74264"/>
                  <a:pt x="113912" y="76444"/>
                </a:cubicBezTo>
                <a:lnTo>
                  <a:pt x="113912" y="124973"/>
                </a:lnTo>
                <a:cubicBezTo>
                  <a:pt x="113912" y="127153"/>
                  <a:pt x="114666" y="128916"/>
                  <a:pt x="116173" y="130254"/>
                </a:cubicBezTo>
                <a:cubicBezTo>
                  <a:pt x="117519" y="131769"/>
                  <a:pt x="119274" y="132522"/>
                  <a:pt x="121454" y="132522"/>
                </a:cubicBezTo>
                <a:cubicBezTo>
                  <a:pt x="123634" y="132522"/>
                  <a:pt x="125478" y="131769"/>
                  <a:pt x="126985" y="130254"/>
                </a:cubicBezTo>
                <a:close/>
                <a:moveTo>
                  <a:pt x="120701" y="221285"/>
                </a:moveTo>
                <a:cubicBezTo>
                  <a:pt x="106956" y="221285"/>
                  <a:pt x="93964" y="218688"/>
                  <a:pt x="81725" y="213487"/>
                </a:cubicBezTo>
                <a:cubicBezTo>
                  <a:pt x="69487" y="208125"/>
                  <a:pt x="58843" y="200919"/>
                  <a:pt x="49787" y="191863"/>
                </a:cubicBezTo>
                <a:cubicBezTo>
                  <a:pt x="40570" y="182646"/>
                  <a:pt x="33357" y="171915"/>
                  <a:pt x="28164" y="159676"/>
                </a:cubicBezTo>
                <a:cubicBezTo>
                  <a:pt x="22801" y="147438"/>
                  <a:pt x="20117" y="134446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570" y="58587"/>
                  <a:pt x="49787" y="49539"/>
                </a:cubicBezTo>
                <a:cubicBezTo>
                  <a:pt x="58843" y="40482"/>
                  <a:pt x="69487" y="33357"/>
                  <a:pt x="81725" y="28164"/>
                </a:cubicBezTo>
                <a:cubicBezTo>
                  <a:pt x="93964" y="22801"/>
                  <a:pt x="107036" y="20117"/>
                  <a:pt x="120950" y="20117"/>
                </a:cubicBezTo>
                <a:cubicBezTo>
                  <a:pt x="134702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446"/>
                  <a:pt x="218688" y="147438"/>
                  <a:pt x="213487" y="159676"/>
                </a:cubicBezTo>
                <a:cubicBezTo>
                  <a:pt x="208125" y="171915"/>
                  <a:pt x="200919" y="182558"/>
                  <a:pt x="191863" y="191614"/>
                </a:cubicBezTo>
                <a:cubicBezTo>
                  <a:pt x="182814" y="200832"/>
                  <a:pt x="172163" y="208044"/>
                  <a:pt x="159932" y="213238"/>
                </a:cubicBezTo>
                <a:cubicBezTo>
                  <a:pt x="147694" y="218600"/>
                  <a:pt x="134614" y="221285"/>
                  <a:pt x="120701" y="221285"/>
                </a:cubicBezTo>
                <a:close/>
                <a:moveTo>
                  <a:pt x="120950" y="206201"/>
                </a:moveTo>
                <a:cubicBezTo>
                  <a:pt x="144592" y="206201"/>
                  <a:pt x="164709" y="197898"/>
                  <a:pt x="181300" y="181300"/>
                </a:cubicBezTo>
                <a:cubicBezTo>
                  <a:pt x="197898" y="164541"/>
                  <a:pt x="206201" y="144336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97065" y="35208"/>
                  <a:pt x="76949" y="43503"/>
                  <a:pt x="60350" y="60102"/>
                </a:cubicBezTo>
                <a:cubicBezTo>
                  <a:pt x="43584" y="76693"/>
                  <a:pt x="35208" y="96897"/>
                  <a:pt x="35208" y="120701"/>
                </a:cubicBezTo>
                <a:cubicBezTo>
                  <a:pt x="35208" y="144336"/>
                  <a:pt x="43584" y="164541"/>
                  <a:pt x="60350" y="181300"/>
                </a:cubicBezTo>
                <a:cubicBezTo>
                  <a:pt x="76949" y="197898"/>
                  <a:pt x="97146" y="206201"/>
                  <a:pt x="120950" y="206201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5" name="圖說"/>
          <p:cNvSpPr/>
          <p:nvPr/>
        </p:nvSpPr>
        <p:spPr>
          <a:xfrm>
            <a:off x="8856037" y="2435962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</a:t>
            </a:r>
            <a:endParaRPr lang="en-US" sz="600" dirty="0"/>
          </a:p>
        </p:txBody>
      </p:sp>
      <p:sp>
        <p:nvSpPr>
          <p:cNvPr id="126" name="圖示 緊急"/>
          <p:cNvSpPr/>
          <p:nvPr/>
        </p:nvSpPr>
        <p:spPr>
          <a:xfrm>
            <a:off x="540100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11226"/>
                </a:moveTo>
                <a:cubicBezTo>
                  <a:pt x="115836" y="211226"/>
                  <a:pt x="111732" y="209463"/>
                  <a:pt x="108382" y="205945"/>
                </a:cubicBezTo>
                <a:cubicBezTo>
                  <a:pt x="104856" y="202594"/>
                  <a:pt x="103100" y="198483"/>
                  <a:pt x="103100" y="193626"/>
                </a:cubicBezTo>
                <a:cubicBezTo>
                  <a:pt x="103100" y="188761"/>
                  <a:pt x="104856" y="184658"/>
                  <a:pt x="108382" y="181300"/>
                </a:cubicBezTo>
                <a:cubicBezTo>
                  <a:pt x="111732" y="177781"/>
                  <a:pt x="115836" y="176026"/>
                  <a:pt x="120701" y="176026"/>
                </a:cubicBezTo>
                <a:cubicBezTo>
                  <a:pt x="125565" y="176026"/>
                  <a:pt x="129757" y="177781"/>
                  <a:pt x="133276" y="181300"/>
                </a:cubicBezTo>
                <a:cubicBezTo>
                  <a:pt x="136626" y="184658"/>
                  <a:pt x="138301" y="188761"/>
                  <a:pt x="138301" y="193626"/>
                </a:cubicBezTo>
                <a:cubicBezTo>
                  <a:pt x="138301" y="198483"/>
                  <a:pt x="136546" y="202675"/>
                  <a:pt x="133020" y="206201"/>
                </a:cubicBezTo>
                <a:cubicBezTo>
                  <a:pt x="129669" y="209551"/>
                  <a:pt x="125565" y="211226"/>
                  <a:pt x="120701" y="211226"/>
                </a:cubicBezTo>
                <a:close/>
                <a:moveTo>
                  <a:pt x="120701" y="150876"/>
                </a:moveTo>
                <a:cubicBezTo>
                  <a:pt x="115836" y="150876"/>
                  <a:pt x="111732" y="149113"/>
                  <a:pt x="108382" y="145594"/>
                </a:cubicBezTo>
                <a:cubicBezTo>
                  <a:pt x="104856" y="142244"/>
                  <a:pt x="103100" y="138133"/>
                  <a:pt x="103100" y="133276"/>
                </a:cubicBezTo>
                <a:lnTo>
                  <a:pt x="103100" y="47776"/>
                </a:lnTo>
                <a:cubicBezTo>
                  <a:pt x="103100" y="42918"/>
                  <a:pt x="104856" y="38807"/>
                  <a:pt x="108382" y="35457"/>
                </a:cubicBezTo>
                <a:cubicBezTo>
                  <a:pt x="111732" y="31938"/>
                  <a:pt x="115836" y="30175"/>
                  <a:pt x="120701" y="30175"/>
                </a:cubicBezTo>
                <a:cubicBezTo>
                  <a:pt x="125565" y="30175"/>
                  <a:pt x="129757" y="31938"/>
                  <a:pt x="133276" y="35457"/>
                </a:cubicBezTo>
                <a:cubicBezTo>
                  <a:pt x="136626" y="38807"/>
                  <a:pt x="138301" y="42918"/>
                  <a:pt x="138301" y="47776"/>
                </a:cubicBezTo>
                <a:lnTo>
                  <a:pt x="138301" y="133276"/>
                </a:lnTo>
                <a:cubicBezTo>
                  <a:pt x="138301" y="138133"/>
                  <a:pt x="136546" y="142244"/>
                  <a:pt x="133020" y="145594"/>
                </a:cubicBezTo>
                <a:cubicBezTo>
                  <a:pt x="129669" y="149113"/>
                  <a:pt x="125565" y="150876"/>
                  <a:pt x="120701" y="150876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7" name="圖說"/>
          <p:cNvSpPr/>
          <p:nvPr/>
        </p:nvSpPr>
        <p:spPr>
          <a:xfrm>
            <a:off x="424282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緊急</a:t>
            </a:r>
            <a:endParaRPr lang="en-US" sz="600" dirty="0"/>
          </a:p>
        </p:txBody>
      </p:sp>
      <p:sp>
        <p:nvSpPr>
          <p:cNvPr id="128" name="圖示 資訊"/>
          <p:cNvSpPr/>
          <p:nvPr/>
        </p:nvSpPr>
        <p:spPr>
          <a:xfrm>
            <a:off x="98387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6985" y="168732"/>
                </a:moveTo>
                <a:cubicBezTo>
                  <a:pt x="128331" y="167386"/>
                  <a:pt x="128996" y="165631"/>
                  <a:pt x="128996" y="163451"/>
                </a:cubicBezTo>
                <a:lnTo>
                  <a:pt x="128996" y="118184"/>
                </a:lnTo>
                <a:cubicBezTo>
                  <a:pt x="128996" y="116004"/>
                  <a:pt x="128243" y="114249"/>
                  <a:pt x="126736" y="112903"/>
                </a:cubicBezTo>
                <a:cubicBezTo>
                  <a:pt x="125397" y="111396"/>
                  <a:pt x="123634" y="110642"/>
                  <a:pt x="121454" y="110642"/>
                </a:cubicBezTo>
                <a:cubicBezTo>
                  <a:pt x="119274" y="110642"/>
                  <a:pt x="117519" y="111396"/>
                  <a:pt x="116173" y="112903"/>
                </a:cubicBezTo>
                <a:cubicBezTo>
                  <a:pt x="114666" y="114249"/>
                  <a:pt x="113912" y="116004"/>
                  <a:pt x="113912" y="118184"/>
                </a:cubicBezTo>
                <a:lnTo>
                  <a:pt x="113912" y="163451"/>
                </a:lnTo>
                <a:cubicBezTo>
                  <a:pt x="113912" y="165631"/>
                  <a:pt x="114666" y="167386"/>
                  <a:pt x="116173" y="168732"/>
                </a:cubicBezTo>
                <a:cubicBezTo>
                  <a:pt x="117519" y="170239"/>
                  <a:pt x="119274" y="170993"/>
                  <a:pt x="121454" y="170993"/>
                </a:cubicBezTo>
                <a:cubicBezTo>
                  <a:pt x="123634" y="170993"/>
                  <a:pt x="125478" y="170239"/>
                  <a:pt x="126985" y="168732"/>
                </a:cubicBezTo>
                <a:close/>
                <a:moveTo>
                  <a:pt x="126736" y="89772"/>
                </a:moveTo>
                <a:cubicBezTo>
                  <a:pt x="128243" y="88265"/>
                  <a:pt x="128996" y="86334"/>
                  <a:pt x="128996" y="83986"/>
                </a:cubicBezTo>
                <a:cubicBezTo>
                  <a:pt x="128996" y="81638"/>
                  <a:pt x="128243" y="79626"/>
                  <a:pt x="126736" y="77951"/>
                </a:cubicBezTo>
                <a:cubicBezTo>
                  <a:pt x="125061" y="76276"/>
                  <a:pt x="123049" y="75442"/>
                  <a:pt x="120701" y="75442"/>
                </a:cubicBezTo>
                <a:cubicBezTo>
                  <a:pt x="118353" y="75442"/>
                  <a:pt x="116429" y="76276"/>
                  <a:pt x="114914" y="77951"/>
                </a:cubicBezTo>
                <a:cubicBezTo>
                  <a:pt x="113239" y="79626"/>
                  <a:pt x="112405" y="81638"/>
                  <a:pt x="112405" y="83986"/>
                </a:cubicBezTo>
                <a:cubicBezTo>
                  <a:pt x="112405" y="86334"/>
                  <a:pt x="113159" y="88265"/>
                  <a:pt x="114666" y="89772"/>
                </a:cubicBezTo>
                <a:cubicBezTo>
                  <a:pt x="116341" y="91279"/>
                  <a:pt x="118353" y="92033"/>
                  <a:pt x="120701" y="92033"/>
                </a:cubicBezTo>
                <a:cubicBezTo>
                  <a:pt x="123049" y="92033"/>
                  <a:pt x="125061" y="91279"/>
                  <a:pt x="126736" y="89772"/>
                </a:cubicBezTo>
                <a:close/>
                <a:moveTo>
                  <a:pt x="120701" y="221285"/>
                </a:moveTo>
                <a:cubicBezTo>
                  <a:pt x="106956" y="221285"/>
                  <a:pt x="93964" y="218688"/>
                  <a:pt x="81725" y="213487"/>
                </a:cubicBezTo>
                <a:cubicBezTo>
                  <a:pt x="69487" y="208125"/>
                  <a:pt x="58843" y="200919"/>
                  <a:pt x="49787" y="191863"/>
                </a:cubicBezTo>
                <a:cubicBezTo>
                  <a:pt x="40570" y="182646"/>
                  <a:pt x="33357" y="171915"/>
                  <a:pt x="28164" y="159676"/>
                </a:cubicBezTo>
                <a:cubicBezTo>
                  <a:pt x="22801" y="147438"/>
                  <a:pt x="20117" y="134446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570" y="58587"/>
                  <a:pt x="49787" y="49539"/>
                </a:cubicBezTo>
                <a:cubicBezTo>
                  <a:pt x="58843" y="40482"/>
                  <a:pt x="69487" y="33357"/>
                  <a:pt x="81725" y="28164"/>
                </a:cubicBezTo>
                <a:cubicBezTo>
                  <a:pt x="93964" y="22801"/>
                  <a:pt x="107036" y="20117"/>
                  <a:pt x="120950" y="20117"/>
                </a:cubicBezTo>
                <a:cubicBezTo>
                  <a:pt x="134702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446"/>
                  <a:pt x="218688" y="147438"/>
                  <a:pt x="213487" y="159676"/>
                </a:cubicBezTo>
                <a:cubicBezTo>
                  <a:pt x="208125" y="171915"/>
                  <a:pt x="200919" y="182558"/>
                  <a:pt x="191863" y="191614"/>
                </a:cubicBezTo>
                <a:cubicBezTo>
                  <a:pt x="182814" y="200832"/>
                  <a:pt x="172163" y="208044"/>
                  <a:pt x="159932" y="213238"/>
                </a:cubicBezTo>
                <a:cubicBezTo>
                  <a:pt x="147694" y="218600"/>
                  <a:pt x="134614" y="221285"/>
                  <a:pt x="120701" y="221285"/>
                </a:cubicBezTo>
                <a:close/>
                <a:moveTo>
                  <a:pt x="120950" y="206201"/>
                </a:moveTo>
                <a:cubicBezTo>
                  <a:pt x="144592" y="206201"/>
                  <a:pt x="164709" y="197898"/>
                  <a:pt x="181300" y="181300"/>
                </a:cubicBezTo>
                <a:cubicBezTo>
                  <a:pt x="197898" y="164541"/>
                  <a:pt x="206201" y="144336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97065" y="35208"/>
                  <a:pt x="76949" y="43503"/>
                  <a:pt x="60350" y="60102"/>
                </a:cubicBezTo>
                <a:cubicBezTo>
                  <a:pt x="43584" y="76693"/>
                  <a:pt x="35208" y="96897"/>
                  <a:pt x="35208" y="120701"/>
                </a:cubicBezTo>
                <a:cubicBezTo>
                  <a:pt x="35208" y="144336"/>
                  <a:pt x="43584" y="164541"/>
                  <a:pt x="60350" y="181300"/>
                </a:cubicBezTo>
                <a:cubicBezTo>
                  <a:pt x="76949" y="197898"/>
                  <a:pt x="97146" y="206201"/>
                  <a:pt x="120950" y="206201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9" name="圖說"/>
          <p:cNvSpPr/>
          <p:nvPr/>
        </p:nvSpPr>
        <p:spPr>
          <a:xfrm>
            <a:off x="86805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600" dirty="0"/>
          </a:p>
        </p:txBody>
      </p:sp>
      <p:sp>
        <p:nvSpPr>
          <p:cNvPr id="130" name="圖示 問題"/>
          <p:cNvSpPr/>
          <p:nvPr/>
        </p:nvSpPr>
        <p:spPr>
          <a:xfrm>
            <a:off x="1427653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8499" y="176523"/>
                </a:moveTo>
                <a:cubicBezTo>
                  <a:pt x="130342" y="174680"/>
                  <a:pt x="131264" y="172419"/>
                  <a:pt x="131264" y="169735"/>
                </a:cubicBezTo>
                <a:cubicBezTo>
                  <a:pt x="131264" y="167050"/>
                  <a:pt x="130342" y="164790"/>
                  <a:pt x="128499" y="162946"/>
                </a:cubicBezTo>
                <a:cubicBezTo>
                  <a:pt x="126655" y="161103"/>
                  <a:pt x="124388" y="160181"/>
                  <a:pt x="121710" y="160181"/>
                </a:cubicBezTo>
                <a:cubicBezTo>
                  <a:pt x="119026" y="160181"/>
                  <a:pt x="116758" y="161103"/>
                  <a:pt x="114914" y="162946"/>
                </a:cubicBezTo>
                <a:cubicBezTo>
                  <a:pt x="113071" y="164790"/>
                  <a:pt x="112149" y="167050"/>
                  <a:pt x="112149" y="169735"/>
                </a:cubicBezTo>
                <a:cubicBezTo>
                  <a:pt x="112149" y="172419"/>
                  <a:pt x="113071" y="174680"/>
                  <a:pt x="114914" y="176523"/>
                </a:cubicBezTo>
                <a:cubicBezTo>
                  <a:pt x="116758" y="178367"/>
                  <a:pt x="119026" y="179288"/>
                  <a:pt x="121710" y="179288"/>
                </a:cubicBezTo>
                <a:cubicBezTo>
                  <a:pt x="124388" y="179288"/>
                  <a:pt x="126655" y="178367"/>
                  <a:pt x="128499" y="176523"/>
                </a:cubicBezTo>
                <a:close/>
                <a:moveTo>
                  <a:pt x="120701" y="221285"/>
                </a:moveTo>
                <a:cubicBezTo>
                  <a:pt x="106956" y="221285"/>
                  <a:pt x="93964" y="218688"/>
                  <a:pt x="81725" y="213487"/>
                </a:cubicBezTo>
                <a:cubicBezTo>
                  <a:pt x="69487" y="208125"/>
                  <a:pt x="58843" y="200919"/>
                  <a:pt x="49787" y="191863"/>
                </a:cubicBezTo>
                <a:cubicBezTo>
                  <a:pt x="40570" y="182646"/>
                  <a:pt x="33357" y="171915"/>
                  <a:pt x="28164" y="159676"/>
                </a:cubicBezTo>
                <a:cubicBezTo>
                  <a:pt x="22801" y="147438"/>
                  <a:pt x="20117" y="134446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570" y="58587"/>
                  <a:pt x="49787" y="49539"/>
                </a:cubicBezTo>
                <a:cubicBezTo>
                  <a:pt x="58843" y="40482"/>
                  <a:pt x="69487" y="33357"/>
                  <a:pt x="81725" y="28164"/>
                </a:cubicBezTo>
                <a:cubicBezTo>
                  <a:pt x="93964" y="22801"/>
                  <a:pt x="107036" y="20117"/>
                  <a:pt x="120950" y="20117"/>
                </a:cubicBezTo>
                <a:cubicBezTo>
                  <a:pt x="134702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446"/>
                  <a:pt x="218688" y="147438"/>
                  <a:pt x="213487" y="159676"/>
                </a:cubicBezTo>
                <a:cubicBezTo>
                  <a:pt x="208125" y="171915"/>
                  <a:pt x="200919" y="182558"/>
                  <a:pt x="191863" y="191614"/>
                </a:cubicBezTo>
                <a:cubicBezTo>
                  <a:pt x="182814" y="200832"/>
                  <a:pt x="172163" y="208044"/>
                  <a:pt x="159932" y="213238"/>
                </a:cubicBezTo>
                <a:cubicBezTo>
                  <a:pt x="147694" y="218600"/>
                  <a:pt x="134614" y="221285"/>
                  <a:pt x="120701" y="221285"/>
                </a:cubicBezTo>
                <a:close/>
                <a:moveTo>
                  <a:pt x="120950" y="206201"/>
                </a:moveTo>
                <a:cubicBezTo>
                  <a:pt x="144592" y="206201"/>
                  <a:pt x="164709" y="197898"/>
                  <a:pt x="181300" y="181300"/>
                </a:cubicBezTo>
                <a:cubicBezTo>
                  <a:pt x="197898" y="164541"/>
                  <a:pt x="206201" y="144336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97065" y="35208"/>
                  <a:pt x="76949" y="43503"/>
                  <a:pt x="60350" y="60102"/>
                </a:cubicBezTo>
                <a:cubicBezTo>
                  <a:pt x="43584" y="76693"/>
                  <a:pt x="35208" y="96897"/>
                  <a:pt x="35208" y="120701"/>
                </a:cubicBezTo>
                <a:cubicBezTo>
                  <a:pt x="35208" y="144336"/>
                  <a:pt x="43584" y="164541"/>
                  <a:pt x="60350" y="181300"/>
                </a:cubicBezTo>
                <a:cubicBezTo>
                  <a:pt x="76949" y="197898"/>
                  <a:pt x="97146" y="206201"/>
                  <a:pt x="120950" y="206201"/>
                </a:cubicBezTo>
                <a:close/>
                <a:moveTo>
                  <a:pt x="120701" y="120701"/>
                </a:moveTo>
                <a:close/>
                <a:moveTo>
                  <a:pt x="121454" y="75442"/>
                </a:moveTo>
                <a:cubicBezTo>
                  <a:pt x="126487" y="75442"/>
                  <a:pt x="130927" y="77029"/>
                  <a:pt x="134783" y="80218"/>
                </a:cubicBezTo>
                <a:cubicBezTo>
                  <a:pt x="138638" y="83232"/>
                  <a:pt x="140569" y="87175"/>
                  <a:pt x="140569" y="92033"/>
                </a:cubicBezTo>
                <a:cubicBezTo>
                  <a:pt x="140569" y="96392"/>
                  <a:pt x="139223" y="100167"/>
                  <a:pt x="136546" y="103349"/>
                </a:cubicBezTo>
                <a:cubicBezTo>
                  <a:pt x="134029" y="106700"/>
                  <a:pt x="131096" y="109801"/>
                  <a:pt x="127745" y="112654"/>
                </a:cubicBezTo>
                <a:cubicBezTo>
                  <a:pt x="123883" y="115836"/>
                  <a:pt x="120533" y="119362"/>
                  <a:pt x="117687" y="123217"/>
                </a:cubicBezTo>
                <a:cubicBezTo>
                  <a:pt x="114834" y="127241"/>
                  <a:pt x="113408" y="131681"/>
                  <a:pt x="113408" y="136546"/>
                </a:cubicBezTo>
                <a:cubicBezTo>
                  <a:pt x="113408" y="138389"/>
                  <a:pt x="114081" y="139896"/>
                  <a:pt x="115419" y="141066"/>
                </a:cubicBezTo>
                <a:cubicBezTo>
                  <a:pt x="116926" y="142076"/>
                  <a:pt x="118609" y="142581"/>
                  <a:pt x="120452" y="142581"/>
                </a:cubicBezTo>
                <a:cubicBezTo>
                  <a:pt x="122464" y="142581"/>
                  <a:pt x="124139" y="141908"/>
                  <a:pt x="125478" y="140569"/>
                </a:cubicBezTo>
                <a:cubicBezTo>
                  <a:pt x="126816" y="139223"/>
                  <a:pt x="127658" y="137548"/>
                  <a:pt x="127994" y="135536"/>
                </a:cubicBezTo>
                <a:cubicBezTo>
                  <a:pt x="128499" y="132017"/>
                  <a:pt x="129837" y="128828"/>
                  <a:pt x="132017" y="125982"/>
                </a:cubicBezTo>
                <a:cubicBezTo>
                  <a:pt x="134197" y="123129"/>
                  <a:pt x="136714" y="120533"/>
                  <a:pt x="139559" y="118184"/>
                </a:cubicBezTo>
                <a:cubicBezTo>
                  <a:pt x="143751" y="114834"/>
                  <a:pt x="147189" y="110891"/>
                  <a:pt x="149874" y="106370"/>
                </a:cubicBezTo>
                <a:cubicBezTo>
                  <a:pt x="152551" y="101842"/>
                  <a:pt x="153897" y="96897"/>
                  <a:pt x="153897" y="91535"/>
                </a:cubicBezTo>
                <a:cubicBezTo>
                  <a:pt x="153897" y="83152"/>
                  <a:pt x="150796" y="76195"/>
                  <a:pt x="144592" y="70658"/>
                </a:cubicBezTo>
                <a:cubicBezTo>
                  <a:pt x="138221" y="64959"/>
                  <a:pt x="130759" y="62113"/>
                  <a:pt x="122208" y="62113"/>
                </a:cubicBezTo>
                <a:cubicBezTo>
                  <a:pt x="116173" y="62113"/>
                  <a:pt x="110394" y="63372"/>
                  <a:pt x="104856" y="65881"/>
                </a:cubicBezTo>
                <a:cubicBezTo>
                  <a:pt x="99326" y="68397"/>
                  <a:pt x="94798" y="72084"/>
                  <a:pt x="91279" y="76949"/>
                </a:cubicBezTo>
                <a:cubicBezTo>
                  <a:pt x="90109" y="78624"/>
                  <a:pt x="89604" y="80467"/>
                  <a:pt x="89772" y="82479"/>
                </a:cubicBezTo>
                <a:cubicBezTo>
                  <a:pt x="89772" y="84322"/>
                  <a:pt x="90526" y="85829"/>
                  <a:pt x="92033" y="87007"/>
                </a:cubicBezTo>
                <a:cubicBezTo>
                  <a:pt x="93876" y="88346"/>
                  <a:pt x="95888" y="88763"/>
                  <a:pt x="98068" y="88265"/>
                </a:cubicBezTo>
                <a:cubicBezTo>
                  <a:pt x="100079" y="87760"/>
                  <a:pt x="101754" y="86583"/>
                  <a:pt x="103100" y="84739"/>
                </a:cubicBezTo>
                <a:cubicBezTo>
                  <a:pt x="105280" y="81725"/>
                  <a:pt x="107958" y="79465"/>
                  <a:pt x="111147" y="77951"/>
                </a:cubicBezTo>
                <a:cubicBezTo>
                  <a:pt x="114329" y="76276"/>
                  <a:pt x="117767" y="75442"/>
                  <a:pt x="121454" y="75442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1" name="圖說"/>
          <p:cNvSpPr/>
          <p:nvPr/>
        </p:nvSpPr>
        <p:spPr>
          <a:xfrm>
            <a:off x="1311835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600" dirty="0"/>
          </a:p>
        </p:txBody>
      </p:sp>
      <p:sp>
        <p:nvSpPr>
          <p:cNvPr id="132" name="圖示 進行中"/>
          <p:cNvSpPr/>
          <p:nvPr/>
        </p:nvSpPr>
        <p:spPr>
          <a:xfrm>
            <a:off x="187142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5939" y="129501"/>
                </a:moveTo>
                <a:cubicBezTo>
                  <a:pt x="78287" y="127153"/>
                  <a:pt x="79465" y="124219"/>
                  <a:pt x="79465" y="120701"/>
                </a:cubicBezTo>
                <a:cubicBezTo>
                  <a:pt x="79465" y="117182"/>
                  <a:pt x="78207" y="114249"/>
                  <a:pt x="75690" y="111901"/>
                </a:cubicBezTo>
                <a:cubicBezTo>
                  <a:pt x="73342" y="109384"/>
                  <a:pt x="70409" y="108126"/>
                  <a:pt x="66890" y="108126"/>
                </a:cubicBezTo>
                <a:cubicBezTo>
                  <a:pt x="63372" y="108126"/>
                  <a:pt x="60431" y="109384"/>
                  <a:pt x="58090" y="111901"/>
                </a:cubicBezTo>
                <a:cubicBezTo>
                  <a:pt x="55574" y="114249"/>
                  <a:pt x="54315" y="117182"/>
                  <a:pt x="54315" y="120701"/>
                </a:cubicBezTo>
                <a:cubicBezTo>
                  <a:pt x="54315" y="124219"/>
                  <a:pt x="55574" y="127241"/>
                  <a:pt x="58090" y="129757"/>
                </a:cubicBezTo>
                <a:cubicBezTo>
                  <a:pt x="60431" y="132098"/>
                  <a:pt x="63372" y="133276"/>
                  <a:pt x="66890" y="133276"/>
                </a:cubicBezTo>
                <a:cubicBezTo>
                  <a:pt x="70409" y="133276"/>
                  <a:pt x="73430" y="132017"/>
                  <a:pt x="75939" y="129501"/>
                </a:cubicBezTo>
                <a:close/>
                <a:moveTo>
                  <a:pt x="129757" y="129501"/>
                </a:moveTo>
                <a:cubicBezTo>
                  <a:pt x="132098" y="127153"/>
                  <a:pt x="133276" y="124219"/>
                  <a:pt x="133276" y="120701"/>
                </a:cubicBezTo>
                <a:cubicBezTo>
                  <a:pt x="133276" y="117182"/>
                  <a:pt x="132017" y="114249"/>
                  <a:pt x="129501" y="111901"/>
                </a:cubicBezTo>
                <a:cubicBezTo>
                  <a:pt x="127153" y="109384"/>
                  <a:pt x="124219" y="108126"/>
                  <a:pt x="120701" y="108126"/>
                </a:cubicBezTo>
                <a:cubicBezTo>
                  <a:pt x="117182" y="108126"/>
                  <a:pt x="114249" y="109384"/>
                  <a:pt x="111901" y="111901"/>
                </a:cubicBezTo>
                <a:cubicBezTo>
                  <a:pt x="109384" y="114249"/>
                  <a:pt x="108126" y="117182"/>
                  <a:pt x="108126" y="120701"/>
                </a:cubicBezTo>
                <a:cubicBezTo>
                  <a:pt x="108126" y="124219"/>
                  <a:pt x="109384" y="127241"/>
                  <a:pt x="111901" y="129757"/>
                </a:cubicBezTo>
                <a:cubicBezTo>
                  <a:pt x="114249" y="132098"/>
                  <a:pt x="117182" y="133276"/>
                  <a:pt x="120701" y="133276"/>
                </a:cubicBezTo>
                <a:cubicBezTo>
                  <a:pt x="124219" y="133276"/>
                  <a:pt x="127241" y="132017"/>
                  <a:pt x="129757" y="129501"/>
                </a:cubicBezTo>
                <a:close/>
                <a:moveTo>
                  <a:pt x="183312" y="129501"/>
                </a:moveTo>
                <a:cubicBezTo>
                  <a:pt x="185660" y="127153"/>
                  <a:pt x="186838" y="124219"/>
                  <a:pt x="186838" y="120701"/>
                </a:cubicBezTo>
                <a:cubicBezTo>
                  <a:pt x="186838" y="117182"/>
                  <a:pt x="185579" y="114249"/>
                  <a:pt x="183063" y="111901"/>
                </a:cubicBezTo>
                <a:cubicBezTo>
                  <a:pt x="180715" y="109384"/>
                  <a:pt x="177781" y="108126"/>
                  <a:pt x="174263" y="108126"/>
                </a:cubicBezTo>
                <a:cubicBezTo>
                  <a:pt x="170744" y="108126"/>
                  <a:pt x="167811" y="109384"/>
                  <a:pt x="165463" y="111901"/>
                </a:cubicBezTo>
                <a:cubicBezTo>
                  <a:pt x="162946" y="114249"/>
                  <a:pt x="161688" y="117182"/>
                  <a:pt x="161688" y="120701"/>
                </a:cubicBezTo>
                <a:cubicBezTo>
                  <a:pt x="161688" y="124219"/>
                  <a:pt x="162946" y="127241"/>
                  <a:pt x="165463" y="129757"/>
                </a:cubicBezTo>
                <a:cubicBezTo>
                  <a:pt x="167811" y="132098"/>
                  <a:pt x="170744" y="133276"/>
                  <a:pt x="174263" y="133276"/>
                </a:cubicBezTo>
                <a:cubicBezTo>
                  <a:pt x="177781" y="133276"/>
                  <a:pt x="180802" y="132017"/>
                  <a:pt x="183312" y="129501"/>
                </a:cubicBezTo>
                <a:close/>
                <a:moveTo>
                  <a:pt x="120701" y="221285"/>
                </a:moveTo>
                <a:cubicBezTo>
                  <a:pt x="106956" y="221285"/>
                  <a:pt x="93964" y="218688"/>
                  <a:pt x="81725" y="213487"/>
                </a:cubicBezTo>
                <a:cubicBezTo>
                  <a:pt x="69487" y="208125"/>
                  <a:pt x="58843" y="200919"/>
                  <a:pt x="49787" y="191863"/>
                </a:cubicBezTo>
                <a:cubicBezTo>
                  <a:pt x="40570" y="182646"/>
                  <a:pt x="33357" y="171915"/>
                  <a:pt x="28164" y="159676"/>
                </a:cubicBezTo>
                <a:cubicBezTo>
                  <a:pt x="22801" y="147438"/>
                  <a:pt x="20117" y="134446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570" y="58587"/>
                  <a:pt x="49787" y="49539"/>
                </a:cubicBezTo>
                <a:cubicBezTo>
                  <a:pt x="58843" y="40482"/>
                  <a:pt x="69487" y="33357"/>
                  <a:pt x="81725" y="28164"/>
                </a:cubicBezTo>
                <a:cubicBezTo>
                  <a:pt x="93964" y="22801"/>
                  <a:pt x="107036" y="20117"/>
                  <a:pt x="120950" y="20117"/>
                </a:cubicBezTo>
                <a:cubicBezTo>
                  <a:pt x="134702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446"/>
                  <a:pt x="218688" y="147438"/>
                  <a:pt x="213487" y="159676"/>
                </a:cubicBezTo>
                <a:cubicBezTo>
                  <a:pt x="208125" y="171915"/>
                  <a:pt x="200919" y="182558"/>
                  <a:pt x="191863" y="191614"/>
                </a:cubicBezTo>
                <a:cubicBezTo>
                  <a:pt x="182814" y="200832"/>
                  <a:pt x="172163" y="208044"/>
                  <a:pt x="159932" y="213238"/>
                </a:cubicBezTo>
                <a:cubicBezTo>
                  <a:pt x="147694" y="218600"/>
                  <a:pt x="134614" y="221285"/>
                  <a:pt x="120701" y="221285"/>
                </a:cubicBezTo>
                <a:close/>
                <a:moveTo>
                  <a:pt x="120950" y="206201"/>
                </a:moveTo>
                <a:cubicBezTo>
                  <a:pt x="144592" y="206201"/>
                  <a:pt x="164709" y="197898"/>
                  <a:pt x="181300" y="181300"/>
                </a:cubicBezTo>
                <a:cubicBezTo>
                  <a:pt x="197898" y="164541"/>
                  <a:pt x="206201" y="144336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97065" y="35208"/>
                  <a:pt x="76949" y="43503"/>
                  <a:pt x="60350" y="60102"/>
                </a:cubicBezTo>
                <a:cubicBezTo>
                  <a:pt x="43584" y="76693"/>
                  <a:pt x="35208" y="96897"/>
                  <a:pt x="35208" y="120701"/>
                </a:cubicBezTo>
                <a:cubicBezTo>
                  <a:pt x="35208" y="144336"/>
                  <a:pt x="43584" y="164541"/>
                  <a:pt x="60350" y="181300"/>
                </a:cubicBezTo>
                <a:cubicBezTo>
                  <a:pt x="76949" y="197898"/>
                  <a:pt x="97146" y="206201"/>
                  <a:pt x="120950" y="206201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3" name="圖說"/>
          <p:cNvSpPr/>
          <p:nvPr/>
        </p:nvSpPr>
        <p:spPr>
          <a:xfrm>
            <a:off x="175561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</a:t>
            </a:r>
            <a:endParaRPr lang="en-US" sz="600" dirty="0"/>
          </a:p>
        </p:txBody>
      </p:sp>
      <p:sp>
        <p:nvSpPr>
          <p:cNvPr id="134" name="圖示 等待"/>
          <p:cNvSpPr/>
          <p:nvPr/>
        </p:nvSpPr>
        <p:spPr>
          <a:xfrm>
            <a:off x="231520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7453" y="206201"/>
                </a:moveTo>
                <a:lnTo>
                  <a:pt x="163956" y="206201"/>
                </a:lnTo>
                <a:lnTo>
                  <a:pt x="163956" y="174263"/>
                </a:lnTo>
                <a:cubicBezTo>
                  <a:pt x="163956" y="162193"/>
                  <a:pt x="159764" y="152046"/>
                  <a:pt x="151381" y="143839"/>
                </a:cubicBezTo>
                <a:cubicBezTo>
                  <a:pt x="142998" y="135456"/>
                  <a:pt x="132771" y="131264"/>
                  <a:pt x="120701" y="131264"/>
                </a:cubicBezTo>
                <a:cubicBezTo>
                  <a:pt x="108631" y="131264"/>
                  <a:pt x="98404" y="135456"/>
                  <a:pt x="90021" y="143839"/>
                </a:cubicBezTo>
                <a:cubicBezTo>
                  <a:pt x="81638" y="152046"/>
                  <a:pt x="77453" y="162193"/>
                  <a:pt x="77453" y="174263"/>
                </a:cubicBezTo>
                <a:lnTo>
                  <a:pt x="77453" y="206201"/>
                </a:lnTo>
                <a:close/>
                <a:moveTo>
                  <a:pt x="151381" y="97570"/>
                </a:moveTo>
                <a:cubicBezTo>
                  <a:pt x="159764" y="89187"/>
                  <a:pt x="163956" y="78960"/>
                  <a:pt x="163956" y="66890"/>
                </a:cubicBezTo>
                <a:lnTo>
                  <a:pt x="163956" y="35208"/>
                </a:lnTo>
                <a:lnTo>
                  <a:pt x="77453" y="35208"/>
                </a:lnTo>
                <a:lnTo>
                  <a:pt x="77453" y="66890"/>
                </a:lnTo>
                <a:cubicBezTo>
                  <a:pt x="77453" y="78960"/>
                  <a:pt x="81638" y="89187"/>
                  <a:pt x="90021" y="97570"/>
                </a:cubicBezTo>
                <a:cubicBezTo>
                  <a:pt x="98404" y="105946"/>
                  <a:pt x="108631" y="110138"/>
                  <a:pt x="120701" y="110138"/>
                </a:cubicBezTo>
                <a:cubicBezTo>
                  <a:pt x="132771" y="110138"/>
                  <a:pt x="142998" y="105946"/>
                  <a:pt x="151381" y="97570"/>
                </a:cubicBezTo>
                <a:close/>
                <a:moveTo>
                  <a:pt x="47776" y="221285"/>
                </a:moveTo>
                <a:cubicBezTo>
                  <a:pt x="45596" y="221285"/>
                  <a:pt x="43840" y="220612"/>
                  <a:pt x="42494" y="219273"/>
                </a:cubicBezTo>
                <a:cubicBezTo>
                  <a:pt x="40987" y="217766"/>
                  <a:pt x="40234" y="215923"/>
                  <a:pt x="40234" y="213743"/>
                </a:cubicBezTo>
                <a:cubicBezTo>
                  <a:pt x="40234" y="211563"/>
                  <a:pt x="40987" y="209800"/>
                  <a:pt x="42494" y="208461"/>
                </a:cubicBezTo>
                <a:cubicBezTo>
                  <a:pt x="43840" y="206954"/>
                  <a:pt x="45596" y="206201"/>
                  <a:pt x="47776" y="206201"/>
                </a:cubicBezTo>
                <a:lnTo>
                  <a:pt x="62362" y="206201"/>
                </a:lnTo>
                <a:lnTo>
                  <a:pt x="62362" y="174263"/>
                </a:lnTo>
                <a:cubicBezTo>
                  <a:pt x="62362" y="162361"/>
                  <a:pt x="65712" y="151549"/>
                  <a:pt x="72420" y="141827"/>
                </a:cubicBezTo>
                <a:cubicBezTo>
                  <a:pt x="79129" y="132098"/>
                  <a:pt x="88009" y="125061"/>
                  <a:pt x="99077" y="120701"/>
                </a:cubicBezTo>
                <a:cubicBezTo>
                  <a:pt x="88009" y="116173"/>
                  <a:pt x="79129" y="109048"/>
                  <a:pt x="72420" y="99326"/>
                </a:cubicBezTo>
                <a:cubicBezTo>
                  <a:pt x="65712" y="89604"/>
                  <a:pt x="62362" y="78792"/>
                  <a:pt x="62362" y="66890"/>
                </a:cubicBezTo>
                <a:lnTo>
                  <a:pt x="62362" y="35208"/>
                </a:lnTo>
                <a:lnTo>
                  <a:pt x="47776" y="35208"/>
                </a:lnTo>
                <a:cubicBezTo>
                  <a:pt x="45596" y="35208"/>
                  <a:pt x="43840" y="34535"/>
                  <a:pt x="42494" y="33196"/>
                </a:cubicBezTo>
                <a:cubicBezTo>
                  <a:pt x="40987" y="31682"/>
                  <a:pt x="40234" y="29839"/>
                  <a:pt x="40234" y="27659"/>
                </a:cubicBezTo>
                <a:cubicBezTo>
                  <a:pt x="40234" y="25479"/>
                  <a:pt x="40987" y="23723"/>
                  <a:pt x="42494" y="22377"/>
                </a:cubicBezTo>
                <a:cubicBezTo>
                  <a:pt x="43840" y="20870"/>
                  <a:pt x="45596" y="20117"/>
                  <a:pt x="47776" y="20117"/>
                </a:cubicBezTo>
                <a:lnTo>
                  <a:pt x="193626" y="20117"/>
                </a:lnTo>
                <a:cubicBezTo>
                  <a:pt x="195806" y="20117"/>
                  <a:pt x="197649" y="20870"/>
                  <a:pt x="199156" y="22377"/>
                </a:cubicBezTo>
                <a:cubicBezTo>
                  <a:pt x="200495" y="23723"/>
                  <a:pt x="201168" y="25479"/>
                  <a:pt x="201168" y="27659"/>
                </a:cubicBezTo>
                <a:cubicBezTo>
                  <a:pt x="201168" y="29839"/>
                  <a:pt x="200495" y="31682"/>
                  <a:pt x="199156" y="33196"/>
                </a:cubicBezTo>
                <a:cubicBezTo>
                  <a:pt x="197649" y="34535"/>
                  <a:pt x="195806" y="35208"/>
                  <a:pt x="193626" y="35208"/>
                </a:cubicBezTo>
                <a:lnTo>
                  <a:pt x="179040" y="35208"/>
                </a:lnTo>
                <a:lnTo>
                  <a:pt x="179040" y="66890"/>
                </a:lnTo>
                <a:cubicBezTo>
                  <a:pt x="179040" y="78792"/>
                  <a:pt x="175689" y="89604"/>
                  <a:pt x="168981" y="99326"/>
                </a:cubicBezTo>
                <a:cubicBezTo>
                  <a:pt x="162273" y="109048"/>
                  <a:pt x="153392" y="116173"/>
                  <a:pt x="142325" y="120701"/>
                </a:cubicBezTo>
                <a:cubicBezTo>
                  <a:pt x="153392" y="125061"/>
                  <a:pt x="162273" y="132098"/>
                  <a:pt x="168981" y="141827"/>
                </a:cubicBezTo>
                <a:cubicBezTo>
                  <a:pt x="175689" y="151549"/>
                  <a:pt x="179040" y="162361"/>
                  <a:pt x="179040" y="174263"/>
                </a:cubicBezTo>
                <a:lnTo>
                  <a:pt x="179040" y="206201"/>
                </a:lnTo>
                <a:lnTo>
                  <a:pt x="193626" y="206201"/>
                </a:lnTo>
                <a:cubicBezTo>
                  <a:pt x="195806" y="206201"/>
                  <a:pt x="197649" y="206954"/>
                  <a:pt x="199156" y="208461"/>
                </a:cubicBezTo>
                <a:cubicBezTo>
                  <a:pt x="200495" y="209800"/>
                  <a:pt x="201168" y="211563"/>
                  <a:pt x="201168" y="213743"/>
                </a:cubicBezTo>
                <a:cubicBezTo>
                  <a:pt x="201168" y="215923"/>
                  <a:pt x="200495" y="217766"/>
                  <a:pt x="199156" y="219273"/>
                </a:cubicBezTo>
                <a:cubicBezTo>
                  <a:pt x="197649" y="220612"/>
                  <a:pt x="195806" y="221285"/>
                  <a:pt x="193626" y="221285"/>
                </a:cubicBezTo>
                <a:lnTo>
                  <a:pt x="47776" y="221285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5" name="圖說"/>
          <p:cNvSpPr/>
          <p:nvPr/>
        </p:nvSpPr>
        <p:spPr>
          <a:xfrm>
            <a:off x="219938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</a:t>
            </a:r>
            <a:endParaRPr lang="en-US" sz="600" dirty="0"/>
          </a:p>
        </p:txBody>
      </p:sp>
      <p:sp>
        <p:nvSpPr>
          <p:cNvPr id="136" name="圖示 通知"/>
          <p:cNvSpPr/>
          <p:nvPr/>
        </p:nvSpPr>
        <p:spPr>
          <a:xfrm>
            <a:off x="2758983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7776" y="191110"/>
                </a:moveTo>
                <a:cubicBezTo>
                  <a:pt x="45596" y="191110"/>
                  <a:pt x="43840" y="190356"/>
                  <a:pt x="42494" y="188849"/>
                </a:cubicBezTo>
                <a:cubicBezTo>
                  <a:pt x="40987" y="187503"/>
                  <a:pt x="40234" y="185748"/>
                  <a:pt x="40234" y="183568"/>
                </a:cubicBezTo>
                <a:cubicBezTo>
                  <a:pt x="40234" y="181388"/>
                  <a:pt x="40987" y="179625"/>
                  <a:pt x="42494" y="178286"/>
                </a:cubicBezTo>
                <a:cubicBezTo>
                  <a:pt x="43840" y="176779"/>
                  <a:pt x="45596" y="176026"/>
                  <a:pt x="47776" y="176026"/>
                </a:cubicBezTo>
                <a:lnTo>
                  <a:pt x="60350" y="176026"/>
                </a:lnTo>
                <a:lnTo>
                  <a:pt x="60350" y="99582"/>
                </a:lnTo>
                <a:cubicBezTo>
                  <a:pt x="60350" y="85500"/>
                  <a:pt x="64542" y="72925"/>
                  <a:pt x="72925" y="61857"/>
                </a:cubicBezTo>
                <a:cubicBezTo>
                  <a:pt x="81140" y="50628"/>
                  <a:pt x="92033" y="43584"/>
                  <a:pt x="105617" y="40738"/>
                </a:cubicBezTo>
                <a:lnTo>
                  <a:pt x="105617" y="35208"/>
                </a:lnTo>
                <a:cubicBezTo>
                  <a:pt x="105617" y="31016"/>
                  <a:pt x="107124" y="27491"/>
                  <a:pt x="110138" y="24645"/>
                </a:cubicBezTo>
                <a:cubicBezTo>
                  <a:pt x="112991" y="21624"/>
                  <a:pt x="116509" y="20117"/>
                  <a:pt x="120701" y="20117"/>
                </a:cubicBezTo>
                <a:cubicBezTo>
                  <a:pt x="124892" y="20117"/>
                  <a:pt x="128499" y="21624"/>
                  <a:pt x="131513" y="24645"/>
                </a:cubicBezTo>
                <a:cubicBezTo>
                  <a:pt x="134366" y="27491"/>
                  <a:pt x="135792" y="31016"/>
                  <a:pt x="135792" y="35208"/>
                </a:cubicBezTo>
                <a:lnTo>
                  <a:pt x="135792" y="40738"/>
                </a:lnTo>
                <a:cubicBezTo>
                  <a:pt x="149369" y="43584"/>
                  <a:pt x="160349" y="50628"/>
                  <a:pt x="168732" y="61857"/>
                </a:cubicBezTo>
                <a:cubicBezTo>
                  <a:pt x="176947" y="72925"/>
                  <a:pt x="181051" y="85500"/>
                  <a:pt x="181051" y="99582"/>
                </a:cubicBezTo>
                <a:lnTo>
                  <a:pt x="181051" y="176026"/>
                </a:lnTo>
                <a:lnTo>
                  <a:pt x="193626" y="176026"/>
                </a:lnTo>
                <a:cubicBezTo>
                  <a:pt x="195806" y="176026"/>
                  <a:pt x="197562" y="176779"/>
                  <a:pt x="198908" y="178286"/>
                </a:cubicBezTo>
                <a:cubicBezTo>
                  <a:pt x="200415" y="179625"/>
                  <a:pt x="201168" y="181388"/>
                  <a:pt x="201168" y="183568"/>
                </a:cubicBezTo>
                <a:cubicBezTo>
                  <a:pt x="201168" y="185748"/>
                  <a:pt x="200415" y="187591"/>
                  <a:pt x="198908" y="189098"/>
                </a:cubicBezTo>
                <a:cubicBezTo>
                  <a:pt x="197562" y="190437"/>
                  <a:pt x="195806" y="191110"/>
                  <a:pt x="193626" y="191110"/>
                </a:cubicBezTo>
                <a:lnTo>
                  <a:pt x="47776" y="191110"/>
                </a:lnTo>
                <a:close/>
                <a:moveTo>
                  <a:pt x="120701" y="115171"/>
                </a:moveTo>
                <a:close/>
                <a:moveTo>
                  <a:pt x="120701" y="221285"/>
                </a:moveTo>
                <a:cubicBezTo>
                  <a:pt x="115171" y="221285"/>
                  <a:pt x="110474" y="219354"/>
                  <a:pt x="106619" y="215498"/>
                </a:cubicBezTo>
                <a:cubicBezTo>
                  <a:pt x="102596" y="211475"/>
                  <a:pt x="100584" y="206698"/>
                  <a:pt x="100584" y="201168"/>
                </a:cubicBezTo>
                <a:lnTo>
                  <a:pt x="140818" y="201168"/>
                </a:lnTo>
                <a:cubicBezTo>
                  <a:pt x="140818" y="206698"/>
                  <a:pt x="138886" y="211475"/>
                  <a:pt x="135031" y="215498"/>
                </a:cubicBezTo>
                <a:cubicBezTo>
                  <a:pt x="131008" y="219354"/>
                  <a:pt x="126231" y="221285"/>
                  <a:pt x="120701" y="221285"/>
                </a:cubicBezTo>
                <a:close/>
                <a:moveTo>
                  <a:pt x="75442" y="176026"/>
                </a:moveTo>
                <a:lnTo>
                  <a:pt x="165967" y="176026"/>
                </a:lnTo>
                <a:lnTo>
                  <a:pt x="165967" y="99582"/>
                </a:lnTo>
                <a:cubicBezTo>
                  <a:pt x="165967" y="87007"/>
                  <a:pt x="161607" y="76363"/>
                  <a:pt x="152888" y="67644"/>
                </a:cubicBezTo>
                <a:cubicBezTo>
                  <a:pt x="144000" y="58756"/>
                  <a:pt x="133276" y="54315"/>
                  <a:pt x="120701" y="54315"/>
                </a:cubicBezTo>
                <a:cubicBezTo>
                  <a:pt x="108126" y="54315"/>
                  <a:pt x="97482" y="58756"/>
                  <a:pt x="88763" y="67644"/>
                </a:cubicBezTo>
                <a:cubicBezTo>
                  <a:pt x="79882" y="76363"/>
                  <a:pt x="75442" y="87007"/>
                  <a:pt x="75442" y="99582"/>
                </a:cubicBezTo>
                <a:lnTo>
                  <a:pt x="75442" y="176026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7" name="圖說"/>
          <p:cNvSpPr/>
          <p:nvPr/>
        </p:nvSpPr>
        <p:spPr>
          <a:xfrm>
            <a:off x="2643165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通知</a:t>
            </a:r>
            <a:endParaRPr lang="en-US" sz="600" dirty="0"/>
          </a:p>
        </p:txBody>
      </p:sp>
      <p:sp>
        <p:nvSpPr>
          <p:cNvPr id="138" name="圖示 時間"/>
          <p:cNvSpPr/>
          <p:nvPr/>
        </p:nvSpPr>
        <p:spPr>
          <a:xfrm>
            <a:off x="320275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8996" y="117687"/>
                </a:moveTo>
                <a:lnTo>
                  <a:pt x="128996" y="74681"/>
                </a:lnTo>
                <a:cubicBezTo>
                  <a:pt x="128996" y="72501"/>
                  <a:pt x="128331" y="70745"/>
                  <a:pt x="126985" y="69407"/>
                </a:cubicBezTo>
                <a:cubicBezTo>
                  <a:pt x="125478" y="67892"/>
                  <a:pt x="123634" y="67139"/>
                  <a:pt x="121454" y="67139"/>
                </a:cubicBezTo>
                <a:cubicBezTo>
                  <a:pt x="119274" y="67139"/>
                  <a:pt x="117519" y="67892"/>
                  <a:pt x="116173" y="69407"/>
                </a:cubicBezTo>
                <a:cubicBezTo>
                  <a:pt x="114666" y="70745"/>
                  <a:pt x="113912" y="72501"/>
                  <a:pt x="113912" y="74681"/>
                </a:cubicBezTo>
                <a:lnTo>
                  <a:pt x="113912" y="120701"/>
                </a:lnTo>
                <a:cubicBezTo>
                  <a:pt x="113912" y="121710"/>
                  <a:pt x="114081" y="122632"/>
                  <a:pt x="114417" y="123466"/>
                </a:cubicBezTo>
                <a:cubicBezTo>
                  <a:pt x="114746" y="124307"/>
                  <a:pt x="115251" y="125141"/>
                  <a:pt x="115924" y="125982"/>
                </a:cubicBezTo>
                <a:lnTo>
                  <a:pt x="152134" y="163451"/>
                </a:lnTo>
                <a:cubicBezTo>
                  <a:pt x="153641" y="165126"/>
                  <a:pt x="155572" y="165967"/>
                  <a:pt x="157921" y="165967"/>
                </a:cubicBezTo>
                <a:cubicBezTo>
                  <a:pt x="160093" y="165799"/>
                  <a:pt x="161944" y="164958"/>
                  <a:pt x="163451" y="163451"/>
                </a:cubicBezTo>
                <a:cubicBezTo>
                  <a:pt x="164958" y="161944"/>
                  <a:pt x="165711" y="160093"/>
                  <a:pt x="165711" y="157921"/>
                </a:cubicBezTo>
                <a:cubicBezTo>
                  <a:pt x="165711" y="155741"/>
                  <a:pt x="164958" y="153897"/>
                  <a:pt x="163451" y="152383"/>
                </a:cubicBezTo>
                <a:lnTo>
                  <a:pt x="128996" y="117687"/>
                </a:lnTo>
                <a:close/>
                <a:moveTo>
                  <a:pt x="120701" y="221285"/>
                </a:moveTo>
                <a:cubicBezTo>
                  <a:pt x="106956" y="221285"/>
                  <a:pt x="93964" y="218688"/>
                  <a:pt x="81725" y="213487"/>
                </a:cubicBezTo>
                <a:cubicBezTo>
                  <a:pt x="69487" y="208125"/>
                  <a:pt x="58843" y="200919"/>
                  <a:pt x="49787" y="191863"/>
                </a:cubicBezTo>
                <a:cubicBezTo>
                  <a:pt x="40570" y="182646"/>
                  <a:pt x="33357" y="171915"/>
                  <a:pt x="28164" y="159676"/>
                </a:cubicBezTo>
                <a:cubicBezTo>
                  <a:pt x="22801" y="147438"/>
                  <a:pt x="20117" y="134446"/>
                  <a:pt x="20117" y="120701"/>
                </a:cubicBezTo>
                <a:cubicBezTo>
                  <a:pt x="20117" y="106956"/>
                  <a:pt x="22801" y="93964"/>
                  <a:pt x="28164" y="81725"/>
                </a:cubicBezTo>
                <a:cubicBezTo>
                  <a:pt x="33357" y="69487"/>
                  <a:pt x="40570" y="58843"/>
                  <a:pt x="49787" y="49787"/>
                </a:cubicBezTo>
                <a:cubicBezTo>
                  <a:pt x="58843" y="40570"/>
                  <a:pt x="69487" y="33357"/>
                  <a:pt x="81725" y="28164"/>
                </a:cubicBezTo>
                <a:cubicBezTo>
                  <a:pt x="93964" y="22801"/>
                  <a:pt x="106956" y="20117"/>
                  <a:pt x="120701" y="20117"/>
                </a:cubicBezTo>
                <a:cubicBezTo>
                  <a:pt x="134446" y="20117"/>
                  <a:pt x="147438" y="22801"/>
                  <a:pt x="159676" y="28164"/>
                </a:cubicBezTo>
                <a:cubicBezTo>
                  <a:pt x="171915" y="33357"/>
                  <a:pt x="182646" y="40570"/>
                  <a:pt x="191863" y="49787"/>
                </a:cubicBezTo>
                <a:cubicBezTo>
                  <a:pt x="200919" y="58843"/>
                  <a:pt x="208125" y="69487"/>
                  <a:pt x="213487" y="81725"/>
                </a:cubicBezTo>
                <a:cubicBezTo>
                  <a:pt x="218688" y="93964"/>
                  <a:pt x="221285" y="106956"/>
                  <a:pt x="221285" y="120701"/>
                </a:cubicBezTo>
                <a:cubicBezTo>
                  <a:pt x="221285" y="134446"/>
                  <a:pt x="218688" y="147438"/>
                  <a:pt x="213487" y="159676"/>
                </a:cubicBezTo>
                <a:cubicBezTo>
                  <a:pt x="208125" y="171915"/>
                  <a:pt x="200919" y="182646"/>
                  <a:pt x="191863" y="191863"/>
                </a:cubicBezTo>
                <a:cubicBezTo>
                  <a:pt x="182646" y="200919"/>
                  <a:pt x="171915" y="208125"/>
                  <a:pt x="159676" y="213487"/>
                </a:cubicBezTo>
                <a:cubicBezTo>
                  <a:pt x="147438" y="218688"/>
                  <a:pt x="134446" y="221285"/>
                  <a:pt x="120701" y="221285"/>
                </a:cubicBezTo>
                <a:close/>
                <a:moveTo>
                  <a:pt x="120701" y="120701"/>
                </a:moveTo>
                <a:close/>
                <a:moveTo>
                  <a:pt x="120701" y="206201"/>
                </a:moveTo>
                <a:cubicBezTo>
                  <a:pt x="144168" y="206201"/>
                  <a:pt x="164285" y="197818"/>
                  <a:pt x="181051" y="181051"/>
                </a:cubicBezTo>
                <a:cubicBezTo>
                  <a:pt x="197818" y="164285"/>
                  <a:pt x="206201" y="144168"/>
                  <a:pt x="206201" y="120701"/>
                </a:cubicBezTo>
                <a:cubicBezTo>
                  <a:pt x="206201" y="97234"/>
                  <a:pt x="197818" y="77117"/>
                  <a:pt x="181051" y="60350"/>
                </a:cubicBezTo>
                <a:cubicBezTo>
                  <a:pt x="164285" y="43584"/>
                  <a:pt x="144168" y="35208"/>
                  <a:pt x="120701" y="35208"/>
                </a:cubicBezTo>
                <a:cubicBezTo>
                  <a:pt x="97234" y="35208"/>
                  <a:pt x="77117" y="43584"/>
                  <a:pt x="60350" y="60350"/>
                </a:cubicBezTo>
                <a:cubicBezTo>
                  <a:pt x="43584" y="77117"/>
                  <a:pt x="35208" y="97234"/>
                  <a:pt x="35208" y="120701"/>
                </a:cubicBezTo>
                <a:cubicBezTo>
                  <a:pt x="35208" y="144168"/>
                  <a:pt x="43584" y="164285"/>
                  <a:pt x="60350" y="181051"/>
                </a:cubicBezTo>
                <a:cubicBezTo>
                  <a:pt x="77117" y="197818"/>
                  <a:pt x="97234" y="206201"/>
                  <a:pt x="120701" y="20620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9" name="圖說"/>
          <p:cNvSpPr/>
          <p:nvPr/>
        </p:nvSpPr>
        <p:spPr>
          <a:xfrm>
            <a:off x="308694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</a:t>
            </a:r>
            <a:endParaRPr lang="en-US" sz="600" dirty="0"/>
          </a:p>
        </p:txBody>
      </p:sp>
      <p:sp>
        <p:nvSpPr>
          <p:cNvPr id="140" name="圖示 計時"/>
          <p:cNvSpPr/>
          <p:nvPr/>
        </p:nvSpPr>
        <p:spPr>
          <a:xfrm>
            <a:off x="364653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8068" y="25150"/>
                </a:moveTo>
                <a:cubicBezTo>
                  <a:pt x="95888" y="25150"/>
                  <a:pt x="94132" y="24477"/>
                  <a:pt x="92786" y="23138"/>
                </a:cubicBezTo>
                <a:cubicBezTo>
                  <a:pt x="91279" y="21624"/>
                  <a:pt x="90526" y="19780"/>
                  <a:pt x="90526" y="17600"/>
                </a:cubicBezTo>
                <a:cubicBezTo>
                  <a:pt x="90526" y="15420"/>
                  <a:pt x="91279" y="13665"/>
                  <a:pt x="92786" y="12319"/>
                </a:cubicBezTo>
                <a:cubicBezTo>
                  <a:pt x="94132" y="10812"/>
                  <a:pt x="95888" y="10058"/>
                  <a:pt x="98068" y="10058"/>
                </a:cubicBezTo>
                <a:lnTo>
                  <a:pt x="143334" y="10058"/>
                </a:lnTo>
                <a:cubicBezTo>
                  <a:pt x="145514" y="10058"/>
                  <a:pt x="147357" y="10812"/>
                  <a:pt x="148864" y="12319"/>
                </a:cubicBezTo>
                <a:cubicBezTo>
                  <a:pt x="150203" y="13665"/>
                  <a:pt x="150876" y="15420"/>
                  <a:pt x="150876" y="17600"/>
                </a:cubicBezTo>
                <a:cubicBezTo>
                  <a:pt x="150876" y="19780"/>
                  <a:pt x="150203" y="21624"/>
                  <a:pt x="148864" y="23138"/>
                </a:cubicBezTo>
                <a:cubicBezTo>
                  <a:pt x="147357" y="24477"/>
                  <a:pt x="145514" y="25150"/>
                  <a:pt x="143334" y="25150"/>
                </a:cubicBezTo>
                <a:lnTo>
                  <a:pt x="98068" y="25150"/>
                </a:lnTo>
                <a:close/>
                <a:moveTo>
                  <a:pt x="126231" y="135536"/>
                </a:moveTo>
                <a:cubicBezTo>
                  <a:pt x="127577" y="134029"/>
                  <a:pt x="128243" y="132186"/>
                  <a:pt x="128243" y="130006"/>
                </a:cubicBezTo>
                <a:lnTo>
                  <a:pt x="128243" y="87256"/>
                </a:lnTo>
                <a:cubicBezTo>
                  <a:pt x="128243" y="85076"/>
                  <a:pt x="127577" y="83320"/>
                  <a:pt x="126231" y="81974"/>
                </a:cubicBezTo>
                <a:cubicBezTo>
                  <a:pt x="124724" y="80467"/>
                  <a:pt x="122881" y="79714"/>
                  <a:pt x="120701" y="79714"/>
                </a:cubicBezTo>
                <a:cubicBezTo>
                  <a:pt x="118521" y="79714"/>
                  <a:pt x="116758" y="80467"/>
                  <a:pt x="115419" y="81974"/>
                </a:cubicBezTo>
                <a:cubicBezTo>
                  <a:pt x="113912" y="83320"/>
                  <a:pt x="113159" y="85076"/>
                  <a:pt x="113159" y="87256"/>
                </a:cubicBezTo>
                <a:lnTo>
                  <a:pt x="113159" y="130006"/>
                </a:lnTo>
                <a:cubicBezTo>
                  <a:pt x="113159" y="132186"/>
                  <a:pt x="113912" y="134029"/>
                  <a:pt x="115419" y="135536"/>
                </a:cubicBezTo>
                <a:cubicBezTo>
                  <a:pt x="116758" y="136875"/>
                  <a:pt x="118521" y="137548"/>
                  <a:pt x="120701" y="137548"/>
                </a:cubicBezTo>
                <a:cubicBezTo>
                  <a:pt x="122881" y="137548"/>
                  <a:pt x="124724" y="136875"/>
                  <a:pt x="126231" y="135536"/>
                </a:cubicBezTo>
                <a:close/>
                <a:moveTo>
                  <a:pt x="85749" y="213992"/>
                </a:moveTo>
                <a:cubicBezTo>
                  <a:pt x="74681" y="209134"/>
                  <a:pt x="65047" y="202594"/>
                  <a:pt x="56832" y="194379"/>
                </a:cubicBezTo>
                <a:cubicBezTo>
                  <a:pt x="48617" y="186165"/>
                  <a:pt x="42165" y="176611"/>
                  <a:pt x="37468" y="165711"/>
                </a:cubicBezTo>
                <a:cubicBezTo>
                  <a:pt x="32604" y="154651"/>
                  <a:pt x="30175" y="142910"/>
                  <a:pt x="30175" y="130510"/>
                </a:cubicBezTo>
                <a:cubicBezTo>
                  <a:pt x="30175" y="118104"/>
                  <a:pt x="32604" y="106451"/>
                  <a:pt x="37468" y="95558"/>
                </a:cubicBezTo>
                <a:cubicBezTo>
                  <a:pt x="42165" y="84491"/>
                  <a:pt x="48617" y="74849"/>
                  <a:pt x="56832" y="66634"/>
                </a:cubicBezTo>
                <a:cubicBezTo>
                  <a:pt x="65047" y="58419"/>
                  <a:pt x="74681" y="51967"/>
                  <a:pt x="85749" y="47278"/>
                </a:cubicBezTo>
                <a:cubicBezTo>
                  <a:pt x="96641" y="42414"/>
                  <a:pt x="108294" y="39985"/>
                  <a:pt x="120701" y="39985"/>
                </a:cubicBezTo>
                <a:cubicBezTo>
                  <a:pt x="131930" y="39985"/>
                  <a:pt x="142493" y="41909"/>
                  <a:pt x="152383" y="45764"/>
                </a:cubicBezTo>
                <a:cubicBezTo>
                  <a:pt x="162273" y="49451"/>
                  <a:pt x="171073" y="54652"/>
                  <a:pt x="178791" y="61360"/>
                </a:cubicBezTo>
                <a:lnTo>
                  <a:pt x="186333" y="53811"/>
                </a:lnTo>
                <a:cubicBezTo>
                  <a:pt x="187840" y="52304"/>
                  <a:pt x="189603" y="51550"/>
                  <a:pt x="191614" y="51550"/>
                </a:cubicBezTo>
                <a:cubicBezTo>
                  <a:pt x="193626" y="51550"/>
                  <a:pt x="195382" y="52304"/>
                  <a:pt x="196896" y="53811"/>
                </a:cubicBezTo>
                <a:cubicBezTo>
                  <a:pt x="198403" y="55325"/>
                  <a:pt x="199156" y="57081"/>
                  <a:pt x="199156" y="59092"/>
                </a:cubicBezTo>
                <a:cubicBezTo>
                  <a:pt x="199156" y="61104"/>
                  <a:pt x="198403" y="62867"/>
                  <a:pt x="196896" y="64374"/>
                </a:cubicBezTo>
                <a:lnTo>
                  <a:pt x="189347" y="71916"/>
                </a:lnTo>
                <a:cubicBezTo>
                  <a:pt x="195382" y="78624"/>
                  <a:pt x="200583" y="86751"/>
                  <a:pt x="204943" y="96312"/>
                </a:cubicBezTo>
                <a:cubicBezTo>
                  <a:pt x="209134" y="105866"/>
                  <a:pt x="211226" y="117263"/>
                  <a:pt x="211226" y="130510"/>
                </a:cubicBezTo>
                <a:cubicBezTo>
                  <a:pt x="211226" y="142910"/>
                  <a:pt x="208878" y="154651"/>
                  <a:pt x="204189" y="165711"/>
                </a:cubicBezTo>
                <a:cubicBezTo>
                  <a:pt x="199325" y="176611"/>
                  <a:pt x="192785" y="186165"/>
                  <a:pt x="184570" y="194379"/>
                </a:cubicBezTo>
                <a:cubicBezTo>
                  <a:pt x="176355" y="202594"/>
                  <a:pt x="166801" y="209134"/>
                  <a:pt x="155909" y="213992"/>
                </a:cubicBezTo>
                <a:cubicBezTo>
                  <a:pt x="144841" y="218688"/>
                  <a:pt x="133107" y="221036"/>
                  <a:pt x="120701" y="221036"/>
                </a:cubicBezTo>
                <a:cubicBezTo>
                  <a:pt x="108294" y="221036"/>
                  <a:pt x="96641" y="218688"/>
                  <a:pt x="85749" y="213992"/>
                </a:cubicBezTo>
                <a:close/>
                <a:moveTo>
                  <a:pt x="174263" y="184072"/>
                </a:moveTo>
                <a:cubicBezTo>
                  <a:pt x="188849" y="169318"/>
                  <a:pt x="196142" y="151461"/>
                  <a:pt x="196142" y="130510"/>
                </a:cubicBezTo>
                <a:cubicBezTo>
                  <a:pt x="196142" y="109552"/>
                  <a:pt x="188849" y="91784"/>
                  <a:pt x="174263" y="77197"/>
                </a:cubicBezTo>
                <a:cubicBezTo>
                  <a:pt x="159508" y="62443"/>
                  <a:pt x="141659" y="55069"/>
                  <a:pt x="120701" y="55069"/>
                </a:cubicBezTo>
                <a:cubicBezTo>
                  <a:pt x="99743" y="55069"/>
                  <a:pt x="81974" y="62443"/>
                  <a:pt x="67395" y="77197"/>
                </a:cubicBezTo>
                <a:cubicBezTo>
                  <a:pt x="52640" y="91784"/>
                  <a:pt x="45266" y="109552"/>
                  <a:pt x="45266" y="130510"/>
                </a:cubicBezTo>
                <a:cubicBezTo>
                  <a:pt x="45266" y="151461"/>
                  <a:pt x="52640" y="169318"/>
                  <a:pt x="67395" y="184072"/>
                </a:cubicBezTo>
                <a:cubicBezTo>
                  <a:pt x="81974" y="198652"/>
                  <a:pt x="99743" y="205945"/>
                  <a:pt x="120701" y="205945"/>
                </a:cubicBezTo>
                <a:cubicBezTo>
                  <a:pt x="141659" y="205945"/>
                  <a:pt x="159508" y="198652"/>
                  <a:pt x="174263" y="184072"/>
                </a:cubicBezTo>
                <a:close/>
                <a:moveTo>
                  <a:pt x="120701" y="130759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1" name="圖說"/>
          <p:cNvSpPr/>
          <p:nvPr/>
        </p:nvSpPr>
        <p:spPr>
          <a:xfrm>
            <a:off x="353071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計時</a:t>
            </a:r>
            <a:endParaRPr lang="en-US" sz="600" dirty="0"/>
          </a:p>
        </p:txBody>
      </p:sp>
      <p:sp>
        <p:nvSpPr>
          <p:cNvPr id="142" name="圖示 行事曆"/>
          <p:cNvSpPr/>
          <p:nvPr/>
        </p:nvSpPr>
        <p:spPr>
          <a:xfrm>
            <a:off x="409031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266" y="221285"/>
                </a:moveTo>
                <a:cubicBezTo>
                  <a:pt x="41243" y="221285"/>
                  <a:pt x="37717" y="219778"/>
                  <a:pt x="34703" y="216757"/>
                </a:cubicBezTo>
                <a:cubicBezTo>
                  <a:pt x="31682" y="213743"/>
                  <a:pt x="30175" y="210224"/>
                  <a:pt x="30175" y="206201"/>
                </a:cubicBezTo>
                <a:lnTo>
                  <a:pt x="30175" y="50292"/>
                </a:lnTo>
                <a:cubicBezTo>
                  <a:pt x="30175" y="46269"/>
                  <a:pt x="31682" y="42750"/>
                  <a:pt x="34703" y="39729"/>
                </a:cubicBezTo>
                <a:cubicBezTo>
                  <a:pt x="37717" y="36715"/>
                  <a:pt x="41243" y="35208"/>
                  <a:pt x="45266" y="35208"/>
                </a:cubicBezTo>
                <a:lnTo>
                  <a:pt x="61609" y="35208"/>
                </a:lnTo>
                <a:lnTo>
                  <a:pt x="61609" y="28164"/>
                </a:lnTo>
                <a:cubicBezTo>
                  <a:pt x="61609" y="25815"/>
                  <a:pt x="62362" y="23891"/>
                  <a:pt x="63869" y="22377"/>
                </a:cubicBezTo>
                <a:cubicBezTo>
                  <a:pt x="65383" y="20870"/>
                  <a:pt x="67307" y="20117"/>
                  <a:pt x="69655" y="20117"/>
                </a:cubicBezTo>
                <a:cubicBezTo>
                  <a:pt x="72004" y="20117"/>
                  <a:pt x="74015" y="20870"/>
                  <a:pt x="75690" y="22377"/>
                </a:cubicBezTo>
                <a:cubicBezTo>
                  <a:pt x="77197" y="23891"/>
                  <a:pt x="77951" y="25815"/>
                  <a:pt x="77951" y="28164"/>
                </a:cubicBezTo>
                <a:lnTo>
                  <a:pt x="77951" y="35208"/>
                </a:lnTo>
                <a:lnTo>
                  <a:pt x="163451" y="35208"/>
                </a:lnTo>
                <a:lnTo>
                  <a:pt x="163451" y="28164"/>
                </a:lnTo>
                <a:cubicBezTo>
                  <a:pt x="163451" y="25815"/>
                  <a:pt x="164204" y="23891"/>
                  <a:pt x="165711" y="22377"/>
                </a:cubicBezTo>
                <a:cubicBezTo>
                  <a:pt x="167218" y="20870"/>
                  <a:pt x="169149" y="20117"/>
                  <a:pt x="171498" y="20117"/>
                </a:cubicBezTo>
                <a:cubicBezTo>
                  <a:pt x="173846" y="20117"/>
                  <a:pt x="175857" y="20870"/>
                  <a:pt x="177533" y="22377"/>
                </a:cubicBezTo>
                <a:cubicBezTo>
                  <a:pt x="179040" y="23891"/>
                  <a:pt x="179793" y="25815"/>
                  <a:pt x="179793" y="28164"/>
                </a:cubicBezTo>
                <a:lnTo>
                  <a:pt x="179793" y="35208"/>
                </a:lnTo>
                <a:lnTo>
                  <a:pt x="196142" y="35208"/>
                </a:lnTo>
                <a:cubicBezTo>
                  <a:pt x="200166" y="35208"/>
                  <a:pt x="203684" y="36715"/>
                  <a:pt x="206698" y="39729"/>
                </a:cubicBezTo>
                <a:cubicBezTo>
                  <a:pt x="209719" y="42750"/>
                  <a:pt x="211226" y="46269"/>
                  <a:pt x="211226" y="50292"/>
                </a:cubicBezTo>
                <a:lnTo>
                  <a:pt x="211226" y="206201"/>
                </a:lnTo>
                <a:cubicBezTo>
                  <a:pt x="211226" y="210224"/>
                  <a:pt x="209719" y="213743"/>
                  <a:pt x="206698" y="216757"/>
                </a:cubicBezTo>
                <a:cubicBezTo>
                  <a:pt x="203684" y="219778"/>
                  <a:pt x="200166" y="221285"/>
                  <a:pt x="196142" y="221285"/>
                </a:cubicBezTo>
                <a:lnTo>
                  <a:pt x="45266" y="221285"/>
                </a:lnTo>
                <a:close/>
                <a:moveTo>
                  <a:pt x="45266" y="206201"/>
                </a:moveTo>
                <a:lnTo>
                  <a:pt x="196142" y="206201"/>
                </a:lnTo>
                <a:lnTo>
                  <a:pt x="196142" y="98068"/>
                </a:lnTo>
                <a:lnTo>
                  <a:pt x="45266" y="98068"/>
                </a:lnTo>
                <a:lnTo>
                  <a:pt x="45266" y="206201"/>
                </a:lnTo>
                <a:close/>
                <a:moveTo>
                  <a:pt x="45266" y="82984"/>
                </a:moveTo>
                <a:lnTo>
                  <a:pt x="196142" y="82984"/>
                </a:lnTo>
                <a:lnTo>
                  <a:pt x="196142" y="50292"/>
                </a:lnTo>
                <a:lnTo>
                  <a:pt x="45266" y="50292"/>
                </a:lnTo>
                <a:lnTo>
                  <a:pt x="45266" y="82984"/>
                </a:lnTo>
                <a:close/>
                <a:moveTo>
                  <a:pt x="45266" y="82984"/>
                </a:moveTo>
                <a:lnTo>
                  <a:pt x="45266" y="50292"/>
                </a:lnTo>
                <a:lnTo>
                  <a:pt x="45266" y="82984"/>
                </a:lnTo>
                <a:close/>
                <a:moveTo>
                  <a:pt x="120701" y="140818"/>
                </a:moveTo>
                <a:cubicBezTo>
                  <a:pt x="117848" y="140818"/>
                  <a:pt x="115507" y="139896"/>
                  <a:pt x="113664" y="138052"/>
                </a:cubicBezTo>
                <a:cubicBezTo>
                  <a:pt x="111652" y="136041"/>
                  <a:pt x="110642" y="133612"/>
                  <a:pt x="110642" y="130759"/>
                </a:cubicBezTo>
                <a:cubicBezTo>
                  <a:pt x="110642" y="127906"/>
                  <a:pt x="111652" y="125565"/>
                  <a:pt x="113664" y="123722"/>
                </a:cubicBezTo>
                <a:cubicBezTo>
                  <a:pt x="115507" y="121710"/>
                  <a:pt x="117848" y="120701"/>
                  <a:pt x="120701" y="120701"/>
                </a:cubicBezTo>
                <a:cubicBezTo>
                  <a:pt x="123554" y="120701"/>
                  <a:pt x="125982" y="121710"/>
                  <a:pt x="127994" y="123722"/>
                </a:cubicBezTo>
                <a:cubicBezTo>
                  <a:pt x="129837" y="125565"/>
                  <a:pt x="130759" y="127906"/>
                  <a:pt x="130759" y="130759"/>
                </a:cubicBezTo>
                <a:cubicBezTo>
                  <a:pt x="130759" y="133612"/>
                  <a:pt x="129837" y="136041"/>
                  <a:pt x="127994" y="138052"/>
                </a:cubicBezTo>
                <a:cubicBezTo>
                  <a:pt x="125982" y="139896"/>
                  <a:pt x="123554" y="140818"/>
                  <a:pt x="120701" y="140818"/>
                </a:cubicBezTo>
                <a:close/>
                <a:moveTo>
                  <a:pt x="73430" y="138052"/>
                </a:moveTo>
                <a:cubicBezTo>
                  <a:pt x="71418" y="136041"/>
                  <a:pt x="70409" y="133612"/>
                  <a:pt x="70409" y="130759"/>
                </a:cubicBezTo>
                <a:cubicBezTo>
                  <a:pt x="70409" y="127906"/>
                  <a:pt x="71418" y="125565"/>
                  <a:pt x="73430" y="123722"/>
                </a:cubicBezTo>
                <a:cubicBezTo>
                  <a:pt x="75273" y="121710"/>
                  <a:pt x="77614" y="120701"/>
                  <a:pt x="80467" y="120701"/>
                </a:cubicBezTo>
                <a:cubicBezTo>
                  <a:pt x="83320" y="120701"/>
                  <a:pt x="85749" y="121710"/>
                  <a:pt x="87760" y="123722"/>
                </a:cubicBezTo>
                <a:cubicBezTo>
                  <a:pt x="89604" y="125565"/>
                  <a:pt x="90526" y="127906"/>
                  <a:pt x="90526" y="130759"/>
                </a:cubicBezTo>
                <a:cubicBezTo>
                  <a:pt x="90526" y="133612"/>
                  <a:pt x="89604" y="136041"/>
                  <a:pt x="87760" y="138052"/>
                </a:cubicBezTo>
                <a:cubicBezTo>
                  <a:pt x="85749" y="139896"/>
                  <a:pt x="83320" y="140818"/>
                  <a:pt x="80467" y="140818"/>
                </a:cubicBezTo>
                <a:cubicBezTo>
                  <a:pt x="77614" y="140818"/>
                  <a:pt x="75273" y="139896"/>
                  <a:pt x="73430" y="138052"/>
                </a:cubicBezTo>
                <a:close/>
                <a:moveTo>
                  <a:pt x="160934" y="140818"/>
                </a:moveTo>
                <a:cubicBezTo>
                  <a:pt x="158081" y="140818"/>
                  <a:pt x="155741" y="139896"/>
                  <a:pt x="153897" y="138052"/>
                </a:cubicBezTo>
                <a:cubicBezTo>
                  <a:pt x="151885" y="136041"/>
                  <a:pt x="150876" y="133612"/>
                  <a:pt x="150876" y="130759"/>
                </a:cubicBezTo>
                <a:cubicBezTo>
                  <a:pt x="150876" y="127906"/>
                  <a:pt x="151885" y="125565"/>
                  <a:pt x="153897" y="123722"/>
                </a:cubicBezTo>
                <a:cubicBezTo>
                  <a:pt x="155741" y="121710"/>
                  <a:pt x="158081" y="120701"/>
                  <a:pt x="160934" y="120701"/>
                </a:cubicBezTo>
                <a:cubicBezTo>
                  <a:pt x="163787" y="120701"/>
                  <a:pt x="166216" y="121710"/>
                  <a:pt x="168228" y="123722"/>
                </a:cubicBezTo>
                <a:cubicBezTo>
                  <a:pt x="170071" y="125565"/>
                  <a:pt x="170993" y="127906"/>
                  <a:pt x="170993" y="130759"/>
                </a:cubicBezTo>
                <a:cubicBezTo>
                  <a:pt x="170993" y="133612"/>
                  <a:pt x="170071" y="136041"/>
                  <a:pt x="168228" y="138052"/>
                </a:cubicBezTo>
                <a:cubicBezTo>
                  <a:pt x="166216" y="139896"/>
                  <a:pt x="163787" y="140818"/>
                  <a:pt x="160934" y="140818"/>
                </a:cubicBezTo>
                <a:close/>
                <a:moveTo>
                  <a:pt x="120701" y="181051"/>
                </a:moveTo>
                <a:cubicBezTo>
                  <a:pt x="117848" y="181051"/>
                  <a:pt x="115507" y="180129"/>
                  <a:pt x="113664" y="178286"/>
                </a:cubicBezTo>
                <a:cubicBezTo>
                  <a:pt x="111652" y="176274"/>
                  <a:pt x="110642" y="173846"/>
                  <a:pt x="110642" y="170993"/>
                </a:cubicBezTo>
                <a:cubicBezTo>
                  <a:pt x="110642" y="168140"/>
                  <a:pt x="111652" y="165799"/>
                  <a:pt x="113664" y="163956"/>
                </a:cubicBezTo>
                <a:cubicBezTo>
                  <a:pt x="115507" y="161944"/>
                  <a:pt x="117848" y="160934"/>
                  <a:pt x="120701" y="160934"/>
                </a:cubicBezTo>
                <a:cubicBezTo>
                  <a:pt x="123554" y="160934"/>
                  <a:pt x="125982" y="161944"/>
                  <a:pt x="127994" y="163956"/>
                </a:cubicBezTo>
                <a:cubicBezTo>
                  <a:pt x="129837" y="165799"/>
                  <a:pt x="130759" y="168140"/>
                  <a:pt x="130759" y="170993"/>
                </a:cubicBezTo>
                <a:cubicBezTo>
                  <a:pt x="130759" y="173846"/>
                  <a:pt x="129837" y="176274"/>
                  <a:pt x="127994" y="178286"/>
                </a:cubicBezTo>
                <a:cubicBezTo>
                  <a:pt x="125982" y="180129"/>
                  <a:pt x="123554" y="181051"/>
                  <a:pt x="120701" y="181051"/>
                </a:cubicBezTo>
                <a:close/>
                <a:moveTo>
                  <a:pt x="73430" y="178286"/>
                </a:moveTo>
                <a:cubicBezTo>
                  <a:pt x="71418" y="176274"/>
                  <a:pt x="70409" y="173846"/>
                  <a:pt x="70409" y="170993"/>
                </a:cubicBezTo>
                <a:cubicBezTo>
                  <a:pt x="70409" y="168140"/>
                  <a:pt x="71418" y="165799"/>
                  <a:pt x="73430" y="163956"/>
                </a:cubicBezTo>
                <a:cubicBezTo>
                  <a:pt x="75273" y="161944"/>
                  <a:pt x="77614" y="160934"/>
                  <a:pt x="80467" y="160934"/>
                </a:cubicBezTo>
                <a:cubicBezTo>
                  <a:pt x="83320" y="160934"/>
                  <a:pt x="85749" y="161944"/>
                  <a:pt x="87760" y="163956"/>
                </a:cubicBezTo>
                <a:cubicBezTo>
                  <a:pt x="89604" y="165799"/>
                  <a:pt x="90526" y="168140"/>
                  <a:pt x="90526" y="170993"/>
                </a:cubicBezTo>
                <a:cubicBezTo>
                  <a:pt x="90526" y="173846"/>
                  <a:pt x="89604" y="176274"/>
                  <a:pt x="87760" y="178286"/>
                </a:cubicBezTo>
                <a:cubicBezTo>
                  <a:pt x="85749" y="180129"/>
                  <a:pt x="83320" y="181051"/>
                  <a:pt x="80467" y="181051"/>
                </a:cubicBezTo>
                <a:cubicBezTo>
                  <a:pt x="77614" y="181051"/>
                  <a:pt x="75273" y="180129"/>
                  <a:pt x="73430" y="178286"/>
                </a:cubicBezTo>
                <a:close/>
                <a:moveTo>
                  <a:pt x="160934" y="181051"/>
                </a:moveTo>
                <a:cubicBezTo>
                  <a:pt x="158081" y="181051"/>
                  <a:pt x="155741" y="180129"/>
                  <a:pt x="153897" y="178286"/>
                </a:cubicBezTo>
                <a:cubicBezTo>
                  <a:pt x="151885" y="176274"/>
                  <a:pt x="150876" y="173846"/>
                  <a:pt x="150876" y="170993"/>
                </a:cubicBezTo>
                <a:cubicBezTo>
                  <a:pt x="150876" y="168140"/>
                  <a:pt x="151885" y="165799"/>
                  <a:pt x="153897" y="163956"/>
                </a:cubicBezTo>
                <a:cubicBezTo>
                  <a:pt x="155741" y="161944"/>
                  <a:pt x="158081" y="160934"/>
                  <a:pt x="160934" y="160934"/>
                </a:cubicBezTo>
                <a:cubicBezTo>
                  <a:pt x="163787" y="160934"/>
                  <a:pt x="166216" y="161944"/>
                  <a:pt x="168228" y="163956"/>
                </a:cubicBezTo>
                <a:cubicBezTo>
                  <a:pt x="170071" y="165799"/>
                  <a:pt x="170993" y="168140"/>
                  <a:pt x="170993" y="170993"/>
                </a:cubicBezTo>
                <a:cubicBezTo>
                  <a:pt x="170993" y="173846"/>
                  <a:pt x="170071" y="176274"/>
                  <a:pt x="168228" y="178286"/>
                </a:cubicBezTo>
                <a:cubicBezTo>
                  <a:pt x="166216" y="180129"/>
                  <a:pt x="163787" y="181051"/>
                  <a:pt x="160934" y="18105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3" name="圖說"/>
          <p:cNvSpPr/>
          <p:nvPr/>
        </p:nvSpPr>
        <p:spPr>
          <a:xfrm>
            <a:off x="397449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行事曆</a:t>
            </a:r>
            <a:endParaRPr lang="en-US" sz="600" dirty="0"/>
          </a:p>
        </p:txBody>
      </p:sp>
      <p:sp>
        <p:nvSpPr>
          <p:cNvPr id="144" name="圖示 事件"/>
          <p:cNvSpPr/>
          <p:nvPr/>
        </p:nvSpPr>
        <p:spPr>
          <a:xfrm>
            <a:off x="453408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2771" y="179040"/>
                </a:moveTo>
                <a:cubicBezTo>
                  <a:pt x="128075" y="174343"/>
                  <a:pt x="125734" y="168564"/>
                  <a:pt x="125734" y="161688"/>
                </a:cubicBezTo>
                <a:cubicBezTo>
                  <a:pt x="125734" y="154819"/>
                  <a:pt x="128075" y="149033"/>
                  <a:pt x="132771" y="144336"/>
                </a:cubicBezTo>
                <a:cubicBezTo>
                  <a:pt x="137467" y="139647"/>
                  <a:pt x="143246" y="137299"/>
                  <a:pt x="150123" y="137299"/>
                </a:cubicBezTo>
                <a:cubicBezTo>
                  <a:pt x="156992" y="137299"/>
                  <a:pt x="162778" y="139647"/>
                  <a:pt x="167474" y="144336"/>
                </a:cubicBezTo>
                <a:cubicBezTo>
                  <a:pt x="172163" y="149033"/>
                  <a:pt x="174511" y="154819"/>
                  <a:pt x="174511" y="161688"/>
                </a:cubicBezTo>
                <a:cubicBezTo>
                  <a:pt x="174511" y="168564"/>
                  <a:pt x="172163" y="174343"/>
                  <a:pt x="167474" y="179040"/>
                </a:cubicBezTo>
                <a:cubicBezTo>
                  <a:pt x="162778" y="183736"/>
                  <a:pt x="156992" y="186084"/>
                  <a:pt x="150123" y="186084"/>
                </a:cubicBezTo>
                <a:cubicBezTo>
                  <a:pt x="143246" y="186084"/>
                  <a:pt x="137467" y="183736"/>
                  <a:pt x="132771" y="179040"/>
                </a:cubicBezTo>
                <a:close/>
                <a:moveTo>
                  <a:pt x="45266" y="221285"/>
                </a:moveTo>
                <a:cubicBezTo>
                  <a:pt x="41243" y="221285"/>
                  <a:pt x="37717" y="219778"/>
                  <a:pt x="34703" y="216757"/>
                </a:cubicBezTo>
                <a:cubicBezTo>
                  <a:pt x="31682" y="213743"/>
                  <a:pt x="30175" y="210224"/>
                  <a:pt x="30175" y="206201"/>
                </a:cubicBezTo>
                <a:lnTo>
                  <a:pt x="30175" y="50292"/>
                </a:lnTo>
                <a:cubicBezTo>
                  <a:pt x="30175" y="46269"/>
                  <a:pt x="31682" y="42750"/>
                  <a:pt x="34703" y="39729"/>
                </a:cubicBezTo>
                <a:cubicBezTo>
                  <a:pt x="37717" y="36715"/>
                  <a:pt x="41243" y="35208"/>
                  <a:pt x="45266" y="35208"/>
                </a:cubicBezTo>
                <a:lnTo>
                  <a:pt x="61609" y="35208"/>
                </a:lnTo>
                <a:lnTo>
                  <a:pt x="61609" y="28164"/>
                </a:lnTo>
                <a:cubicBezTo>
                  <a:pt x="61609" y="25815"/>
                  <a:pt x="62362" y="23891"/>
                  <a:pt x="63869" y="22377"/>
                </a:cubicBezTo>
                <a:cubicBezTo>
                  <a:pt x="65383" y="20870"/>
                  <a:pt x="67307" y="20117"/>
                  <a:pt x="69655" y="20117"/>
                </a:cubicBezTo>
                <a:cubicBezTo>
                  <a:pt x="72004" y="20117"/>
                  <a:pt x="74015" y="20870"/>
                  <a:pt x="75690" y="22377"/>
                </a:cubicBezTo>
                <a:cubicBezTo>
                  <a:pt x="77197" y="23891"/>
                  <a:pt x="77951" y="25815"/>
                  <a:pt x="77951" y="28164"/>
                </a:cubicBezTo>
                <a:lnTo>
                  <a:pt x="77951" y="35208"/>
                </a:lnTo>
                <a:lnTo>
                  <a:pt x="163451" y="35208"/>
                </a:lnTo>
                <a:lnTo>
                  <a:pt x="163451" y="28164"/>
                </a:lnTo>
                <a:cubicBezTo>
                  <a:pt x="163451" y="25815"/>
                  <a:pt x="164204" y="23891"/>
                  <a:pt x="165711" y="22377"/>
                </a:cubicBezTo>
                <a:cubicBezTo>
                  <a:pt x="167218" y="20870"/>
                  <a:pt x="169149" y="20117"/>
                  <a:pt x="171498" y="20117"/>
                </a:cubicBezTo>
                <a:cubicBezTo>
                  <a:pt x="173846" y="20117"/>
                  <a:pt x="175857" y="20870"/>
                  <a:pt x="177533" y="22377"/>
                </a:cubicBezTo>
                <a:cubicBezTo>
                  <a:pt x="179040" y="23891"/>
                  <a:pt x="179793" y="25815"/>
                  <a:pt x="179793" y="28164"/>
                </a:cubicBezTo>
                <a:lnTo>
                  <a:pt x="179793" y="35208"/>
                </a:lnTo>
                <a:lnTo>
                  <a:pt x="196142" y="35208"/>
                </a:lnTo>
                <a:cubicBezTo>
                  <a:pt x="200166" y="35208"/>
                  <a:pt x="203684" y="36715"/>
                  <a:pt x="206698" y="39729"/>
                </a:cubicBezTo>
                <a:cubicBezTo>
                  <a:pt x="209719" y="42750"/>
                  <a:pt x="211226" y="46269"/>
                  <a:pt x="211226" y="50292"/>
                </a:cubicBezTo>
                <a:lnTo>
                  <a:pt x="211226" y="206201"/>
                </a:lnTo>
                <a:cubicBezTo>
                  <a:pt x="211226" y="210224"/>
                  <a:pt x="209719" y="213743"/>
                  <a:pt x="206698" y="216757"/>
                </a:cubicBezTo>
                <a:cubicBezTo>
                  <a:pt x="203684" y="219778"/>
                  <a:pt x="200166" y="221285"/>
                  <a:pt x="196142" y="221285"/>
                </a:cubicBezTo>
                <a:lnTo>
                  <a:pt x="45266" y="221285"/>
                </a:lnTo>
                <a:close/>
                <a:moveTo>
                  <a:pt x="45266" y="206201"/>
                </a:moveTo>
                <a:lnTo>
                  <a:pt x="196142" y="206201"/>
                </a:lnTo>
                <a:lnTo>
                  <a:pt x="196142" y="98068"/>
                </a:lnTo>
                <a:lnTo>
                  <a:pt x="45266" y="98068"/>
                </a:lnTo>
                <a:lnTo>
                  <a:pt x="45266" y="206201"/>
                </a:lnTo>
                <a:close/>
                <a:moveTo>
                  <a:pt x="45266" y="82984"/>
                </a:moveTo>
                <a:lnTo>
                  <a:pt x="196142" y="82984"/>
                </a:lnTo>
                <a:lnTo>
                  <a:pt x="196142" y="50292"/>
                </a:lnTo>
                <a:lnTo>
                  <a:pt x="45266" y="50292"/>
                </a:lnTo>
                <a:lnTo>
                  <a:pt x="45266" y="82984"/>
                </a:lnTo>
                <a:close/>
                <a:moveTo>
                  <a:pt x="45266" y="82984"/>
                </a:moveTo>
                <a:lnTo>
                  <a:pt x="45266" y="50292"/>
                </a:lnTo>
                <a:lnTo>
                  <a:pt x="45266" y="8298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5" name="圖說"/>
          <p:cNvSpPr/>
          <p:nvPr/>
        </p:nvSpPr>
        <p:spPr>
          <a:xfrm>
            <a:off x="441827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</a:t>
            </a:r>
            <a:endParaRPr lang="en-US" sz="600" dirty="0"/>
          </a:p>
        </p:txBody>
      </p:sp>
      <p:sp>
        <p:nvSpPr>
          <p:cNvPr id="146" name="圖示 已排程"/>
          <p:cNvSpPr/>
          <p:nvPr/>
        </p:nvSpPr>
        <p:spPr>
          <a:xfrm>
            <a:off x="4977866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8879" y="162697"/>
                </a:moveTo>
                <a:lnTo>
                  <a:pt x="149874" y="121710"/>
                </a:lnTo>
                <a:cubicBezTo>
                  <a:pt x="151381" y="120196"/>
                  <a:pt x="153136" y="119530"/>
                  <a:pt x="155148" y="119699"/>
                </a:cubicBezTo>
                <a:cubicBezTo>
                  <a:pt x="157160" y="119699"/>
                  <a:pt x="158923" y="120452"/>
                  <a:pt x="160430" y="121959"/>
                </a:cubicBezTo>
                <a:cubicBezTo>
                  <a:pt x="161944" y="123466"/>
                  <a:pt x="162697" y="125229"/>
                  <a:pt x="162697" y="127241"/>
                </a:cubicBezTo>
                <a:cubicBezTo>
                  <a:pt x="162697" y="129252"/>
                  <a:pt x="161944" y="131008"/>
                  <a:pt x="160430" y="132522"/>
                </a:cubicBezTo>
                <a:lnTo>
                  <a:pt x="114161" y="178791"/>
                </a:lnTo>
                <a:cubicBezTo>
                  <a:pt x="112654" y="180298"/>
                  <a:pt x="110891" y="181051"/>
                  <a:pt x="108879" y="181051"/>
                </a:cubicBezTo>
                <a:cubicBezTo>
                  <a:pt x="106868" y="181051"/>
                  <a:pt x="105112" y="180298"/>
                  <a:pt x="103605" y="178791"/>
                </a:cubicBezTo>
                <a:lnTo>
                  <a:pt x="79465" y="154899"/>
                </a:lnTo>
                <a:cubicBezTo>
                  <a:pt x="77951" y="153392"/>
                  <a:pt x="77197" y="151629"/>
                  <a:pt x="77197" y="149618"/>
                </a:cubicBezTo>
                <a:cubicBezTo>
                  <a:pt x="77197" y="147606"/>
                  <a:pt x="77951" y="145850"/>
                  <a:pt x="79465" y="144336"/>
                </a:cubicBezTo>
                <a:cubicBezTo>
                  <a:pt x="80972" y="142829"/>
                  <a:pt x="82728" y="142156"/>
                  <a:pt x="84739" y="142325"/>
                </a:cubicBezTo>
                <a:cubicBezTo>
                  <a:pt x="86751" y="142325"/>
                  <a:pt x="88514" y="142998"/>
                  <a:pt x="90021" y="144336"/>
                </a:cubicBezTo>
                <a:lnTo>
                  <a:pt x="108879" y="162697"/>
                </a:lnTo>
                <a:close/>
                <a:moveTo>
                  <a:pt x="45266" y="221285"/>
                </a:moveTo>
                <a:cubicBezTo>
                  <a:pt x="41243" y="221285"/>
                  <a:pt x="37717" y="219778"/>
                  <a:pt x="34703" y="216757"/>
                </a:cubicBezTo>
                <a:cubicBezTo>
                  <a:pt x="31682" y="213743"/>
                  <a:pt x="30175" y="210224"/>
                  <a:pt x="30175" y="206201"/>
                </a:cubicBezTo>
                <a:lnTo>
                  <a:pt x="30175" y="50292"/>
                </a:lnTo>
                <a:cubicBezTo>
                  <a:pt x="30175" y="46269"/>
                  <a:pt x="31682" y="42750"/>
                  <a:pt x="34703" y="39729"/>
                </a:cubicBezTo>
                <a:cubicBezTo>
                  <a:pt x="37717" y="36715"/>
                  <a:pt x="41243" y="35208"/>
                  <a:pt x="45266" y="35208"/>
                </a:cubicBezTo>
                <a:lnTo>
                  <a:pt x="61609" y="35208"/>
                </a:lnTo>
                <a:lnTo>
                  <a:pt x="61609" y="28164"/>
                </a:lnTo>
                <a:cubicBezTo>
                  <a:pt x="61609" y="25815"/>
                  <a:pt x="62362" y="23891"/>
                  <a:pt x="63869" y="22377"/>
                </a:cubicBezTo>
                <a:cubicBezTo>
                  <a:pt x="65383" y="20870"/>
                  <a:pt x="67307" y="20117"/>
                  <a:pt x="69655" y="20117"/>
                </a:cubicBezTo>
                <a:cubicBezTo>
                  <a:pt x="72004" y="20117"/>
                  <a:pt x="74015" y="20870"/>
                  <a:pt x="75690" y="22377"/>
                </a:cubicBezTo>
                <a:cubicBezTo>
                  <a:pt x="77197" y="23891"/>
                  <a:pt x="77951" y="25815"/>
                  <a:pt x="77951" y="28164"/>
                </a:cubicBezTo>
                <a:lnTo>
                  <a:pt x="77951" y="35208"/>
                </a:lnTo>
                <a:lnTo>
                  <a:pt x="163451" y="35208"/>
                </a:lnTo>
                <a:lnTo>
                  <a:pt x="163451" y="28164"/>
                </a:lnTo>
                <a:cubicBezTo>
                  <a:pt x="163451" y="25815"/>
                  <a:pt x="164204" y="23891"/>
                  <a:pt x="165711" y="22377"/>
                </a:cubicBezTo>
                <a:cubicBezTo>
                  <a:pt x="167218" y="20870"/>
                  <a:pt x="169149" y="20117"/>
                  <a:pt x="171498" y="20117"/>
                </a:cubicBezTo>
                <a:cubicBezTo>
                  <a:pt x="173846" y="20117"/>
                  <a:pt x="175857" y="20870"/>
                  <a:pt x="177533" y="22377"/>
                </a:cubicBezTo>
                <a:cubicBezTo>
                  <a:pt x="179040" y="23891"/>
                  <a:pt x="179793" y="25815"/>
                  <a:pt x="179793" y="28164"/>
                </a:cubicBezTo>
                <a:lnTo>
                  <a:pt x="179793" y="35208"/>
                </a:lnTo>
                <a:lnTo>
                  <a:pt x="196142" y="35208"/>
                </a:lnTo>
                <a:cubicBezTo>
                  <a:pt x="200166" y="35208"/>
                  <a:pt x="203684" y="36715"/>
                  <a:pt x="206698" y="39729"/>
                </a:cubicBezTo>
                <a:cubicBezTo>
                  <a:pt x="209719" y="42750"/>
                  <a:pt x="211226" y="46269"/>
                  <a:pt x="211226" y="50292"/>
                </a:cubicBezTo>
                <a:lnTo>
                  <a:pt x="211226" y="206201"/>
                </a:lnTo>
                <a:cubicBezTo>
                  <a:pt x="211226" y="210224"/>
                  <a:pt x="209719" y="213743"/>
                  <a:pt x="206698" y="216757"/>
                </a:cubicBezTo>
                <a:cubicBezTo>
                  <a:pt x="203684" y="219778"/>
                  <a:pt x="200166" y="221285"/>
                  <a:pt x="196142" y="221285"/>
                </a:cubicBezTo>
                <a:lnTo>
                  <a:pt x="45266" y="221285"/>
                </a:lnTo>
                <a:close/>
                <a:moveTo>
                  <a:pt x="45266" y="206201"/>
                </a:moveTo>
                <a:lnTo>
                  <a:pt x="196142" y="206201"/>
                </a:lnTo>
                <a:lnTo>
                  <a:pt x="196142" y="98068"/>
                </a:lnTo>
                <a:lnTo>
                  <a:pt x="45266" y="98068"/>
                </a:lnTo>
                <a:lnTo>
                  <a:pt x="45266" y="206201"/>
                </a:lnTo>
                <a:close/>
                <a:moveTo>
                  <a:pt x="45266" y="82984"/>
                </a:moveTo>
                <a:lnTo>
                  <a:pt x="196142" y="82984"/>
                </a:lnTo>
                <a:lnTo>
                  <a:pt x="196142" y="50292"/>
                </a:lnTo>
                <a:lnTo>
                  <a:pt x="45266" y="50292"/>
                </a:lnTo>
                <a:lnTo>
                  <a:pt x="45266" y="82984"/>
                </a:lnTo>
                <a:close/>
                <a:moveTo>
                  <a:pt x="45266" y="82984"/>
                </a:moveTo>
                <a:lnTo>
                  <a:pt x="45266" y="50292"/>
                </a:lnTo>
                <a:lnTo>
                  <a:pt x="45266" y="8298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7" name="圖說"/>
          <p:cNvSpPr/>
          <p:nvPr/>
        </p:nvSpPr>
        <p:spPr>
          <a:xfrm>
            <a:off x="486204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已排程</a:t>
            </a:r>
            <a:endParaRPr lang="en-US" sz="600" dirty="0"/>
          </a:p>
        </p:txBody>
      </p:sp>
      <p:sp>
        <p:nvSpPr>
          <p:cNvPr id="148" name="圖示 文件"/>
          <p:cNvSpPr/>
          <p:nvPr/>
        </p:nvSpPr>
        <p:spPr>
          <a:xfrm>
            <a:off x="542164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7760" y="178535"/>
                </a:moveTo>
                <a:lnTo>
                  <a:pt x="153641" y="178535"/>
                </a:lnTo>
                <a:cubicBezTo>
                  <a:pt x="155821" y="178535"/>
                  <a:pt x="157584" y="177781"/>
                  <a:pt x="158923" y="176274"/>
                </a:cubicBezTo>
                <a:cubicBezTo>
                  <a:pt x="160430" y="174936"/>
                  <a:pt x="161183" y="173173"/>
                  <a:pt x="161183" y="170993"/>
                </a:cubicBezTo>
                <a:cubicBezTo>
                  <a:pt x="161183" y="168813"/>
                  <a:pt x="160430" y="167050"/>
                  <a:pt x="158923" y="165711"/>
                </a:cubicBezTo>
                <a:cubicBezTo>
                  <a:pt x="157584" y="164204"/>
                  <a:pt x="155821" y="163451"/>
                  <a:pt x="153641" y="163451"/>
                </a:cubicBezTo>
                <a:lnTo>
                  <a:pt x="87760" y="163451"/>
                </a:lnTo>
                <a:cubicBezTo>
                  <a:pt x="85581" y="163451"/>
                  <a:pt x="83818" y="164204"/>
                  <a:pt x="82479" y="165711"/>
                </a:cubicBezTo>
                <a:cubicBezTo>
                  <a:pt x="80972" y="167050"/>
                  <a:pt x="80218" y="168813"/>
                  <a:pt x="80218" y="170993"/>
                </a:cubicBezTo>
                <a:cubicBezTo>
                  <a:pt x="80218" y="173173"/>
                  <a:pt x="80972" y="175016"/>
                  <a:pt x="82479" y="176523"/>
                </a:cubicBezTo>
                <a:cubicBezTo>
                  <a:pt x="83818" y="177869"/>
                  <a:pt x="85581" y="178535"/>
                  <a:pt x="87760" y="178535"/>
                </a:cubicBezTo>
                <a:close/>
                <a:moveTo>
                  <a:pt x="87760" y="135792"/>
                </a:moveTo>
                <a:lnTo>
                  <a:pt x="153641" y="135792"/>
                </a:lnTo>
                <a:cubicBezTo>
                  <a:pt x="155821" y="135792"/>
                  <a:pt x="157584" y="135031"/>
                  <a:pt x="158923" y="133524"/>
                </a:cubicBezTo>
                <a:cubicBezTo>
                  <a:pt x="160430" y="132186"/>
                  <a:pt x="161183" y="130423"/>
                  <a:pt x="161183" y="128243"/>
                </a:cubicBezTo>
                <a:cubicBezTo>
                  <a:pt x="161183" y="126063"/>
                  <a:pt x="160430" y="124307"/>
                  <a:pt x="158923" y="122961"/>
                </a:cubicBezTo>
                <a:cubicBezTo>
                  <a:pt x="157584" y="121454"/>
                  <a:pt x="155821" y="120701"/>
                  <a:pt x="153641" y="120701"/>
                </a:cubicBezTo>
                <a:lnTo>
                  <a:pt x="87760" y="120701"/>
                </a:lnTo>
                <a:cubicBezTo>
                  <a:pt x="85581" y="120701"/>
                  <a:pt x="83818" y="121454"/>
                  <a:pt x="82479" y="122961"/>
                </a:cubicBezTo>
                <a:cubicBezTo>
                  <a:pt x="80972" y="124307"/>
                  <a:pt x="80218" y="126063"/>
                  <a:pt x="80218" y="128243"/>
                </a:cubicBezTo>
                <a:cubicBezTo>
                  <a:pt x="80218" y="130423"/>
                  <a:pt x="80972" y="132266"/>
                  <a:pt x="82479" y="133780"/>
                </a:cubicBezTo>
                <a:cubicBezTo>
                  <a:pt x="83818" y="135119"/>
                  <a:pt x="85581" y="135792"/>
                  <a:pt x="87760" y="135792"/>
                </a:cubicBezTo>
                <a:close/>
                <a:moveTo>
                  <a:pt x="55325" y="221285"/>
                </a:moveTo>
                <a:cubicBezTo>
                  <a:pt x="51301" y="221285"/>
                  <a:pt x="47776" y="219778"/>
                  <a:pt x="44762" y="216757"/>
                </a:cubicBezTo>
                <a:cubicBezTo>
                  <a:pt x="41741" y="213743"/>
                  <a:pt x="40234" y="210224"/>
                  <a:pt x="40234" y="206201"/>
                </a:cubicBezTo>
                <a:lnTo>
                  <a:pt x="40234" y="35208"/>
                </a:lnTo>
                <a:cubicBezTo>
                  <a:pt x="40234" y="31185"/>
                  <a:pt x="41741" y="27659"/>
                  <a:pt x="44762" y="24645"/>
                </a:cubicBezTo>
                <a:cubicBezTo>
                  <a:pt x="47776" y="21624"/>
                  <a:pt x="51301" y="20117"/>
                  <a:pt x="55325" y="20117"/>
                </a:cubicBezTo>
                <a:lnTo>
                  <a:pt x="139815" y="20117"/>
                </a:lnTo>
                <a:cubicBezTo>
                  <a:pt x="141827" y="20117"/>
                  <a:pt x="143839" y="20534"/>
                  <a:pt x="145850" y="21375"/>
                </a:cubicBezTo>
                <a:cubicBezTo>
                  <a:pt x="147694" y="22209"/>
                  <a:pt x="149281" y="23299"/>
                  <a:pt x="150627" y="24645"/>
                </a:cubicBezTo>
                <a:lnTo>
                  <a:pt x="196640" y="70658"/>
                </a:lnTo>
                <a:cubicBezTo>
                  <a:pt x="197986" y="72004"/>
                  <a:pt x="199076" y="73591"/>
                  <a:pt x="199910" y="75442"/>
                </a:cubicBezTo>
                <a:cubicBezTo>
                  <a:pt x="200751" y="77453"/>
                  <a:pt x="201168" y="79465"/>
                  <a:pt x="201168" y="81477"/>
                </a:cubicBezTo>
                <a:lnTo>
                  <a:pt x="201168" y="206201"/>
                </a:lnTo>
                <a:cubicBezTo>
                  <a:pt x="201168" y="210224"/>
                  <a:pt x="199661" y="213743"/>
                  <a:pt x="196640" y="216757"/>
                </a:cubicBezTo>
                <a:cubicBezTo>
                  <a:pt x="193626" y="219778"/>
                  <a:pt x="190107" y="221285"/>
                  <a:pt x="186084" y="221285"/>
                </a:cubicBezTo>
                <a:lnTo>
                  <a:pt x="55325" y="221285"/>
                </a:lnTo>
                <a:close/>
                <a:moveTo>
                  <a:pt x="138557" y="74432"/>
                </a:moveTo>
                <a:lnTo>
                  <a:pt x="138557" y="35208"/>
                </a:lnTo>
                <a:lnTo>
                  <a:pt x="55325" y="35208"/>
                </a:lnTo>
                <a:lnTo>
                  <a:pt x="55325" y="206201"/>
                </a:lnTo>
                <a:lnTo>
                  <a:pt x="186084" y="206201"/>
                </a:lnTo>
                <a:lnTo>
                  <a:pt x="186084" y="81974"/>
                </a:lnTo>
                <a:lnTo>
                  <a:pt x="146099" y="81974"/>
                </a:lnTo>
                <a:cubicBezTo>
                  <a:pt x="143919" y="81974"/>
                  <a:pt x="142156" y="81221"/>
                  <a:pt x="140818" y="79714"/>
                </a:cubicBezTo>
                <a:cubicBezTo>
                  <a:pt x="139311" y="78375"/>
                  <a:pt x="138557" y="76612"/>
                  <a:pt x="138557" y="74432"/>
                </a:cubicBezTo>
                <a:close/>
                <a:moveTo>
                  <a:pt x="55325" y="35208"/>
                </a:moveTo>
                <a:lnTo>
                  <a:pt x="55325" y="81974"/>
                </a:lnTo>
                <a:lnTo>
                  <a:pt x="55325" y="35208"/>
                </a:lnTo>
                <a:lnTo>
                  <a:pt x="55325" y="206201"/>
                </a:lnTo>
                <a:lnTo>
                  <a:pt x="55325" y="35208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9" name="圖說"/>
          <p:cNvSpPr/>
          <p:nvPr/>
        </p:nvSpPr>
        <p:spPr>
          <a:xfrm>
            <a:off x="530582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600" dirty="0"/>
          </a:p>
        </p:txBody>
      </p:sp>
      <p:sp>
        <p:nvSpPr>
          <p:cNvPr id="150" name="圖示 報告"/>
          <p:cNvSpPr/>
          <p:nvPr/>
        </p:nvSpPr>
        <p:spPr>
          <a:xfrm>
            <a:off x="586541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266" y="211226"/>
                </a:moveTo>
                <a:cubicBezTo>
                  <a:pt x="41243" y="211226"/>
                  <a:pt x="37717" y="209719"/>
                  <a:pt x="34703" y="206698"/>
                </a:cubicBezTo>
                <a:cubicBezTo>
                  <a:pt x="31682" y="203684"/>
                  <a:pt x="30175" y="200166"/>
                  <a:pt x="30175" y="196142"/>
                </a:cubicBezTo>
                <a:lnTo>
                  <a:pt x="30175" y="45266"/>
                </a:lnTo>
                <a:cubicBezTo>
                  <a:pt x="30175" y="41243"/>
                  <a:pt x="31682" y="37717"/>
                  <a:pt x="34703" y="34703"/>
                </a:cubicBezTo>
                <a:cubicBezTo>
                  <a:pt x="37717" y="31682"/>
                  <a:pt x="41243" y="30175"/>
                  <a:pt x="45266" y="30175"/>
                </a:cubicBezTo>
                <a:lnTo>
                  <a:pt x="196142" y="30175"/>
                </a:lnTo>
                <a:cubicBezTo>
                  <a:pt x="200166" y="30175"/>
                  <a:pt x="203684" y="31682"/>
                  <a:pt x="206698" y="34703"/>
                </a:cubicBezTo>
                <a:cubicBezTo>
                  <a:pt x="209719" y="37717"/>
                  <a:pt x="211226" y="41243"/>
                  <a:pt x="211226" y="45266"/>
                </a:cubicBezTo>
                <a:lnTo>
                  <a:pt x="211226" y="196142"/>
                </a:lnTo>
                <a:cubicBezTo>
                  <a:pt x="211226" y="200166"/>
                  <a:pt x="209719" y="203684"/>
                  <a:pt x="206698" y="206698"/>
                </a:cubicBezTo>
                <a:cubicBezTo>
                  <a:pt x="203684" y="209719"/>
                  <a:pt x="200166" y="211226"/>
                  <a:pt x="196142" y="211226"/>
                </a:cubicBezTo>
                <a:lnTo>
                  <a:pt x="45266" y="211226"/>
                </a:lnTo>
                <a:close/>
                <a:moveTo>
                  <a:pt x="45266" y="196142"/>
                </a:moveTo>
                <a:lnTo>
                  <a:pt x="196142" y="196142"/>
                </a:lnTo>
                <a:lnTo>
                  <a:pt x="196142" y="45266"/>
                </a:lnTo>
                <a:lnTo>
                  <a:pt x="45266" y="45266"/>
                </a:lnTo>
                <a:lnTo>
                  <a:pt x="45266" y="196142"/>
                </a:lnTo>
                <a:close/>
                <a:moveTo>
                  <a:pt x="45266" y="45266"/>
                </a:moveTo>
                <a:lnTo>
                  <a:pt x="45266" y="196142"/>
                </a:lnTo>
                <a:lnTo>
                  <a:pt x="45266" y="45266"/>
                </a:lnTo>
                <a:close/>
                <a:moveTo>
                  <a:pt x="77197" y="171242"/>
                </a:moveTo>
                <a:lnTo>
                  <a:pt x="131264" y="171242"/>
                </a:lnTo>
                <a:cubicBezTo>
                  <a:pt x="133444" y="171242"/>
                  <a:pt x="135200" y="170488"/>
                  <a:pt x="136546" y="168981"/>
                </a:cubicBezTo>
                <a:cubicBezTo>
                  <a:pt x="138052" y="167642"/>
                  <a:pt x="138806" y="165879"/>
                  <a:pt x="138806" y="163700"/>
                </a:cubicBezTo>
                <a:cubicBezTo>
                  <a:pt x="138806" y="161520"/>
                  <a:pt x="138052" y="159764"/>
                  <a:pt x="136546" y="158418"/>
                </a:cubicBezTo>
                <a:cubicBezTo>
                  <a:pt x="135200" y="156911"/>
                  <a:pt x="133444" y="156158"/>
                  <a:pt x="131264" y="156158"/>
                </a:cubicBezTo>
                <a:lnTo>
                  <a:pt x="77197" y="156158"/>
                </a:lnTo>
                <a:cubicBezTo>
                  <a:pt x="75017" y="156158"/>
                  <a:pt x="73262" y="156911"/>
                  <a:pt x="71916" y="158418"/>
                </a:cubicBezTo>
                <a:cubicBezTo>
                  <a:pt x="70409" y="159764"/>
                  <a:pt x="69655" y="161520"/>
                  <a:pt x="69655" y="163700"/>
                </a:cubicBezTo>
                <a:cubicBezTo>
                  <a:pt x="69655" y="165879"/>
                  <a:pt x="70409" y="167723"/>
                  <a:pt x="71916" y="169230"/>
                </a:cubicBezTo>
                <a:cubicBezTo>
                  <a:pt x="73262" y="170576"/>
                  <a:pt x="75017" y="171242"/>
                  <a:pt x="77197" y="171242"/>
                </a:cubicBezTo>
                <a:close/>
                <a:moveTo>
                  <a:pt x="77197" y="128243"/>
                </a:moveTo>
                <a:lnTo>
                  <a:pt x="164204" y="128243"/>
                </a:lnTo>
                <a:cubicBezTo>
                  <a:pt x="166384" y="128243"/>
                  <a:pt x="168140" y="127489"/>
                  <a:pt x="169486" y="125982"/>
                </a:cubicBezTo>
                <a:cubicBezTo>
                  <a:pt x="170993" y="124644"/>
                  <a:pt x="171746" y="122881"/>
                  <a:pt x="171746" y="120701"/>
                </a:cubicBezTo>
                <a:cubicBezTo>
                  <a:pt x="171746" y="118521"/>
                  <a:pt x="170993" y="116758"/>
                  <a:pt x="169486" y="115419"/>
                </a:cubicBezTo>
                <a:cubicBezTo>
                  <a:pt x="168140" y="113912"/>
                  <a:pt x="166384" y="113159"/>
                  <a:pt x="164204" y="113159"/>
                </a:cubicBezTo>
                <a:lnTo>
                  <a:pt x="77197" y="113159"/>
                </a:lnTo>
                <a:cubicBezTo>
                  <a:pt x="75017" y="113159"/>
                  <a:pt x="73262" y="113912"/>
                  <a:pt x="71916" y="115419"/>
                </a:cubicBezTo>
                <a:cubicBezTo>
                  <a:pt x="70409" y="116758"/>
                  <a:pt x="69655" y="118521"/>
                  <a:pt x="69655" y="120701"/>
                </a:cubicBezTo>
                <a:cubicBezTo>
                  <a:pt x="69655" y="122881"/>
                  <a:pt x="70409" y="124724"/>
                  <a:pt x="71916" y="126231"/>
                </a:cubicBezTo>
                <a:cubicBezTo>
                  <a:pt x="73262" y="127577"/>
                  <a:pt x="75017" y="128243"/>
                  <a:pt x="77197" y="128243"/>
                </a:cubicBezTo>
                <a:close/>
                <a:moveTo>
                  <a:pt x="77197" y="85244"/>
                </a:moveTo>
                <a:lnTo>
                  <a:pt x="164204" y="85244"/>
                </a:lnTo>
                <a:cubicBezTo>
                  <a:pt x="166384" y="85244"/>
                  <a:pt x="168140" y="84491"/>
                  <a:pt x="169486" y="82984"/>
                </a:cubicBezTo>
                <a:cubicBezTo>
                  <a:pt x="170993" y="81638"/>
                  <a:pt x="171746" y="79882"/>
                  <a:pt x="171746" y="77702"/>
                </a:cubicBezTo>
                <a:cubicBezTo>
                  <a:pt x="171746" y="75522"/>
                  <a:pt x="170993" y="73759"/>
                  <a:pt x="169486" y="72420"/>
                </a:cubicBezTo>
                <a:cubicBezTo>
                  <a:pt x="168140" y="70914"/>
                  <a:pt x="166384" y="70160"/>
                  <a:pt x="164204" y="70160"/>
                </a:cubicBezTo>
                <a:lnTo>
                  <a:pt x="77197" y="70160"/>
                </a:lnTo>
                <a:cubicBezTo>
                  <a:pt x="75017" y="70160"/>
                  <a:pt x="73262" y="70914"/>
                  <a:pt x="71916" y="72420"/>
                </a:cubicBezTo>
                <a:cubicBezTo>
                  <a:pt x="70409" y="73759"/>
                  <a:pt x="69655" y="75522"/>
                  <a:pt x="69655" y="77702"/>
                </a:cubicBezTo>
                <a:cubicBezTo>
                  <a:pt x="69655" y="79882"/>
                  <a:pt x="70409" y="81725"/>
                  <a:pt x="71916" y="83232"/>
                </a:cubicBezTo>
                <a:cubicBezTo>
                  <a:pt x="73262" y="84571"/>
                  <a:pt x="75017" y="85244"/>
                  <a:pt x="77197" y="85244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1" name="圖說"/>
          <p:cNvSpPr/>
          <p:nvPr/>
        </p:nvSpPr>
        <p:spPr>
          <a:xfrm>
            <a:off x="574960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</a:t>
            </a:r>
            <a:endParaRPr lang="en-US" sz="600" dirty="0"/>
          </a:p>
        </p:txBody>
      </p:sp>
      <p:sp>
        <p:nvSpPr>
          <p:cNvPr id="152" name="圖示 筆記"/>
          <p:cNvSpPr/>
          <p:nvPr/>
        </p:nvSpPr>
        <p:spPr>
          <a:xfrm>
            <a:off x="630919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7776" y="138301"/>
                </a:moveTo>
                <a:cubicBezTo>
                  <a:pt x="45596" y="138301"/>
                  <a:pt x="43840" y="137548"/>
                  <a:pt x="42494" y="136041"/>
                </a:cubicBezTo>
                <a:cubicBezTo>
                  <a:pt x="40987" y="134702"/>
                  <a:pt x="40234" y="132939"/>
                  <a:pt x="40234" y="130759"/>
                </a:cubicBezTo>
                <a:cubicBezTo>
                  <a:pt x="40234" y="128579"/>
                  <a:pt x="40987" y="126816"/>
                  <a:pt x="42494" y="125478"/>
                </a:cubicBezTo>
                <a:cubicBezTo>
                  <a:pt x="43840" y="123971"/>
                  <a:pt x="45596" y="123217"/>
                  <a:pt x="47776" y="123217"/>
                </a:cubicBezTo>
                <a:lnTo>
                  <a:pt x="108126" y="123217"/>
                </a:lnTo>
                <a:cubicBezTo>
                  <a:pt x="110306" y="123217"/>
                  <a:pt x="112069" y="123971"/>
                  <a:pt x="113408" y="125478"/>
                </a:cubicBezTo>
                <a:cubicBezTo>
                  <a:pt x="114914" y="126816"/>
                  <a:pt x="115675" y="128579"/>
                  <a:pt x="115675" y="130759"/>
                </a:cubicBezTo>
                <a:cubicBezTo>
                  <a:pt x="115675" y="132939"/>
                  <a:pt x="114914" y="134783"/>
                  <a:pt x="113408" y="136289"/>
                </a:cubicBezTo>
                <a:cubicBezTo>
                  <a:pt x="112069" y="137635"/>
                  <a:pt x="110306" y="138301"/>
                  <a:pt x="108126" y="138301"/>
                </a:cubicBezTo>
                <a:lnTo>
                  <a:pt x="47776" y="138301"/>
                </a:lnTo>
                <a:close/>
                <a:moveTo>
                  <a:pt x="47776" y="96809"/>
                </a:moveTo>
                <a:cubicBezTo>
                  <a:pt x="45596" y="96809"/>
                  <a:pt x="43840" y="96056"/>
                  <a:pt x="42494" y="94549"/>
                </a:cubicBezTo>
                <a:cubicBezTo>
                  <a:pt x="40987" y="93210"/>
                  <a:pt x="40234" y="91447"/>
                  <a:pt x="40234" y="89267"/>
                </a:cubicBezTo>
                <a:cubicBezTo>
                  <a:pt x="40234" y="87087"/>
                  <a:pt x="40987" y="85332"/>
                  <a:pt x="42494" y="83986"/>
                </a:cubicBezTo>
                <a:cubicBezTo>
                  <a:pt x="43840" y="82479"/>
                  <a:pt x="45596" y="81725"/>
                  <a:pt x="47776" y="81725"/>
                </a:cubicBezTo>
                <a:lnTo>
                  <a:pt x="150876" y="81725"/>
                </a:lnTo>
                <a:cubicBezTo>
                  <a:pt x="153056" y="81725"/>
                  <a:pt x="154819" y="82479"/>
                  <a:pt x="156158" y="83986"/>
                </a:cubicBezTo>
                <a:cubicBezTo>
                  <a:pt x="157665" y="85332"/>
                  <a:pt x="158418" y="87087"/>
                  <a:pt x="158418" y="89267"/>
                </a:cubicBezTo>
                <a:cubicBezTo>
                  <a:pt x="158418" y="91447"/>
                  <a:pt x="157665" y="93291"/>
                  <a:pt x="156158" y="94798"/>
                </a:cubicBezTo>
                <a:cubicBezTo>
                  <a:pt x="154819" y="96144"/>
                  <a:pt x="153056" y="96809"/>
                  <a:pt x="150876" y="96809"/>
                </a:cubicBezTo>
                <a:lnTo>
                  <a:pt x="47776" y="96809"/>
                </a:lnTo>
                <a:close/>
                <a:moveTo>
                  <a:pt x="47776" y="55325"/>
                </a:moveTo>
                <a:cubicBezTo>
                  <a:pt x="45596" y="55325"/>
                  <a:pt x="43840" y="54564"/>
                  <a:pt x="42494" y="53057"/>
                </a:cubicBezTo>
                <a:cubicBezTo>
                  <a:pt x="40987" y="51718"/>
                  <a:pt x="40234" y="49956"/>
                  <a:pt x="40234" y="47776"/>
                </a:cubicBezTo>
                <a:cubicBezTo>
                  <a:pt x="40234" y="45596"/>
                  <a:pt x="40987" y="43840"/>
                  <a:pt x="42494" y="42494"/>
                </a:cubicBezTo>
                <a:cubicBezTo>
                  <a:pt x="43840" y="40987"/>
                  <a:pt x="45596" y="40234"/>
                  <a:pt x="47776" y="40234"/>
                </a:cubicBezTo>
                <a:lnTo>
                  <a:pt x="150876" y="40234"/>
                </a:lnTo>
                <a:cubicBezTo>
                  <a:pt x="153056" y="40234"/>
                  <a:pt x="154819" y="40987"/>
                  <a:pt x="156158" y="42494"/>
                </a:cubicBezTo>
                <a:cubicBezTo>
                  <a:pt x="157665" y="43840"/>
                  <a:pt x="158418" y="45596"/>
                  <a:pt x="158418" y="47776"/>
                </a:cubicBezTo>
                <a:cubicBezTo>
                  <a:pt x="158418" y="49956"/>
                  <a:pt x="157665" y="51799"/>
                  <a:pt x="156158" y="53313"/>
                </a:cubicBezTo>
                <a:cubicBezTo>
                  <a:pt x="154819" y="54652"/>
                  <a:pt x="153056" y="55325"/>
                  <a:pt x="150876" y="55325"/>
                </a:cubicBezTo>
                <a:lnTo>
                  <a:pt x="47776" y="55325"/>
                </a:lnTo>
                <a:close/>
                <a:moveTo>
                  <a:pt x="130759" y="193626"/>
                </a:moveTo>
                <a:lnTo>
                  <a:pt x="130759" y="173253"/>
                </a:lnTo>
                <a:cubicBezTo>
                  <a:pt x="130759" y="172251"/>
                  <a:pt x="130927" y="171329"/>
                  <a:pt x="131264" y="170488"/>
                </a:cubicBezTo>
                <a:cubicBezTo>
                  <a:pt x="131600" y="169654"/>
                  <a:pt x="132186" y="168813"/>
                  <a:pt x="133020" y="167979"/>
                </a:cubicBezTo>
                <a:lnTo>
                  <a:pt x="186333" y="114914"/>
                </a:lnTo>
                <a:cubicBezTo>
                  <a:pt x="187840" y="113408"/>
                  <a:pt x="189515" y="112318"/>
                  <a:pt x="191358" y="111652"/>
                </a:cubicBezTo>
                <a:cubicBezTo>
                  <a:pt x="193202" y="110979"/>
                  <a:pt x="195052" y="110642"/>
                  <a:pt x="196896" y="110642"/>
                </a:cubicBezTo>
                <a:cubicBezTo>
                  <a:pt x="198908" y="110642"/>
                  <a:pt x="200832" y="111059"/>
                  <a:pt x="202675" y="111901"/>
                </a:cubicBezTo>
                <a:cubicBezTo>
                  <a:pt x="204518" y="112574"/>
                  <a:pt x="206201" y="113664"/>
                  <a:pt x="207708" y="115171"/>
                </a:cubicBezTo>
                <a:lnTo>
                  <a:pt x="217013" y="124475"/>
                </a:lnTo>
                <a:cubicBezTo>
                  <a:pt x="218520" y="125982"/>
                  <a:pt x="219610" y="127658"/>
                  <a:pt x="220283" y="129501"/>
                </a:cubicBezTo>
                <a:cubicBezTo>
                  <a:pt x="220948" y="131344"/>
                  <a:pt x="221285" y="133188"/>
                  <a:pt x="221285" y="135031"/>
                </a:cubicBezTo>
                <a:cubicBezTo>
                  <a:pt x="221285" y="136875"/>
                  <a:pt x="220948" y="138806"/>
                  <a:pt x="220283" y="140818"/>
                </a:cubicBezTo>
                <a:cubicBezTo>
                  <a:pt x="219441" y="142661"/>
                  <a:pt x="218271" y="144336"/>
                  <a:pt x="216757" y="145850"/>
                </a:cubicBezTo>
                <a:lnTo>
                  <a:pt x="163956" y="198908"/>
                </a:lnTo>
                <a:cubicBezTo>
                  <a:pt x="163114" y="199742"/>
                  <a:pt x="162273" y="200327"/>
                  <a:pt x="161439" y="200663"/>
                </a:cubicBezTo>
                <a:cubicBezTo>
                  <a:pt x="160598" y="201000"/>
                  <a:pt x="159676" y="201168"/>
                  <a:pt x="158674" y="201168"/>
                </a:cubicBezTo>
                <a:lnTo>
                  <a:pt x="138301" y="201168"/>
                </a:lnTo>
                <a:cubicBezTo>
                  <a:pt x="136121" y="201168"/>
                  <a:pt x="134366" y="200415"/>
                  <a:pt x="133020" y="198908"/>
                </a:cubicBezTo>
                <a:cubicBezTo>
                  <a:pt x="131513" y="197562"/>
                  <a:pt x="130759" y="195806"/>
                  <a:pt x="130759" y="193626"/>
                </a:cubicBezTo>
                <a:close/>
                <a:moveTo>
                  <a:pt x="206201" y="135031"/>
                </a:moveTo>
                <a:lnTo>
                  <a:pt x="196896" y="125734"/>
                </a:lnTo>
                <a:lnTo>
                  <a:pt x="206201" y="135031"/>
                </a:lnTo>
                <a:close/>
                <a:moveTo>
                  <a:pt x="145850" y="186084"/>
                </a:moveTo>
                <a:lnTo>
                  <a:pt x="155404" y="186084"/>
                </a:lnTo>
                <a:lnTo>
                  <a:pt x="185828" y="155404"/>
                </a:lnTo>
                <a:lnTo>
                  <a:pt x="181300" y="150627"/>
                </a:lnTo>
                <a:lnTo>
                  <a:pt x="176523" y="146099"/>
                </a:lnTo>
                <a:lnTo>
                  <a:pt x="145850" y="176523"/>
                </a:lnTo>
                <a:lnTo>
                  <a:pt x="145850" y="186084"/>
                </a:lnTo>
                <a:close/>
                <a:moveTo>
                  <a:pt x="181300" y="150627"/>
                </a:moveTo>
                <a:lnTo>
                  <a:pt x="176523" y="146099"/>
                </a:lnTo>
                <a:lnTo>
                  <a:pt x="185828" y="155404"/>
                </a:lnTo>
                <a:lnTo>
                  <a:pt x="181300" y="150627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3" name="圖說"/>
          <p:cNvSpPr/>
          <p:nvPr/>
        </p:nvSpPr>
        <p:spPr>
          <a:xfrm>
            <a:off x="6193378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筆記</a:t>
            </a:r>
            <a:endParaRPr lang="en-US" sz="600" dirty="0"/>
          </a:p>
        </p:txBody>
      </p:sp>
      <p:sp>
        <p:nvSpPr>
          <p:cNvPr id="154" name="圖示 任務"/>
          <p:cNvSpPr/>
          <p:nvPr/>
        </p:nvSpPr>
        <p:spPr>
          <a:xfrm>
            <a:off x="675297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266" y="211226"/>
                </a:moveTo>
                <a:cubicBezTo>
                  <a:pt x="41075" y="211226"/>
                  <a:pt x="37549" y="209719"/>
                  <a:pt x="34703" y="206698"/>
                </a:cubicBezTo>
                <a:cubicBezTo>
                  <a:pt x="31682" y="203853"/>
                  <a:pt x="30175" y="200327"/>
                  <a:pt x="30175" y="196142"/>
                </a:cubicBezTo>
                <a:lnTo>
                  <a:pt x="30175" y="45266"/>
                </a:lnTo>
                <a:cubicBezTo>
                  <a:pt x="30175" y="41075"/>
                  <a:pt x="31682" y="37549"/>
                  <a:pt x="34703" y="34703"/>
                </a:cubicBezTo>
                <a:cubicBezTo>
                  <a:pt x="37549" y="31682"/>
                  <a:pt x="41075" y="30175"/>
                  <a:pt x="45266" y="30175"/>
                </a:cubicBezTo>
                <a:lnTo>
                  <a:pt x="96809" y="30175"/>
                </a:lnTo>
                <a:cubicBezTo>
                  <a:pt x="97651" y="24308"/>
                  <a:pt x="100335" y="19532"/>
                  <a:pt x="104856" y="15845"/>
                </a:cubicBezTo>
                <a:cubicBezTo>
                  <a:pt x="109384" y="11990"/>
                  <a:pt x="114666" y="10058"/>
                  <a:pt x="120701" y="10058"/>
                </a:cubicBezTo>
                <a:cubicBezTo>
                  <a:pt x="126736" y="10058"/>
                  <a:pt x="132017" y="11990"/>
                  <a:pt x="136546" y="15845"/>
                </a:cubicBezTo>
                <a:cubicBezTo>
                  <a:pt x="141066" y="19532"/>
                  <a:pt x="143751" y="24308"/>
                  <a:pt x="144592" y="30175"/>
                </a:cubicBezTo>
                <a:lnTo>
                  <a:pt x="196142" y="30175"/>
                </a:lnTo>
                <a:cubicBezTo>
                  <a:pt x="200327" y="30175"/>
                  <a:pt x="203853" y="31682"/>
                  <a:pt x="206698" y="34703"/>
                </a:cubicBezTo>
                <a:cubicBezTo>
                  <a:pt x="209719" y="37549"/>
                  <a:pt x="211226" y="41075"/>
                  <a:pt x="211226" y="45266"/>
                </a:cubicBezTo>
                <a:lnTo>
                  <a:pt x="211226" y="196142"/>
                </a:lnTo>
                <a:cubicBezTo>
                  <a:pt x="211226" y="200327"/>
                  <a:pt x="209719" y="203853"/>
                  <a:pt x="206698" y="206698"/>
                </a:cubicBezTo>
                <a:cubicBezTo>
                  <a:pt x="203853" y="209719"/>
                  <a:pt x="200327" y="211226"/>
                  <a:pt x="196142" y="211226"/>
                </a:cubicBezTo>
                <a:lnTo>
                  <a:pt x="45266" y="211226"/>
                </a:lnTo>
                <a:close/>
                <a:moveTo>
                  <a:pt x="45266" y="196142"/>
                </a:moveTo>
                <a:lnTo>
                  <a:pt x="196142" y="196142"/>
                </a:lnTo>
                <a:lnTo>
                  <a:pt x="196142" y="45266"/>
                </a:lnTo>
                <a:lnTo>
                  <a:pt x="45266" y="45266"/>
                </a:lnTo>
                <a:lnTo>
                  <a:pt x="45266" y="196142"/>
                </a:lnTo>
                <a:close/>
                <a:moveTo>
                  <a:pt x="77951" y="170993"/>
                </a:moveTo>
                <a:lnTo>
                  <a:pt x="131513" y="170993"/>
                </a:lnTo>
                <a:cubicBezTo>
                  <a:pt x="133693" y="170993"/>
                  <a:pt x="135456" y="170239"/>
                  <a:pt x="136794" y="168732"/>
                </a:cubicBezTo>
                <a:cubicBezTo>
                  <a:pt x="138301" y="167386"/>
                  <a:pt x="139055" y="165631"/>
                  <a:pt x="139055" y="163451"/>
                </a:cubicBezTo>
                <a:cubicBezTo>
                  <a:pt x="139055" y="161271"/>
                  <a:pt x="138301" y="159508"/>
                  <a:pt x="136794" y="158169"/>
                </a:cubicBezTo>
                <a:cubicBezTo>
                  <a:pt x="135456" y="156662"/>
                  <a:pt x="133693" y="155909"/>
                  <a:pt x="131513" y="155909"/>
                </a:cubicBezTo>
                <a:lnTo>
                  <a:pt x="77951" y="155909"/>
                </a:lnTo>
                <a:cubicBezTo>
                  <a:pt x="75771" y="155909"/>
                  <a:pt x="74015" y="156662"/>
                  <a:pt x="72669" y="158169"/>
                </a:cubicBezTo>
                <a:cubicBezTo>
                  <a:pt x="71162" y="159508"/>
                  <a:pt x="70409" y="161271"/>
                  <a:pt x="70409" y="163451"/>
                </a:cubicBezTo>
                <a:cubicBezTo>
                  <a:pt x="70409" y="165631"/>
                  <a:pt x="71162" y="167474"/>
                  <a:pt x="72669" y="168981"/>
                </a:cubicBezTo>
                <a:cubicBezTo>
                  <a:pt x="74015" y="170320"/>
                  <a:pt x="75771" y="170993"/>
                  <a:pt x="77951" y="170993"/>
                </a:cubicBezTo>
                <a:close/>
                <a:moveTo>
                  <a:pt x="77951" y="128243"/>
                </a:moveTo>
                <a:lnTo>
                  <a:pt x="163451" y="128243"/>
                </a:lnTo>
                <a:cubicBezTo>
                  <a:pt x="165631" y="128243"/>
                  <a:pt x="167386" y="127489"/>
                  <a:pt x="168732" y="125982"/>
                </a:cubicBezTo>
                <a:cubicBezTo>
                  <a:pt x="170239" y="124644"/>
                  <a:pt x="170993" y="122881"/>
                  <a:pt x="170993" y="120701"/>
                </a:cubicBezTo>
                <a:cubicBezTo>
                  <a:pt x="170993" y="118521"/>
                  <a:pt x="170239" y="116758"/>
                  <a:pt x="168732" y="115419"/>
                </a:cubicBezTo>
                <a:cubicBezTo>
                  <a:pt x="167386" y="113912"/>
                  <a:pt x="165631" y="113159"/>
                  <a:pt x="163451" y="113159"/>
                </a:cubicBezTo>
                <a:lnTo>
                  <a:pt x="77951" y="113159"/>
                </a:lnTo>
                <a:cubicBezTo>
                  <a:pt x="75771" y="113159"/>
                  <a:pt x="74015" y="113912"/>
                  <a:pt x="72669" y="115419"/>
                </a:cubicBezTo>
                <a:cubicBezTo>
                  <a:pt x="71162" y="116758"/>
                  <a:pt x="70409" y="118521"/>
                  <a:pt x="70409" y="120701"/>
                </a:cubicBezTo>
                <a:cubicBezTo>
                  <a:pt x="70409" y="122881"/>
                  <a:pt x="71162" y="124724"/>
                  <a:pt x="72669" y="126231"/>
                </a:cubicBezTo>
                <a:cubicBezTo>
                  <a:pt x="74015" y="127577"/>
                  <a:pt x="75771" y="128243"/>
                  <a:pt x="77951" y="128243"/>
                </a:cubicBezTo>
                <a:close/>
                <a:moveTo>
                  <a:pt x="77951" y="85500"/>
                </a:moveTo>
                <a:lnTo>
                  <a:pt x="163451" y="85500"/>
                </a:lnTo>
                <a:cubicBezTo>
                  <a:pt x="165631" y="85500"/>
                  <a:pt x="167386" y="84739"/>
                  <a:pt x="168732" y="83232"/>
                </a:cubicBezTo>
                <a:cubicBezTo>
                  <a:pt x="170239" y="81894"/>
                  <a:pt x="170993" y="80131"/>
                  <a:pt x="170993" y="77951"/>
                </a:cubicBezTo>
                <a:cubicBezTo>
                  <a:pt x="170993" y="75771"/>
                  <a:pt x="170239" y="74015"/>
                  <a:pt x="168732" y="72669"/>
                </a:cubicBezTo>
                <a:cubicBezTo>
                  <a:pt x="167386" y="71162"/>
                  <a:pt x="165631" y="70409"/>
                  <a:pt x="163451" y="70409"/>
                </a:cubicBezTo>
                <a:lnTo>
                  <a:pt x="77951" y="70409"/>
                </a:lnTo>
                <a:cubicBezTo>
                  <a:pt x="75771" y="70409"/>
                  <a:pt x="74015" y="71162"/>
                  <a:pt x="72669" y="72669"/>
                </a:cubicBezTo>
                <a:cubicBezTo>
                  <a:pt x="71162" y="74015"/>
                  <a:pt x="70409" y="75771"/>
                  <a:pt x="70409" y="77951"/>
                </a:cubicBezTo>
                <a:cubicBezTo>
                  <a:pt x="70409" y="80131"/>
                  <a:pt x="71162" y="81974"/>
                  <a:pt x="72669" y="83488"/>
                </a:cubicBezTo>
                <a:cubicBezTo>
                  <a:pt x="74015" y="84827"/>
                  <a:pt x="75771" y="85500"/>
                  <a:pt x="77951" y="85500"/>
                </a:cubicBezTo>
                <a:close/>
                <a:moveTo>
                  <a:pt x="126985" y="38471"/>
                </a:moveTo>
                <a:cubicBezTo>
                  <a:pt x="128667" y="36627"/>
                  <a:pt x="129501" y="34535"/>
                  <a:pt x="129501" y="32187"/>
                </a:cubicBezTo>
                <a:cubicBezTo>
                  <a:pt x="129501" y="29839"/>
                  <a:pt x="128667" y="27827"/>
                  <a:pt x="126985" y="26152"/>
                </a:cubicBezTo>
                <a:cubicBezTo>
                  <a:pt x="125141" y="24308"/>
                  <a:pt x="123049" y="23387"/>
                  <a:pt x="120701" y="23387"/>
                </a:cubicBezTo>
                <a:cubicBezTo>
                  <a:pt x="118353" y="23387"/>
                  <a:pt x="116341" y="24308"/>
                  <a:pt x="114666" y="26152"/>
                </a:cubicBezTo>
                <a:cubicBezTo>
                  <a:pt x="112822" y="27827"/>
                  <a:pt x="111901" y="29839"/>
                  <a:pt x="111901" y="32187"/>
                </a:cubicBezTo>
                <a:cubicBezTo>
                  <a:pt x="111901" y="34535"/>
                  <a:pt x="112822" y="36627"/>
                  <a:pt x="114666" y="38471"/>
                </a:cubicBezTo>
                <a:cubicBezTo>
                  <a:pt x="116341" y="40153"/>
                  <a:pt x="118353" y="40987"/>
                  <a:pt x="120701" y="40987"/>
                </a:cubicBezTo>
                <a:cubicBezTo>
                  <a:pt x="123049" y="40987"/>
                  <a:pt x="125141" y="40153"/>
                  <a:pt x="126985" y="38471"/>
                </a:cubicBezTo>
                <a:close/>
                <a:moveTo>
                  <a:pt x="45266" y="196142"/>
                </a:moveTo>
                <a:lnTo>
                  <a:pt x="45266" y="45266"/>
                </a:lnTo>
                <a:lnTo>
                  <a:pt x="45266" y="196142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5" name="圖說"/>
          <p:cNvSpPr/>
          <p:nvPr/>
        </p:nvSpPr>
        <p:spPr>
          <a:xfrm>
            <a:off x="663715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endParaRPr lang="en-US" sz="600" dirty="0"/>
          </a:p>
        </p:txBody>
      </p:sp>
      <p:sp>
        <p:nvSpPr>
          <p:cNvPr id="156" name="圖示 已交付"/>
          <p:cNvSpPr/>
          <p:nvPr/>
        </p:nvSpPr>
        <p:spPr>
          <a:xfrm>
            <a:off x="7196749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6370" y="137043"/>
                </a:moveTo>
                <a:lnTo>
                  <a:pt x="81221" y="111901"/>
                </a:lnTo>
                <a:cubicBezTo>
                  <a:pt x="79714" y="110394"/>
                  <a:pt x="77951" y="109640"/>
                  <a:pt x="75939" y="109640"/>
                </a:cubicBezTo>
                <a:cubicBezTo>
                  <a:pt x="73927" y="109640"/>
                  <a:pt x="72172" y="110394"/>
                  <a:pt x="70658" y="111901"/>
                </a:cubicBezTo>
                <a:cubicBezTo>
                  <a:pt x="69151" y="113408"/>
                  <a:pt x="68478" y="115171"/>
                  <a:pt x="68646" y="117182"/>
                </a:cubicBezTo>
                <a:cubicBezTo>
                  <a:pt x="68646" y="119194"/>
                  <a:pt x="69319" y="120950"/>
                  <a:pt x="70658" y="122464"/>
                </a:cubicBezTo>
                <a:lnTo>
                  <a:pt x="101089" y="153392"/>
                </a:lnTo>
                <a:cubicBezTo>
                  <a:pt x="102596" y="154899"/>
                  <a:pt x="104359" y="155653"/>
                  <a:pt x="106370" y="155653"/>
                </a:cubicBezTo>
                <a:cubicBezTo>
                  <a:pt x="108382" y="155653"/>
                  <a:pt x="110138" y="154899"/>
                  <a:pt x="111652" y="153392"/>
                </a:cubicBezTo>
                <a:lnTo>
                  <a:pt x="170744" y="94300"/>
                </a:lnTo>
                <a:cubicBezTo>
                  <a:pt x="172251" y="92786"/>
                  <a:pt x="173004" y="91030"/>
                  <a:pt x="173004" y="89019"/>
                </a:cubicBezTo>
                <a:cubicBezTo>
                  <a:pt x="173004" y="86839"/>
                  <a:pt x="172251" y="84995"/>
                  <a:pt x="170744" y="83488"/>
                </a:cubicBezTo>
                <a:cubicBezTo>
                  <a:pt x="169230" y="81974"/>
                  <a:pt x="167474" y="81221"/>
                  <a:pt x="165463" y="81221"/>
                </a:cubicBezTo>
                <a:cubicBezTo>
                  <a:pt x="163283" y="81221"/>
                  <a:pt x="161439" y="81974"/>
                  <a:pt x="159932" y="83488"/>
                </a:cubicBezTo>
                <a:lnTo>
                  <a:pt x="106370" y="137043"/>
                </a:lnTo>
                <a:close/>
                <a:moveTo>
                  <a:pt x="45266" y="211226"/>
                </a:moveTo>
                <a:cubicBezTo>
                  <a:pt x="41075" y="211226"/>
                  <a:pt x="37549" y="209719"/>
                  <a:pt x="34703" y="206698"/>
                </a:cubicBezTo>
                <a:cubicBezTo>
                  <a:pt x="31682" y="203853"/>
                  <a:pt x="30175" y="200327"/>
                  <a:pt x="30175" y="196142"/>
                </a:cubicBezTo>
                <a:lnTo>
                  <a:pt x="30175" y="45266"/>
                </a:lnTo>
                <a:cubicBezTo>
                  <a:pt x="30175" y="41075"/>
                  <a:pt x="31682" y="37549"/>
                  <a:pt x="34703" y="34703"/>
                </a:cubicBezTo>
                <a:cubicBezTo>
                  <a:pt x="37549" y="31682"/>
                  <a:pt x="41075" y="30175"/>
                  <a:pt x="45266" y="30175"/>
                </a:cubicBezTo>
                <a:lnTo>
                  <a:pt x="96809" y="30175"/>
                </a:lnTo>
                <a:cubicBezTo>
                  <a:pt x="97651" y="24308"/>
                  <a:pt x="100335" y="19532"/>
                  <a:pt x="104856" y="15845"/>
                </a:cubicBezTo>
                <a:cubicBezTo>
                  <a:pt x="109384" y="11990"/>
                  <a:pt x="114666" y="10058"/>
                  <a:pt x="120701" y="10058"/>
                </a:cubicBezTo>
                <a:cubicBezTo>
                  <a:pt x="126736" y="10058"/>
                  <a:pt x="132017" y="11990"/>
                  <a:pt x="136546" y="15845"/>
                </a:cubicBezTo>
                <a:cubicBezTo>
                  <a:pt x="141066" y="19532"/>
                  <a:pt x="143751" y="24308"/>
                  <a:pt x="144592" y="30175"/>
                </a:cubicBezTo>
                <a:lnTo>
                  <a:pt x="196142" y="30175"/>
                </a:lnTo>
                <a:cubicBezTo>
                  <a:pt x="200327" y="30175"/>
                  <a:pt x="203853" y="31682"/>
                  <a:pt x="206698" y="34703"/>
                </a:cubicBezTo>
                <a:cubicBezTo>
                  <a:pt x="209719" y="37549"/>
                  <a:pt x="211226" y="41075"/>
                  <a:pt x="211226" y="45266"/>
                </a:cubicBezTo>
                <a:lnTo>
                  <a:pt x="211226" y="196142"/>
                </a:lnTo>
                <a:cubicBezTo>
                  <a:pt x="211226" y="200327"/>
                  <a:pt x="209719" y="203853"/>
                  <a:pt x="206698" y="206698"/>
                </a:cubicBezTo>
                <a:cubicBezTo>
                  <a:pt x="203853" y="209719"/>
                  <a:pt x="200327" y="211226"/>
                  <a:pt x="196142" y="211226"/>
                </a:cubicBezTo>
                <a:lnTo>
                  <a:pt x="45266" y="211226"/>
                </a:lnTo>
                <a:close/>
                <a:moveTo>
                  <a:pt x="45266" y="196142"/>
                </a:moveTo>
                <a:lnTo>
                  <a:pt x="196142" y="196142"/>
                </a:lnTo>
                <a:lnTo>
                  <a:pt x="196142" y="45266"/>
                </a:lnTo>
                <a:lnTo>
                  <a:pt x="45266" y="45266"/>
                </a:lnTo>
                <a:lnTo>
                  <a:pt x="45266" y="196142"/>
                </a:lnTo>
                <a:close/>
                <a:moveTo>
                  <a:pt x="126985" y="38471"/>
                </a:moveTo>
                <a:cubicBezTo>
                  <a:pt x="128667" y="36627"/>
                  <a:pt x="129501" y="34535"/>
                  <a:pt x="129501" y="32187"/>
                </a:cubicBezTo>
                <a:cubicBezTo>
                  <a:pt x="129501" y="29839"/>
                  <a:pt x="128667" y="27827"/>
                  <a:pt x="126985" y="26152"/>
                </a:cubicBezTo>
                <a:cubicBezTo>
                  <a:pt x="125141" y="24308"/>
                  <a:pt x="123049" y="23387"/>
                  <a:pt x="120701" y="23387"/>
                </a:cubicBezTo>
                <a:cubicBezTo>
                  <a:pt x="118353" y="23387"/>
                  <a:pt x="116341" y="24308"/>
                  <a:pt x="114666" y="26152"/>
                </a:cubicBezTo>
                <a:cubicBezTo>
                  <a:pt x="112822" y="27827"/>
                  <a:pt x="111901" y="29839"/>
                  <a:pt x="111901" y="32187"/>
                </a:cubicBezTo>
                <a:cubicBezTo>
                  <a:pt x="111901" y="34535"/>
                  <a:pt x="112822" y="36627"/>
                  <a:pt x="114666" y="38471"/>
                </a:cubicBezTo>
                <a:cubicBezTo>
                  <a:pt x="116341" y="40153"/>
                  <a:pt x="118353" y="40987"/>
                  <a:pt x="120701" y="40987"/>
                </a:cubicBezTo>
                <a:cubicBezTo>
                  <a:pt x="123049" y="40987"/>
                  <a:pt x="125141" y="40153"/>
                  <a:pt x="126985" y="38471"/>
                </a:cubicBezTo>
                <a:close/>
                <a:moveTo>
                  <a:pt x="45266" y="196142"/>
                </a:moveTo>
                <a:lnTo>
                  <a:pt x="45266" y="45266"/>
                </a:lnTo>
                <a:lnTo>
                  <a:pt x="45266" y="196142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7" name="圖說"/>
          <p:cNvSpPr/>
          <p:nvPr/>
        </p:nvSpPr>
        <p:spPr>
          <a:xfrm>
            <a:off x="708093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已交付</a:t>
            </a:r>
            <a:endParaRPr lang="en-US" sz="600" dirty="0"/>
          </a:p>
        </p:txBody>
      </p:sp>
      <p:sp>
        <p:nvSpPr>
          <p:cNvPr id="158" name="圖示 報價"/>
          <p:cNvSpPr/>
          <p:nvPr/>
        </p:nvSpPr>
        <p:spPr>
          <a:xfrm>
            <a:off x="764052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3159" y="180802"/>
                </a:moveTo>
                <a:lnTo>
                  <a:pt x="113159" y="187086"/>
                </a:lnTo>
                <a:cubicBezTo>
                  <a:pt x="113159" y="188096"/>
                  <a:pt x="113576" y="189017"/>
                  <a:pt x="114417" y="189851"/>
                </a:cubicBezTo>
                <a:cubicBezTo>
                  <a:pt x="115083" y="190524"/>
                  <a:pt x="115924" y="190861"/>
                  <a:pt x="116926" y="190861"/>
                </a:cubicBezTo>
                <a:lnTo>
                  <a:pt x="124475" y="190861"/>
                </a:lnTo>
                <a:cubicBezTo>
                  <a:pt x="125478" y="190861"/>
                  <a:pt x="126399" y="190524"/>
                  <a:pt x="127241" y="189851"/>
                </a:cubicBezTo>
                <a:cubicBezTo>
                  <a:pt x="127906" y="189017"/>
                  <a:pt x="128243" y="188096"/>
                  <a:pt x="128243" y="187086"/>
                </a:cubicBezTo>
                <a:lnTo>
                  <a:pt x="128243" y="180802"/>
                </a:lnTo>
                <a:lnTo>
                  <a:pt x="143334" y="180802"/>
                </a:lnTo>
                <a:cubicBezTo>
                  <a:pt x="145514" y="180802"/>
                  <a:pt x="147270" y="180049"/>
                  <a:pt x="148616" y="178535"/>
                </a:cubicBezTo>
                <a:cubicBezTo>
                  <a:pt x="150123" y="177196"/>
                  <a:pt x="150876" y="175433"/>
                  <a:pt x="150876" y="173253"/>
                </a:cubicBezTo>
                <a:lnTo>
                  <a:pt x="150876" y="140569"/>
                </a:lnTo>
                <a:cubicBezTo>
                  <a:pt x="150876" y="138389"/>
                  <a:pt x="150123" y="136626"/>
                  <a:pt x="148616" y="135287"/>
                </a:cubicBezTo>
                <a:cubicBezTo>
                  <a:pt x="147270" y="133780"/>
                  <a:pt x="145514" y="133020"/>
                  <a:pt x="143334" y="133020"/>
                </a:cubicBezTo>
                <a:lnTo>
                  <a:pt x="105617" y="133020"/>
                </a:lnTo>
                <a:lnTo>
                  <a:pt x="105617" y="115419"/>
                </a:lnTo>
                <a:lnTo>
                  <a:pt x="143334" y="115419"/>
                </a:lnTo>
                <a:cubicBezTo>
                  <a:pt x="145514" y="115419"/>
                  <a:pt x="147270" y="114666"/>
                  <a:pt x="148616" y="113159"/>
                </a:cubicBezTo>
                <a:cubicBezTo>
                  <a:pt x="150123" y="111813"/>
                  <a:pt x="150876" y="110057"/>
                  <a:pt x="150876" y="107877"/>
                </a:cubicBezTo>
                <a:cubicBezTo>
                  <a:pt x="150876" y="105697"/>
                  <a:pt x="150123" y="103854"/>
                  <a:pt x="148616" y="102347"/>
                </a:cubicBezTo>
                <a:cubicBezTo>
                  <a:pt x="147270" y="101001"/>
                  <a:pt x="145514" y="100335"/>
                  <a:pt x="143334" y="100335"/>
                </a:cubicBezTo>
                <a:lnTo>
                  <a:pt x="128243" y="100335"/>
                </a:lnTo>
                <a:lnTo>
                  <a:pt x="128243" y="94044"/>
                </a:lnTo>
                <a:cubicBezTo>
                  <a:pt x="128243" y="93042"/>
                  <a:pt x="127906" y="92120"/>
                  <a:pt x="127241" y="91279"/>
                </a:cubicBezTo>
                <a:cubicBezTo>
                  <a:pt x="126399" y="90606"/>
                  <a:pt x="125478" y="90277"/>
                  <a:pt x="124475" y="90277"/>
                </a:cubicBezTo>
                <a:lnTo>
                  <a:pt x="116926" y="90277"/>
                </a:lnTo>
                <a:cubicBezTo>
                  <a:pt x="115924" y="90277"/>
                  <a:pt x="115083" y="90694"/>
                  <a:pt x="114417" y="91535"/>
                </a:cubicBezTo>
                <a:cubicBezTo>
                  <a:pt x="113576" y="92201"/>
                  <a:pt x="113159" y="93042"/>
                  <a:pt x="113159" y="94044"/>
                </a:cubicBezTo>
                <a:lnTo>
                  <a:pt x="113159" y="100335"/>
                </a:lnTo>
                <a:lnTo>
                  <a:pt x="98068" y="100335"/>
                </a:lnTo>
                <a:cubicBezTo>
                  <a:pt x="95888" y="100335"/>
                  <a:pt x="94132" y="101089"/>
                  <a:pt x="92786" y="102596"/>
                </a:cubicBezTo>
                <a:cubicBezTo>
                  <a:pt x="91279" y="103934"/>
                  <a:pt x="90526" y="105697"/>
                  <a:pt x="90526" y="107877"/>
                </a:cubicBezTo>
                <a:lnTo>
                  <a:pt x="90526" y="140569"/>
                </a:lnTo>
                <a:cubicBezTo>
                  <a:pt x="90526" y="142749"/>
                  <a:pt x="91279" y="144504"/>
                  <a:pt x="92786" y="145850"/>
                </a:cubicBezTo>
                <a:cubicBezTo>
                  <a:pt x="94132" y="147357"/>
                  <a:pt x="95888" y="148111"/>
                  <a:pt x="98068" y="148111"/>
                </a:cubicBezTo>
                <a:lnTo>
                  <a:pt x="135792" y="148111"/>
                </a:lnTo>
                <a:lnTo>
                  <a:pt x="135792" y="165711"/>
                </a:lnTo>
                <a:lnTo>
                  <a:pt x="98068" y="165711"/>
                </a:lnTo>
                <a:cubicBezTo>
                  <a:pt x="95888" y="165711"/>
                  <a:pt x="94132" y="166465"/>
                  <a:pt x="92786" y="167979"/>
                </a:cubicBezTo>
                <a:cubicBezTo>
                  <a:pt x="91279" y="169318"/>
                  <a:pt x="90526" y="171073"/>
                  <a:pt x="90526" y="173253"/>
                </a:cubicBezTo>
                <a:cubicBezTo>
                  <a:pt x="90526" y="175433"/>
                  <a:pt x="91279" y="177277"/>
                  <a:pt x="92786" y="178791"/>
                </a:cubicBezTo>
                <a:cubicBezTo>
                  <a:pt x="94132" y="180129"/>
                  <a:pt x="95888" y="180802"/>
                  <a:pt x="98068" y="180802"/>
                </a:cubicBezTo>
                <a:lnTo>
                  <a:pt x="113159" y="180802"/>
                </a:lnTo>
                <a:close/>
                <a:moveTo>
                  <a:pt x="55325" y="221285"/>
                </a:moveTo>
                <a:cubicBezTo>
                  <a:pt x="51301" y="221285"/>
                  <a:pt x="47776" y="219778"/>
                  <a:pt x="44762" y="216757"/>
                </a:cubicBezTo>
                <a:cubicBezTo>
                  <a:pt x="41741" y="213743"/>
                  <a:pt x="40234" y="210224"/>
                  <a:pt x="40234" y="206201"/>
                </a:cubicBezTo>
                <a:lnTo>
                  <a:pt x="40234" y="35208"/>
                </a:lnTo>
                <a:cubicBezTo>
                  <a:pt x="40234" y="31185"/>
                  <a:pt x="41741" y="27659"/>
                  <a:pt x="44762" y="24645"/>
                </a:cubicBezTo>
                <a:cubicBezTo>
                  <a:pt x="47776" y="21624"/>
                  <a:pt x="51301" y="20117"/>
                  <a:pt x="55325" y="20117"/>
                </a:cubicBezTo>
                <a:lnTo>
                  <a:pt x="146099" y="20117"/>
                </a:lnTo>
                <a:lnTo>
                  <a:pt x="201168" y="75186"/>
                </a:lnTo>
                <a:lnTo>
                  <a:pt x="201168" y="206201"/>
                </a:lnTo>
                <a:cubicBezTo>
                  <a:pt x="201168" y="210224"/>
                  <a:pt x="199661" y="213743"/>
                  <a:pt x="196640" y="216757"/>
                </a:cubicBezTo>
                <a:cubicBezTo>
                  <a:pt x="193626" y="219778"/>
                  <a:pt x="190107" y="221285"/>
                  <a:pt x="186084" y="221285"/>
                </a:cubicBezTo>
                <a:lnTo>
                  <a:pt x="55325" y="221285"/>
                </a:lnTo>
                <a:close/>
                <a:moveTo>
                  <a:pt x="55325" y="206201"/>
                </a:moveTo>
                <a:lnTo>
                  <a:pt x="186084" y="206201"/>
                </a:lnTo>
                <a:lnTo>
                  <a:pt x="186084" y="81974"/>
                </a:lnTo>
                <a:lnTo>
                  <a:pt x="146853" y="81974"/>
                </a:lnTo>
                <a:cubicBezTo>
                  <a:pt x="144673" y="81974"/>
                  <a:pt x="142910" y="81221"/>
                  <a:pt x="141571" y="79714"/>
                </a:cubicBezTo>
                <a:cubicBezTo>
                  <a:pt x="140064" y="78375"/>
                  <a:pt x="139311" y="76612"/>
                  <a:pt x="139311" y="74432"/>
                </a:cubicBezTo>
                <a:lnTo>
                  <a:pt x="139311" y="35208"/>
                </a:lnTo>
                <a:lnTo>
                  <a:pt x="55325" y="35208"/>
                </a:lnTo>
                <a:lnTo>
                  <a:pt x="55325" y="206201"/>
                </a:lnTo>
                <a:close/>
                <a:moveTo>
                  <a:pt x="55325" y="35208"/>
                </a:moveTo>
                <a:lnTo>
                  <a:pt x="55325" y="81974"/>
                </a:lnTo>
                <a:lnTo>
                  <a:pt x="55325" y="35208"/>
                </a:lnTo>
                <a:lnTo>
                  <a:pt x="55325" y="206201"/>
                </a:lnTo>
                <a:lnTo>
                  <a:pt x="55325" y="35208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9" name="圖說"/>
          <p:cNvSpPr/>
          <p:nvPr/>
        </p:nvSpPr>
        <p:spPr>
          <a:xfrm>
            <a:off x="7524707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報價</a:t>
            </a:r>
            <a:endParaRPr lang="en-US" sz="600" dirty="0"/>
          </a:p>
        </p:txBody>
      </p:sp>
      <p:sp>
        <p:nvSpPr>
          <p:cNvPr id="160" name="圖示 資料夾"/>
          <p:cNvSpPr/>
          <p:nvPr/>
        </p:nvSpPr>
        <p:spPr>
          <a:xfrm>
            <a:off x="8084302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208" y="201168"/>
                </a:moveTo>
                <a:cubicBezTo>
                  <a:pt x="31185" y="201168"/>
                  <a:pt x="27659" y="199661"/>
                  <a:pt x="24645" y="196640"/>
                </a:cubicBezTo>
                <a:cubicBezTo>
                  <a:pt x="21624" y="193458"/>
                  <a:pt x="20117" y="189939"/>
                  <a:pt x="20117" y="186084"/>
                </a:cubicBezTo>
                <a:lnTo>
                  <a:pt x="20117" y="55325"/>
                </a:lnTo>
                <a:cubicBezTo>
                  <a:pt x="20117" y="51462"/>
                  <a:pt x="21624" y="48032"/>
                  <a:pt x="24645" y="45010"/>
                </a:cubicBezTo>
                <a:cubicBezTo>
                  <a:pt x="27659" y="41828"/>
                  <a:pt x="31185" y="40234"/>
                  <a:pt x="35208" y="40234"/>
                </a:cubicBezTo>
                <a:lnTo>
                  <a:pt x="99582" y="40234"/>
                </a:lnTo>
                <a:cubicBezTo>
                  <a:pt x="101593" y="40234"/>
                  <a:pt x="103605" y="40651"/>
                  <a:pt x="105617" y="41492"/>
                </a:cubicBezTo>
                <a:cubicBezTo>
                  <a:pt x="107460" y="42326"/>
                  <a:pt x="109048" y="43416"/>
                  <a:pt x="110394" y="44762"/>
                </a:cubicBezTo>
                <a:lnTo>
                  <a:pt x="120950" y="55325"/>
                </a:lnTo>
                <a:lnTo>
                  <a:pt x="206201" y="55325"/>
                </a:lnTo>
                <a:cubicBezTo>
                  <a:pt x="210056" y="55325"/>
                  <a:pt x="213575" y="56912"/>
                  <a:pt x="216757" y="60102"/>
                </a:cubicBezTo>
                <a:cubicBezTo>
                  <a:pt x="219778" y="63116"/>
                  <a:pt x="221285" y="66554"/>
                  <a:pt x="221285" y="70409"/>
                </a:cubicBezTo>
                <a:lnTo>
                  <a:pt x="221285" y="186084"/>
                </a:lnTo>
                <a:cubicBezTo>
                  <a:pt x="221285" y="189939"/>
                  <a:pt x="219778" y="193458"/>
                  <a:pt x="216757" y="196640"/>
                </a:cubicBezTo>
                <a:cubicBezTo>
                  <a:pt x="213575" y="199661"/>
                  <a:pt x="210056" y="201168"/>
                  <a:pt x="206201" y="201168"/>
                </a:cubicBezTo>
                <a:lnTo>
                  <a:pt x="35208" y="201168"/>
                </a:lnTo>
                <a:close/>
                <a:moveTo>
                  <a:pt x="35208" y="186084"/>
                </a:moveTo>
                <a:lnTo>
                  <a:pt x="206201" y="186084"/>
                </a:lnTo>
                <a:lnTo>
                  <a:pt x="206201" y="70409"/>
                </a:lnTo>
                <a:lnTo>
                  <a:pt x="114666" y="70409"/>
                </a:lnTo>
                <a:lnTo>
                  <a:pt x="99582" y="55325"/>
                </a:lnTo>
                <a:lnTo>
                  <a:pt x="35208" y="55325"/>
                </a:lnTo>
                <a:lnTo>
                  <a:pt x="35208" y="186084"/>
                </a:lnTo>
                <a:close/>
                <a:moveTo>
                  <a:pt x="35208" y="186084"/>
                </a:moveTo>
                <a:lnTo>
                  <a:pt x="35208" y="55325"/>
                </a:lnTo>
                <a:lnTo>
                  <a:pt x="35208" y="18608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1" name="圖說"/>
          <p:cNvSpPr/>
          <p:nvPr/>
        </p:nvSpPr>
        <p:spPr>
          <a:xfrm>
            <a:off x="7968484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</a:t>
            </a:r>
            <a:endParaRPr lang="en-US" sz="600" dirty="0"/>
          </a:p>
        </p:txBody>
      </p:sp>
      <p:sp>
        <p:nvSpPr>
          <p:cNvPr id="162" name="圖示 手冊"/>
          <p:cNvSpPr/>
          <p:nvPr/>
        </p:nvSpPr>
        <p:spPr>
          <a:xfrm>
            <a:off x="8528078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2362" y="165967"/>
                </a:moveTo>
                <a:cubicBezTo>
                  <a:pt x="71418" y="165967"/>
                  <a:pt x="80131" y="167050"/>
                  <a:pt x="88514" y="169230"/>
                </a:cubicBezTo>
                <a:cubicBezTo>
                  <a:pt x="97065" y="171242"/>
                  <a:pt x="105449" y="174343"/>
                  <a:pt x="113664" y="178535"/>
                </a:cubicBezTo>
                <a:lnTo>
                  <a:pt x="113664" y="71162"/>
                </a:lnTo>
                <a:cubicBezTo>
                  <a:pt x="106114" y="66137"/>
                  <a:pt x="97899" y="62282"/>
                  <a:pt x="89019" y="59597"/>
                </a:cubicBezTo>
                <a:cubicBezTo>
                  <a:pt x="80299" y="56744"/>
                  <a:pt x="71418" y="55325"/>
                  <a:pt x="62362" y="55325"/>
                </a:cubicBezTo>
                <a:cubicBezTo>
                  <a:pt x="55991" y="55325"/>
                  <a:pt x="49787" y="56159"/>
                  <a:pt x="43752" y="57834"/>
                </a:cubicBezTo>
                <a:cubicBezTo>
                  <a:pt x="37549" y="59348"/>
                  <a:pt x="31346" y="61272"/>
                  <a:pt x="25150" y="63620"/>
                </a:cubicBezTo>
                <a:lnTo>
                  <a:pt x="25150" y="172756"/>
                </a:lnTo>
                <a:cubicBezTo>
                  <a:pt x="30343" y="170408"/>
                  <a:pt x="36291" y="168732"/>
                  <a:pt x="42999" y="167723"/>
                </a:cubicBezTo>
                <a:cubicBezTo>
                  <a:pt x="49539" y="166552"/>
                  <a:pt x="55991" y="165967"/>
                  <a:pt x="62362" y="165967"/>
                </a:cubicBezTo>
                <a:close/>
                <a:moveTo>
                  <a:pt x="128748" y="178535"/>
                </a:moveTo>
                <a:cubicBezTo>
                  <a:pt x="137131" y="174343"/>
                  <a:pt x="145346" y="171242"/>
                  <a:pt x="153392" y="169230"/>
                </a:cubicBezTo>
                <a:cubicBezTo>
                  <a:pt x="161439" y="167050"/>
                  <a:pt x="169991" y="165967"/>
                  <a:pt x="179040" y="165967"/>
                </a:cubicBezTo>
                <a:cubicBezTo>
                  <a:pt x="185411" y="165967"/>
                  <a:pt x="192031" y="166465"/>
                  <a:pt x="198908" y="167474"/>
                </a:cubicBezTo>
                <a:cubicBezTo>
                  <a:pt x="205608" y="168476"/>
                  <a:pt x="211395" y="169822"/>
                  <a:pt x="216259" y="171498"/>
                </a:cubicBezTo>
                <a:lnTo>
                  <a:pt x="216259" y="63620"/>
                </a:lnTo>
                <a:cubicBezTo>
                  <a:pt x="210553" y="60767"/>
                  <a:pt x="204518" y="58675"/>
                  <a:pt x="198154" y="57337"/>
                </a:cubicBezTo>
                <a:cubicBezTo>
                  <a:pt x="191783" y="55991"/>
                  <a:pt x="185411" y="55325"/>
                  <a:pt x="179040" y="55325"/>
                </a:cubicBezTo>
                <a:cubicBezTo>
                  <a:pt x="169991" y="55325"/>
                  <a:pt x="161271" y="56744"/>
                  <a:pt x="152888" y="59597"/>
                </a:cubicBezTo>
                <a:cubicBezTo>
                  <a:pt x="144336" y="62282"/>
                  <a:pt x="136289" y="66137"/>
                  <a:pt x="128748" y="71162"/>
                </a:cubicBezTo>
                <a:lnTo>
                  <a:pt x="128748" y="178535"/>
                </a:lnTo>
                <a:close/>
                <a:moveTo>
                  <a:pt x="117687" y="198154"/>
                </a:moveTo>
                <a:cubicBezTo>
                  <a:pt x="116509" y="197818"/>
                  <a:pt x="115507" y="197313"/>
                  <a:pt x="114666" y="196640"/>
                </a:cubicBezTo>
                <a:cubicBezTo>
                  <a:pt x="106787" y="191783"/>
                  <a:pt x="98404" y="188008"/>
                  <a:pt x="89523" y="185323"/>
                </a:cubicBezTo>
                <a:cubicBezTo>
                  <a:pt x="80635" y="182646"/>
                  <a:pt x="71579" y="181300"/>
                  <a:pt x="62362" y="181300"/>
                </a:cubicBezTo>
                <a:cubicBezTo>
                  <a:pt x="56159" y="181300"/>
                  <a:pt x="50124" y="182061"/>
                  <a:pt x="44257" y="183568"/>
                </a:cubicBezTo>
                <a:cubicBezTo>
                  <a:pt x="38390" y="185075"/>
                  <a:pt x="32523" y="186918"/>
                  <a:pt x="26657" y="189098"/>
                </a:cubicBezTo>
                <a:cubicBezTo>
                  <a:pt x="22801" y="190941"/>
                  <a:pt x="19027" y="190693"/>
                  <a:pt x="15340" y="188344"/>
                </a:cubicBezTo>
                <a:cubicBezTo>
                  <a:pt x="11821" y="185996"/>
                  <a:pt x="10058" y="182646"/>
                  <a:pt x="10058" y="178286"/>
                </a:cubicBezTo>
                <a:lnTo>
                  <a:pt x="10058" y="61857"/>
                </a:lnTo>
                <a:cubicBezTo>
                  <a:pt x="10058" y="59348"/>
                  <a:pt x="10644" y="57081"/>
                  <a:pt x="11821" y="55069"/>
                </a:cubicBezTo>
                <a:cubicBezTo>
                  <a:pt x="12992" y="52889"/>
                  <a:pt x="14755" y="51214"/>
                  <a:pt x="17103" y="50043"/>
                </a:cubicBezTo>
                <a:cubicBezTo>
                  <a:pt x="24140" y="46686"/>
                  <a:pt x="31433" y="44257"/>
                  <a:pt x="38975" y="42750"/>
                </a:cubicBezTo>
                <a:cubicBezTo>
                  <a:pt x="46686" y="41075"/>
                  <a:pt x="54484" y="40234"/>
                  <a:pt x="62362" y="40234"/>
                </a:cubicBezTo>
                <a:cubicBezTo>
                  <a:pt x="72925" y="40234"/>
                  <a:pt x="83232" y="41660"/>
                  <a:pt x="93291" y="44506"/>
                </a:cubicBezTo>
                <a:cubicBezTo>
                  <a:pt x="103181" y="47359"/>
                  <a:pt x="112486" y="51718"/>
                  <a:pt x="121206" y="57585"/>
                </a:cubicBezTo>
                <a:cubicBezTo>
                  <a:pt x="129757" y="51718"/>
                  <a:pt x="138974" y="47359"/>
                  <a:pt x="148864" y="44506"/>
                </a:cubicBezTo>
                <a:cubicBezTo>
                  <a:pt x="158586" y="41660"/>
                  <a:pt x="168645" y="40234"/>
                  <a:pt x="179040" y="40234"/>
                </a:cubicBezTo>
                <a:cubicBezTo>
                  <a:pt x="186918" y="40234"/>
                  <a:pt x="194628" y="41075"/>
                  <a:pt x="202177" y="42750"/>
                </a:cubicBezTo>
                <a:cubicBezTo>
                  <a:pt x="209719" y="44257"/>
                  <a:pt x="217013" y="46686"/>
                  <a:pt x="224050" y="50043"/>
                </a:cubicBezTo>
                <a:cubicBezTo>
                  <a:pt x="226398" y="51214"/>
                  <a:pt x="228242" y="52889"/>
                  <a:pt x="229580" y="55069"/>
                </a:cubicBezTo>
                <a:cubicBezTo>
                  <a:pt x="230758" y="57081"/>
                  <a:pt x="231343" y="59348"/>
                  <a:pt x="231343" y="61857"/>
                </a:cubicBezTo>
                <a:lnTo>
                  <a:pt x="231343" y="178286"/>
                </a:lnTo>
                <a:cubicBezTo>
                  <a:pt x="231343" y="182982"/>
                  <a:pt x="229500" y="186501"/>
                  <a:pt x="225813" y="188849"/>
                </a:cubicBezTo>
                <a:cubicBezTo>
                  <a:pt x="221958" y="191358"/>
                  <a:pt x="218183" y="191446"/>
                  <a:pt x="214496" y="189098"/>
                </a:cubicBezTo>
                <a:cubicBezTo>
                  <a:pt x="208798" y="186750"/>
                  <a:pt x="203011" y="184906"/>
                  <a:pt x="197145" y="183568"/>
                </a:cubicBezTo>
                <a:cubicBezTo>
                  <a:pt x="191278" y="182061"/>
                  <a:pt x="185243" y="181300"/>
                  <a:pt x="179040" y="181300"/>
                </a:cubicBezTo>
                <a:cubicBezTo>
                  <a:pt x="169991" y="181300"/>
                  <a:pt x="161103" y="182646"/>
                  <a:pt x="152383" y="185323"/>
                </a:cubicBezTo>
                <a:cubicBezTo>
                  <a:pt x="143671" y="188008"/>
                  <a:pt x="135456" y="191783"/>
                  <a:pt x="127745" y="196640"/>
                </a:cubicBezTo>
                <a:cubicBezTo>
                  <a:pt x="126904" y="197313"/>
                  <a:pt x="125982" y="197818"/>
                  <a:pt x="124973" y="198154"/>
                </a:cubicBezTo>
                <a:cubicBezTo>
                  <a:pt x="123802" y="198315"/>
                  <a:pt x="122544" y="198403"/>
                  <a:pt x="121206" y="198403"/>
                </a:cubicBezTo>
                <a:cubicBezTo>
                  <a:pt x="119860" y="198403"/>
                  <a:pt x="118689" y="198315"/>
                  <a:pt x="117687" y="198154"/>
                </a:cubicBezTo>
                <a:close/>
                <a:moveTo>
                  <a:pt x="69407" y="118440"/>
                </a:moveTo>
                <a:close/>
                <a:moveTo>
                  <a:pt x="140818" y="88514"/>
                </a:moveTo>
                <a:cubicBezTo>
                  <a:pt x="140818" y="87512"/>
                  <a:pt x="141154" y="86583"/>
                  <a:pt x="141827" y="85749"/>
                </a:cubicBezTo>
                <a:cubicBezTo>
                  <a:pt x="142493" y="84739"/>
                  <a:pt x="143246" y="84074"/>
                  <a:pt x="144087" y="83737"/>
                </a:cubicBezTo>
                <a:cubicBezTo>
                  <a:pt x="149113" y="81894"/>
                  <a:pt x="154226" y="80467"/>
                  <a:pt x="159427" y="79465"/>
                </a:cubicBezTo>
                <a:cubicBezTo>
                  <a:pt x="164790" y="78456"/>
                  <a:pt x="170320" y="77951"/>
                  <a:pt x="176026" y="77951"/>
                </a:cubicBezTo>
                <a:cubicBezTo>
                  <a:pt x="179713" y="77951"/>
                  <a:pt x="183312" y="78207"/>
                  <a:pt x="186838" y="78704"/>
                </a:cubicBezTo>
                <a:cubicBezTo>
                  <a:pt x="190356" y="79041"/>
                  <a:pt x="193794" y="79626"/>
                  <a:pt x="197145" y="80467"/>
                </a:cubicBezTo>
                <a:cubicBezTo>
                  <a:pt x="198154" y="80804"/>
                  <a:pt x="199076" y="81389"/>
                  <a:pt x="199910" y="82230"/>
                </a:cubicBezTo>
                <a:cubicBezTo>
                  <a:pt x="200751" y="83232"/>
                  <a:pt x="201168" y="84322"/>
                  <a:pt x="201168" y="85500"/>
                </a:cubicBezTo>
                <a:cubicBezTo>
                  <a:pt x="201168" y="87343"/>
                  <a:pt x="200583" y="88763"/>
                  <a:pt x="199405" y="89772"/>
                </a:cubicBezTo>
                <a:cubicBezTo>
                  <a:pt x="198066" y="90774"/>
                  <a:pt x="196472" y="91030"/>
                  <a:pt x="194628" y="90526"/>
                </a:cubicBezTo>
                <a:cubicBezTo>
                  <a:pt x="191783" y="89684"/>
                  <a:pt x="188849" y="89099"/>
                  <a:pt x="185828" y="88763"/>
                </a:cubicBezTo>
                <a:cubicBezTo>
                  <a:pt x="182646" y="88265"/>
                  <a:pt x="179376" y="88009"/>
                  <a:pt x="176026" y="88009"/>
                </a:cubicBezTo>
                <a:cubicBezTo>
                  <a:pt x="171161" y="88009"/>
                  <a:pt x="166465" y="88514"/>
                  <a:pt x="161944" y="89523"/>
                </a:cubicBezTo>
                <a:cubicBezTo>
                  <a:pt x="157416" y="90357"/>
                  <a:pt x="152968" y="91696"/>
                  <a:pt x="148616" y="93547"/>
                </a:cubicBezTo>
                <a:cubicBezTo>
                  <a:pt x="146267" y="94381"/>
                  <a:pt x="144424" y="94381"/>
                  <a:pt x="143078" y="93547"/>
                </a:cubicBezTo>
                <a:cubicBezTo>
                  <a:pt x="141571" y="92537"/>
                  <a:pt x="140818" y="90862"/>
                  <a:pt x="140818" y="88514"/>
                </a:cubicBezTo>
                <a:close/>
                <a:moveTo>
                  <a:pt x="140818" y="143839"/>
                </a:moveTo>
                <a:cubicBezTo>
                  <a:pt x="140818" y="142829"/>
                  <a:pt x="141154" y="141827"/>
                  <a:pt x="141827" y="140818"/>
                </a:cubicBezTo>
                <a:cubicBezTo>
                  <a:pt x="142493" y="139815"/>
                  <a:pt x="143246" y="139142"/>
                  <a:pt x="144087" y="138806"/>
                </a:cubicBezTo>
                <a:cubicBezTo>
                  <a:pt x="149113" y="136962"/>
                  <a:pt x="154226" y="135624"/>
                  <a:pt x="159427" y="134783"/>
                </a:cubicBezTo>
                <a:cubicBezTo>
                  <a:pt x="164790" y="133780"/>
                  <a:pt x="170320" y="133276"/>
                  <a:pt x="176026" y="133276"/>
                </a:cubicBezTo>
                <a:cubicBezTo>
                  <a:pt x="179713" y="133276"/>
                  <a:pt x="183312" y="133524"/>
                  <a:pt x="186838" y="134029"/>
                </a:cubicBezTo>
                <a:cubicBezTo>
                  <a:pt x="190356" y="134366"/>
                  <a:pt x="193794" y="134951"/>
                  <a:pt x="197145" y="135792"/>
                </a:cubicBezTo>
                <a:cubicBezTo>
                  <a:pt x="198154" y="136121"/>
                  <a:pt x="199076" y="136714"/>
                  <a:pt x="199910" y="137548"/>
                </a:cubicBezTo>
                <a:cubicBezTo>
                  <a:pt x="200751" y="138557"/>
                  <a:pt x="201168" y="139647"/>
                  <a:pt x="201168" y="140818"/>
                </a:cubicBezTo>
                <a:cubicBezTo>
                  <a:pt x="201168" y="142661"/>
                  <a:pt x="200583" y="144087"/>
                  <a:pt x="199405" y="145090"/>
                </a:cubicBezTo>
                <a:cubicBezTo>
                  <a:pt x="198066" y="146099"/>
                  <a:pt x="196472" y="146348"/>
                  <a:pt x="194628" y="145850"/>
                </a:cubicBezTo>
                <a:cubicBezTo>
                  <a:pt x="191783" y="145009"/>
                  <a:pt x="188849" y="144424"/>
                  <a:pt x="185828" y="144087"/>
                </a:cubicBezTo>
                <a:cubicBezTo>
                  <a:pt x="182646" y="143583"/>
                  <a:pt x="179376" y="143334"/>
                  <a:pt x="176026" y="143334"/>
                </a:cubicBezTo>
                <a:cubicBezTo>
                  <a:pt x="171161" y="143334"/>
                  <a:pt x="166465" y="143751"/>
                  <a:pt x="161944" y="144592"/>
                </a:cubicBezTo>
                <a:cubicBezTo>
                  <a:pt x="157416" y="145426"/>
                  <a:pt x="152968" y="146772"/>
                  <a:pt x="148616" y="148616"/>
                </a:cubicBezTo>
                <a:cubicBezTo>
                  <a:pt x="146267" y="149450"/>
                  <a:pt x="144424" y="149450"/>
                  <a:pt x="143078" y="148616"/>
                </a:cubicBezTo>
                <a:cubicBezTo>
                  <a:pt x="141571" y="147774"/>
                  <a:pt x="140818" y="146180"/>
                  <a:pt x="140818" y="143839"/>
                </a:cubicBezTo>
                <a:close/>
                <a:moveTo>
                  <a:pt x="140818" y="116173"/>
                </a:moveTo>
                <a:cubicBezTo>
                  <a:pt x="140818" y="115171"/>
                  <a:pt x="141154" y="114249"/>
                  <a:pt x="141827" y="113408"/>
                </a:cubicBezTo>
                <a:cubicBezTo>
                  <a:pt x="142493" y="112405"/>
                  <a:pt x="143246" y="111732"/>
                  <a:pt x="144087" y="111396"/>
                </a:cubicBezTo>
                <a:cubicBezTo>
                  <a:pt x="149113" y="109552"/>
                  <a:pt x="154226" y="108126"/>
                  <a:pt x="159427" y="107124"/>
                </a:cubicBezTo>
                <a:cubicBezTo>
                  <a:pt x="164790" y="106114"/>
                  <a:pt x="170320" y="105617"/>
                  <a:pt x="176026" y="105617"/>
                </a:cubicBezTo>
                <a:cubicBezTo>
                  <a:pt x="179713" y="105617"/>
                  <a:pt x="183312" y="105866"/>
                  <a:pt x="186838" y="106370"/>
                </a:cubicBezTo>
                <a:cubicBezTo>
                  <a:pt x="190356" y="106700"/>
                  <a:pt x="193794" y="107292"/>
                  <a:pt x="197145" y="108126"/>
                </a:cubicBezTo>
                <a:cubicBezTo>
                  <a:pt x="198154" y="108462"/>
                  <a:pt x="199076" y="109048"/>
                  <a:pt x="199910" y="109889"/>
                </a:cubicBezTo>
                <a:cubicBezTo>
                  <a:pt x="200751" y="110891"/>
                  <a:pt x="201168" y="111981"/>
                  <a:pt x="201168" y="113159"/>
                </a:cubicBezTo>
                <a:cubicBezTo>
                  <a:pt x="201168" y="115002"/>
                  <a:pt x="200583" y="116429"/>
                  <a:pt x="199405" y="117431"/>
                </a:cubicBezTo>
                <a:cubicBezTo>
                  <a:pt x="198066" y="118440"/>
                  <a:pt x="196472" y="118689"/>
                  <a:pt x="194628" y="118184"/>
                </a:cubicBezTo>
                <a:cubicBezTo>
                  <a:pt x="191783" y="117350"/>
                  <a:pt x="188849" y="116758"/>
                  <a:pt x="185828" y="116429"/>
                </a:cubicBezTo>
                <a:cubicBezTo>
                  <a:pt x="182646" y="115924"/>
                  <a:pt x="179376" y="115675"/>
                  <a:pt x="176026" y="115675"/>
                </a:cubicBezTo>
                <a:cubicBezTo>
                  <a:pt x="171161" y="115675"/>
                  <a:pt x="166465" y="116173"/>
                  <a:pt x="161944" y="117182"/>
                </a:cubicBezTo>
                <a:cubicBezTo>
                  <a:pt x="157416" y="118016"/>
                  <a:pt x="152968" y="119362"/>
                  <a:pt x="148616" y="121206"/>
                </a:cubicBezTo>
                <a:cubicBezTo>
                  <a:pt x="146267" y="122039"/>
                  <a:pt x="144424" y="122039"/>
                  <a:pt x="143078" y="121206"/>
                </a:cubicBezTo>
                <a:cubicBezTo>
                  <a:pt x="141571" y="120196"/>
                  <a:pt x="140818" y="118521"/>
                  <a:pt x="140818" y="116173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3" name="圖說"/>
          <p:cNvSpPr/>
          <p:nvPr/>
        </p:nvSpPr>
        <p:spPr>
          <a:xfrm>
            <a:off x="8412261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手冊</a:t>
            </a:r>
            <a:endParaRPr lang="en-US" sz="600" dirty="0"/>
          </a:p>
        </p:txBody>
      </p:sp>
      <p:sp>
        <p:nvSpPr>
          <p:cNvPr id="164" name="圖示 稽核"/>
          <p:cNvSpPr/>
          <p:nvPr/>
        </p:nvSpPr>
        <p:spPr>
          <a:xfrm>
            <a:off x="8971855" y="2600554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8184" y="220027"/>
                </a:moveTo>
                <a:cubicBezTo>
                  <a:pt x="117350" y="220027"/>
                  <a:pt x="116509" y="219858"/>
                  <a:pt x="115675" y="219522"/>
                </a:cubicBezTo>
                <a:cubicBezTo>
                  <a:pt x="92537" y="211643"/>
                  <a:pt x="74183" y="197562"/>
                  <a:pt x="60599" y="177277"/>
                </a:cubicBezTo>
                <a:cubicBezTo>
                  <a:pt x="47022" y="156831"/>
                  <a:pt x="40234" y="134446"/>
                  <a:pt x="40234" y="110138"/>
                </a:cubicBezTo>
                <a:lnTo>
                  <a:pt x="40234" y="60855"/>
                </a:lnTo>
                <a:cubicBezTo>
                  <a:pt x="40234" y="57666"/>
                  <a:pt x="41155" y="54732"/>
                  <a:pt x="42999" y="52055"/>
                </a:cubicBezTo>
                <a:cubicBezTo>
                  <a:pt x="44842" y="49539"/>
                  <a:pt x="47190" y="47695"/>
                  <a:pt x="50043" y="46517"/>
                </a:cubicBezTo>
                <a:lnTo>
                  <a:pt x="115419" y="22128"/>
                </a:lnTo>
                <a:cubicBezTo>
                  <a:pt x="117263" y="21455"/>
                  <a:pt x="119026" y="21126"/>
                  <a:pt x="120701" y="21126"/>
                </a:cubicBezTo>
                <a:cubicBezTo>
                  <a:pt x="122376" y="21126"/>
                  <a:pt x="124139" y="21455"/>
                  <a:pt x="125982" y="22128"/>
                </a:cubicBezTo>
                <a:lnTo>
                  <a:pt x="191358" y="46517"/>
                </a:lnTo>
                <a:cubicBezTo>
                  <a:pt x="194211" y="47695"/>
                  <a:pt x="196559" y="49539"/>
                  <a:pt x="198403" y="52055"/>
                </a:cubicBezTo>
                <a:cubicBezTo>
                  <a:pt x="200246" y="54732"/>
                  <a:pt x="201168" y="57666"/>
                  <a:pt x="201168" y="60855"/>
                </a:cubicBezTo>
                <a:lnTo>
                  <a:pt x="201168" y="110138"/>
                </a:lnTo>
                <a:cubicBezTo>
                  <a:pt x="201168" y="121871"/>
                  <a:pt x="199742" y="133524"/>
                  <a:pt x="196896" y="145090"/>
                </a:cubicBezTo>
                <a:cubicBezTo>
                  <a:pt x="194043" y="156662"/>
                  <a:pt x="189098" y="167555"/>
                  <a:pt x="182061" y="177781"/>
                </a:cubicBezTo>
                <a:cubicBezTo>
                  <a:pt x="180715" y="179625"/>
                  <a:pt x="178959" y="180715"/>
                  <a:pt x="176779" y="181051"/>
                </a:cubicBezTo>
                <a:cubicBezTo>
                  <a:pt x="174431" y="181219"/>
                  <a:pt x="172419" y="180546"/>
                  <a:pt x="170744" y="179040"/>
                </a:cubicBezTo>
                <a:lnTo>
                  <a:pt x="141571" y="151125"/>
                </a:lnTo>
                <a:cubicBezTo>
                  <a:pt x="138389" y="152968"/>
                  <a:pt x="135031" y="154482"/>
                  <a:pt x="131513" y="155653"/>
                </a:cubicBezTo>
                <a:cubicBezTo>
                  <a:pt x="127994" y="156831"/>
                  <a:pt x="124388" y="157416"/>
                  <a:pt x="120701" y="157416"/>
                </a:cubicBezTo>
                <a:cubicBezTo>
                  <a:pt x="110306" y="157416"/>
                  <a:pt x="101506" y="153809"/>
                  <a:pt x="94300" y="146604"/>
                </a:cubicBezTo>
                <a:cubicBezTo>
                  <a:pt x="86919" y="139391"/>
                  <a:pt x="83232" y="130591"/>
                  <a:pt x="83232" y="120196"/>
                </a:cubicBezTo>
                <a:cubicBezTo>
                  <a:pt x="83232" y="109640"/>
                  <a:pt x="86919" y="100752"/>
                  <a:pt x="94300" y="93547"/>
                </a:cubicBezTo>
                <a:cubicBezTo>
                  <a:pt x="101506" y="86166"/>
                  <a:pt x="110306" y="82479"/>
                  <a:pt x="120701" y="82479"/>
                </a:cubicBezTo>
                <a:cubicBezTo>
                  <a:pt x="131096" y="82479"/>
                  <a:pt x="139976" y="86166"/>
                  <a:pt x="147357" y="93547"/>
                </a:cubicBezTo>
                <a:cubicBezTo>
                  <a:pt x="154563" y="100752"/>
                  <a:pt x="158169" y="109640"/>
                  <a:pt x="158169" y="120196"/>
                </a:cubicBezTo>
                <a:cubicBezTo>
                  <a:pt x="158169" y="123722"/>
                  <a:pt x="157665" y="127241"/>
                  <a:pt x="156662" y="130759"/>
                </a:cubicBezTo>
                <a:cubicBezTo>
                  <a:pt x="155653" y="134278"/>
                  <a:pt x="154058" y="137467"/>
                  <a:pt x="151885" y="140313"/>
                </a:cubicBezTo>
                <a:lnTo>
                  <a:pt x="174014" y="161439"/>
                </a:lnTo>
                <a:cubicBezTo>
                  <a:pt x="178037" y="154226"/>
                  <a:pt x="181051" y="146180"/>
                  <a:pt x="183063" y="137299"/>
                </a:cubicBezTo>
                <a:cubicBezTo>
                  <a:pt x="185075" y="128243"/>
                  <a:pt x="186084" y="119194"/>
                  <a:pt x="186084" y="110138"/>
                </a:cubicBezTo>
                <a:lnTo>
                  <a:pt x="186084" y="60350"/>
                </a:lnTo>
                <a:lnTo>
                  <a:pt x="120701" y="36459"/>
                </a:lnTo>
                <a:lnTo>
                  <a:pt x="55325" y="60350"/>
                </a:lnTo>
                <a:lnTo>
                  <a:pt x="55325" y="110138"/>
                </a:lnTo>
                <a:cubicBezTo>
                  <a:pt x="55325" y="132098"/>
                  <a:pt x="61440" y="151966"/>
                  <a:pt x="73679" y="169735"/>
                </a:cubicBezTo>
                <a:cubicBezTo>
                  <a:pt x="85749" y="187335"/>
                  <a:pt x="101425" y="199325"/>
                  <a:pt x="120701" y="205696"/>
                </a:cubicBezTo>
                <a:cubicBezTo>
                  <a:pt x="124556" y="204687"/>
                  <a:pt x="129164" y="202763"/>
                  <a:pt x="134534" y="199910"/>
                </a:cubicBezTo>
                <a:cubicBezTo>
                  <a:pt x="139728" y="196896"/>
                  <a:pt x="144504" y="193706"/>
                  <a:pt x="148864" y="190356"/>
                </a:cubicBezTo>
                <a:cubicBezTo>
                  <a:pt x="150540" y="189017"/>
                  <a:pt x="152383" y="188425"/>
                  <a:pt x="154395" y="188593"/>
                </a:cubicBezTo>
                <a:cubicBezTo>
                  <a:pt x="156406" y="188761"/>
                  <a:pt x="158081" y="189771"/>
                  <a:pt x="159427" y="191614"/>
                </a:cubicBezTo>
                <a:cubicBezTo>
                  <a:pt x="160766" y="193290"/>
                  <a:pt x="161271" y="195213"/>
                  <a:pt x="160934" y="197393"/>
                </a:cubicBezTo>
                <a:cubicBezTo>
                  <a:pt x="160598" y="199573"/>
                  <a:pt x="159508" y="201336"/>
                  <a:pt x="157665" y="202675"/>
                </a:cubicBezTo>
                <a:cubicBezTo>
                  <a:pt x="152807" y="206362"/>
                  <a:pt x="147774" y="209551"/>
                  <a:pt x="142581" y="212236"/>
                </a:cubicBezTo>
                <a:cubicBezTo>
                  <a:pt x="137211" y="214913"/>
                  <a:pt x="131600" y="217342"/>
                  <a:pt x="125734" y="219522"/>
                </a:cubicBezTo>
                <a:cubicBezTo>
                  <a:pt x="124892" y="219858"/>
                  <a:pt x="124051" y="220027"/>
                  <a:pt x="123217" y="220027"/>
                </a:cubicBezTo>
                <a:cubicBezTo>
                  <a:pt x="122376" y="220195"/>
                  <a:pt x="121542" y="220283"/>
                  <a:pt x="120701" y="220283"/>
                </a:cubicBezTo>
                <a:cubicBezTo>
                  <a:pt x="119860" y="220283"/>
                  <a:pt x="119026" y="220195"/>
                  <a:pt x="118184" y="220027"/>
                </a:cubicBezTo>
                <a:close/>
                <a:moveTo>
                  <a:pt x="136546" y="136041"/>
                </a:moveTo>
                <a:cubicBezTo>
                  <a:pt x="140898" y="131681"/>
                  <a:pt x="143078" y="126399"/>
                  <a:pt x="143078" y="120196"/>
                </a:cubicBezTo>
                <a:cubicBezTo>
                  <a:pt x="143078" y="113825"/>
                  <a:pt x="140898" y="108462"/>
                  <a:pt x="136546" y="104103"/>
                </a:cubicBezTo>
                <a:cubicBezTo>
                  <a:pt x="132186" y="99743"/>
                  <a:pt x="126904" y="97570"/>
                  <a:pt x="120701" y="97570"/>
                </a:cubicBezTo>
                <a:cubicBezTo>
                  <a:pt x="114498" y="97570"/>
                  <a:pt x="109216" y="99743"/>
                  <a:pt x="104856" y="104103"/>
                </a:cubicBezTo>
                <a:cubicBezTo>
                  <a:pt x="100504" y="108462"/>
                  <a:pt x="98324" y="113825"/>
                  <a:pt x="98324" y="120196"/>
                </a:cubicBezTo>
                <a:cubicBezTo>
                  <a:pt x="98324" y="126399"/>
                  <a:pt x="100504" y="131681"/>
                  <a:pt x="104856" y="136041"/>
                </a:cubicBezTo>
                <a:cubicBezTo>
                  <a:pt x="109216" y="140232"/>
                  <a:pt x="114498" y="142325"/>
                  <a:pt x="120701" y="142325"/>
                </a:cubicBezTo>
                <a:cubicBezTo>
                  <a:pt x="126904" y="142325"/>
                  <a:pt x="132186" y="140232"/>
                  <a:pt x="136546" y="136041"/>
                </a:cubicBezTo>
                <a:close/>
                <a:moveTo>
                  <a:pt x="120701" y="120950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5" name="圖說"/>
          <p:cNvSpPr/>
          <p:nvPr/>
        </p:nvSpPr>
        <p:spPr>
          <a:xfrm>
            <a:off x="8856037" y="2863901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600" dirty="0"/>
          </a:p>
        </p:txBody>
      </p:sp>
      <p:sp>
        <p:nvSpPr>
          <p:cNvPr id="166" name="圖示 里程碑"/>
          <p:cNvSpPr/>
          <p:nvPr/>
        </p:nvSpPr>
        <p:spPr>
          <a:xfrm>
            <a:off x="540100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5383" y="133524"/>
                </a:moveTo>
                <a:lnTo>
                  <a:pt x="65383" y="203684"/>
                </a:lnTo>
                <a:cubicBezTo>
                  <a:pt x="65383" y="205864"/>
                  <a:pt x="64622" y="207620"/>
                  <a:pt x="63116" y="208966"/>
                </a:cubicBezTo>
                <a:cubicBezTo>
                  <a:pt x="61777" y="210473"/>
                  <a:pt x="60014" y="211226"/>
                  <a:pt x="57834" y="211226"/>
                </a:cubicBezTo>
                <a:cubicBezTo>
                  <a:pt x="55654" y="211226"/>
                  <a:pt x="53898" y="210473"/>
                  <a:pt x="52552" y="208966"/>
                </a:cubicBezTo>
                <a:cubicBezTo>
                  <a:pt x="51045" y="207620"/>
                  <a:pt x="50292" y="205864"/>
                  <a:pt x="50292" y="203684"/>
                </a:cubicBezTo>
                <a:lnTo>
                  <a:pt x="50292" y="47776"/>
                </a:lnTo>
                <a:cubicBezTo>
                  <a:pt x="50292" y="45596"/>
                  <a:pt x="51045" y="43840"/>
                  <a:pt x="52552" y="42494"/>
                </a:cubicBezTo>
                <a:cubicBezTo>
                  <a:pt x="53898" y="40987"/>
                  <a:pt x="55654" y="40234"/>
                  <a:pt x="57834" y="40234"/>
                </a:cubicBezTo>
                <a:lnTo>
                  <a:pt x="130510" y="40234"/>
                </a:lnTo>
                <a:cubicBezTo>
                  <a:pt x="132354" y="40234"/>
                  <a:pt x="133941" y="40819"/>
                  <a:pt x="135287" y="41997"/>
                </a:cubicBezTo>
                <a:cubicBezTo>
                  <a:pt x="136626" y="42999"/>
                  <a:pt x="137467" y="44425"/>
                  <a:pt x="137804" y="46269"/>
                </a:cubicBezTo>
                <a:lnTo>
                  <a:pt x="141322" y="61857"/>
                </a:lnTo>
                <a:lnTo>
                  <a:pt x="193626" y="61857"/>
                </a:lnTo>
                <a:cubicBezTo>
                  <a:pt x="195806" y="61857"/>
                  <a:pt x="197562" y="62611"/>
                  <a:pt x="198908" y="64125"/>
                </a:cubicBezTo>
                <a:cubicBezTo>
                  <a:pt x="200415" y="65464"/>
                  <a:pt x="201168" y="67227"/>
                  <a:pt x="201168" y="69407"/>
                </a:cubicBezTo>
                <a:lnTo>
                  <a:pt x="201168" y="147357"/>
                </a:lnTo>
                <a:cubicBezTo>
                  <a:pt x="201168" y="149537"/>
                  <a:pt x="200415" y="151293"/>
                  <a:pt x="198908" y="152639"/>
                </a:cubicBezTo>
                <a:cubicBezTo>
                  <a:pt x="197562" y="154146"/>
                  <a:pt x="195806" y="154899"/>
                  <a:pt x="193626" y="154899"/>
                </a:cubicBezTo>
                <a:lnTo>
                  <a:pt x="142829" y="154899"/>
                </a:lnTo>
                <a:cubicBezTo>
                  <a:pt x="141154" y="154899"/>
                  <a:pt x="139559" y="154395"/>
                  <a:pt x="138052" y="153392"/>
                </a:cubicBezTo>
                <a:cubicBezTo>
                  <a:pt x="136714" y="152383"/>
                  <a:pt x="135873" y="150956"/>
                  <a:pt x="135536" y="149113"/>
                </a:cubicBezTo>
                <a:lnTo>
                  <a:pt x="132017" y="133524"/>
                </a:lnTo>
                <a:lnTo>
                  <a:pt x="65383" y="133524"/>
                </a:lnTo>
                <a:close/>
                <a:moveTo>
                  <a:pt x="149618" y="139815"/>
                </a:moveTo>
                <a:lnTo>
                  <a:pt x="186084" y="139815"/>
                </a:lnTo>
                <a:lnTo>
                  <a:pt x="186084" y="76949"/>
                </a:lnTo>
                <a:lnTo>
                  <a:pt x="134534" y="76949"/>
                </a:lnTo>
                <a:cubicBezTo>
                  <a:pt x="132851" y="76949"/>
                  <a:pt x="131264" y="76444"/>
                  <a:pt x="129757" y="75442"/>
                </a:cubicBezTo>
                <a:cubicBezTo>
                  <a:pt x="128411" y="74264"/>
                  <a:pt x="127577" y="72757"/>
                  <a:pt x="127241" y="70914"/>
                </a:cubicBezTo>
                <a:lnTo>
                  <a:pt x="123722" y="55325"/>
                </a:lnTo>
                <a:lnTo>
                  <a:pt x="65383" y="55325"/>
                </a:lnTo>
                <a:lnTo>
                  <a:pt x="65383" y="118440"/>
                </a:lnTo>
                <a:lnTo>
                  <a:pt x="138806" y="118440"/>
                </a:lnTo>
                <a:cubicBezTo>
                  <a:pt x="140649" y="118440"/>
                  <a:pt x="142244" y="118938"/>
                  <a:pt x="143583" y="119947"/>
                </a:cubicBezTo>
                <a:cubicBezTo>
                  <a:pt x="144921" y="120950"/>
                  <a:pt x="145763" y="122376"/>
                  <a:pt x="146099" y="124219"/>
                </a:cubicBezTo>
                <a:lnTo>
                  <a:pt x="149618" y="139815"/>
                </a:lnTo>
                <a:close/>
                <a:moveTo>
                  <a:pt x="125734" y="97570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7" name="圖說"/>
          <p:cNvSpPr/>
          <p:nvPr/>
        </p:nvSpPr>
        <p:spPr>
          <a:xfrm>
            <a:off x="424282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里程碑</a:t>
            </a:r>
            <a:endParaRPr lang="en-US" sz="600" dirty="0"/>
          </a:p>
        </p:txBody>
      </p:sp>
      <p:sp>
        <p:nvSpPr>
          <p:cNvPr id="168" name="圖示 循環"/>
          <p:cNvSpPr/>
          <p:nvPr/>
        </p:nvSpPr>
        <p:spPr>
          <a:xfrm>
            <a:off x="98387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5325" y="121206"/>
                </a:moveTo>
                <a:cubicBezTo>
                  <a:pt x="55325" y="124556"/>
                  <a:pt x="55574" y="127826"/>
                  <a:pt x="56078" y="131008"/>
                </a:cubicBezTo>
                <a:cubicBezTo>
                  <a:pt x="56408" y="134197"/>
                  <a:pt x="57000" y="137211"/>
                  <a:pt x="57834" y="140064"/>
                </a:cubicBezTo>
                <a:cubicBezTo>
                  <a:pt x="58339" y="142076"/>
                  <a:pt x="58258" y="144087"/>
                  <a:pt x="57585" y="146099"/>
                </a:cubicBezTo>
                <a:cubicBezTo>
                  <a:pt x="56744" y="148111"/>
                  <a:pt x="55405" y="149537"/>
                  <a:pt x="53562" y="150371"/>
                </a:cubicBezTo>
                <a:cubicBezTo>
                  <a:pt x="51718" y="151212"/>
                  <a:pt x="49875" y="151212"/>
                  <a:pt x="48032" y="150371"/>
                </a:cubicBezTo>
                <a:cubicBezTo>
                  <a:pt x="46020" y="149537"/>
                  <a:pt x="44674" y="148191"/>
                  <a:pt x="44008" y="146348"/>
                </a:cubicBezTo>
                <a:cubicBezTo>
                  <a:pt x="42662" y="142156"/>
                  <a:pt x="41741" y="138052"/>
                  <a:pt x="41243" y="134029"/>
                </a:cubicBezTo>
                <a:cubicBezTo>
                  <a:pt x="40570" y="129837"/>
                  <a:pt x="40234" y="125565"/>
                  <a:pt x="40234" y="121206"/>
                </a:cubicBezTo>
                <a:cubicBezTo>
                  <a:pt x="40234" y="99245"/>
                  <a:pt x="48200" y="80387"/>
                  <a:pt x="64125" y="64622"/>
                </a:cubicBezTo>
                <a:cubicBezTo>
                  <a:pt x="79882" y="48697"/>
                  <a:pt x="98741" y="40738"/>
                  <a:pt x="120701" y="40738"/>
                </a:cubicBezTo>
                <a:lnTo>
                  <a:pt x="131513" y="40738"/>
                </a:lnTo>
                <a:lnTo>
                  <a:pt x="116173" y="25398"/>
                </a:lnTo>
                <a:cubicBezTo>
                  <a:pt x="114834" y="24060"/>
                  <a:pt x="114161" y="22465"/>
                  <a:pt x="114161" y="20622"/>
                </a:cubicBezTo>
                <a:cubicBezTo>
                  <a:pt x="114161" y="18778"/>
                  <a:pt x="114834" y="17183"/>
                  <a:pt x="116173" y="15845"/>
                </a:cubicBezTo>
                <a:cubicBezTo>
                  <a:pt x="117519" y="14499"/>
                  <a:pt x="119194" y="13833"/>
                  <a:pt x="121206" y="13833"/>
                </a:cubicBezTo>
                <a:cubicBezTo>
                  <a:pt x="123049" y="13833"/>
                  <a:pt x="124644" y="14499"/>
                  <a:pt x="125982" y="15845"/>
                </a:cubicBezTo>
                <a:lnTo>
                  <a:pt x="153392" y="42999"/>
                </a:lnTo>
                <a:cubicBezTo>
                  <a:pt x="154899" y="44506"/>
                  <a:pt x="155653" y="46269"/>
                  <a:pt x="155653" y="48280"/>
                </a:cubicBezTo>
                <a:cubicBezTo>
                  <a:pt x="155653" y="50292"/>
                  <a:pt x="154899" y="52055"/>
                  <a:pt x="153392" y="53562"/>
                </a:cubicBezTo>
                <a:lnTo>
                  <a:pt x="126231" y="80716"/>
                </a:lnTo>
                <a:cubicBezTo>
                  <a:pt x="124892" y="82062"/>
                  <a:pt x="123217" y="82728"/>
                  <a:pt x="121206" y="82728"/>
                </a:cubicBezTo>
                <a:cubicBezTo>
                  <a:pt x="119194" y="82728"/>
                  <a:pt x="117519" y="82062"/>
                  <a:pt x="116173" y="80716"/>
                </a:cubicBezTo>
                <a:cubicBezTo>
                  <a:pt x="114834" y="79377"/>
                  <a:pt x="114161" y="77702"/>
                  <a:pt x="114161" y="75690"/>
                </a:cubicBezTo>
                <a:cubicBezTo>
                  <a:pt x="114161" y="73679"/>
                  <a:pt x="114834" y="72004"/>
                  <a:pt x="116173" y="70658"/>
                </a:cubicBezTo>
                <a:lnTo>
                  <a:pt x="131008" y="55822"/>
                </a:lnTo>
                <a:lnTo>
                  <a:pt x="120701" y="55822"/>
                </a:lnTo>
                <a:cubicBezTo>
                  <a:pt x="102764" y="55822"/>
                  <a:pt x="87424" y="62282"/>
                  <a:pt x="74681" y="75186"/>
                </a:cubicBezTo>
                <a:cubicBezTo>
                  <a:pt x="61777" y="87929"/>
                  <a:pt x="55325" y="103269"/>
                  <a:pt x="55325" y="121206"/>
                </a:cubicBezTo>
                <a:close/>
                <a:moveTo>
                  <a:pt x="186084" y="120950"/>
                </a:moveTo>
                <a:cubicBezTo>
                  <a:pt x="186084" y="117599"/>
                  <a:pt x="185916" y="114329"/>
                  <a:pt x="185579" y="111147"/>
                </a:cubicBezTo>
                <a:cubicBezTo>
                  <a:pt x="185075" y="107958"/>
                  <a:pt x="184402" y="104856"/>
                  <a:pt x="183568" y="101842"/>
                </a:cubicBezTo>
                <a:cubicBezTo>
                  <a:pt x="182895" y="99831"/>
                  <a:pt x="182982" y="97819"/>
                  <a:pt x="183816" y="95807"/>
                </a:cubicBezTo>
                <a:cubicBezTo>
                  <a:pt x="184489" y="93795"/>
                  <a:pt x="185748" y="92369"/>
                  <a:pt x="187591" y="91535"/>
                </a:cubicBezTo>
                <a:cubicBezTo>
                  <a:pt x="189434" y="90694"/>
                  <a:pt x="191278" y="90694"/>
                  <a:pt x="193121" y="91535"/>
                </a:cubicBezTo>
                <a:cubicBezTo>
                  <a:pt x="194965" y="92369"/>
                  <a:pt x="196223" y="93708"/>
                  <a:pt x="196896" y="95558"/>
                </a:cubicBezTo>
                <a:cubicBezTo>
                  <a:pt x="198403" y="99743"/>
                  <a:pt x="199493" y="103934"/>
                  <a:pt x="200166" y="108126"/>
                </a:cubicBezTo>
                <a:cubicBezTo>
                  <a:pt x="200832" y="112318"/>
                  <a:pt x="201168" y="116597"/>
                  <a:pt x="201168" y="120950"/>
                </a:cubicBezTo>
                <a:cubicBezTo>
                  <a:pt x="201168" y="142910"/>
                  <a:pt x="193290" y="161856"/>
                  <a:pt x="177533" y="177781"/>
                </a:cubicBezTo>
                <a:cubicBezTo>
                  <a:pt x="161607" y="193538"/>
                  <a:pt x="142661" y="201417"/>
                  <a:pt x="120701" y="201417"/>
                </a:cubicBezTo>
                <a:lnTo>
                  <a:pt x="109384" y="201417"/>
                </a:lnTo>
                <a:lnTo>
                  <a:pt x="124724" y="216757"/>
                </a:lnTo>
                <a:cubicBezTo>
                  <a:pt x="126063" y="218103"/>
                  <a:pt x="126736" y="219690"/>
                  <a:pt x="126736" y="221534"/>
                </a:cubicBezTo>
                <a:cubicBezTo>
                  <a:pt x="126736" y="223377"/>
                  <a:pt x="126063" y="224972"/>
                  <a:pt x="124724" y="226318"/>
                </a:cubicBezTo>
                <a:cubicBezTo>
                  <a:pt x="123385" y="227656"/>
                  <a:pt x="121791" y="228329"/>
                  <a:pt x="119947" y="228329"/>
                </a:cubicBezTo>
                <a:cubicBezTo>
                  <a:pt x="117936" y="228329"/>
                  <a:pt x="116260" y="227656"/>
                  <a:pt x="114914" y="226318"/>
                </a:cubicBezTo>
                <a:lnTo>
                  <a:pt x="87512" y="199156"/>
                </a:lnTo>
                <a:cubicBezTo>
                  <a:pt x="85997" y="197649"/>
                  <a:pt x="85244" y="195886"/>
                  <a:pt x="85244" y="193875"/>
                </a:cubicBezTo>
                <a:cubicBezTo>
                  <a:pt x="85244" y="191863"/>
                  <a:pt x="85997" y="190107"/>
                  <a:pt x="87512" y="188593"/>
                </a:cubicBezTo>
                <a:lnTo>
                  <a:pt x="114914" y="161183"/>
                </a:lnTo>
                <a:cubicBezTo>
                  <a:pt x="116260" y="159844"/>
                  <a:pt x="117936" y="159171"/>
                  <a:pt x="119947" y="159171"/>
                </a:cubicBezTo>
                <a:cubicBezTo>
                  <a:pt x="121791" y="159171"/>
                  <a:pt x="123385" y="159844"/>
                  <a:pt x="124724" y="161183"/>
                </a:cubicBezTo>
                <a:cubicBezTo>
                  <a:pt x="126063" y="162529"/>
                  <a:pt x="126736" y="164204"/>
                  <a:pt x="126736" y="166216"/>
                </a:cubicBezTo>
                <a:cubicBezTo>
                  <a:pt x="126736" y="168059"/>
                  <a:pt x="126063" y="169654"/>
                  <a:pt x="124724" y="170993"/>
                </a:cubicBezTo>
                <a:lnTo>
                  <a:pt x="109384" y="186333"/>
                </a:lnTo>
                <a:lnTo>
                  <a:pt x="120701" y="186333"/>
                </a:lnTo>
                <a:cubicBezTo>
                  <a:pt x="138638" y="186333"/>
                  <a:pt x="154058" y="179961"/>
                  <a:pt x="166969" y="167218"/>
                </a:cubicBezTo>
                <a:cubicBezTo>
                  <a:pt x="179713" y="154314"/>
                  <a:pt x="186084" y="138886"/>
                  <a:pt x="186084" y="120950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9" name="圖說"/>
          <p:cNvSpPr/>
          <p:nvPr/>
        </p:nvSpPr>
        <p:spPr>
          <a:xfrm>
            <a:off x="86805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循環</a:t>
            </a:r>
            <a:endParaRPr lang="en-US" sz="600" dirty="0"/>
          </a:p>
        </p:txBody>
      </p:sp>
      <p:sp>
        <p:nvSpPr>
          <p:cNvPr id="170" name="圖示 目標"/>
          <p:cNvSpPr/>
          <p:nvPr/>
        </p:nvSpPr>
        <p:spPr>
          <a:xfrm>
            <a:off x="1427653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1477" y="213487"/>
                </a:moveTo>
                <a:cubicBezTo>
                  <a:pt x="69238" y="208125"/>
                  <a:pt x="58587" y="200919"/>
                  <a:pt x="49539" y="191863"/>
                </a:cubicBezTo>
                <a:cubicBezTo>
                  <a:pt x="40482" y="182814"/>
                  <a:pt x="33357" y="172163"/>
                  <a:pt x="28164" y="159932"/>
                </a:cubicBezTo>
                <a:cubicBezTo>
                  <a:pt x="22801" y="147694"/>
                  <a:pt x="20117" y="134614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482" y="58587"/>
                  <a:pt x="49539" y="49539"/>
                </a:cubicBezTo>
                <a:cubicBezTo>
                  <a:pt x="58587" y="40482"/>
                  <a:pt x="69238" y="33357"/>
                  <a:pt x="81477" y="28164"/>
                </a:cubicBezTo>
                <a:cubicBezTo>
                  <a:pt x="93708" y="22801"/>
                  <a:pt x="106787" y="20117"/>
                  <a:pt x="120701" y="20117"/>
                </a:cubicBezTo>
                <a:cubicBezTo>
                  <a:pt x="134614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614"/>
                  <a:pt x="218688" y="147694"/>
                  <a:pt x="213487" y="159932"/>
                </a:cubicBezTo>
                <a:cubicBezTo>
                  <a:pt x="208125" y="172163"/>
                  <a:pt x="200919" y="182814"/>
                  <a:pt x="191863" y="191863"/>
                </a:cubicBezTo>
                <a:cubicBezTo>
                  <a:pt x="182814" y="200919"/>
                  <a:pt x="172163" y="208125"/>
                  <a:pt x="159932" y="213487"/>
                </a:cubicBezTo>
                <a:cubicBezTo>
                  <a:pt x="147694" y="218688"/>
                  <a:pt x="134614" y="221285"/>
                  <a:pt x="120701" y="221285"/>
                </a:cubicBezTo>
                <a:cubicBezTo>
                  <a:pt x="106787" y="221285"/>
                  <a:pt x="93708" y="218688"/>
                  <a:pt x="81477" y="213487"/>
                </a:cubicBezTo>
                <a:close/>
                <a:moveTo>
                  <a:pt x="181300" y="181300"/>
                </a:moveTo>
                <a:cubicBezTo>
                  <a:pt x="197898" y="164709"/>
                  <a:pt x="206201" y="144504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96897" y="35208"/>
                  <a:pt x="76693" y="43503"/>
                  <a:pt x="60102" y="60102"/>
                </a:cubicBezTo>
                <a:cubicBezTo>
                  <a:pt x="43503" y="76693"/>
                  <a:pt x="35208" y="96897"/>
                  <a:pt x="35208" y="120701"/>
                </a:cubicBezTo>
                <a:cubicBezTo>
                  <a:pt x="35208" y="144504"/>
                  <a:pt x="43503" y="164709"/>
                  <a:pt x="60102" y="181300"/>
                </a:cubicBezTo>
                <a:cubicBezTo>
                  <a:pt x="76693" y="197898"/>
                  <a:pt x="96897" y="206201"/>
                  <a:pt x="120701" y="206201"/>
                </a:cubicBezTo>
                <a:cubicBezTo>
                  <a:pt x="144504" y="206201"/>
                  <a:pt x="164709" y="197898"/>
                  <a:pt x="181300" y="181300"/>
                </a:cubicBezTo>
                <a:close/>
                <a:moveTo>
                  <a:pt x="77951" y="163451"/>
                </a:moveTo>
                <a:cubicBezTo>
                  <a:pt x="66217" y="151717"/>
                  <a:pt x="60350" y="137467"/>
                  <a:pt x="60350" y="120701"/>
                </a:cubicBezTo>
                <a:cubicBezTo>
                  <a:pt x="60350" y="103934"/>
                  <a:pt x="66217" y="89684"/>
                  <a:pt x="77951" y="77951"/>
                </a:cubicBezTo>
                <a:cubicBezTo>
                  <a:pt x="89684" y="66217"/>
                  <a:pt x="103934" y="60350"/>
                  <a:pt x="120701" y="60350"/>
                </a:cubicBezTo>
                <a:cubicBezTo>
                  <a:pt x="137467" y="60350"/>
                  <a:pt x="151717" y="66217"/>
                  <a:pt x="163451" y="77951"/>
                </a:cubicBezTo>
                <a:cubicBezTo>
                  <a:pt x="175184" y="89684"/>
                  <a:pt x="181051" y="103934"/>
                  <a:pt x="181051" y="120701"/>
                </a:cubicBezTo>
                <a:cubicBezTo>
                  <a:pt x="181051" y="137467"/>
                  <a:pt x="175184" y="151717"/>
                  <a:pt x="163451" y="163451"/>
                </a:cubicBezTo>
                <a:cubicBezTo>
                  <a:pt x="151717" y="175184"/>
                  <a:pt x="137467" y="181051"/>
                  <a:pt x="120701" y="181051"/>
                </a:cubicBezTo>
                <a:cubicBezTo>
                  <a:pt x="103934" y="181051"/>
                  <a:pt x="89684" y="175184"/>
                  <a:pt x="77951" y="163451"/>
                </a:cubicBezTo>
                <a:close/>
                <a:moveTo>
                  <a:pt x="152888" y="152888"/>
                </a:moveTo>
                <a:cubicBezTo>
                  <a:pt x="161607" y="144000"/>
                  <a:pt x="165967" y="133276"/>
                  <a:pt x="165967" y="120701"/>
                </a:cubicBezTo>
                <a:cubicBezTo>
                  <a:pt x="165967" y="108126"/>
                  <a:pt x="161607" y="97482"/>
                  <a:pt x="152888" y="88763"/>
                </a:cubicBezTo>
                <a:cubicBezTo>
                  <a:pt x="144000" y="79882"/>
                  <a:pt x="133276" y="75442"/>
                  <a:pt x="120701" y="75442"/>
                </a:cubicBezTo>
                <a:cubicBezTo>
                  <a:pt x="108126" y="75442"/>
                  <a:pt x="97482" y="79882"/>
                  <a:pt x="88763" y="88763"/>
                </a:cubicBezTo>
                <a:cubicBezTo>
                  <a:pt x="79882" y="97482"/>
                  <a:pt x="75442" y="108126"/>
                  <a:pt x="75442" y="120701"/>
                </a:cubicBezTo>
                <a:cubicBezTo>
                  <a:pt x="75442" y="133276"/>
                  <a:pt x="79882" y="144000"/>
                  <a:pt x="88763" y="152888"/>
                </a:cubicBezTo>
                <a:cubicBezTo>
                  <a:pt x="97482" y="161607"/>
                  <a:pt x="108126" y="165967"/>
                  <a:pt x="120701" y="165967"/>
                </a:cubicBezTo>
                <a:cubicBezTo>
                  <a:pt x="133276" y="165967"/>
                  <a:pt x="144000" y="161607"/>
                  <a:pt x="152888" y="152888"/>
                </a:cubicBezTo>
                <a:close/>
                <a:moveTo>
                  <a:pt x="106619" y="135031"/>
                </a:moveTo>
                <a:cubicBezTo>
                  <a:pt x="102596" y="131008"/>
                  <a:pt x="100584" y="126231"/>
                  <a:pt x="100584" y="120701"/>
                </a:cubicBezTo>
                <a:cubicBezTo>
                  <a:pt x="100584" y="115171"/>
                  <a:pt x="102596" y="110474"/>
                  <a:pt x="106619" y="106619"/>
                </a:cubicBezTo>
                <a:cubicBezTo>
                  <a:pt x="110474" y="102596"/>
                  <a:pt x="115171" y="100584"/>
                  <a:pt x="120701" y="100584"/>
                </a:cubicBezTo>
                <a:cubicBezTo>
                  <a:pt x="126231" y="100584"/>
                  <a:pt x="131008" y="102596"/>
                  <a:pt x="135031" y="106619"/>
                </a:cubicBezTo>
                <a:cubicBezTo>
                  <a:pt x="138886" y="110474"/>
                  <a:pt x="140818" y="115171"/>
                  <a:pt x="140818" y="120701"/>
                </a:cubicBezTo>
                <a:cubicBezTo>
                  <a:pt x="140818" y="126231"/>
                  <a:pt x="138886" y="131008"/>
                  <a:pt x="135031" y="135031"/>
                </a:cubicBezTo>
                <a:cubicBezTo>
                  <a:pt x="131008" y="138886"/>
                  <a:pt x="126231" y="140818"/>
                  <a:pt x="120701" y="140818"/>
                </a:cubicBezTo>
                <a:cubicBezTo>
                  <a:pt x="115171" y="140818"/>
                  <a:pt x="110474" y="138886"/>
                  <a:pt x="106619" y="13503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1" name="圖說"/>
          <p:cNvSpPr/>
          <p:nvPr/>
        </p:nvSpPr>
        <p:spPr>
          <a:xfrm>
            <a:off x="1311835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600" dirty="0"/>
          </a:p>
        </p:txBody>
      </p:sp>
      <p:sp>
        <p:nvSpPr>
          <p:cNvPr id="172" name="圖示 想法"/>
          <p:cNvSpPr/>
          <p:nvPr/>
        </p:nvSpPr>
        <p:spPr>
          <a:xfrm>
            <a:off x="187142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6370" y="215498"/>
                </a:moveTo>
                <a:cubicBezTo>
                  <a:pt x="102347" y="211475"/>
                  <a:pt x="100335" y="206618"/>
                  <a:pt x="100335" y="200919"/>
                </a:cubicBezTo>
                <a:lnTo>
                  <a:pt x="141066" y="200919"/>
                </a:lnTo>
                <a:cubicBezTo>
                  <a:pt x="141066" y="206618"/>
                  <a:pt x="139142" y="211475"/>
                  <a:pt x="135287" y="215498"/>
                </a:cubicBezTo>
                <a:cubicBezTo>
                  <a:pt x="131264" y="219354"/>
                  <a:pt x="126399" y="221285"/>
                  <a:pt x="120701" y="221285"/>
                </a:cubicBezTo>
                <a:cubicBezTo>
                  <a:pt x="115002" y="221285"/>
                  <a:pt x="110225" y="219354"/>
                  <a:pt x="106370" y="215498"/>
                </a:cubicBezTo>
                <a:close/>
                <a:moveTo>
                  <a:pt x="87512" y="185323"/>
                </a:moveTo>
                <a:cubicBezTo>
                  <a:pt x="85332" y="185323"/>
                  <a:pt x="83569" y="184658"/>
                  <a:pt x="82230" y="183312"/>
                </a:cubicBezTo>
                <a:cubicBezTo>
                  <a:pt x="80716" y="181805"/>
                  <a:pt x="79962" y="179961"/>
                  <a:pt x="79962" y="177781"/>
                </a:cubicBezTo>
                <a:cubicBezTo>
                  <a:pt x="79962" y="175601"/>
                  <a:pt x="80716" y="173846"/>
                  <a:pt x="82230" y="172500"/>
                </a:cubicBezTo>
                <a:cubicBezTo>
                  <a:pt x="83569" y="170993"/>
                  <a:pt x="85332" y="170239"/>
                  <a:pt x="87512" y="170239"/>
                </a:cubicBezTo>
                <a:lnTo>
                  <a:pt x="153897" y="170239"/>
                </a:lnTo>
                <a:cubicBezTo>
                  <a:pt x="156070" y="170239"/>
                  <a:pt x="157921" y="170993"/>
                  <a:pt x="159427" y="172500"/>
                </a:cubicBezTo>
                <a:cubicBezTo>
                  <a:pt x="160766" y="173846"/>
                  <a:pt x="161439" y="175601"/>
                  <a:pt x="161439" y="177781"/>
                </a:cubicBezTo>
                <a:cubicBezTo>
                  <a:pt x="161439" y="179961"/>
                  <a:pt x="160766" y="181805"/>
                  <a:pt x="159427" y="183312"/>
                </a:cubicBezTo>
                <a:cubicBezTo>
                  <a:pt x="157921" y="184658"/>
                  <a:pt x="156070" y="185323"/>
                  <a:pt x="153897" y="185323"/>
                </a:cubicBezTo>
                <a:lnTo>
                  <a:pt x="87512" y="185323"/>
                </a:lnTo>
                <a:close/>
                <a:moveTo>
                  <a:pt x="81221" y="154899"/>
                </a:moveTo>
                <a:cubicBezTo>
                  <a:pt x="70160" y="147694"/>
                  <a:pt x="61440" y="138725"/>
                  <a:pt x="55069" y="127994"/>
                </a:cubicBezTo>
                <a:cubicBezTo>
                  <a:pt x="48529" y="117094"/>
                  <a:pt x="45266" y="104856"/>
                  <a:pt x="45266" y="91279"/>
                </a:cubicBezTo>
                <a:cubicBezTo>
                  <a:pt x="45266" y="70826"/>
                  <a:pt x="52721" y="53145"/>
                  <a:pt x="67644" y="38222"/>
                </a:cubicBezTo>
                <a:cubicBezTo>
                  <a:pt x="82559" y="23299"/>
                  <a:pt x="100248" y="15845"/>
                  <a:pt x="120701" y="15845"/>
                </a:cubicBezTo>
                <a:cubicBezTo>
                  <a:pt x="141154" y="15845"/>
                  <a:pt x="158842" y="23299"/>
                  <a:pt x="173758" y="38222"/>
                </a:cubicBezTo>
                <a:cubicBezTo>
                  <a:pt x="188681" y="53145"/>
                  <a:pt x="196142" y="70826"/>
                  <a:pt x="196142" y="91279"/>
                </a:cubicBezTo>
                <a:cubicBezTo>
                  <a:pt x="196142" y="104856"/>
                  <a:pt x="192953" y="117094"/>
                  <a:pt x="186581" y="127994"/>
                </a:cubicBezTo>
                <a:cubicBezTo>
                  <a:pt x="180210" y="138725"/>
                  <a:pt x="171410" y="147694"/>
                  <a:pt x="160181" y="154899"/>
                </a:cubicBezTo>
                <a:lnTo>
                  <a:pt x="81221" y="154899"/>
                </a:lnTo>
                <a:close/>
                <a:moveTo>
                  <a:pt x="86751" y="139815"/>
                </a:moveTo>
                <a:lnTo>
                  <a:pt x="154899" y="139815"/>
                </a:lnTo>
                <a:cubicBezTo>
                  <a:pt x="162946" y="134446"/>
                  <a:pt x="169318" y="127489"/>
                  <a:pt x="174014" y="118938"/>
                </a:cubicBezTo>
                <a:cubicBezTo>
                  <a:pt x="178703" y="110394"/>
                  <a:pt x="181051" y="101169"/>
                  <a:pt x="181051" y="91279"/>
                </a:cubicBezTo>
                <a:cubicBezTo>
                  <a:pt x="181051" y="74681"/>
                  <a:pt x="175184" y="60519"/>
                  <a:pt x="163451" y="48785"/>
                </a:cubicBezTo>
                <a:cubicBezTo>
                  <a:pt x="151549" y="36883"/>
                  <a:pt x="137299" y="30929"/>
                  <a:pt x="120701" y="30929"/>
                </a:cubicBezTo>
                <a:cubicBezTo>
                  <a:pt x="104103" y="30929"/>
                  <a:pt x="89940" y="36883"/>
                  <a:pt x="78207" y="48785"/>
                </a:cubicBezTo>
                <a:cubicBezTo>
                  <a:pt x="66305" y="60519"/>
                  <a:pt x="60350" y="74681"/>
                  <a:pt x="60350" y="91279"/>
                </a:cubicBezTo>
                <a:cubicBezTo>
                  <a:pt x="60350" y="101169"/>
                  <a:pt x="62699" y="110394"/>
                  <a:pt x="67395" y="118938"/>
                </a:cubicBezTo>
                <a:cubicBezTo>
                  <a:pt x="72084" y="127489"/>
                  <a:pt x="78536" y="134446"/>
                  <a:pt x="86751" y="139815"/>
                </a:cubicBezTo>
                <a:close/>
                <a:moveTo>
                  <a:pt x="120701" y="139815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3" name="圖說"/>
          <p:cNvSpPr/>
          <p:nvPr/>
        </p:nvSpPr>
        <p:spPr>
          <a:xfrm>
            <a:off x="175561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想法</a:t>
            </a:r>
            <a:endParaRPr lang="en-US" sz="600" dirty="0"/>
          </a:p>
        </p:txBody>
      </p:sp>
      <p:sp>
        <p:nvSpPr>
          <p:cNvPr id="174" name="圖示 啟動"/>
          <p:cNvSpPr/>
          <p:nvPr/>
        </p:nvSpPr>
        <p:spPr>
          <a:xfrm>
            <a:off x="231520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73430" y="114161"/>
                </a:moveTo>
                <a:cubicBezTo>
                  <a:pt x="76444" y="108126"/>
                  <a:pt x="79714" y="102179"/>
                  <a:pt x="83232" y="96312"/>
                </a:cubicBezTo>
                <a:cubicBezTo>
                  <a:pt x="86583" y="90445"/>
                  <a:pt x="90189" y="84827"/>
                  <a:pt x="94044" y="79465"/>
                </a:cubicBezTo>
                <a:lnTo>
                  <a:pt x="74183" y="75442"/>
                </a:lnTo>
                <a:lnTo>
                  <a:pt x="46773" y="102844"/>
                </a:lnTo>
                <a:lnTo>
                  <a:pt x="73430" y="114161"/>
                </a:lnTo>
                <a:close/>
                <a:moveTo>
                  <a:pt x="202931" y="35705"/>
                </a:moveTo>
                <a:cubicBezTo>
                  <a:pt x="185828" y="36547"/>
                  <a:pt x="170408" y="40234"/>
                  <a:pt x="156662" y="46773"/>
                </a:cubicBezTo>
                <a:cubicBezTo>
                  <a:pt x="142910" y="53145"/>
                  <a:pt x="129501" y="62867"/>
                  <a:pt x="116429" y="75939"/>
                </a:cubicBezTo>
                <a:cubicBezTo>
                  <a:pt x="111228" y="81140"/>
                  <a:pt x="105866" y="87929"/>
                  <a:pt x="100335" y="96312"/>
                </a:cubicBezTo>
                <a:cubicBezTo>
                  <a:pt x="94798" y="104688"/>
                  <a:pt x="89853" y="113664"/>
                  <a:pt x="85500" y="123217"/>
                </a:cubicBezTo>
                <a:lnTo>
                  <a:pt x="118938" y="156662"/>
                </a:lnTo>
                <a:cubicBezTo>
                  <a:pt x="128499" y="152302"/>
                  <a:pt x="137467" y="147357"/>
                  <a:pt x="145850" y="141827"/>
                </a:cubicBezTo>
                <a:cubicBezTo>
                  <a:pt x="154226" y="136289"/>
                  <a:pt x="161015" y="130927"/>
                  <a:pt x="166216" y="125734"/>
                </a:cubicBezTo>
                <a:cubicBezTo>
                  <a:pt x="179288" y="112654"/>
                  <a:pt x="189098" y="99326"/>
                  <a:pt x="195638" y="85749"/>
                </a:cubicBezTo>
                <a:cubicBezTo>
                  <a:pt x="202009" y="72004"/>
                  <a:pt x="205608" y="56576"/>
                  <a:pt x="206450" y="39480"/>
                </a:cubicBezTo>
                <a:cubicBezTo>
                  <a:pt x="206450" y="38975"/>
                  <a:pt x="206362" y="38471"/>
                  <a:pt x="206201" y="37973"/>
                </a:cubicBezTo>
                <a:cubicBezTo>
                  <a:pt x="206033" y="37468"/>
                  <a:pt x="205777" y="37051"/>
                  <a:pt x="205440" y="36715"/>
                </a:cubicBezTo>
                <a:cubicBezTo>
                  <a:pt x="205111" y="36378"/>
                  <a:pt x="204774" y="36130"/>
                  <a:pt x="204438" y="35962"/>
                </a:cubicBezTo>
                <a:cubicBezTo>
                  <a:pt x="203933" y="35793"/>
                  <a:pt x="203428" y="35705"/>
                  <a:pt x="202931" y="35705"/>
                </a:cubicBezTo>
                <a:close/>
                <a:moveTo>
                  <a:pt x="138301" y="86751"/>
                </a:moveTo>
                <a:cubicBezTo>
                  <a:pt x="138301" y="81725"/>
                  <a:pt x="139976" y="77534"/>
                  <a:pt x="143334" y="74183"/>
                </a:cubicBezTo>
                <a:cubicBezTo>
                  <a:pt x="146684" y="70826"/>
                  <a:pt x="150876" y="69151"/>
                  <a:pt x="155909" y="69151"/>
                </a:cubicBezTo>
                <a:cubicBezTo>
                  <a:pt x="160766" y="69151"/>
                  <a:pt x="164877" y="70826"/>
                  <a:pt x="168228" y="74183"/>
                </a:cubicBezTo>
                <a:cubicBezTo>
                  <a:pt x="171578" y="77534"/>
                  <a:pt x="173253" y="81725"/>
                  <a:pt x="173253" y="86751"/>
                </a:cubicBezTo>
                <a:cubicBezTo>
                  <a:pt x="173253" y="91616"/>
                  <a:pt x="171578" y="95719"/>
                  <a:pt x="168228" y="99077"/>
                </a:cubicBezTo>
                <a:cubicBezTo>
                  <a:pt x="164877" y="102427"/>
                  <a:pt x="160766" y="104103"/>
                  <a:pt x="155909" y="104103"/>
                </a:cubicBezTo>
                <a:cubicBezTo>
                  <a:pt x="150876" y="104103"/>
                  <a:pt x="146684" y="102427"/>
                  <a:pt x="143334" y="99077"/>
                </a:cubicBezTo>
                <a:cubicBezTo>
                  <a:pt x="139976" y="95719"/>
                  <a:pt x="138301" y="91616"/>
                  <a:pt x="138301" y="86751"/>
                </a:cubicBezTo>
                <a:close/>
                <a:moveTo>
                  <a:pt x="127994" y="168981"/>
                </a:moveTo>
                <a:lnTo>
                  <a:pt x="139311" y="195382"/>
                </a:lnTo>
                <a:lnTo>
                  <a:pt x="166721" y="167979"/>
                </a:lnTo>
                <a:lnTo>
                  <a:pt x="162946" y="148111"/>
                </a:lnTo>
                <a:cubicBezTo>
                  <a:pt x="157584" y="151966"/>
                  <a:pt x="151966" y="155653"/>
                  <a:pt x="146099" y="159171"/>
                </a:cubicBezTo>
                <a:cubicBezTo>
                  <a:pt x="140064" y="162697"/>
                  <a:pt x="134029" y="165967"/>
                  <a:pt x="127994" y="168981"/>
                </a:cubicBezTo>
                <a:close/>
                <a:moveTo>
                  <a:pt x="221790" y="28412"/>
                </a:moveTo>
                <a:cubicBezTo>
                  <a:pt x="222294" y="49370"/>
                  <a:pt x="218937" y="68734"/>
                  <a:pt x="211731" y="86502"/>
                </a:cubicBezTo>
                <a:cubicBezTo>
                  <a:pt x="204350" y="104103"/>
                  <a:pt x="192785" y="120781"/>
                  <a:pt x="177028" y="136546"/>
                </a:cubicBezTo>
                <a:cubicBezTo>
                  <a:pt x="176860" y="136714"/>
                  <a:pt x="176691" y="136875"/>
                  <a:pt x="176523" y="137043"/>
                </a:cubicBezTo>
                <a:cubicBezTo>
                  <a:pt x="176355" y="137043"/>
                  <a:pt x="176187" y="137131"/>
                  <a:pt x="176026" y="137299"/>
                </a:cubicBezTo>
                <a:lnTo>
                  <a:pt x="181556" y="164958"/>
                </a:lnTo>
                <a:cubicBezTo>
                  <a:pt x="182061" y="167474"/>
                  <a:pt x="181973" y="169903"/>
                  <a:pt x="181300" y="172251"/>
                </a:cubicBezTo>
                <a:cubicBezTo>
                  <a:pt x="180634" y="174599"/>
                  <a:pt x="179376" y="176691"/>
                  <a:pt x="177533" y="178535"/>
                </a:cubicBezTo>
                <a:lnTo>
                  <a:pt x="142076" y="213992"/>
                </a:lnTo>
                <a:cubicBezTo>
                  <a:pt x="140232" y="215835"/>
                  <a:pt x="138052" y="216508"/>
                  <a:pt x="135536" y="216003"/>
                </a:cubicBezTo>
                <a:cubicBezTo>
                  <a:pt x="132851" y="215498"/>
                  <a:pt x="131008" y="213992"/>
                  <a:pt x="130006" y="211475"/>
                </a:cubicBezTo>
                <a:lnTo>
                  <a:pt x="112903" y="172002"/>
                </a:lnTo>
                <a:lnTo>
                  <a:pt x="70409" y="129252"/>
                </a:lnTo>
                <a:lnTo>
                  <a:pt x="30680" y="112405"/>
                </a:lnTo>
                <a:cubicBezTo>
                  <a:pt x="28164" y="111396"/>
                  <a:pt x="26737" y="109552"/>
                  <a:pt x="26401" y="106868"/>
                </a:cubicBezTo>
                <a:cubicBezTo>
                  <a:pt x="25903" y="104190"/>
                  <a:pt x="26569" y="101923"/>
                  <a:pt x="28412" y="100079"/>
                </a:cubicBezTo>
                <a:lnTo>
                  <a:pt x="63620" y="64879"/>
                </a:lnTo>
                <a:cubicBezTo>
                  <a:pt x="65464" y="63035"/>
                  <a:pt x="67556" y="61777"/>
                  <a:pt x="69904" y="61104"/>
                </a:cubicBezTo>
                <a:cubicBezTo>
                  <a:pt x="72252" y="60270"/>
                  <a:pt x="74681" y="60102"/>
                  <a:pt x="77197" y="60599"/>
                </a:cubicBezTo>
                <a:lnTo>
                  <a:pt x="104856" y="66137"/>
                </a:lnTo>
                <a:cubicBezTo>
                  <a:pt x="105024" y="65968"/>
                  <a:pt x="105193" y="65881"/>
                  <a:pt x="105361" y="65881"/>
                </a:cubicBezTo>
                <a:cubicBezTo>
                  <a:pt x="105529" y="65712"/>
                  <a:pt x="105697" y="65544"/>
                  <a:pt x="105866" y="65383"/>
                </a:cubicBezTo>
                <a:cubicBezTo>
                  <a:pt x="121623" y="49619"/>
                  <a:pt x="138301" y="38141"/>
                  <a:pt x="155909" y="30929"/>
                </a:cubicBezTo>
                <a:cubicBezTo>
                  <a:pt x="173509" y="23555"/>
                  <a:pt x="192785" y="20117"/>
                  <a:pt x="213743" y="20622"/>
                </a:cubicBezTo>
                <a:cubicBezTo>
                  <a:pt x="214745" y="20622"/>
                  <a:pt x="215755" y="20870"/>
                  <a:pt x="216757" y="21375"/>
                </a:cubicBezTo>
                <a:cubicBezTo>
                  <a:pt x="217598" y="21712"/>
                  <a:pt x="218432" y="22297"/>
                  <a:pt x="219273" y="23138"/>
                </a:cubicBezTo>
                <a:cubicBezTo>
                  <a:pt x="220114" y="23972"/>
                  <a:pt x="220780" y="24813"/>
                  <a:pt x="221285" y="25647"/>
                </a:cubicBezTo>
                <a:cubicBezTo>
                  <a:pt x="221621" y="26488"/>
                  <a:pt x="221790" y="27410"/>
                  <a:pt x="221790" y="28412"/>
                </a:cubicBezTo>
                <a:close/>
                <a:moveTo>
                  <a:pt x="37468" y="159676"/>
                </a:moveTo>
                <a:cubicBezTo>
                  <a:pt x="43335" y="153809"/>
                  <a:pt x="50541" y="150876"/>
                  <a:pt x="59092" y="150876"/>
                </a:cubicBezTo>
                <a:cubicBezTo>
                  <a:pt x="67475" y="150708"/>
                  <a:pt x="74600" y="153561"/>
                  <a:pt x="80467" y="159427"/>
                </a:cubicBezTo>
                <a:cubicBezTo>
                  <a:pt x="86334" y="165294"/>
                  <a:pt x="89267" y="172500"/>
                  <a:pt x="89267" y="181051"/>
                </a:cubicBezTo>
                <a:cubicBezTo>
                  <a:pt x="89099" y="189434"/>
                  <a:pt x="86085" y="196559"/>
                  <a:pt x="80218" y="202426"/>
                </a:cubicBezTo>
                <a:cubicBezTo>
                  <a:pt x="72340" y="210305"/>
                  <a:pt x="62947" y="215082"/>
                  <a:pt x="52055" y="216757"/>
                </a:cubicBezTo>
                <a:cubicBezTo>
                  <a:pt x="40987" y="218271"/>
                  <a:pt x="29926" y="219778"/>
                  <a:pt x="18859" y="221285"/>
                </a:cubicBezTo>
                <a:lnTo>
                  <a:pt x="23387" y="188096"/>
                </a:lnTo>
                <a:cubicBezTo>
                  <a:pt x="24894" y="177028"/>
                  <a:pt x="29590" y="167555"/>
                  <a:pt x="37468" y="159676"/>
                </a:cubicBezTo>
                <a:close/>
                <a:moveTo>
                  <a:pt x="48032" y="170488"/>
                </a:moveTo>
                <a:cubicBezTo>
                  <a:pt x="44008" y="174848"/>
                  <a:pt x="41404" y="179881"/>
                  <a:pt x="40234" y="185579"/>
                </a:cubicBezTo>
                <a:cubicBezTo>
                  <a:pt x="39063" y="191278"/>
                  <a:pt x="37973" y="197064"/>
                  <a:pt x="36964" y="202931"/>
                </a:cubicBezTo>
                <a:cubicBezTo>
                  <a:pt x="42830" y="201921"/>
                  <a:pt x="48617" y="200832"/>
                  <a:pt x="54315" y="199661"/>
                </a:cubicBezTo>
                <a:cubicBezTo>
                  <a:pt x="60014" y="198483"/>
                  <a:pt x="65047" y="195886"/>
                  <a:pt x="69407" y="191863"/>
                </a:cubicBezTo>
                <a:cubicBezTo>
                  <a:pt x="72757" y="189017"/>
                  <a:pt x="74432" y="185492"/>
                  <a:pt x="74432" y="181300"/>
                </a:cubicBezTo>
                <a:cubicBezTo>
                  <a:pt x="74432" y="176947"/>
                  <a:pt x="72925" y="173173"/>
                  <a:pt x="69904" y="169991"/>
                </a:cubicBezTo>
                <a:cubicBezTo>
                  <a:pt x="66722" y="166969"/>
                  <a:pt x="63035" y="165463"/>
                  <a:pt x="58843" y="165463"/>
                </a:cubicBezTo>
                <a:cubicBezTo>
                  <a:pt x="54484" y="165463"/>
                  <a:pt x="50877" y="167138"/>
                  <a:pt x="48032" y="170488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5" name="圖說"/>
          <p:cNvSpPr/>
          <p:nvPr/>
        </p:nvSpPr>
        <p:spPr>
          <a:xfrm>
            <a:off x="219938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</a:t>
            </a:r>
            <a:endParaRPr lang="en-US" sz="600" dirty="0"/>
          </a:p>
        </p:txBody>
      </p:sp>
      <p:sp>
        <p:nvSpPr>
          <p:cNvPr id="176" name="圖示 快速"/>
          <p:cNvSpPr/>
          <p:nvPr/>
        </p:nvSpPr>
        <p:spPr>
          <a:xfrm>
            <a:off x="2758983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8821" y="199910"/>
                </a:moveTo>
                <a:lnTo>
                  <a:pt x="168981" y="115675"/>
                </a:lnTo>
                <a:lnTo>
                  <a:pt x="123722" y="115675"/>
                </a:lnTo>
                <a:lnTo>
                  <a:pt x="132771" y="43752"/>
                </a:lnTo>
                <a:lnTo>
                  <a:pt x="69151" y="135792"/>
                </a:lnTo>
                <a:lnTo>
                  <a:pt x="107877" y="135792"/>
                </a:lnTo>
                <a:lnTo>
                  <a:pt x="98821" y="199910"/>
                </a:lnTo>
                <a:close/>
                <a:moveTo>
                  <a:pt x="90526" y="150876"/>
                </a:moveTo>
                <a:lnTo>
                  <a:pt x="54564" y="150876"/>
                </a:lnTo>
                <a:cubicBezTo>
                  <a:pt x="51550" y="150876"/>
                  <a:pt x="49370" y="149537"/>
                  <a:pt x="48032" y="146853"/>
                </a:cubicBezTo>
                <a:cubicBezTo>
                  <a:pt x="46517" y="144168"/>
                  <a:pt x="46686" y="141571"/>
                  <a:pt x="48529" y="139055"/>
                </a:cubicBezTo>
                <a:lnTo>
                  <a:pt x="133524" y="16342"/>
                </a:lnTo>
                <a:cubicBezTo>
                  <a:pt x="134863" y="14499"/>
                  <a:pt x="136546" y="13241"/>
                  <a:pt x="138557" y="12575"/>
                </a:cubicBezTo>
                <a:cubicBezTo>
                  <a:pt x="140569" y="11902"/>
                  <a:pt x="142581" y="11990"/>
                  <a:pt x="144592" y="12824"/>
                </a:cubicBezTo>
                <a:cubicBezTo>
                  <a:pt x="146604" y="13665"/>
                  <a:pt x="148191" y="15003"/>
                  <a:pt x="149369" y="16847"/>
                </a:cubicBezTo>
                <a:cubicBezTo>
                  <a:pt x="150540" y="18690"/>
                  <a:pt x="150956" y="20702"/>
                  <a:pt x="150627" y="22882"/>
                </a:cubicBezTo>
                <a:lnTo>
                  <a:pt x="140818" y="100584"/>
                </a:lnTo>
                <a:lnTo>
                  <a:pt x="185075" y="100584"/>
                </a:lnTo>
                <a:cubicBezTo>
                  <a:pt x="188257" y="100584"/>
                  <a:pt x="190524" y="102010"/>
                  <a:pt x="191863" y="104856"/>
                </a:cubicBezTo>
                <a:cubicBezTo>
                  <a:pt x="193202" y="107709"/>
                  <a:pt x="192873" y="110394"/>
                  <a:pt x="190861" y="112903"/>
                </a:cubicBezTo>
                <a:lnTo>
                  <a:pt x="97570" y="224803"/>
                </a:lnTo>
                <a:cubicBezTo>
                  <a:pt x="96224" y="226479"/>
                  <a:pt x="94549" y="227569"/>
                  <a:pt x="92537" y="228073"/>
                </a:cubicBezTo>
                <a:cubicBezTo>
                  <a:pt x="90357" y="228578"/>
                  <a:pt x="88346" y="228410"/>
                  <a:pt x="86502" y="227569"/>
                </a:cubicBezTo>
                <a:cubicBezTo>
                  <a:pt x="84659" y="226735"/>
                  <a:pt x="83232" y="225389"/>
                  <a:pt x="82230" y="223545"/>
                </a:cubicBezTo>
                <a:cubicBezTo>
                  <a:pt x="81052" y="221702"/>
                  <a:pt x="80635" y="219690"/>
                  <a:pt x="80972" y="217510"/>
                </a:cubicBezTo>
                <a:lnTo>
                  <a:pt x="90526" y="150876"/>
                </a:lnTo>
                <a:close/>
                <a:moveTo>
                  <a:pt x="118938" y="121959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7" name="圖說"/>
          <p:cNvSpPr/>
          <p:nvPr/>
        </p:nvSpPr>
        <p:spPr>
          <a:xfrm>
            <a:off x="2643165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</a:t>
            </a:r>
            <a:endParaRPr lang="en-US" sz="600" dirty="0"/>
          </a:p>
        </p:txBody>
      </p:sp>
      <p:sp>
        <p:nvSpPr>
          <p:cNvPr id="178" name="圖示 設定"/>
          <p:cNvSpPr/>
          <p:nvPr/>
        </p:nvSpPr>
        <p:spPr>
          <a:xfrm>
            <a:off x="320275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5866" y="221285"/>
                </a:moveTo>
                <a:cubicBezTo>
                  <a:pt x="103517" y="221285"/>
                  <a:pt x="101425" y="220531"/>
                  <a:pt x="99582" y="219024"/>
                </a:cubicBezTo>
                <a:cubicBezTo>
                  <a:pt x="97731" y="217510"/>
                  <a:pt x="96641" y="215586"/>
                  <a:pt x="96312" y="213238"/>
                </a:cubicBezTo>
                <a:lnTo>
                  <a:pt x="92537" y="189603"/>
                </a:lnTo>
                <a:cubicBezTo>
                  <a:pt x="89355" y="188425"/>
                  <a:pt x="85997" y="186838"/>
                  <a:pt x="82479" y="184826"/>
                </a:cubicBezTo>
                <a:cubicBezTo>
                  <a:pt x="78960" y="182814"/>
                  <a:pt x="75859" y="180715"/>
                  <a:pt x="73174" y="178535"/>
                </a:cubicBezTo>
                <a:lnTo>
                  <a:pt x="51550" y="188593"/>
                </a:lnTo>
                <a:cubicBezTo>
                  <a:pt x="49202" y="189603"/>
                  <a:pt x="46854" y="189771"/>
                  <a:pt x="44506" y="189098"/>
                </a:cubicBezTo>
                <a:cubicBezTo>
                  <a:pt x="42165" y="188257"/>
                  <a:pt x="40314" y="186750"/>
                  <a:pt x="38975" y="184570"/>
                </a:cubicBezTo>
                <a:lnTo>
                  <a:pt x="24389" y="158418"/>
                </a:lnTo>
                <a:cubicBezTo>
                  <a:pt x="23050" y="156238"/>
                  <a:pt x="22714" y="153978"/>
                  <a:pt x="23387" y="151629"/>
                </a:cubicBezTo>
                <a:cubicBezTo>
                  <a:pt x="23891" y="149281"/>
                  <a:pt x="25150" y="147357"/>
                  <a:pt x="27161" y="145850"/>
                </a:cubicBezTo>
                <a:lnTo>
                  <a:pt x="47278" y="131008"/>
                </a:lnTo>
                <a:cubicBezTo>
                  <a:pt x="46942" y="129501"/>
                  <a:pt x="46773" y="127826"/>
                  <a:pt x="46773" y="125982"/>
                </a:cubicBezTo>
                <a:cubicBezTo>
                  <a:pt x="46605" y="123971"/>
                  <a:pt x="46517" y="122208"/>
                  <a:pt x="46517" y="120701"/>
                </a:cubicBezTo>
                <a:cubicBezTo>
                  <a:pt x="46517" y="119194"/>
                  <a:pt x="46605" y="117519"/>
                  <a:pt x="46773" y="115675"/>
                </a:cubicBezTo>
                <a:cubicBezTo>
                  <a:pt x="46773" y="113664"/>
                  <a:pt x="46942" y="111901"/>
                  <a:pt x="47278" y="110394"/>
                </a:cubicBezTo>
                <a:lnTo>
                  <a:pt x="27161" y="95558"/>
                </a:lnTo>
                <a:cubicBezTo>
                  <a:pt x="25150" y="94044"/>
                  <a:pt x="23891" y="92120"/>
                  <a:pt x="23387" y="89772"/>
                </a:cubicBezTo>
                <a:cubicBezTo>
                  <a:pt x="22714" y="87424"/>
                  <a:pt x="23050" y="85164"/>
                  <a:pt x="24389" y="82984"/>
                </a:cubicBezTo>
                <a:lnTo>
                  <a:pt x="38975" y="56832"/>
                </a:lnTo>
                <a:cubicBezTo>
                  <a:pt x="40314" y="54652"/>
                  <a:pt x="42165" y="53225"/>
                  <a:pt x="44506" y="52552"/>
                </a:cubicBezTo>
                <a:cubicBezTo>
                  <a:pt x="46854" y="51718"/>
                  <a:pt x="49202" y="51799"/>
                  <a:pt x="51550" y="52808"/>
                </a:cubicBezTo>
                <a:lnTo>
                  <a:pt x="73174" y="62867"/>
                </a:lnTo>
                <a:cubicBezTo>
                  <a:pt x="75859" y="60687"/>
                  <a:pt x="78960" y="58587"/>
                  <a:pt x="82479" y="56576"/>
                </a:cubicBezTo>
                <a:cubicBezTo>
                  <a:pt x="85997" y="54564"/>
                  <a:pt x="89355" y="53057"/>
                  <a:pt x="92537" y="52055"/>
                </a:cubicBezTo>
                <a:lnTo>
                  <a:pt x="96312" y="28164"/>
                </a:lnTo>
                <a:cubicBezTo>
                  <a:pt x="96641" y="25815"/>
                  <a:pt x="97731" y="23891"/>
                  <a:pt x="99582" y="22377"/>
                </a:cubicBezTo>
                <a:cubicBezTo>
                  <a:pt x="101425" y="20870"/>
                  <a:pt x="103517" y="20117"/>
                  <a:pt x="105866" y="20117"/>
                </a:cubicBezTo>
                <a:lnTo>
                  <a:pt x="135536" y="20117"/>
                </a:lnTo>
                <a:cubicBezTo>
                  <a:pt x="137884" y="20117"/>
                  <a:pt x="139976" y="20870"/>
                  <a:pt x="141827" y="22377"/>
                </a:cubicBezTo>
                <a:cubicBezTo>
                  <a:pt x="143671" y="23891"/>
                  <a:pt x="144760" y="25815"/>
                  <a:pt x="145090" y="28164"/>
                </a:cubicBezTo>
                <a:lnTo>
                  <a:pt x="148864" y="51799"/>
                </a:lnTo>
                <a:cubicBezTo>
                  <a:pt x="152046" y="52977"/>
                  <a:pt x="155485" y="54564"/>
                  <a:pt x="159171" y="56576"/>
                </a:cubicBezTo>
                <a:cubicBezTo>
                  <a:pt x="162697" y="58419"/>
                  <a:pt x="165711" y="60519"/>
                  <a:pt x="168228" y="62867"/>
                </a:cubicBezTo>
                <a:lnTo>
                  <a:pt x="189851" y="52808"/>
                </a:lnTo>
                <a:cubicBezTo>
                  <a:pt x="192200" y="51799"/>
                  <a:pt x="194548" y="51718"/>
                  <a:pt x="196896" y="52552"/>
                </a:cubicBezTo>
                <a:cubicBezTo>
                  <a:pt x="199076" y="53225"/>
                  <a:pt x="200832" y="54652"/>
                  <a:pt x="202177" y="56832"/>
                </a:cubicBezTo>
                <a:lnTo>
                  <a:pt x="217013" y="82984"/>
                </a:lnTo>
                <a:cubicBezTo>
                  <a:pt x="218351" y="85164"/>
                  <a:pt x="218768" y="87512"/>
                  <a:pt x="218271" y="90021"/>
                </a:cubicBezTo>
                <a:cubicBezTo>
                  <a:pt x="217598" y="92369"/>
                  <a:pt x="216259" y="94212"/>
                  <a:pt x="214248" y="95558"/>
                </a:cubicBezTo>
                <a:lnTo>
                  <a:pt x="194131" y="109889"/>
                </a:lnTo>
                <a:cubicBezTo>
                  <a:pt x="194460" y="111564"/>
                  <a:pt x="194716" y="113408"/>
                  <a:pt x="194884" y="115419"/>
                </a:cubicBezTo>
                <a:cubicBezTo>
                  <a:pt x="194884" y="117263"/>
                  <a:pt x="194884" y="119026"/>
                  <a:pt x="194884" y="120701"/>
                </a:cubicBezTo>
                <a:cubicBezTo>
                  <a:pt x="194884" y="122376"/>
                  <a:pt x="194884" y="124139"/>
                  <a:pt x="194884" y="125982"/>
                </a:cubicBezTo>
                <a:cubicBezTo>
                  <a:pt x="194716" y="127826"/>
                  <a:pt x="194460" y="129589"/>
                  <a:pt x="194131" y="131264"/>
                </a:cubicBezTo>
                <a:lnTo>
                  <a:pt x="214248" y="145850"/>
                </a:lnTo>
                <a:cubicBezTo>
                  <a:pt x="216259" y="147189"/>
                  <a:pt x="217598" y="149113"/>
                  <a:pt x="218271" y="151629"/>
                </a:cubicBezTo>
                <a:cubicBezTo>
                  <a:pt x="218768" y="153978"/>
                  <a:pt x="218351" y="156238"/>
                  <a:pt x="217013" y="158418"/>
                </a:cubicBezTo>
                <a:lnTo>
                  <a:pt x="202426" y="184570"/>
                </a:lnTo>
                <a:cubicBezTo>
                  <a:pt x="201088" y="186750"/>
                  <a:pt x="199237" y="188257"/>
                  <a:pt x="196896" y="189098"/>
                </a:cubicBezTo>
                <a:cubicBezTo>
                  <a:pt x="194548" y="189771"/>
                  <a:pt x="192200" y="189603"/>
                  <a:pt x="189851" y="188593"/>
                </a:cubicBezTo>
                <a:lnTo>
                  <a:pt x="168228" y="178535"/>
                </a:lnTo>
                <a:cubicBezTo>
                  <a:pt x="165543" y="180715"/>
                  <a:pt x="162529" y="182895"/>
                  <a:pt x="159171" y="185075"/>
                </a:cubicBezTo>
                <a:cubicBezTo>
                  <a:pt x="155653" y="187086"/>
                  <a:pt x="152215" y="188593"/>
                  <a:pt x="148864" y="189603"/>
                </a:cubicBezTo>
                <a:lnTo>
                  <a:pt x="145090" y="213238"/>
                </a:lnTo>
                <a:cubicBezTo>
                  <a:pt x="144760" y="215586"/>
                  <a:pt x="143671" y="217510"/>
                  <a:pt x="141827" y="219024"/>
                </a:cubicBezTo>
                <a:cubicBezTo>
                  <a:pt x="139976" y="220531"/>
                  <a:pt x="137884" y="221285"/>
                  <a:pt x="135536" y="221285"/>
                </a:cubicBezTo>
                <a:lnTo>
                  <a:pt x="105866" y="221285"/>
                </a:lnTo>
                <a:close/>
                <a:moveTo>
                  <a:pt x="109640" y="206201"/>
                </a:moveTo>
                <a:lnTo>
                  <a:pt x="131769" y="206201"/>
                </a:lnTo>
                <a:lnTo>
                  <a:pt x="135287" y="178037"/>
                </a:lnTo>
                <a:cubicBezTo>
                  <a:pt x="140818" y="176691"/>
                  <a:pt x="146099" y="174599"/>
                  <a:pt x="151125" y="171746"/>
                </a:cubicBezTo>
                <a:cubicBezTo>
                  <a:pt x="155989" y="168901"/>
                  <a:pt x="160430" y="165463"/>
                  <a:pt x="164453" y="161439"/>
                </a:cubicBezTo>
                <a:lnTo>
                  <a:pt x="191110" y="173004"/>
                </a:lnTo>
                <a:lnTo>
                  <a:pt x="201168" y="154899"/>
                </a:lnTo>
                <a:lnTo>
                  <a:pt x="177533" y="137548"/>
                </a:lnTo>
                <a:cubicBezTo>
                  <a:pt x="178198" y="134702"/>
                  <a:pt x="178791" y="131930"/>
                  <a:pt x="179288" y="129252"/>
                </a:cubicBezTo>
                <a:cubicBezTo>
                  <a:pt x="179625" y="126399"/>
                  <a:pt x="179793" y="123554"/>
                  <a:pt x="179793" y="120701"/>
                </a:cubicBezTo>
                <a:cubicBezTo>
                  <a:pt x="179793" y="117848"/>
                  <a:pt x="179625" y="115083"/>
                  <a:pt x="179288" y="112405"/>
                </a:cubicBezTo>
                <a:cubicBezTo>
                  <a:pt x="178959" y="109552"/>
                  <a:pt x="178367" y="106700"/>
                  <a:pt x="177533" y="103854"/>
                </a:cubicBezTo>
                <a:lnTo>
                  <a:pt x="201168" y="86502"/>
                </a:lnTo>
                <a:lnTo>
                  <a:pt x="191110" y="68397"/>
                </a:lnTo>
                <a:lnTo>
                  <a:pt x="164453" y="79962"/>
                </a:lnTo>
                <a:cubicBezTo>
                  <a:pt x="160598" y="75603"/>
                  <a:pt x="156238" y="72004"/>
                  <a:pt x="151381" y="69151"/>
                </a:cubicBezTo>
                <a:cubicBezTo>
                  <a:pt x="146516" y="66137"/>
                  <a:pt x="141154" y="64206"/>
                  <a:pt x="135287" y="63372"/>
                </a:cubicBezTo>
                <a:lnTo>
                  <a:pt x="131769" y="35208"/>
                </a:lnTo>
                <a:lnTo>
                  <a:pt x="109640" y="35208"/>
                </a:lnTo>
                <a:lnTo>
                  <a:pt x="106114" y="63372"/>
                </a:lnTo>
                <a:cubicBezTo>
                  <a:pt x="100416" y="64542"/>
                  <a:pt x="95134" y="66554"/>
                  <a:pt x="90277" y="69407"/>
                </a:cubicBezTo>
                <a:cubicBezTo>
                  <a:pt x="85244" y="72252"/>
                  <a:pt x="80804" y="75771"/>
                  <a:pt x="76949" y="79962"/>
                </a:cubicBezTo>
                <a:lnTo>
                  <a:pt x="50292" y="68397"/>
                </a:lnTo>
                <a:lnTo>
                  <a:pt x="40234" y="86502"/>
                </a:lnTo>
                <a:lnTo>
                  <a:pt x="63869" y="103854"/>
                </a:lnTo>
                <a:cubicBezTo>
                  <a:pt x="63203" y="106700"/>
                  <a:pt x="62699" y="109552"/>
                  <a:pt x="62362" y="112405"/>
                </a:cubicBezTo>
                <a:cubicBezTo>
                  <a:pt x="61857" y="115083"/>
                  <a:pt x="61609" y="117848"/>
                  <a:pt x="61609" y="120701"/>
                </a:cubicBezTo>
                <a:cubicBezTo>
                  <a:pt x="61609" y="123554"/>
                  <a:pt x="61857" y="126399"/>
                  <a:pt x="62362" y="129252"/>
                </a:cubicBezTo>
                <a:cubicBezTo>
                  <a:pt x="62699" y="131930"/>
                  <a:pt x="63203" y="134702"/>
                  <a:pt x="63869" y="137548"/>
                </a:cubicBezTo>
                <a:lnTo>
                  <a:pt x="40234" y="154899"/>
                </a:lnTo>
                <a:lnTo>
                  <a:pt x="50292" y="173004"/>
                </a:lnTo>
                <a:lnTo>
                  <a:pt x="76949" y="161439"/>
                </a:lnTo>
                <a:cubicBezTo>
                  <a:pt x="80972" y="165463"/>
                  <a:pt x="85500" y="168901"/>
                  <a:pt x="90526" y="171746"/>
                </a:cubicBezTo>
                <a:cubicBezTo>
                  <a:pt x="95390" y="174599"/>
                  <a:pt x="100584" y="176691"/>
                  <a:pt x="106114" y="178037"/>
                </a:cubicBezTo>
                <a:lnTo>
                  <a:pt x="109640" y="206201"/>
                </a:lnTo>
                <a:close/>
                <a:moveTo>
                  <a:pt x="120701" y="153392"/>
                </a:moveTo>
                <a:cubicBezTo>
                  <a:pt x="129757" y="153392"/>
                  <a:pt x="137467" y="150203"/>
                  <a:pt x="143839" y="143839"/>
                </a:cubicBezTo>
                <a:cubicBezTo>
                  <a:pt x="150203" y="137467"/>
                  <a:pt x="153392" y="129757"/>
                  <a:pt x="153392" y="120701"/>
                </a:cubicBezTo>
                <a:cubicBezTo>
                  <a:pt x="153392" y="111652"/>
                  <a:pt x="150203" y="103934"/>
                  <a:pt x="143839" y="97570"/>
                </a:cubicBezTo>
                <a:cubicBezTo>
                  <a:pt x="137467" y="91199"/>
                  <a:pt x="129757" y="88009"/>
                  <a:pt x="120701" y="88009"/>
                </a:cubicBezTo>
                <a:cubicBezTo>
                  <a:pt x="111652" y="88009"/>
                  <a:pt x="103934" y="91199"/>
                  <a:pt x="97570" y="97570"/>
                </a:cubicBezTo>
                <a:cubicBezTo>
                  <a:pt x="91199" y="103934"/>
                  <a:pt x="88009" y="111652"/>
                  <a:pt x="88009" y="120701"/>
                </a:cubicBezTo>
                <a:cubicBezTo>
                  <a:pt x="88009" y="129757"/>
                  <a:pt x="91199" y="137467"/>
                  <a:pt x="97570" y="143839"/>
                </a:cubicBezTo>
                <a:cubicBezTo>
                  <a:pt x="103934" y="150203"/>
                  <a:pt x="111652" y="153392"/>
                  <a:pt x="120701" y="153392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9" name="圖說"/>
          <p:cNvSpPr/>
          <p:nvPr/>
        </p:nvSpPr>
        <p:spPr>
          <a:xfrm>
            <a:off x="308694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600" dirty="0"/>
          </a:p>
        </p:txBody>
      </p:sp>
      <p:sp>
        <p:nvSpPr>
          <p:cNvPr id="180" name="圖示 參數"/>
          <p:cNvSpPr/>
          <p:nvPr/>
        </p:nvSpPr>
        <p:spPr>
          <a:xfrm>
            <a:off x="364653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09640" y="208966"/>
                </a:moveTo>
                <a:cubicBezTo>
                  <a:pt x="108126" y="207620"/>
                  <a:pt x="107373" y="205864"/>
                  <a:pt x="107373" y="203684"/>
                </a:cubicBezTo>
                <a:lnTo>
                  <a:pt x="107373" y="162193"/>
                </a:lnTo>
                <a:cubicBezTo>
                  <a:pt x="107373" y="160013"/>
                  <a:pt x="108126" y="158250"/>
                  <a:pt x="109640" y="156911"/>
                </a:cubicBezTo>
                <a:cubicBezTo>
                  <a:pt x="110979" y="155404"/>
                  <a:pt x="112735" y="154651"/>
                  <a:pt x="114914" y="154651"/>
                </a:cubicBezTo>
                <a:cubicBezTo>
                  <a:pt x="117094" y="154651"/>
                  <a:pt x="118938" y="155404"/>
                  <a:pt x="120452" y="156911"/>
                </a:cubicBezTo>
                <a:cubicBezTo>
                  <a:pt x="121791" y="158250"/>
                  <a:pt x="122464" y="160013"/>
                  <a:pt x="122464" y="162193"/>
                </a:cubicBezTo>
                <a:lnTo>
                  <a:pt x="122464" y="175521"/>
                </a:lnTo>
                <a:lnTo>
                  <a:pt x="203684" y="175521"/>
                </a:lnTo>
                <a:cubicBezTo>
                  <a:pt x="205864" y="175521"/>
                  <a:pt x="207620" y="176274"/>
                  <a:pt x="208966" y="177781"/>
                </a:cubicBezTo>
                <a:cubicBezTo>
                  <a:pt x="210473" y="179120"/>
                  <a:pt x="211226" y="180883"/>
                  <a:pt x="211226" y="183063"/>
                </a:cubicBezTo>
                <a:cubicBezTo>
                  <a:pt x="211226" y="185243"/>
                  <a:pt x="210473" y="187086"/>
                  <a:pt x="208966" y="188593"/>
                </a:cubicBezTo>
                <a:cubicBezTo>
                  <a:pt x="207620" y="189939"/>
                  <a:pt x="205864" y="190605"/>
                  <a:pt x="203684" y="190605"/>
                </a:cubicBezTo>
                <a:lnTo>
                  <a:pt x="122464" y="190605"/>
                </a:lnTo>
                <a:lnTo>
                  <a:pt x="122464" y="203684"/>
                </a:lnTo>
                <a:cubicBezTo>
                  <a:pt x="122464" y="205864"/>
                  <a:pt x="121710" y="207620"/>
                  <a:pt x="120196" y="208966"/>
                </a:cubicBezTo>
                <a:cubicBezTo>
                  <a:pt x="118857" y="210473"/>
                  <a:pt x="117094" y="211226"/>
                  <a:pt x="114914" y="211226"/>
                </a:cubicBezTo>
                <a:cubicBezTo>
                  <a:pt x="112735" y="211226"/>
                  <a:pt x="110979" y="210473"/>
                  <a:pt x="109640" y="208966"/>
                </a:cubicBezTo>
                <a:close/>
                <a:moveTo>
                  <a:pt x="37717" y="190605"/>
                </a:moveTo>
                <a:cubicBezTo>
                  <a:pt x="35537" y="190605"/>
                  <a:pt x="33782" y="189851"/>
                  <a:pt x="32436" y="188344"/>
                </a:cubicBezTo>
                <a:cubicBezTo>
                  <a:pt x="30929" y="187006"/>
                  <a:pt x="30175" y="185243"/>
                  <a:pt x="30175" y="183063"/>
                </a:cubicBezTo>
                <a:cubicBezTo>
                  <a:pt x="30175" y="180883"/>
                  <a:pt x="30929" y="179120"/>
                  <a:pt x="32436" y="177781"/>
                </a:cubicBezTo>
                <a:cubicBezTo>
                  <a:pt x="33782" y="176274"/>
                  <a:pt x="35537" y="175521"/>
                  <a:pt x="37717" y="175521"/>
                </a:cubicBezTo>
                <a:lnTo>
                  <a:pt x="84739" y="175521"/>
                </a:lnTo>
                <a:cubicBezTo>
                  <a:pt x="86919" y="175521"/>
                  <a:pt x="88682" y="176274"/>
                  <a:pt x="90021" y="177781"/>
                </a:cubicBezTo>
                <a:cubicBezTo>
                  <a:pt x="91535" y="179120"/>
                  <a:pt x="92289" y="180883"/>
                  <a:pt x="92289" y="183063"/>
                </a:cubicBezTo>
                <a:cubicBezTo>
                  <a:pt x="92289" y="185243"/>
                  <a:pt x="91535" y="187086"/>
                  <a:pt x="90021" y="188593"/>
                </a:cubicBezTo>
                <a:cubicBezTo>
                  <a:pt x="88682" y="189939"/>
                  <a:pt x="86919" y="190605"/>
                  <a:pt x="84739" y="190605"/>
                </a:cubicBezTo>
                <a:lnTo>
                  <a:pt x="37717" y="190605"/>
                </a:lnTo>
                <a:close/>
                <a:moveTo>
                  <a:pt x="79465" y="146604"/>
                </a:moveTo>
                <a:cubicBezTo>
                  <a:pt x="77951" y="145258"/>
                  <a:pt x="77197" y="143502"/>
                  <a:pt x="77197" y="141322"/>
                </a:cubicBezTo>
                <a:lnTo>
                  <a:pt x="77197" y="128243"/>
                </a:lnTo>
                <a:lnTo>
                  <a:pt x="37717" y="128243"/>
                </a:lnTo>
                <a:cubicBezTo>
                  <a:pt x="35537" y="128243"/>
                  <a:pt x="33782" y="127489"/>
                  <a:pt x="32436" y="125982"/>
                </a:cubicBezTo>
                <a:cubicBezTo>
                  <a:pt x="30929" y="124644"/>
                  <a:pt x="30175" y="122881"/>
                  <a:pt x="30175" y="120701"/>
                </a:cubicBezTo>
                <a:cubicBezTo>
                  <a:pt x="30175" y="118521"/>
                  <a:pt x="30929" y="116758"/>
                  <a:pt x="32436" y="115419"/>
                </a:cubicBezTo>
                <a:cubicBezTo>
                  <a:pt x="33782" y="113912"/>
                  <a:pt x="35537" y="113159"/>
                  <a:pt x="37717" y="113159"/>
                </a:cubicBezTo>
                <a:lnTo>
                  <a:pt x="77197" y="113159"/>
                </a:lnTo>
                <a:lnTo>
                  <a:pt x="77197" y="99582"/>
                </a:lnTo>
                <a:cubicBezTo>
                  <a:pt x="77197" y="97402"/>
                  <a:pt x="77951" y="95639"/>
                  <a:pt x="79465" y="94300"/>
                </a:cubicBezTo>
                <a:cubicBezTo>
                  <a:pt x="80804" y="92786"/>
                  <a:pt x="82559" y="92033"/>
                  <a:pt x="84739" y="92033"/>
                </a:cubicBezTo>
                <a:cubicBezTo>
                  <a:pt x="86919" y="92033"/>
                  <a:pt x="88763" y="92786"/>
                  <a:pt x="90277" y="94300"/>
                </a:cubicBezTo>
                <a:cubicBezTo>
                  <a:pt x="91616" y="95639"/>
                  <a:pt x="92289" y="97402"/>
                  <a:pt x="92289" y="99582"/>
                </a:cubicBezTo>
                <a:lnTo>
                  <a:pt x="92289" y="141322"/>
                </a:lnTo>
                <a:cubicBezTo>
                  <a:pt x="92289" y="143502"/>
                  <a:pt x="91535" y="145258"/>
                  <a:pt x="90021" y="146604"/>
                </a:cubicBezTo>
                <a:cubicBezTo>
                  <a:pt x="88682" y="148111"/>
                  <a:pt x="86919" y="148864"/>
                  <a:pt x="84739" y="148864"/>
                </a:cubicBezTo>
                <a:cubicBezTo>
                  <a:pt x="82559" y="148864"/>
                  <a:pt x="80804" y="148111"/>
                  <a:pt x="79465" y="146604"/>
                </a:cubicBezTo>
                <a:close/>
                <a:moveTo>
                  <a:pt x="114914" y="128243"/>
                </a:moveTo>
                <a:cubicBezTo>
                  <a:pt x="112735" y="128243"/>
                  <a:pt x="110979" y="127489"/>
                  <a:pt x="109640" y="125982"/>
                </a:cubicBezTo>
                <a:cubicBezTo>
                  <a:pt x="108126" y="124644"/>
                  <a:pt x="107373" y="122881"/>
                  <a:pt x="107373" y="120701"/>
                </a:cubicBezTo>
                <a:cubicBezTo>
                  <a:pt x="107373" y="118521"/>
                  <a:pt x="108126" y="116758"/>
                  <a:pt x="109640" y="115419"/>
                </a:cubicBezTo>
                <a:cubicBezTo>
                  <a:pt x="110979" y="113912"/>
                  <a:pt x="112735" y="113159"/>
                  <a:pt x="114914" y="113159"/>
                </a:cubicBezTo>
                <a:lnTo>
                  <a:pt x="203684" y="113159"/>
                </a:lnTo>
                <a:cubicBezTo>
                  <a:pt x="205864" y="113159"/>
                  <a:pt x="207620" y="113912"/>
                  <a:pt x="208966" y="115419"/>
                </a:cubicBezTo>
                <a:cubicBezTo>
                  <a:pt x="210473" y="116758"/>
                  <a:pt x="211226" y="118521"/>
                  <a:pt x="211226" y="120701"/>
                </a:cubicBezTo>
                <a:cubicBezTo>
                  <a:pt x="211226" y="122881"/>
                  <a:pt x="210473" y="124724"/>
                  <a:pt x="208966" y="126231"/>
                </a:cubicBezTo>
                <a:cubicBezTo>
                  <a:pt x="207620" y="127577"/>
                  <a:pt x="205864" y="128243"/>
                  <a:pt x="203684" y="128243"/>
                </a:cubicBezTo>
                <a:lnTo>
                  <a:pt x="114914" y="128243"/>
                </a:lnTo>
                <a:close/>
                <a:moveTo>
                  <a:pt x="151381" y="84491"/>
                </a:moveTo>
                <a:cubicBezTo>
                  <a:pt x="149874" y="83152"/>
                  <a:pt x="149113" y="81389"/>
                  <a:pt x="149113" y="79209"/>
                </a:cubicBezTo>
                <a:lnTo>
                  <a:pt x="149113" y="37717"/>
                </a:lnTo>
                <a:cubicBezTo>
                  <a:pt x="149113" y="35537"/>
                  <a:pt x="149874" y="33782"/>
                  <a:pt x="151381" y="32436"/>
                </a:cubicBezTo>
                <a:cubicBezTo>
                  <a:pt x="152719" y="30929"/>
                  <a:pt x="154482" y="30175"/>
                  <a:pt x="156662" y="30175"/>
                </a:cubicBezTo>
                <a:cubicBezTo>
                  <a:pt x="158842" y="30175"/>
                  <a:pt x="160686" y="30929"/>
                  <a:pt x="162193" y="32436"/>
                </a:cubicBezTo>
                <a:cubicBezTo>
                  <a:pt x="163531" y="33782"/>
                  <a:pt x="164204" y="35537"/>
                  <a:pt x="164204" y="37717"/>
                </a:cubicBezTo>
                <a:lnTo>
                  <a:pt x="164204" y="50797"/>
                </a:lnTo>
                <a:lnTo>
                  <a:pt x="203684" y="50797"/>
                </a:lnTo>
                <a:cubicBezTo>
                  <a:pt x="205864" y="50797"/>
                  <a:pt x="207620" y="51550"/>
                  <a:pt x="208966" y="53057"/>
                </a:cubicBezTo>
                <a:cubicBezTo>
                  <a:pt x="210473" y="54396"/>
                  <a:pt x="211226" y="56159"/>
                  <a:pt x="211226" y="58339"/>
                </a:cubicBezTo>
                <a:cubicBezTo>
                  <a:pt x="211226" y="60519"/>
                  <a:pt x="210473" y="62362"/>
                  <a:pt x="208966" y="63869"/>
                </a:cubicBezTo>
                <a:cubicBezTo>
                  <a:pt x="207620" y="65215"/>
                  <a:pt x="205864" y="65881"/>
                  <a:pt x="203684" y="65881"/>
                </a:cubicBezTo>
                <a:lnTo>
                  <a:pt x="164204" y="65881"/>
                </a:lnTo>
                <a:lnTo>
                  <a:pt x="164204" y="79209"/>
                </a:lnTo>
                <a:cubicBezTo>
                  <a:pt x="164204" y="81389"/>
                  <a:pt x="163451" y="83152"/>
                  <a:pt x="161944" y="84491"/>
                </a:cubicBezTo>
                <a:cubicBezTo>
                  <a:pt x="160598" y="85997"/>
                  <a:pt x="158842" y="86751"/>
                  <a:pt x="156662" y="86751"/>
                </a:cubicBezTo>
                <a:cubicBezTo>
                  <a:pt x="154482" y="86751"/>
                  <a:pt x="152719" y="85997"/>
                  <a:pt x="151381" y="84491"/>
                </a:cubicBezTo>
                <a:close/>
                <a:moveTo>
                  <a:pt x="37717" y="65881"/>
                </a:moveTo>
                <a:cubicBezTo>
                  <a:pt x="35537" y="65881"/>
                  <a:pt x="33782" y="65127"/>
                  <a:pt x="32436" y="63620"/>
                </a:cubicBezTo>
                <a:cubicBezTo>
                  <a:pt x="30929" y="62282"/>
                  <a:pt x="30175" y="60519"/>
                  <a:pt x="30175" y="58339"/>
                </a:cubicBezTo>
                <a:cubicBezTo>
                  <a:pt x="30175" y="56159"/>
                  <a:pt x="30929" y="54396"/>
                  <a:pt x="32436" y="53057"/>
                </a:cubicBezTo>
                <a:cubicBezTo>
                  <a:pt x="33782" y="51550"/>
                  <a:pt x="35537" y="50797"/>
                  <a:pt x="37717" y="50797"/>
                </a:cubicBezTo>
                <a:lnTo>
                  <a:pt x="126487" y="50797"/>
                </a:lnTo>
                <a:cubicBezTo>
                  <a:pt x="128667" y="50797"/>
                  <a:pt x="130423" y="51550"/>
                  <a:pt x="131769" y="53057"/>
                </a:cubicBezTo>
                <a:cubicBezTo>
                  <a:pt x="133276" y="54396"/>
                  <a:pt x="134029" y="56159"/>
                  <a:pt x="134029" y="58339"/>
                </a:cubicBezTo>
                <a:cubicBezTo>
                  <a:pt x="134029" y="60519"/>
                  <a:pt x="133276" y="62362"/>
                  <a:pt x="131769" y="63869"/>
                </a:cubicBezTo>
                <a:cubicBezTo>
                  <a:pt x="130423" y="65215"/>
                  <a:pt x="128667" y="65881"/>
                  <a:pt x="126487" y="65881"/>
                </a:cubicBezTo>
                <a:lnTo>
                  <a:pt x="37717" y="6588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1" name="圖說"/>
          <p:cNvSpPr/>
          <p:nvPr/>
        </p:nvSpPr>
        <p:spPr>
          <a:xfrm>
            <a:off x="353071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參數</a:t>
            </a:r>
            <a:endParaRPr lang="en-US" sz="600" dirty="0"/>
          </a:p>
        </p:txBody>
      </p:sp>
      <p:sp>
        <p:nvSpPr>
          <p:cNvPr id="182" name="圖示 篩選"/>
          <p:cNvSpPr/>
          <p:nvPr/>
        </p:nvSpPr>
        <p:spPr>
          <a:xfrm>
            <a:off x="409031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0642" y="201168"/>
                </a:moveTo>
                <a:cubicBezTo>
                  <a:pt x="107789" y="201168"/>
                  <a:pt x="105449" y="200246"/>
                  <a:pt x="103605" y="198403"/>
                </a:cubicBezTo>
                <a:cubicBezTo>
                  <a:pt x="101593" y="196391"/>
                  <a:pt x="100584" y="193963"/>
                  <a:pt x="100584" y="191110"/>
                </a:cubicBezTo>
                <a:lnTo>
                  <a:pt x="100584" y="130759"/>
                </a:lnTo>
                <a:lnTo>
                  <a:pt x="40482" y="54067"/>
                </a:lnTo>
                <a:cubicBezTo>
                  <a:pt x="38141" y="51214"/>
                  <a:pt x="37805" y="48200"/>
                  <a:pt x="39480" y="45010"/>
                </a:cubicBezTo>
                <a:cubicBezTo>
                  <a:pt x="41155" y="41828"/>
                  <a:pt x="43752" y="40234"/>
                  <a:pt x="47278" y="40234"/>
                </a:cubicBezTo>
                <a:lnTo>
                  <a:pt x="194131" y="40234"/>
                </a:lnTo>
                <a:cubicBezTo>
                  <a:pt x="197649" y="40234"/>
                  <a:pt x="200246" y="41828"/>
                  <a:pt x="201921" y="45010"/>
                </a:cubicBezTo>
                <a:cubicBezTo>
                  <a:pt x="203597" y="48200"/>
                  <a:pt x="203260" y="51214"/>
                  <a:pt x="200919" y="54067"/>
                </a:cubicBezTo>
                <a:lnTo>
                  <a:pt x="140818" y="130759"/>
                </a:lnTo>
                <a:lnTo>
                  <a:pt x="140818" y="191110"/>
                </a:lnTo>
                <a:cubicBezTo>
                  <a:pt x="140818" y="193963"/>
                  <a:pt x="139896" y="196391"/>
                  <a:pt x="138052" y="198403"/>
                </a:cubicBezTo>
                <a:cubicBezTo>
                  <a:pt x="136041" y="200246"/>
                  <a:pt x="133612" y="201168"/>
                  <a:pt x="130759" y="201168"/>
                </a:cubicBezTo>
                <a:lnTo>
                  <a:pt x="110642" y="201168"/>
                </a:lnTo>
                <a:close/>
                <a:moveTo>
                  <a:pt x="120701" y="131769"/>
                </a:moveTo>
                <a:lnTo>
                  <a:pt x="181051" y="55325"/>
                </a:lnTo>
                <a:lnTo>
                  <a:pt x="60350" y="55325"/>
                </a:lnTo>
                <a:lnTo>
                  <a:pt x="120701" y="131769"/>
                </a:lnTo>
                <a:close/>
                <a:moveTo>
                  <a:pt x="120701" y="131769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3" name="圖說"/>
          <p:cNvSpPr/>
          <p:nvPr/>
        </p:nvSpPr>
        <p:spPr>
          <a:xfrm>
            <a:off x="397449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篩選</a:t>
            </a:r>
            <a:endParaRPr lang="en-US" sz="600" dirty="0"/>
          </a:p>
        </p:txBody>
      </p:sp>
      <p:sp>
        <p:nvSpPr>
          <p:cNvPr id="184" name="圖示 搜尋"/>
          <p:cNvSpPr/>
          <p:nvPr/>
        </p:nvSpPr>
        <p:spPr>
          <a:xfrm>
            <a:off x="453408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5054" y="158674"/>
                </a:moveTo>
                <a:cubicBezTo>
                  <a:pt x="76949" y="158674"/>
                  <a:pt x="61609" y="152383"/>
                  <a:pt x="49034" y="139815"/>
                </a:cubicBezTo>
                <a:cubicBezTo>
                  <a:pt x="36459" y="127241"/>
                  <a:pt x="30175" y="112069"/>
                  <a:pt x="30175" y="94300"/>
                </a:cubicBezTo>
                <a:cubicBezTo>
                  <a:pt x="30175" y="76524"/>
                  <a:pt x="36459" y="61360"/>
                  <a:pt x="49034" y="48785"/>
                </a:cubicBezTo>
                <a:cubicBezTo>
                  <a:pt x="61609" y="36210"/>
                  <a:pt x="76861" y="29926"/>
                  <a:pt x="94798" y="29926"/>
                </a:cubicBezTo>
                <a:cubicBezTo>
                  <a:pt x="112574" y="29926"/>
                  <a:pt x="127745" y="36210"/>
                  <a:pt x="140313" y="48785"/>
                </a:cubicBezTo>
                <a:cubicBezTo>
                  <a:pt x="152719" y="61360"/>
                  <a:pt x="158923" y="76524"/>
                  <a:pt x="158923" y="94300"/>
                </a:cubicBezTo>
                <a:cubicBezTo>
                  <a:pt x="158923" y="101506"/>
                  <a:pt x="157752" y="108462"/>
                  <a:pt x="155404" y="115171"/>
                </a:cubicBezTo>
                <a:cubicBezTo>
                  <a:pt x="153056" y="121871"/>
                  <a:pt x="149537" y="128162"/>
                  <a:pt x="144841" y="134029"/>
                </a:cubicBezTo>
                <a:lnTo>
                  <a:pt x="205696" y="194379"/>
                </a:lnTo>
                <a:cubicBezTo>
                  <a:pt x="207203" y="195886"/>
                  <a:pt x="207957" y="197730"/>
                  <a:pt x="207957" y="199910"/>
                </a:cubicBezTo>
                <a:cubicBezTo>
                  <a:pt x="207957" y="202090"/>
                  <a:pt x="207203" y="203933"/>
                  <a:pt x="205696" y="205440"/>
                </a:cubicBezTo>
                <a:cubicBezTo>
                  <a:pt x="204189" y="206954"/>
                  <a:pt x="202338" y="207708"/>
                  <a:pt x="200166" y="207708"/>
                </a:cubicBezTo>
                <a:cubicBezTo>
                  <a:pt x="197986" y="207708"/>
                  <a:pt x="196142" y="206954"/>
                  <a:pt x="194628" y="205440"/>
                </a:cubicBezTo>
                <a:lnTo>
                  <a:pt x="134029" y="144841"/>
                </a:lnTo>
                <a:cubicBezTo>
                  <a:pt x="128996" y="149201"/>
                  <a:pt x="123129" y="152639"/>
                  <a:pt x="116429" y="155148"/>
                </a:cubicBezTo>
                <a:cubicBezTo>
                  <a:pt x="109721" y="157496"/>
                  <a:pt x="102596" y="158674"/>
                  <a:pt x="95054" y="158674"/>
                </a:cubicBezTo>
                <a:close/>
                <a:moveTo>
                  <a:pt x="94798" y="143583"/>
                </a:moveTo>
                <a:cubicBezTo>
                  <a:pt x="108382" y="143583"/>
                  <a:pt x="119947" y="138806"/>
                  <a:pt x="129501" y="129252"/>
                </a:cubicBezTo>
                <a:cubicBezTo>
                  <a:pt x="139055" y="119530"/>
                  <a:pt x="143839" y="107877"/>
                  <a:pt x="143839" y="94300"/>
                </a:cubicBezTo>
                <a:cubicBezTo>
                  <a:pt x="143839" y="80716"/>
                  <a:pt x="139055" y="69151"/>
                  <a:pt x="129501" y="59597"/>
                </a:cubicBezTo>
                <a:cubicBezTo>
                  <a:pt x="119947" y="49875"/>
                  <a:pt x="108382" y="45010"/>
                  <a:pt x="94798" y="45010"/>
                </a:cubicBezTo>
                <a:cubicBezTo>
                  <a:pt x="81052" y="45010"/>
                  <a:pt x="69319" y="49875"/>
                  <a:pt x="59597" y="59597"/>
                </a:cubicBezTo>
                <a:cubicBezTo>
                  <a:pt x="50043" y="69151"/>
                  <a:pt x="45266" y="80716"/>
                  <a:pt x="45266" y="94300"/>
                </a:cubicBezTo>
                <a:cubicBezTo>
                  <a:pt x="45266" y="107877"/>
                  <a:pt x="50043" y="119530"/>
                  <a:pt x="59597" y="129252"/>
                </a:cubicBezTo>
                <a:cubicBezTo>
                  <a:pt x="69319" y="138806"/>
                  <a:pt x="81052" y="143583"/>
                  <a:pt x="94798" y="143583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5" name="圖說"/>
          <p:cNvSpPr/>
          <p:nvPr/>
        </p:nvSpPr>
        <p:spPr>
          <a:xfrm>
            <a:off x="441827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</a:t>
            </a:r>
            <a:endParaRPr lang="en-US" sz="600" dirty="0"/>
          </a:p>
        </p:txBody>
      </p:sp>
      <p:sp>
        <p:nvSpPr>
          <p:cNvPr id="186" name="圖示 鎖定"/>
          <p:cNvSpPr/>
          <p:nvPr/>
        </p:nvSpPr>
        <p:spPr>
          <a:xfrm>
            <a:off x="4977866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5325" y="221285"/>
                </a:moveTo>
                <a:cubicBezTo>
                  <a:pt x="51133" y="221285"/>
                  <a:pt x="47607" y="219778"/>
                  <a:pt x="44762" y="216757"/>
                </a:cubicBezTo>
                <a:cubicBezTo>
                  <a:pt x="41741" y="213911"/>
                  <a:pt x="40234" y="210385"/>
                  <a:pt x="40234" y="206201"/>
                </a:cubicBezTo>
                <a:lnTo>
                  <a:pt x="40234" y="97065"/>
                </a:lnTo>
                <a:cubicBezTo>
                  <a:pt x="40234" y="92874"/>
                  <a:pt x="41741" y="89355"/>
                  <a:pt x="44762" y="86502"/>
                </a:cubicBezTo>
                <a:cubicBezTo>
                  <a:pt x="47607" y="83488"/>
                  <a:pt x="51133" y="81974"/>
                  <a:pt x="55325" y="81974"/>
                </a:cubicBezTo>
                <a:lnTo>
                  <a:pt x="72925" y="81974"/>
                </a:lnTo>
                <a:lnTo>
                  <a:pt x="72925" y="57834"/>
                </a:lnTo>
                <a:cubicBezTo>
                  <a:pt x="72925" y="44593"/>
                  <a:pt x="77614" y="33357"/>
                  <a:pt x="87007" y="24140"/>
                </a:cubicBezTo>
                <a:cubicBezTo>
                  <a:pt x="96224" y="14755"/>
                  <a:pt x="107460" y="10058"/>
                  <a:pt x="120701" y="10058"/>
                </a:cubicBezTo>
                <a:cubicBezTo>
                  <a:pt x="133941" y="10058"/>
                  <a:pt x="145258" y="14755"/>
                  <a:pt x="154651" y="24140"/>
                </a:cubicBezTo>
                <a:cubicBezTo>
                  <a:pt x="163868" y="33357"/>
                  <a:pt x="168476" y="44593"/>
                  <a:pt x="168476" y="57834"/>
                </a:cubicBezTo>
                <a:lnTo>
                  <a:pt x="168476" y="81974"/>
                </a:lnTo>
                <a:lnTo>
                  <a:pt x="186084" y="81974"/>
                </a:lnTo>
                <a:cubicBezTo>
                  <a:pt x="190268" y="81974"/>
                  <a:pt x="193794" y="83488"/>
                  <a:pt x="196640" y="86502"/>
                </a:cubicBezTo>
                <a:cubicBezTo>
                  <a:pt x="199661" y="89355"/>
                  <a:pt x="201168" y="92874"/>
                  <a:pt x="201168" y="97065"/>
                </a:cubicBezTo>
                <a:lnTo>
                  <a:pt x="201168" y="206201"/>
                </a:lnTo>
                <a:cubicBezTo>
                  <a:pt x="201168" y="210385"/>
                  <a:pt x="199661" y="213911"/>
                  <a:pt x="196640" y="216757"/>
                </a:cubicBezTo>
                <a:cubicBezTo>
                  <a:pt x="193794" y="219778"/>
                  <a:pt x="190268" y="221285"/>
                  <a:pt x="186084" y="221285"/>
                </a:cubicBezTo>
                <a:lnTo>
                  <a:pt x="55325" y="221285"/>
                </a:lnTo>
                <a:close/>
                <a:moveTo>
                  <a:pt x="55325" y="206201"/>
                </a:moveTo>
                <a:lnTo>
                  <a:pt x="186084" y="206201"/>
                </a:lnTo>
                <a:lnTo>
                  <a:pt x="186084" y="97065"/>
                </a:lnTo>
                <a:lnTo>
                  <a:pt x="55325" y="97065"/>
                </a:lnTo>
                <a:lnTo>
                  <a:pt x="55325" y="206201"/>
                </a:lnTo>
                <a:close/>
                <a:moveTo>
                  <a:pt x="134534" y="165463"/>
                </a:moveTo>
                <a:cubicBezTo>
                  <a:pt x="138221" y="161776"/>
                  <a:pt x="140064" y="157328"/>
                  <a:pt x="140064" y="152134"/>
                </a:cubicBezTo>
                <a:cubicBezTo>
                  <a:pt x="140064" y="147101"/>
                  <a:pt x="138133" y="142581"/>
                  <a:pt x="134278" y="138557"/>
                </a:cubicBezTo>
                <a:cubicBezTo>
                  <a:pt x="130591" y="134366"/>
                  <a:pt x="126063" y="132266"/>
                  <a:pt x="120701" y="132266"/>
                </a:cubicBezTo>
                <a:cubicBezTo>
                  <a:pt x="115339" y="132266"/>
                  <a:pt x="110811" y="134366"/>
                  <a:pt x="107124" y="138557"/>
                </a:cubicBezTo>
                <a:cubicBezTo>
                  <a:pt x="103269" y="142581"/>
                  <a:pt x="101337" y="147189"/>
                  <a:pt x="101337" y="152383"/>
                </a:cubicBezTo>
                <a:cubicBezTo>
                  <a:pt x="101337" y="157416"/>
                  <a:pt x="103269" y="161776"/>
                  <a:pt x="107124" y="165463"/>
                </a:cubicBezTo>
                <a:cubicBezTo>
                  <a:pt x="110811" y="169149"/>
                  <a:pt x="115339" y="170993"/>
                  <a:pt x="120701" y="170993"/>
                </a:cubicBezTo>
                <a:cubicBezTo>
                  <a:pt x="126063" y="170993"/>
                  <a:pt x="130679" y="169149"/>
                  <a:pt x="134534" y="165463"/>
                </a:cubicBezTo>
                <a:close/>
                <a:moveTo>
                  <a:pt x="88009" y="81974"/>
                </a:moveTo>
                <a:lnTo>
                  <a:pt x="153392" y="81974"/>
                </a:lnTo>
                <a:lnTo>
                  <a:pt x="153392" y="57834"/>
                </a:lnTo>
                <a:cubicBezTo>
                  <a:pt x="153392" y="48785"/>
                  <a:pt x="150203" y="41075"/>
                  <a:pt x="143839" y="34703"/>
                </a:cubicBezTo>
                <a:cubicBezTo>
                  <a:pt x="137467" y="28332"/>
                  <a:pt x="129757" y="25150"/>
                  <a:pt x="120701" y="25150"/>
                </a:cubicBezTo>
                <a:cubicBezTo>
                  <a:pt x="111652" y="25150"/>
                  <a:pt x="103934" y="28332"/>
                  <a:pt x="97570" y="34703"/>
                </a:cubicBezTo>
                <a:cubicBezTo>
                  <a:pt x="91199" y="41075"/>
                  <a:pt x="88009" y="48785"/>
                  <a:pt x="88009" y="57834"/>
                </a:cubicBezTo>
                <a:lnTo>
                  <a:pt x="88009" y="81974"/>
                </a:lnTo>
                <a:close/>
                <a:moveTo>
                  <a:pt x="55325" y="206201"/>
                </a:moveTo>
                <a:lnTo>
                  <a:pt x="55325" y="97065"/>
                </a:lnTo>
                <a:lnTo>
                  <a:pt x="55325" y="20620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7" name="圖說"/>
          <p:cNvSpPr/>
          <p:nvPr/>
        </p:nvSpPr>
        <p:spPr>
          <a:xfrm>
            <a:off x="486204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鎖定</a:t>
            </a:r>
            <a:endParaRPr lang="en-US" sz="600" dirty="0"/>
          </a:p>
        </p:txBody>
      </p:sp>
      <p:sp>
        <p:nvSpPr>
          <p:cNvPr id="188" name="圖示 資安"/>
          <p:cNvSpPr/>
          <p:nvPr/>
        </p:nvSpPr>
        <p:spPr>
          <a:xfrm>
            <a:off x="542164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5696"/>
                </a:moveTo>
                <a:cubicBezTo>
                  <a:pt x="138469" y="199829"/>
                  <a:pt x="153224" y="189098"/>
                  <a:pt x="164958" y="173509"/>
                </a:cubicBezTo>
                <a:cubicBezTo>
                  <a:pt x="176523" y="157752"/>
                  <a:pt x="183312" y="140145"/>
                  <a:pt x="185323" y="120701"/>
                </a:cubicBezTo>
                <a:lnTo>
                  <a:pt x="120701" y="120701"/>
                </a:lnTo>
                <a:lnTo>
                  <a:pt x="120701" y="36459"/>
                </a:lnTo>
                <a:lnTo>
                  <a:pt x="55325" y="60855"/>
                </a:lnTo>
                <a:lnTo>
                  <a:pt x="55325" y="110138"/>
                </a:lnTo>
                <a:cubicBezTo>
                  <a:pt x="55325" y="112149"/>
                  <a:pt x="55405" y="113912"/>
                  <a:pt x="55574" y="115419"/>
                </a:cubicBezTo>
                <a:cubicBezTo>
                  <a:pt x="55574" y="116758"/>
                  <a:pt x="55742" y="118521"/>
                  <a:pt x="56078" y="120701"/>
                </a:cubicBezTo>
                <a:lnTo>
                  <a:pt x="120701" y="120701"/>
                </a:lnTo>
                <a:lnTo>
                  <a:pt x="120701" y="205696"/>
                </a:lnTo>
                <a:close/>
                <a:moveTo>
                  <a:pt x="118440" y="220027"/>
                </a:moveTo>
                <a:cubicBezTo>
                  <a:pt x="117599" y="219858"/>
                  <a:pt x="116758" y="219610"/>
                  <a:pt x="115924" y="219273"/>
                </a:cubicBezTo>
                <a:cubicBezTo>
                  <a:pt x="92618" y="211395"/>
                  <a:pt x="74183" y="197313"/>
                  <a:pt x="60599" y="177028"/>
                </a:cubicBezTo>
                <a:cubicBezTo>
                  <a:pt x="47022" y="156575"/>
                  <a:pt x="40234" y="134197"/>
                  <a:pt x="40234" y="109889"/>
                </a:cubicBezTo>
                <a:lnTo>
                  <a:pt x="40234" y="60599"/>
                </a:lnTo>
                <a:cubicBezTo>
                  <a:pt x="40234" y="57417"/>
                  <a:pt x="41155" y="54564"/>
                  <a:pt x="42999" y="52055"/>
                </a:cubicBezTo>
                <a:cubicBezTo>
                  <a:pt x="44842" y="49370"/>
                  <a:pt x="47190" y="47439"/>
                  <a:pt x="50043" y="46269"/>
                </a:cubicBezTo>
                <a:lnTo>
                  <a:pt x="115419" y="21880"/>
                </a:lnTo>
                <a:cubicBezTo>
                  <a:pt x="117263" y="21207"/>
                  <a:pt x="119026" y="20870"/>
                  <a:pt x="120701" y="20870"/>
                </a:cubicBezTo>
                <a:cubicBezTo>
                  <a:pt x="122376" y="20870"/>
                  <a:pt x="124139" y="21207"/>
                  <a:pt x="125982" y="21880"/>
                </a:cubicBezTo>
                <a:lnTo>
                  <a:pt x="191358" y="46269"/>
                </a:lnTo>
                <a:cubicBezTo>
                  <a:pt x="194211" y="47439"/>
                  <a:pt x="196559" y="49370"/>
                  <a:pt x="198403" y="52055"/>
                </a:cubicBezTo>
                <a:cubicBezTo>
                  <a:pt x="200246" y="54564"/>
                  <a:pt x="201168" y="57417"/>
                  <a:pt x="201168" y="60599"/>
                </a:cubicBezTo>
                <a:lnTo>
                  <a:pt x="201168" y="109889"/>
                </a:lnTo>
                <a:cubicBezTo>
                  <a:pt x="201168" y="134197"/>
                  <a:pt x="194379" y="156575"/>
                  <a:pt x="180802" y="177028"/>
                </a:cubicBezTo>
                <a:cubicBezTo>
                  <a:pt x="167218" y="197313"/>
                  <a:pt x="148784" y="211395"/>
                  <a:pt x="125478" y="219273"/>
                </a:cubicBezTo>
                <a:cubicBezTo>
                  <a:pt x="124644" y="219610"/>
                  <a:pt x="123883" y="219858"/>
                  <a:pt x="123217" y="220027"/>
                </a:cubicBezTo>
                <a:cubicBezTo>
                  <a:pt x="122376" y="220195"/>
                  <a:pt x="121542" y="220283"/>
                  <a:pt x="120701" y="220283"/>
                </a:cubicBezTo>
                <a:cubicBezTo>
                  <a:pt x="119860" y="220283"/>
                  <a:pt x="119106" y="220195"/>
                  <a:pt x="118440" y="220027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9" name="圖說"/>
          <p:cNvSpPr/>
          <p:nvPr/>
        </p:nvSpPr>
        <p:spPr>
          <a:xfrm>
            <a:off x="530582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</a:t>
            </a:r>
            <a:endParaRPr lang="en-US" sz="600" dirty="0"/>
          </a:p>
        </p:txBody>
      </p:sp>
      <p:sp>
        <p:nvSpPr>
          <p:cNvPr id="190" name="圖示 認證"/>
          <p:cNvSpPr/>
          <p:nvPr/>
        </p:nvSpPr>
        <p:spPr>
          <a:xfrm>
            <a:off x="586541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0394" y="132522"/>
                </a:moveTo>
                <a:lnTo>
                  <a:pt x="90526" y="112654"/>
                </a:lnTo>
                <a:cubicBezTo>
                  <a:pt x="89019" y="111147"/>
                  <a:pt x="87175" y="110394"/>
                  <a:pt x="84995" y="110394"/>
                </a:cubicBezTo>
                <a:cubicBezTo>
                  <a:pt x="82815" y="110394"/>
                  <a:pt x="80972" y="111147"/>
                  <a:pt x="79465" y="112654"/>
                </a:cubicBezTo>
                <a:cubicBezTo>
                  <a:pt x="77951" y="114161"/>
                  <a:pt x="77197" y="116004"/>
                  <a:pt x="77197" y="118184"/>
                </a:cubicBezTo>
                <a:cubicBezTo>
                  <a:pt x="77197" y="120364"/>
                  <a:pt x="77951" y="122208"/>
                  <a:pt x="79465" y="123722"/>
                </a:cubicBezTo>
                <a:lnTo>
                  <a:pt x="104359" y="148864"/>
                </a:lnTo>
                <a:cubicBezTo>
                  <a:pt x="105866" y="150371"/>
                  <a:pt x="107629" y="151125"/>
                  <a:pt x="109640" y="151125"/>
                </a:cubicBezTo>
                <a:cubicBezTo>
                  <a:pt x="111652" y="151125"/>
                  <a:pt x="113408" y="150371"/>
                  <a:pt x="114914" y="148864"/>
                </a:cubicBezTo>
                <a:lnTo>
                  <a:pt x="161688" y="102091"/>
                </a:lnTo>
                <a:cubicBezTo>
                  <a:pt x="163195" y="100584"/>
                  <a:pt x="163956" y="98741"/>
                  <a:pt x="163956" y="96561"/>
                </a:cubicBezTo>
                <a:cubicBezTo>
                  <a:pt x="163956" y="94549"/>
                  <a:pt x="163283" y="92874"/>
                  <a:pt x="161944" y="91535"/>
                </a:cubicBezTo>
                <a:cubicBezTo>
                  <a:pt x="160430" y="90189"/>
                  <a:pt x="158586" y="89604"/>
                  <a:pt x="156406" y="89772"/>
                </a:cubicBezTo>
                <a:cubicBezTo>
                  <a:pt x="154226" y="89772"/>
                  <a:pt x="152471" y="90445"/>
                  <a:pt x="151125" y="91784"/>
                </a:cubicBezTo>
                <a:lnTo>
                  <a:pt x="110394" y="132522"/>
                </a:lnTo>
                <a:close/>
                <a:moveTo>
                  <a:pt x="118184" y="220027"/>
                </a:moveTo>
                <a:cubicBezTo>
                  <a:pt x="117519" y="219858"/>
                  <a:pt x="116758" y="219610"/>
                  <a:pt x="115924" y="219273"/>
                </a:cubicBezTo>
                <a:cubicBezTo>
                  <a:pt x="92618" y="211395"/>
                  <a:pt x="74183" y="197313"/>
                  <a:pt x="60599" y="177028"/>
                </a:cubicBezTo>
                <a:cubicBezTo>
                  <a:pt x="47022" y="156575"/>
                  <a:pt x="40234" y="134197"/>
                  <a:pt x="40234" y="109889"/>
                </a:cubicBezTo>
                <a:lnTo>
                  <a:pt x="40234" y="60599"/>
                </a:lnTo>
                <a:cubicBezTo>
                  <a:pt x="40234" y="57417"/>
                  <a:pt x="41155" y="54484"/>
                  <a:pt x="42999" y="51799"/>
                </a:cubicBezTo>
                <a:cubicBezTo>
                  <a:pt x="44842" y="49290"/>
                  <a:pt x="47190" y="47439"/>
                  <a:pt x="50043" y="46269"/>
                </a:cubicBezTo>
                <a:lnTo>
                  <a:pt x="115419" y="21880"/>
                </a:lnTo>
                <a:cubicBezTo>
                  <a:pt x="117263" y="21207"/>
                  <a:pt x="119026" y="20870"/>
                  <a:pt x="120701" y="20870"/>
                </a:cubicBezTo>
                <a:cubicBezTo>
                  <a:pt x="122376" y="20870"/>
                  <a:pt x="124139" y="21207"/>
                  <a:pt x="125982" y="21880"/>
                </a:cubicBezTo>
                <a:lnTo>
                  <a:pt x="191358" y="46269"/>
                </a:lnTo>
                <a:cubicBezTo>
                  <a:pt x="194211" y="47439"/>
                  <a:pt x="196559" y="49290"/>
                  <a:pt x="198403" y="51799"/>
                </a:cubicBezTo>
                <a:cubicBezTo>
                  <a:pt x="200246" y="54484"/>
                  <a:pt x="201168" y="57417"/>
                  <a:pt x="201168" y="60599"/>
                </a:cubicBezTo>
                <a:lnTo>
                  <a:pt x="201168" y="109889"/>
                </a:lnTo>
                <a:cubicBezTo>
                  <a:pt x="201168" y="134197"/>
                  <a:pt x="194379" y="156575"/>
                  <a:pt x="180802" y="177028"/>
                </a:cubicBezTo>
                <a:cubicBezTo>
                  <a:pt x="167218" y="197313"/>
                  <a:pt x="148784" y="211395"/>
                  <a:pt x="125478" y="219273"/>
                </a:cubicBezTo>
                <a:cubicBezTo>
                  <a:pt x="124644" y="219610"/>
                  <a:pt x="123883" y="219858"/>
                  <a:pt x="123217" y="220027"/>
                </a:cubicBezTo>
                <a:cubicBezTo>
                  <a:pt x="122376" y="220195"/>
                  <a:pt x="121542" y="220283"/>
                  <a:pt x="120701" y="220283"/>
                </a:cubicBezTo>
                <a:cubicBezTo>
                  <a:pt x="119860" y="220283"/>
                  <a:pt x="119026" y="220195"/>
                  <a:pt x="118184" y="220027"/>
                </a:cubicBezTo>
                <a:close/>
                <a:moveTo>
                  <a:pt x="120701" y="205440"/>
                </a:moveTo>
                <a:cubicBezTo>
                  <a:pt x="139976" y="199076"/>
                  <a:pt x="155741" y="187086"/>
                  <a:pt x="167979" y="169486"/>
                </a:cubicBezTo>
                <a:cubicBezTo>
                  <a:pt x="180049" y="151717"/>
                  <a:pt x="186084" y="131849"/>
                  <a:pt x="186084" y="109889"/>
                </a:cubicBezTo>
                <a:lnTo>
                  <a:pt x="186084" y="60599"/>
                </a:lnTo>
                <a:lnTo>
                  <a:pt x="120701" y="35962"/>
                </a:lnTo>
                <a:lnTo>
                  <a:pt x="55325" y="60599"/>
                </a:lnTo>
                <a:lnTo>
                  <a:pt x="55325" y="109889"/>
                </a:lnTo>
                <a:cubicBezTo>
                  <a:pt x="55325" y="131849"/>
                  <a:pt x="61440" y="151717"/>
                  <a:pt x="73679" y="169486"/>
                </a:cubicBezTo>
                <a:cubicBezTo>
                  <a:pt x="85749" y="187086"/>
                  <a:pt x="101425" y="199076"/>
                  <a:pt x="120701" y="205440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1" name="圖說"/>
          <p:cNvSpPr/>
          <p:nvPr/>
        </p:nvSpPr>
        <p:spPr>
          <a:xfrm>
            <a:off x="574960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認證</a:t>
            </a:r>
            <a:endParaRPr lang="en-US" sz="600" dirty="0"/>
          </a:p>
        </p:txBody>
      </p:sp>
      <p:sp>
        <p:nvSpPr>
          <p:cNvPr id="192" name="圖示 金鑰"/>
          <p:cNvSpPr/>
          <p:nvPr/>
        </p:nvSpPr>
        <p:spPr>
          <a:xfrm>
            <a:off x="630919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8339" y="132771"/>
                </a:moveTo>
                <a:cubicBezTo>
                  <a:pt x="54988" y="129421"/>
                  <a:pt x="53313" y="125397"/>
                  <a:pt x="53313" y="120701"/>
                </a:cubicBezTo>
                <a:cubicBezTo>
                  <a:pt x="53313" y="116004"/>
                  <a:pt x="54988" y="111981"/>
                  <a:pt x="58339" y="108631"/>
                </a:cubicBezTo>
                <a:cubicBezTo>
                  <a:pt x="61689" y="105280"/>
                  <a:pt x="65712" y="103605"/>
                  <a:pt x="70409" y="103605"/>
                </a:cubicBezTo>
                <a:cubicBezTo>
                  <a:pt x="75105" y="103605"/>
                  <a:pt x="79129" y="105280"/>
                  <a:pt x="82479" y="108631"/>
                </a:cubicBezTo>
                <a:cubicBezTo>
                  <a:pt x="85829" y="111981"/>
                  <a:pt x="87512" y="116004"/>
                  <a:pt x="87512" y="120701"/>
                </a:cubicBezTo>
                <a:cubicBezTo>
                  <a:pt x="87512" y="125397"/>
                  <a:pt x="85829" y="129421"/>
                  <a:pt x="82479" y="132771"/>
                </a:cubicBezTo>
                <a:cubicBezTo>
                  <a:pt x="79129" y="136121"/>
                  <a:pt x="75105" y="137804"/>
                  <a:pt x="70409" y="137804"/>
                </a:cubicBezTo>
                <a:cubicBezTo>
                  <a:pt x="65712" y="137804"/>
                  <a:pt x="61689" y="136121"/>
                  <a:pt x="58339" y="132771"/>
                </a:cubicBezTo>
                <a:close/>
                <a:moveTo>
                  <a:pt x="70409" y="181051"/>
                </a:moveTo>
                <a:cubicBezTo>
                  <a:pt x="53642" y="181051"/>
                  <a:pt x="39392" y="175184"/>
                  <a:pt x="27659" y="163451"/>
                </a:cubicBezTo>
                <a:cubicBezTo>
                  <a:pt x="15925" y="151717"/>
                  <a:pt x="10058" y="137467"/>
                  <a:pt x="10058" y="120701"/>
                </a:cubicBezTo>
                <a:cubicBezTo>
                  <a:pt x="10058" y="103934"/>
                  <a:pt x="15925" y="89684"/>
                  <a:pt x="27659" y="77951"/>
                </a:cubicBezTo>
                <a:cubicBezTo>
                  <a:pt x="39392" y="66217"/>
                  <a:pt x="53642" y="60350"/>
                  <a:pt x="70409" y="60350"/>
                </a:cubicBezTo>
                <a:cubicBezTo>
                  <a:pt x="82479" y="60350"/>
                  <a:pt x="93042" y="63203"/>
                  <a:pt x="102091" y="68902"/>
                </a:cubicBezTo>
                <a:cubicBezTo>
                  <a:pt x="111147" y="74600"/>
                  <a:pt x="118272" y="83232"/>
                  <a:pt x="123466" y="94798"/>
                </a:cubicBezTo>
                <a:lnTo>
                  <a:pt x="209968" y="94798"/>
                </a:lnTo>
                <a:cubicBezTo>
                  <a:pt x="210978" y="94798"/>
                  <a:pt x="211899" y="94966"/>
                  <a:pt x="212733" y="95302"/>
                </a:cubicBezTo>
                <a:cubicBezTo>
                  <a:pt x="213575" y="95639"/>
                  <a:pt x="214409" y="96224"/>
                  <a:pt x="215250" y="97065"/>
                </a:cubicBezTo>
                <a:lnTo>
                  <a:pt x="235871" y="117687"/>
                </a:lnTo>
                <a:cubicBezTo>
                  <a:pt x="236705" y="118521"/>
                  <a:pt x="237298" y="119443"/>
                  <a:pt x="237627" y="120452"/>
                </a:cubicBezTo>
                <a:cubicBezTo>
                  <a:pt x="237963" y="121286"/>
                  <a:pt x="238132" y="122208"/>
                  <a:pt x="238132" y="123217"/>
                </a:cubicBezTo>
                <a:cubicBezTo>
                  <a:pt x="238132" y="124219"/>
                  <a:pt x="237963" y="125141"/>
                  <a:pt x="237627" y="125982"/>
                </a:cubicBezTo>
                <a:cubicBezTo>
                  <a:pt x="237130" y="126816"/>
                  <a:pt x="236457" y="127658"/>
                  <a:pt x="235615" y="128499"/>
                </a:cubicBezTo>
                <a:lnTo>
                  <a:pt x="204189" y="157416"/>
                </a:lnTo>
                <a:cubicBezTo>
                  <a:pt x="203516" y="158081"/>
                  <a:pt x="202763" y="158586"/>
                  <a:pt x="201921" y="158923"/>
                </a:cubicBezTo>
                <a:cubicBezTo>
                  <a:pt x="201088" y="159259"/>
                  <a:pt x="200246" y="159427"/>
                  <a:pt x="199405" y="159427"/>
                </a:cubicBezTo>
                <a:cubicBezTo>
                  <a:pt x="198571" y="159427"/>
                  <a:pt x="197818" y="159340"/>
                  <a:pt x="197145" y="159171"/>
                </a:cubicBezTo>
                <a:cubicBezTo>
                  <a:pt x="196303" y="159003"/>
                  <a:pt x="195469" y="158674"/>
                  <a:pt x="194628" y="158169"/>
                </a:cubicBezTo>
                <a:lnTo>
                  <a:pt x="177277" y="145594"/>
                </a:lnTo>
                <a:lnTo>
                  <a:pt x="159676" y="158418"/>
                </a:lnTo>
                <a:cubicBezTo>
                  <a:pt x="159003" y="158923"/>
                  <a:pt x="158338" y="159259"/>
                  <a:pt x="157665" y="159427"/>
                </a:cubicBezTo>
                <a:cubicBezTo>
                  <a:pt x="156831" y="159596"/>
                  <a:pt x="155989" y="159676"/>
                  <a:pt x="155148" y="159676"/>
                </a:cubicBezTo>
                <a:cubicBezTo>
                  <a:pt x="154314" y="159676"/>
                  <a:pt x="153561" y="159596"/>
                  <a:pt x="152888" y="159427"/>
                </a:cubicBezTo>
                <a:cubicBezTo>
                  <a:pt x="152046" y="159091"/>
                  <a:pt x="151293" y="158674"/>
                  <a:pt x="150627" y="158169"/>
                </a:cubicBezTo>
                <a:lnTo>
                  <a:pt x="136289" y="146604"/>
                </a:lnTo>
                <a:lnTo>
                  <a:pt x="123466" y="146604"/>
                </a:lnTo>
                <a:cubicBezTo>
                  <a:pt x="119274" y="156662"/>
                  <a:pt x="112735" y="164958"/>
                  <a:pt x="103854" y="171498"/>
                </a:cubicBezTo>
                <a:cubicBezTo>
                  <a:pt x="94798" y="177869"/>
                  <a:pt x="83649" y="181051"/>
                  <a:pt x="70409" y="181051"/>
                </a:cubicBezTo>
                <a:close/>
                <a:moveTo>
                  <a:pt x="70409" y="165967"/>
                </a:moveTo>
                <a:cubicBezTo>
                  <a:pt x="80131" y="165967"/>
                  <a:pt x="89099" y="162778"/>
                  <a:pt x="97314" y="156406"/>
                </a:cubicBezTo>
                <a:cubicBezTo>
                  <a:pt x="105529" y="149874"/>
                  <a:pt x="110811" y="141571"/>
                  <a:pt x="113159" y="131513"/>
                </a:cubicBezTo>
                <a:lnTo>
                  <a:pt x="141827" y="131513"/>
                </a:lnTo>
                <a:lnTo>
                  <a:pt x="155404" y="142829"/>
                </a:lnTo>
                <a:cubicBezTo>
                  <a:pt x="155236" y="142829"/>
                  <a:pt x="155236" y="142829"/>
                  <a:pt x="155404" y="142829"/>
                </a:cubicBezTo>
                <a:lnTo>
                  <a:pt x="155653" y="142829"/>
                </a:lnTo>
                <a:lnTo>
                  <a:pt x="155404" y="142829"/>
                </a:lnTo>
                <a:lnTo>
                  <a:pt x="177533" y="126985"/>
                </a:lnTo>
                <a:lnTo>
                  <a:pt x="198154" y="142581"/>
                </a:lnTo>
                <a:lnTo>
                  <a:pt x="219522" y="122712"/>
                </a:lnTo>
                <a:lnTo>
                  <a:pt x="219778" y="122961"/>
                </a:lnTo>
                <a:lnTo>
                  <a:pt x="219522" y="122712"/>
                </a:lnTo>
                <a:lnTo>
                  <a:pt x="219778" y="122712"/>
                </a:lnTo>
                <a:lnTo>
                  <a:pt x="219522" y="122712"/>
                </a:lnTo>
                <a:lnTo>
                  <a:pt x="206698" y="109889"/>
                </a:lnTo>
                <a:lnTo>
                  <a:pt x="113159" y="109889"/>
                </a:lnTo>
                <a:cubicBezTo>
                  <a:pt x="111147" y="100504"/>
                  <a:pt x="106114" y="92457"/>
                  <a:pt x="98068" y="85749"/>
                </a:cubicBezTo>
                <a:cubicBezTo>
                  <a:pt x="90021" y="78872"/>
                  <a:pt x="80804" y="75442"/>
                  <a:pt x="70409" y="75442"/>
                </a:cubicBezTo>
                <a:cubicBezTo>
                  <a:pt x="57834" y="75442"/>
                  <a:pt x="47190" y="79882"/>
                  <a:pt x="38471" y="88763"/>
                </a:cubicBezTo>
                <a:cubicBezTo>
                  <a:pt x="29590" y="97482"/>
                  <a:pt x="25150" y="108126"/>
                  <a:pt x="25150" y="120701"/>
                </a:cubicBezTo>
                <a:cubicBezTo>
                  <a:pt x="25150" y="133276"/>
                  <a:pt x="29590" y="144000"/>
                  <a:pt x="38471" y="152888"/>
                </a:cubicBezTo>
                <a:cubicBezTo>
                  <a:pt x="47190" y="161607"/>
                  <a:pt x="57834" y="165967"/>
                  <a:pt x="70409" y="165967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3" name="圖說"/>
          <p:cNvSpPr/>
          <p:nvPr/>
        </p:nvSpPr>
        <p:spPr>
          <a:xfrm>
            <a:off x="6193378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金鑰</a:t>
            </a:r>
            <a:endParaRPr lang="en-US" sz="600" dirty="0"/>
          </a:p>
        </p:txBody>
      </p:sp>
      <p:sp>
        <p:nvSpPr>
          <p:cNvPr id="194" name="圖示 交換"/>
          <p:cNvSpPr/>
          <p:nvPr/>
        </p:nvSpPr>
        <p:spPr>
          <a:xfrm>
            <a:off x="675297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8785" y="160181"/>
                </a:moveTo>
                <a:lnTo>
                  <a:pt x="73927" y="185323"/>
                </a:lnTo>
                <a:cubicBezTo>
                  <a:pt x="75442" y="186838"/>
                  <a:pt x="76195" y="188593"/>
                  <a:pt x="76195" y="190605"/>
                </a:cubicBezTo>
                <a:cubicBezTo>
                  <a:pt x="76195" y="192617"/>
                  <a:pt x="75442" y="194379"/>
                  <a:pt x="73927" y="195886"/>
                </a:cubicBezTo>
                <a:cubicBezTo>
                  <a:pt x="72420" y="197393"/>
                  <a:pt x="70658" y="198154"/>
                  <a:pt x="68646" y="198154"/>
                </a:cubicBezTo>
                <a:cubicBezTo>
                  <a:pt x="66634" y="198154"/>
                  <a:pt x="64879" y="197393"/>
                  <a:pt x="63372" y="195886"/>
                </a:cubicBezTo>
                <a:lnTo>
                  <a:pt x="25398" y="157921"/>
                </a:lnTo>
                <a:cubicBezTo>
                  <a:pt x="24557" y="157079"/>
                  <a:pt x="23972" y="156238"/>
                  <a:pt x="23635" y="155404"/>
                </a:cubicBezTo>
                <a:cubicBezTo>
                  <a:pt x="23299" y="154563"/>
                  <a:pt x="23138" y="153641"/>
                  <a:pt x="23138" y="152639"/>
                </a:cubicBezTo>
                <a:cubicBezTo>
                  <a:pt x="23138" y="151629"/>
                  <a:pt x="23299" y="150708"/>
                  <a:pt x="23635" y="149874"/>
                </a:cubicBezTo>
                <a:cubicBezTo>
                  <a:pt x="23972" y="149033"/>
                  <a:pt x="24557" y="148191"/>
                  <a:pt x="25398" y="147357"/>
                </a:cubicBezTo>
                <a:lnTo>
                  <a:pt x="63372" y="109384"/>
                </a:lnTo>
                <a:cubicBezTo>
                  <a:pt x="64879" y="107877"/>
                  <a:pt x="66634" y="107124"/>
                  <a:pt x="68646" y="107124"/>
                </a:cubicBezTo>
                <a:cubicBezTo>
                  <a:pt x="70658" y="107124"/>
                  <a:pt x="72420" y="107877"/>
                  <a:pt x="73927" y="109384"/>
                </a:cubicBezTo>
                <a:cubicBezTo>
                  <a:pt x="75442" y="110891"/>
                  <a:pt x="76195" y="112654"/>
                  <a:pt x="76195" y="114666"/>
                </a:cubicBezTo>
                <a:cubicBezTo>
                  <a:pt x="76195" y="116677"/>
                  <a:pt x="75442" y="118440"/>
                  <a:pt x="73927" y="119947"/>
                </a:cubicBezTo>
                <a:lnTo>
                  <a:pt x="48785" y="145090"/>
                </a:lnTo>
                <a:lnTo>
                  <a:pt x="120701" y="145090"/>
                </a:lnTo>
                <a:cubicBezTo>
                  <a:pt x="122881" y="145090"/>
                  <a:pt x="124724" y="145850"/>
                  <a:pt x="126231" y="147357"/>
                </a:cubicBezTo>
                <a:cubicBezTo>
                  <a:pt x="127577" y="148696"/>
                  <a:pt x="128243" y="150459"/>
                  <a:pt x="128243" y="152639"/>
                </a:cubicBezTo>
                <a:cubicBezTo>
                  <a:pt x="128243" y="154819"/>
                  <a:pt x="127577" y="156662"/>
                  <a:pt x="126231" y="158169"/>
                </a:cubicBezTo>
                <a:cubicBezTo>
                  <a:pt x="124724" y="159508"/>
                  <a:pt x="122881" y="160181"/>
                  <a:pt x="120701" y="160181"/>
                </a:cubicBezTo>
                <a:lnTo>
                  <a:pt x="48785" y="160181"/>
                </a:lnTo>
                <a:close/>
                <a:moveTo>
                  <a:pt x="192617" y="96312"/>
                </a:moveTo>
                <a:lnTo>
                  <a:pt x="120701" y="96312"/>
                </a:lnTo>
                <a:cubicBezTo>
                  <a:pt x="118521" y="96312"/>
                  <a:pt x="116758" y="95639"/>
                  <a:pt x="115419" y="94300"/>
                </a:cubicBezTo>
                <a:cubicBezTo>
                  <a:pt x="113912" y="92786"/>
                  <a:pt x="113159" y="90943"/>
                  <a:pt x="113159" y="88763"/>
                </a:cubicBezTo>
                <a:cubicBezTo>
                  <a:pt x="113159" y="86583"/>
                  <a:pt x="113912" y="84827"/>
                  <a:pt x="115419" y="83488"/>
                </a:cubicBezTo>
                <a:cubicBezTo>
                  <a:pt x="116758" y="81974"/>
                  <a:pt x="118521" y="81221"/>
                  <a:pt x="120701" y="81221"/>
                </a:cubicBezTo>
                <a:lnTo>
                  <a:pt x="192617" y="81221"/>
                </a:lnTo>
                <a:lnTo>
                  <a:pt x="167474" y="56078"/>
                </a:lnTo>
                <a:cubicBezTo>
                  <a:pt x="165967" y="54564"/>
                  <a:pt x="165206" y="52808"/>
                  <a:pt x="165206" y="50797"/>
                </a:cubicBezTo>
                <a:cubicBezTo>
                  <a:pt x="165206" y="48785"/>
                  <a:pt x="165967" y="47022"/>
                  <a:pt x="167474" y="45515"/>
                </a:cubicBezTo>
                <a:cubicBezTo>
                  <a:pt x="168981" y="44008"/>
                  <a:pt x="170744" y="43255"/>
                  <a:pt x="172756" y="43255"/>
                </a:cubicBezTo>
                <a:cubicBezTo>
                  <a:pt x="174767" y="43255"/>
                  <a:pt x="176523" y="44008"/>
                  <a:pt x="178037" y="45515"/>
                </a:cubicBezTo>
                <a:lnTo>
                  <a:pt x="216003" y="83488"/>
                </a:lnTo>
                <a:cubicBezTo>
                  <a:pt x="216844" y="84322"/>
                  <a:pt x="217430" y="85164"/>
                  <a:pt x="217766" y="85997"/>
                </a:cubicBezTo>
                <a:cubicBezTo>
                  <a:pt x="218103" y="86839"/>
                  <a:pt x="218271" y="87760"/>
                  <a:pt x="218271" y="88763"/>
                </a:cubicBezTo>
                <a:cubicBezTo>
                  <a:pt x="218271" y="89772"/>
                  <a:pt x="218103" y="90694"/>
                  <a:pt x="217766" y="91535"/>
                </a:cubicBezTo>
                <a:cubicBezTo>
                  <a:pt x="217430" y="92369"/>
                  <a:pt x="216844" y="93210"/>
                  <a:pt x="216003" y="94044"/>
                </a:cubicBezTo>
                <a:lnTo>
                  <a:pt x="178037" y="132017"/>
                </a:lnTo>
                <a:cubicBezTo>
                  <a:pt x="176523" y="133524"/>
                  <a:pt x="174767" y="134278"/>
                  <a:pt x="172756" y="134278"/>
                </a:cubicBezTo>
                <a:cubicBezTo>
                  <a:pt x="170744" y="134278"/>
                  <a:pt x="168981" y="133524"/>
                  <a:pt x="167474" y="132017"/>
                </a:cubicBezTo>
                <a:cubicBezTo>
                  <a:pt x="165967" y="130510"/>
                  <a:pt x="165206" y="128748"/>
                  <a:pt x="165206" y="126736"/>
                </a:cubicBezTo>
                <a:cubicBezTo>
                  <a:pt x="165206" y="124724"/>
                  <a:pt x="165967" y="122961"/>
                  <a:pt x="167474" y="121454"/>
                </a:cubicBezTo>
                <a:lnTo>
                  <a:pt x="192617" y="96312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5" name="圖說"/>
          <p:cNvSpPr/>
          <p:nvPr/>
        </p:nvSpPr>
        <p:spPr>
          <a:xfrm>
            <a:off x="663715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交換</a:t>
            </a:r>
            <a:endParaRPr lang="en-US" sz="600" dirty="0"/>
          </a:p>
        </p:txBody>
      </p:sp>
      <p:sp>
        <p:nvSpPr>
          <p:cNvPr id="196" name="圖示 分流"/>
          <p:cNvSpPr/>
          <p:nvPr/>
        </p:nvSpPr>
        <p:spPr>
          <a:xfrm>
            <a:off x="7196749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13159" y="213743"/>
                </a:moveTo>
                <a:lnTo>
                  <a:pt x="113159" y="170993"/>
                </a:lnTo>
                <a:cubicBezTo>
                  <a:pt x="113159" y="162946"/>
                  <a:pt x="111813" y="156326"/>
                  <a:pt x="109135" y="151125"/>
                </a:cubicBezTo>
                <a:cubicBezTo>
                  <a:pt x="106451" y="145931"/>
                  <a:pt x="102347" y="140569"/>
                  <a:pt x="96809" y="135031"/>
                </a:cubicBezTo>
                <a:lnTo>
                  <a:pt x="107629" y="124219"/>
                </a:lnTo>
                <a:cubicBezTo>
                  <a:pt x="109801" y="126063"/>
                  <a:pt x="112149" y="128579"/>
                  <a:pt x="114666" y="131769"/>
                </a:cubicBezTo>
                <a:cubicBezTo>
                  <a:pt x="117014" y="134951"/>
                  <a:pt x="119026" y="137884"/>
                  <a:pt x="120701" y="140569"/>
                </a:cubicBezTo>
                <a:cubicBezTo>
                  <a:pt x="123554" y="136209"/>
                  <a:pt x="126399" y="132434"/>
                  <a:pt x="129252" y="129252"/>
                </a:cubicBezTo>
                <a:cubicBezTo>
                  <a:pt x="131930" y="126063"/>
                  <a:pt x="134534" y="123385"/>
                  <a:pt x="137043" y="121206"/>
                </a:cubicBezTo>
                <a:cubicBezTo>
                  <a:pt x="146772" y="113327"/>
                  <a:pt x="153809" y="103854"/>
                  <a:pt x="158169" y="92786"/>
                </a:cubicBezTo>
                <a:cubicBezTo>
                  <a:pt x="162361" y="81557"/>
                  <a:pt x="163956" y="66890"/>
                  <a:pt x="162946" y="48785"/>
                </a:cubicBezTo>
                <a:lnTo>
                  <a:pt x="145594" y="66137"/>
                </a:lnTo>
                <a:cubicBezTo>
                  <a:pt x="144087" y="67644"/>
                  <a:pt x="142325" y="68397"/>
                  <a:pt x="140313" y="68397"/>
                </a:cubicBezTo>
                <a:cubicBezTo>
                  <a:pt x="138301" y="68397"/>
                  <a:pt x="136546" y="67644"/>
                  <a:pt x="135031" y="66137"/>
                </a:cubicBezTo>
                <a:cubicBezTo>
                  <a:pt x="133524" y="64622"/>
                  <a:pt x="132771" y="62867"/>
                  <a:pt x="132771" y="60855"/>
                </a:cubicBezTo>
                <a:cubicBezTo>
                  <a:pt x="132771" y="58843"/>
                  <a:pt x="133524" y="57081"/>
                  <a:pt x="135031" y="55574"/>
                </a:cubicBezTo>
                <a:lnTo>
                  <a:pt x="165206" y="25398"/>
                </a:lnTo>
                <a:cubicBezTo>
                  <a:pt x="166048" y="24557"/>
                  <a:pt x="166889" y="23972"/>
                  <a:pt x="167723" y="23635"/>
                </a:cubicBezTo>
                <a:cubicBezTo>
                  <a:pt x="168564" y="23299"/>
                  <a:pt x="169486" y="23138"/>
                  <a:pt x="170488" y="23138"/>
                </a:cubicBezTo>
                <a:cubicBezTo>
                  <a:pt x="171498" y="23138"/>
                  <a:pt x="172419" y="23299"/>
                  <a:pt x="173253" y="23635"/>
                </a:cubicBezTo>
                <a:cubicBezTo>
                  <a:pt x="174094" y="23972"/>
                  <a:pt x="174936" y="24557"/>
                  <a:pt x="175770" y="25398"/>
                </a:cubicBezTo>
                <a:lnTo>
                  <a:pt x="205945" y="55574"/>
                </a:lnTo>
                <a:cubicBezTo>
                  <a:pt x="207452" y="57081"/>
                  <a:pt x="208213" y="58843"/>
                  <a:pt x="208213" y="60855"/>
                </a:cubicBezTo>
                <a:cubicBezTo>
                  <a:pt x="208213" y="62867"/>
                  <a:pt x="207452" y="64622"/>
                  <a:pt x="205945" y="66137"/>
                </a:cubicBezTo>
                <a:cubicBezTo>
                  <a:pt x="204438" y="67644"/>
                  <a:pt x="202675" y="68397"/>
                  <a:pt x="200663" y="68397"/>
                </a:cubicBezTo>
                <a:cubicBezTo>
                  <a:pt x="198652" y="68397"/>
                  <a:pt x="196896" y="67644"/>
                  <a:pt x="195382" y="66137"/>
                </a:cubicBezTo>
                <a:lnTo>
                  <a:pt x="178037" y="48785"/>
                </a:lnTo>
                <a:cubicBezTo>
                  <a:pt x="178871" y="69904"/>
                  <a:pt x="176860" y="86583"/>
                  <a:pt x="172002" y="98821"/>
                </a:cubicBezTo>
                <a:cubicBezTo>
                  <a:pt x="166969" y="110891"/>
                  <a:pt x="158674" y="122208"/>
                  <a:pt x="147101" y="132771"/>
                </a:cubicBezTo>
                <a:cubicBezTo>
                  <a:pt x="139728" y="139479"/>
                  <a:pt x="134783" y="145594"/>
                  <a:pt x="132266" y="151125"/>
                </a:cubicBezTo>
                <a:cubicBezTo>
                  <a:pt x="129589" y="156662"/>
                  <a:pt x="128243" y="163283"/>
                  <a:pt x="128243" y="170993"/>
                </a:cubicBezTo>
                <a:lnTo>
                  <a:pt x="128243" y="213743"/>
                </a:lnTo>
                <a:cubicBezTo>
                  <a:pt x="128243" y="215923"/>
                  <a:pt x="127577" y="217766"/>
                  <a:pt x="126231" y="219273"/>
                </a:cubicBezTo>
                <a:cubicBezTo>
                  <a:pt x="124724" y="220612"/>
                  <a:pt x="122881" y="221285"/>
                  <a:pt x="120701" y="221285"/>
                </a:cubicBezTo>
                <a:cubicBezTo>
                  <a:pt x="118521" y="221285"/>
                  <a:pt x="116758" y="220612"/>
                  <a:pt x="115419" y="219273"/>
                </a:cubicBezTo>
                <a:cubicBezTo>
                  <a:pt x="113912" y="217766"/>
                  <a:pt x="113159" y="215923"/>
                  <a:pt x="113159" y="213743"/>
                </a:cubicBezTo>
                <a:close/>
                <a:moveTo>
                  <a:pt x="64879" y="81477"/>
                </a:moveTo>
                <a:cubicBezTo>
                  <a:pt x="64206" y="78456"/>
                  <a:pt x="63701" y="74096"/>
                  <a:pt x="63372" y="68397"/>
                </a:cubicBezTo>
                <a:cubicBezTo>
                  <a:pt x="62867" y="62530"/>
                  <a:pt x="62779" y="56078"/>
                  <a:pt x="63116" y="49034"/>
                </a:cubicBezTo>
                <a:lnTo>
                  <a:pt x="46020" y="66137"/>
                </a:lnTo>
                <a:cubicBezTo>
                  <a:pt x="44506" y="67644"/>
                  <a:pt x="42750" y="68397"/>
                  <a:pt x="40738" y="68397"/>
                </a:cubicBezTo>
                <a:cubicBezTo>
                  <a:pt x="38727" y="68397"/>
                  <a:pt x="36964" y="67644"/>
                  <a:pt x="35457" y="66137"/>
                </a:cubicBezTo>
                <a:cubicBezTo>
                  <a:pt x="33950" y="64622"/>
                  <a:pt x="33196" y="62867"/>
                  <a:pt x="33196" y="60855"/>
                </a:cubicBezTo>
                <a:cubicBezTo>
                  <a:pt x="33196" y="58843"/>
                  <a:pt x="33950" y="57081"/>
                  <a:pt x="35457" y="55574"/>
                </a:cubicBezTo>
                <a:lnTo>
                  <a:pt x="65632" y="25398"/>
                </a:lnTo>
                <a:cubicBezTo>
                  <a:pt x="66466" y="24557"/>
                  <a:pt x="67307" y="23972"/>
                  <a:pt x="68148" y="23635"/>
                </a:cubicBezTo>
                <a:cubicBezTo>
                  <a:pt x="68982" y="23299"/>
                  <a:pt x="69904" y="23138"/>
                  <a:pt x="70914" y="23138"/>
                </a:cubicBezTo>
                <a:cubicBezTo>
                  <a:pt x="71916" y="23138"/>
                  <a:pt x="72837" y="23299"/>
                  <a:pt x="73679" y="23635"/>
                </a:cubicBezTo>
                <a:cubicBezTo>
                  <a:pt x="74513" y="23972"/>
                  <a:pt x="75354" y="24557"/>
                  <a:pt x="76195" y="25398"/>
                </a:cubicBezTo>
                <a:lnTo>
                  <a:pt x="106370" y="55574"/>
                </a:lnTo>
                <a:cubicBezTo>
                  <a:pt x="107877" y="57081"/>
                  <a:pt x="108631" y="58843"/>
                  <a:pt x="108631" y="60855"/>
                </a:cubicBezTo>
                <a:cubicBezTo>
                  <a:pt x="108631" y="62867"/>
                  <a:pt x="107877" y="64622"/>
                  <a:pt x="106370" y="66137"/>
                </a:cubicBezTo>
                <a:cubicBezTo>
                  <a:pt x="104856" y="67644"/>
                  <a:pt x="103100" y="68397"/>
                  <a:pt x="101089" y="68397"/>
                </a:cubicBezTo>
                <a:cubicBezTo>
                  <a:pt x="99077" y="68397"/>
                  <a:pt x="97314" y="67644"/>
                  <a:pt x="95807" y="66137"/>
                </a:cubicBezTo>
                <a:lnTo>
                  <a:pt x="78456" y="48785"/>
                </a:lnTo>
                <a:cubicBezTo>
                  <a:pt x="78119" y="55157"/>
                  <a:pt x="78039" y="60767"/>
                  <a:pt x="78207" y="65632"/>
                </a:cubicBezTo>
                <a:cubicBezTo>
                  <a:pt x="78375" y="70328"/>
                  <a:pt x="78792" y="74432"/>
                  <a:pt x="79465" y="77951"/>
                </a:cubicBezTo>
                <a:lnTo>
                  <a:pt x="64879" y="81477"/>
                </a:lnTo>
                <a:close/>
                <a:moveTo>
                  <a:pt x="85997" y="124475"/>
                </a:moveTo>
                <a:cubicBezTo>
                  <a:pt x="83152" y="121454"/>
                  <a:pt x="80050" y="117519"/>
                  <a:pt x="76693" y="112654"/>
                </a:cubicBezTo>
                <a:cubicBezTo>
                  <a:pt x="73174" y="107629"/>
                  <a:pt x="70489" y="102179"/>
                  <a:pt x="68646" y="96312"/>
                </a:cubicBezTo>
                <a:lnTo>
                  <a:pt x="83488" y="92537"/>
                </a:lnTo>
                <a:cubicBezTo>
                  <a:pt x="84995" y="96729"/>
                  <a:pt x="87007" y="100752"/>
                  <a:pt x="89523" y="104607"/>
                </a:cubicBezTo>
                <a:cubicBezTo>
                  <a:pt x="92033" y="108462"/>
                  <a:pt x="94381" y="111564"/>
                  <a:pt x="96561" y="113912"/>
                </a:cubicBezTo>
                <a:lnTo>
                  <a:pt x="85997" y="124475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7" name="圖說"/>
          <p:cNvSpPr/>
          <p:nvPr/>
        </p:nvSpPr>
        <p:spPr>
          <a:xfrm>
            <a:off x="708093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分流</a:t>
            </a:r>
            <a:endParaRPr lang="en-US" sz="600" dirty="0"/>
          </a:p>
        </p:txBody>
      </p:sp>
      <p:sp>
        <p:nvSpPr>
          <p:cNvPr id="198" name="圖示 分歧"/>
          <p:cNvSpPr/>
          <p:nvPr/>
        </p:nvSpPr>
        <p:spPr>
          <a:xfrm>
            <a:off x="764052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5325" y="65881"/>
                </a:moveTo>
                <a:lnTo>
                  <a:pt x="55325" y="89267"/>
                </a:lnTo>
                <a:cubicBezTo>
                  <a:pt x="55325" y="91447"/>
                  <a:pt x="54564" y="93210"/>
                  <a:pt x="53057" y="94549"/>
                </a:cubicBezTo>
                <a:cubicBezTo>
                  <a:pt x="51718" y="96056"/>
                  <a:pt x="49956" y="96809"/>
                  <a:pt x="47776" y="96809"/>
                </a:cubicBezTo>
                <a:cubicBezTo>
                  <a:pt x="45596" y="96809"/>
                  <a:pt x="43840" y="96056"/>
                  <a:pt x="42494" y="94549"/>
                </a:cubicBezTo>
                <a:cubicBezTo>
                  <a:pt x="40987" y="93210"/>
                  <a:pt x="40234" y="91447"/>
                  <a:pt x="40234" y="89267"/>
                </a:cubicBezTo>
                <a:lnTo>
                  <a:pt x="40234" y="47776"/>
                </a:lnTo>
                <a:cubicBezTo>
                  <a:pt x="40234" y="45596"/>
                  <a:pt x="40987" y="43840"/>
                  <a:pt x="42494" y="42494"/>
                </a:cubicBezTo>
                <a:cubicBezTo>
                  <a:pt x="43840" y="40987"/>
                  <a:pt x="45596" y="40234"/>
                  <a:pt x="47776" y="40234"/>
                </a:cubicBezTo>
                <a:lnTo>
                  <a:pt x="89267" y="40234"/>
                </a:lnTo>
                <a:cubicBezTo>
                  <a:pt x="91447" y="40234"/>
                  <a:pt x="93210" y="40987"/>
                  <a:pt x="94549" y="42494"/>
                </a:cubicBezTo>
                <a:cubicBezTo>
                  <a:pt x="96056" y="43840"/>
                  <a:pt x="96809" y="45596"/>
                  <a:pt x="96809" y="47776"/>
                </a:cubicBezTo>
                <a:cubicBezTo>
                  <a:pt x="96809" y="49956"/>
                  <a:pt x="96056" y="51799"/>
                  <a:pt x="94549" y="53313"/>
                </a:cubicBezTo>
                <a:cubicBezTo>
                  <a:pt x="93210" y="54652"/>
                  <a:pt x="91447" y="55325"/>
                  <a:pt x="89267" y="55325"/>
                </a:cubicBezTo>
                <a:lnTo>
                  <a:pt x="66137" y="55325"/>
                </a:lnTo>
                <a:lnTo>
                  <a:pt x="124219" y="113408"/>
                </a:lnTo>
                <a:cubicBezTo>
                  <a:pt x="125565" y="114746"/>
                  <a:pt x="126655" y="116341"/>
                  <a:pt x="127489" y="118184"/>
                </a:cubicBezTo>
                <a:cubicBezTo>
                  <a:pt x="128331" y="120196"/>
                  <a:pt x="128748" y="122208"/>
                  <a:pt x="128748" y="124219"/>
                </a:cubicBezTo>
                <a:lnTo>
                  <a:pt x="128748" y="193626"/>
                </a:lnTo>
                <a:cubicBezTo>
                  <a:pt x="128748" y="195806"/>
                  <a:pt x="127994" y="197562"/>
                  <a:pt x="126487" y="198908"/>
                </a:cubicBezTo>
                <a:cubicBezTo>
                  <a:pt x="125141" y="200415"/>
                  <a:pt x="123385" y="201168"/>
                  <a:pt x="121206" y="201168"/>
                </a:cubicBezTo>
                <a:cubicBezTo>
                  <a:pt x="119026" y="201168"/>
                  <a:pt x="117263" y="200415"/>
                  <a:pt x="115924" y="198908"/>
                </a:cubicBezTo>
                <a:cubicBezTo>
                  <a:pt x="114417" y="197562"/>
                  <a:pt x="113664" y="195806"/>
                  <a:pt x="113664" y="193626"/>
                </a:cubicBezTo>
                <a:lnTo>
                  <a:pt x="113664" y="124219"/>
                </a:lnTo>
                <a:lnTo>
                  <a:pt x="55325" y="65881"/>
                </a:lnTo>
                <a:close/>
                <a:moveTo>
                  <a:pt x="186084" y="65881"/>
                </a:moveTo>
                <a:lnTo>
                  <a:pt x="147357" y="104359"/>
                </a:lnTo>
                <a:cubicBezTo>
                  <a:pt x="145850" y="105866"/>
                  <a:pt x="144087" y="106619"/>
                  <a:pt x="142076" y="106619"/>
                </a:cubicBezTo>
                <a:cubicBezTo>
                  <a:pt x="140064" y="106619"/>
                  <a:pt x="138301" y="105866"/>
                  <a:pt x="136794" y="104359"/>
                </a:cubicBezTo>
                <a:cubicBezTo>
                  <a:pt x="135287" y="102844"/>
                  <a:pt x="134534" y="101089"/>
                  <a:pt x="134534" y="99077"/>
                </a:cubicBezTo>
                <a:cubicBezTo>
                  <a:pt x="134534" y="97065"/>
                  <a:pt x="135287" y="95302"/>
                  <a:pt x="136794" y="93795"/>
                </a:cubicBezTo>
                <a:lnTo>
                  <a:pt x="175265" y="55325"/>
                </a:lnTo>
                <a:lnTo>
                  <a:pt x="152134" y="55325"/>
                </a:lnTo>
                <a:cubicBezTo>
                  <a:pt x="149954" y="55325"/>
                  <a:pt x="148191" y="54564"/>
                  <a:pt x="146853" y="53057"/>
                </a:cubicBezTo>
                <a:cubicBezTo>
                  <a:pt x="145346" y="51718"/>
                  <a:pt x="144592" y="49956"/>
                  <a:pt x="144592" y="47776"/>
                </a:cubicBezTo>
                <a:cubicBezTo>
                  <a:pt x="144592" y="45596"/>
                  <a:pt x="145346" y="43840"/>
                  <a:pt x="146853" y="42494"/>
                </a:cubicBezTo>
                <a:cubicBezTo>
                  <a:pt x="148191" y="40987"/>
                  <a:pt x="149954" y="40234"/>
                  <a:pt x="152134" y="40234"/>
                </a:cubicBezTo>
                <a:lnTo>
                  <a:pt x="193626" y="40234"/>
                </a:lnTo>
                <a:cubicBezTo>
                  <a:pt x="195806" y="40234"/>
                  <a:pt x="197562" y="40987"/>
                  <a:pt x="198908" y="42494"/>
                </a:cubicBezTo>
                <a:cubicBezTo>
                  <a:pt x="200415" y="43840"/>
                  <a:pt x="201168" y="45596"/>
                  <a:pt x="201168" y="47776"/>
                </a:cubicBezTo>
                <a:lnTo>
                  <a:pt x="201168" y="89267"/>
                </a:lnTo>
                <a:cubicBezTo>
                  <a:pt x="201168" y="91447"/>
                  <a:pt x="200415" y="93210"/>
                  <a:pt x="198908" y="94549"/>
                </a:cubicBezTo>
                <a:cubicBezTo>
                  <a:pt x="197562" y="96056"/>
                  <a:pt x="195806" y="96809"/>
                  <a:pt x="193626" y="96809"/>
                </a:cubicBezTo>
                <a:cubicBezTo>
                  <a:pt x="191446" y="96809"/>
                  <a:pt x="189683" y="96056"/>
                  <a:pt x="188344" y="94549"/>
                </a:cubicBezTo>
                <a:cubicBezTo>
                  <a:pt x="186838" y="93210"/>
                  <a:pt x="186084" y="91447"/>
                  <a:pt x="186084" y="89267"/>
                </a:cubicBezTo>
                <a:lnTo>
                  <a:pt x="186084" y="6588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9" name="圖說"/>
          <p:cNvSpPr/>
          <p:nvPr/>
        </p:nvSpPr>
        <p:spPr>
          <a:xfrm>
            <a:off x="7524707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分歧</a:t>
            </a:r>
            <a:endParaRPr lang="en-US" sz="600" dirty="0"/>
          </a:p>
        </p:txBody>
      </p:sp>
      <p:sp>
        <p:nvSpPr>
          <p:cNvPr id="200" name="圖示 合併"/>
          <p:cNvSpPr/>
          <p:nvPr/>
        </p:nvSpPr>
        <p:spPr>
          <a:xfrm>
            <a:off x="8084302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54899"/>
                </a:moveTo>
                <a:lnTo>
                  <a:pt x="69655" y="205945"/>
                </a:lnTo>
                <a:cubicBezTo>
                  <a:pt x="68148" y="207452"/>
                  <a:pt x="66385" y="208213"/>
                  <a:pt x="64374" y="208213"/>
                </a:cubicBezTo>
                <a:cubicBezTo>
                  <a:pt x="62362" y="208213"/>
                  <a:pt x="60599" y="207452"/>
                  <a:pt x="59092" y="205945"/>
                </a:cubicBezTo>
                <a:cubicBezTo>
                  <a:pt x="57585" y="204438"/>
                  <a:pt x="56832" y="202675"/>
                  <a:pt x="56832" y="200663"/>
                </a:cubicBezTo>
                <a:cubicBezTo>
                  <a:pt x="56832" y="198652"/>
                  <a:pt x="57585" y="196896"/>
                  <a:pt x="59092" y="195382"/>
                </a:cubicBezTo>
                <a:lnTo>
                  <a:pt x="103100" y="151381"/>
                </a:lnTo>
                <a:cubicBezTo>
                  <a:pt x="107124" y="147357"/>
                  <a:pt x="109801" y="143671"/>
                  <a:pt x="111147" y="140313"/>
                </a:cubicBezTo>
                <a:cubicBezTo>
                  <a:pt x="112486" y="136962"/>
                  <a:pt x="113159" y="132017"/>
                  <a:pt x="113159" y="125478"/>
                </a:cubicBezTo>
                <a:lnTo>
                  <a:pt x="113159" y="58843"/>
                </a:lnTo>
                <a:lnTo>
                  <a:pt x="95807" y="76195"/>
                </a:lnTo>
                <a:cubicBezTo>
                  <a:pt x="94300" y="77702"/>
                  <a:pt x="92537" y="78456"/>
                  <a:pt x="90526" y="78456"/>
                </a:cubicBezTo>
                <a:cubicBezTo>
                  <a:pt x="88514" y="78456"/>
                  <a:pt x="86751" y="77702"/>
                  <a:pt x="85244" y="76195"/>
                </a:cubicBezTo>
                <a:cubicBezTo>
                  <a:pt x="83737" y="74681"/>
                  <a:pt x="82984" y="72925"/>
                  <a:pt x="82984" y="70914"/>
                </a:cubicBezTo>
                <a:cubicBezTo>
                  <a:pt x="82984" y="68902"/>
                  <a:pt x="83737" y="67139"/>
                  <a:pt x="85244" y="65632"/>
                </a:cubicBezTo>
                <a:lnTo>
                  <a:pt x="115419" y="35457"/>
                </a:lnTo>
                <a:cubicBezTo>
                  <a:pt x="116926" y="33950"/>
                  <a:pt x="118689" y="33196"/>
                  <a:pt x="120701" y="33196"/>
                </a:cubicBezTo>
                <a:cubicBezTo>
                  <a:pt x="122712" y="33196"/>
                  <a:pt x="124475" y="33950"/>
                  <a:pt x="125982" y="35457"/>
                </a:cubicBezTo>
                <a:lnTo>
                  <a:pt x="156158" y="65632"/>
                </a:lnTo>
                <a:cubicBezTo>
                  <a:pt x="157665" y="67139"/>
                  <a:pt x="158418" y="68902"/>
                  <a:pt x="158418" y="70914"/>
                </a:cubicBezTo>
                <a:cubicBezTo>
                  <a:pt x="158418" y="72925"/>
                  <a:pt x="157665" y="74681"/>
                  <a:pt x="156158" y="76195"/>
                </a:cubicBezTo>
                <a:cubicBezTo>
                  <a:pt x="154651" y="77702"/>
                  <a:pt x="152888" y="78456"/>
                  <a:pt x="150876" y="78456"/>
                </a:cubicBezTo>
                <a:cubicBezTo>
                  <a:pt x="148864" y="78456"/>
                  <a:pt x="147101" y="77702"/>
                  <a:pt x="145594" y="76195"/>
                </a:cubicBezTo>
                <a:lnTo>
                  <a:pt x="128243" y="58843"/>
                </a:lnTo>
                <a:lnTo>
                  <a:pt x="128243" y="125478"/>
                </a:lnTo>
                <a:cubicBezTo>
                  <a:pt x="128243" y="132017"/>
                  <a:pt x="128916" y="136962"/>
                  <a:pt x="130254" y="140313"/>
                </a:cubicBezTo>
                <a:cubicBezTo>
                  <a:pt x="131600" y="143671"/>
                  <a:pt x="134278" y="147357"/>
                  <a:pt x="138301" y="151381"/>
                </a:cubicBezTo>
                <a:lnTo>
                  <a:pt x="182309" y="195382"/>
                </a:lnTo>
                <a:cubicBezTo>
                  <a:pt x="183816" y="196896"/>
                  <a:pt x="184570" y="198652"/>
                  <a:pt x="184570" y="200663"/>
                </a:cubicBezTo>
                <a:cubicBezTo>
                  <a:pt x="184570" y="202675"/>
                  <a:pt x="183816" y="204438"/>
                  <a:pt x="182309" y="205945"/>
                </a:cubicBezTo>
                <a:cubicBezTo>
                  <a:pt x="180802" y="207452"/>
                  <a:pt x="179040" y="208213"/>
                  <a:pt x="177028" y="208213"/>
                </a:cubicBezTo>
                <a:cubicBezTo>
                  <a:pt x="175016" y="208213"/>
                  <a:pt x="173253" y="207452"/>
                  <a:pt x="171746" y="205945"/>
                </a:cubicBezTo>
                <a:lnTo>
                  <a:pt x="120701" y="154899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1" name="圖說"/>
          <p:cNvSpPr/>
          <p:nvPr/>
        </p:nvSpPr>
        <p:spPr>
          <a:xfrm>
            <a:off x="7968484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</a:t>
            </a:r>
            <a:endParaRPr lang="en-US" sz="600" dirty="0"/>
          </a:p>
        </p:txBody>
      </p:sp>
      <p:sp>
        <p:nvSpPr>
          <p:cNvPr id="202" name="圖示 路徑"/>
          <p:cNvSpPr/>
          <p:nvPr/>
        </p:nvSpPr>
        <p:spPr>
          <a:xfrm>
            <a:off x="8528078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1609" y="199661"/>
                </a:moveTo>
                <a:cubicBezTo>
                  <a:pt x="54067" y="192119"/>
                  <a:pt x="50292" y="182982"/>
                  <a:pt x="50292" y="172251"/>
                </a:cubicBezTo>
                <a:lnTo>
                  <a:pt x="50292" y="84491"/>
                </a:lnTo>
                <a:cubicBezTo>
                  <a:pt x="44425" y="82311"/>
                  <a:pt x="39648" y="78872"/>
                  <a:pt x="35962" y="74183"/>
                </a:cubicBezTo>
                <a:cubicBezTo>
                  <a:pt x="32106" y="69319"/>
                  <a:pt x="30175" y="63869"/>
                  <a:pt x="30175" y="57834"/>
                </a:cubicBezTo>
                <a:cubicBezTo>
                  <a:pt x="30175" y="50124"/>
                  <a:pt x="32940" y="43584"/>
                  <a:pt x="38471" y="38222"/>
                </a:cubicBezTo>
                <a:cubicBezTo>
                  <a:pt x="43840" y="32860"/>
                  <a:pt x="50372" y="30175"/>
                  <a:pt x="58090" y="30175"/>
                </a:cubicBezTo>
                <a:cubicBezTo>
                  <a:pt x="65632" y="30175"/>
                  <a:pt x="72084" y="32860"/>
                  <a:pt x="77453" y="38222"/>
                </a:cubicBezTo>
                <a:cubicBezTo>
                  <a:pt x="82815" y="43584"/>
                  <a:pt x="85500" y="50124"/>
                  <a:pt x="85500" y="57834"/>
                </a:cubicBezTo>
                <a:cubicBezTo>
                  <a:pt x="85500" y="63869"/>
                  <a:pt x="83649" y="69319"/>
                  <a:pt x="79962" y="74183"/>
                </a:cubicBezTo>
                <a:cubicBezTo>
                  <a:pt x="76107" y="78872"/>
                  <a:pt x="71250" y="82311"/>
                  <a:pt x="65383" y="84491"/>
                </a:cubicBezTo>
                <a:lnTo>
                  <a:pt x="65383" y="172251"/>
                </a:lnTo>
                <a:cubicBezTo>
                  <a:pt x="65383" y="178791"/>
                  <a:pt x="67724" y="184402"/>
                  <a:pt x="72420" y="189098"/>
                </a:cubicBezTo>
                <a:cubicBezTo>
                  <a:pt x="76949" y="193794"/>
                  <a:pt x="82647" y="196142"/>
                  <a:pt x="89523" y="196142"/>
                </a:cubicBezTo>
                <a:cubicBezTo>
                  <a:pt x="96224" y="196142"/>
                  <a:pt x="101842" y="193794"/>
                  <a:pt x="106370" y="189098"/>
                </a:cubicBezTo>
                <a:cubicBezTo>
                  <a:pt x="110891" y="184402"/>
                  <a:pt x="113159" y="178791"/>
                  <a:pt x="113159" y="172251"/>
                </a:cubicBezTo>
                <a:lnTo>
                  <a:pt x="113159" y="69151"/>
                </a:lnTo>
                <a:cubicBezTo>
                  <a:pt x="113159" y="58258"/>
                  <a:pt x="116926" y="49034"/>
                  <a:pt x="124475" y="41492"/>
                </a:cubicBezTo>
                <a:cubicBezTo>
                  <a:pt x="132017" y="33950"/>
                  <a:pt x="141235" y="30175"/>
                  <a:pt x="152134" y="30175"/>
                </a:cubicBezTo>
                <a:cubicBezTo>
                  <a:pt x="163027" y="30175"/>
                  <a:pt x="172251" y="33950"/>
                  <a:pt x="179793" y="41492"/>
                </a:cubicBezTo>
                <a:cubicBezTo>
                  <a:pt x="187335" y="49034"/>
                  <a:pt x="191110" y="58258"/>
                  <a:pt x="191110" y="69151"/>
                </a:cubicBezTo>
                <a:lnTo>
                  <a:pt x="191110" y="156911"/>
                </a:lnTo>
                <a:cubicBezTo>
                  <a:pt x="196976" y="159091"/>
                  <a:pt x="201841" y="162529"/>
                  <a:pt x="205696" y="167218"/>
                </a:cubicBezTo>
                <a:cubicBezTo>
                  <a:pt x="209383" y="172083"/>
                  <a:pt x="211226" y="177533"/>
                  <a:pt x="211226" y="183568"/>
                </a:cubicBezTo>
                <a:cubicBezTo>
                  <a:pt x="211226" y="191110"/>
                  <a:pt x="208542" y="197649"/>
                  <a:pt x="203180" y="203180"/>
                </a:cubicBezTo>
                <a:cubicBezTo>
                  <a:pt x="197818" y="208542"/>
                  <a:pt x="191278" y="211226"/>
                  <a:pt x="183568" y="211226"/>
                </a:cubicBezTo>
                <a:cubicBezTo>
                  <a:pt x="176026" y="211226"/>
                  <a:pt x="169566" y="208542"/>
                  <a:pt x="164204" y="203180"/>
                </a:cubicBezTo>
                <a:cubicBezTo>
                  <a:pt x="158674" y="197649"/>
                  <a:pt x="155909" y="191110"/>
                  <a:pt x="155909" y="183568"/>
                </a:cubicBezTo>
                <a:cubicBezTo>
                  <a:pt x="155909" y="177533"/>
                  <a:pt x="157833" y="172083"/>
                  <a:pt x="161688" y="167218"/>
                </a:cubicBezTo>
                <a:cubicBezTo>
                  <a:pt x="165375" y="162361"/>
                  <a:pt x="170152" y="158923"/>
                  <a:pt x="176026" y="156911"/>
                </a:cubicBezTo>
                <a:lnTo>
                  <a:pt x="176026" y="69151"/>
                </a:lnTo>
                <a:cubicBezTo>
                  <a:pt x="176026" y="62443"/>
                  <a:pt x="173758" y="56832"/>
                  <a:pt x="169230" y="52304"/>
                </a:cubicBezTo>
                <a:cubicBezTo>
                  <a:pt x="164541" y="47607"/>
                  <a:pt x="158842" y="45266"/>
                  <a:pt x="152134" y="45266"/>
                </a:cubicBezTo>
                <a:cubicBezTo>
                  <a:pt x="145426" y="45266"/>
                  <a:pt x="139815" y="47607"/>
                  <a:pt x="135287" y="52304"/>
                </a:cubicBezTo>
                <a:cubicBezTo>
                  <a:pt x="130591" y="56832"/>
                  <a:pt x="128243" y="62443"/>
                  <a:pt x="128243" y="69151"/>
                </a:cubicBezTo>
                <a:lnTo>
                  <a:pt x="128243" y="172251"/>
                </a:lnTo>
                <a:cubicBezTo>
                  <a:pt x="128243" y="182982"/>
                  <a:pt x="124475" y="192119"/>
                  <a:pt x="116926" y="199661"/>
                </a:cubicBezTo>
                <a:cubicBezTo>
                  <a:pt x="109384" y="207371"/>
                  <a:pt x="100167" y="211226"/>
                  <a:pt x="89267" y="211226"/>
                </a:cubicBezTo>
                <a:cubicBezTo>
                  <a:pt x="78375" y="211226"/>
                  <a:pt x="69151" y="207371"/>
                  <a:pt x="61609" y="199661"/>
                </a:cubicBezTo>
                <a:close/>
                <a:moveTo>
                  <a:pt x="58090" y="70409"/>
                </a:moveTo>
                <a:cubicBezTo>
                  <a:pt x="61440" y="70409"/>
                  <a:pt x="64374" y="69151"/>
                  <a:pt x="66890" y="66634"/>
                </a:cubicBezTo>
                <a:cubicBezTo>
                  <a:pt x="69238" y="64125"/>
                  <a:pt x="70409" y="61192"/>
                  <a:pt x="70409" y="57834"/>
                </a:cubicBezTo>
                <a:cubicBezTo>
                  <a:pt x="70409" y="54315"/>
                  <a:pt x="69238" y="51382"/>
                  <a:pt x="66890" y="49034"/>
                </a:cubicBezTo>
                <a:cubicBezTo>
                  <a:pt x="64374" y="46517"/>
                  <a:pt x="61360" y="45266"/>
                  <a:pt x="57834" y="45266"/>
                </a:cubicBezTo>
                <a:cubicBezTo>
                  <a:pt x="54484" y="45266"/>
                  <a:pt x="51550" y="46437"/>
                  <a:pt x="49034" y="48785"/>
                </a:cubicBezTo>
                <a:cubicBezTo>
                  <a:pt x="46517" y="51301"/>
                  <a:pt x="45266" y="54315"/>
                  <a:pt x="45266" y="57834"/>
                </a:cubicBezTo>
                <a:cubicBezTo>
                  <a:pt x="45266" y="61192"/>
                  <a:pt x="46517" y="64125"/>
                  <a:pt x="49034" y="66634"/>
                </a:cubicBezTo>
                <a:cubicBezTo>
                  <a:pt x="51550" y="69151"/>
                  <a:pt x="54564" y="70409"/>
                  <a:pt x="58090" y="70409"/>
                </a:cubicBezTo>
                <a:close/>
                <a:moveTo>
                  <a:pt x="183816" y="196142"/>
                </a:moveTo>
                <a:cubicBezTo>
                  <a:pt x="187167" y="196142"/>
                  <a:pt x="190107" y="194884"/>
                  <a:pt x="192617" y="192368"/>
                </a:cubicBezTo>
                <a:cubicBezTo>
                  <a:pt x="194965" y="189851"/>
                  <a:pt x="196142" y="186918"/>
                  <a:pt x="196142" y="183568"/>
                </a:cubicBezTo>
                <a:cubicBezTo>
                  <a:pt x="196142" y="180049"/>
                  <a:pt x="194965" y="177108"/>
                  <a:pt x="192617" y="174767"/>
                </a:cubicBezTo>
                <a:cubicBezTo>
                  <a:pt x="190107" y="172251"/>
                  <a:pt x="187086" y="170993"/>
                  <a:pt x="183568" y="170993"/>
                </a:cubicBezTo>
                <a:cubicBezTo>
                  <a:pt x="180210" y="170993"/>
                  <a:pt x="177277" y="172163"/>
                  <a:pt x="174767" y="174511"/>
                </a:cubicBezTo>
                <a:cubicBezTo>
                  <a:pt x="172251" y="177028"/>
                  <a:pt x="170993" y="180049"/>
                  <a:pt x="170993" y="183568"/>
                </a:cubicBezTo>
                <a:cubicBezTo>
                  <a:pt x="170993" y="186918"/>
                  <a:pt x="172251" y="189851"/>
                  <a:pt x="174767" y="192368"/>
                </a:cubicBezTo>
                <a:cubicBezTo>
                  <a:pt x="177277" y="194884"/>
                  <a:pt x="180298" y="196142"/>
                  <a:pt x="183816" y="196142"/>
                </a:cubicBezTo>
                <a:close/>
                <a:moveTo>
                  <a:pt x="57834" y="57834"/>
                </a:moveTo>
                <a:close/>
                <a:moveTo>
                  <a:pt x="183568" y="183568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3" name="圖說"/>
          <p:cNvSpPr/>
          <p:nvPr/>
        </p:nvSpPr>
        <p:spPr>
          <a:xfrm>
            <a:off x="8412261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</a:t>
            </a:r>
            <a:endParaRPr lang="en-US" sz="600" dirty="0"/>
          </a:p>
        </p:txBody>
      </p:sp>
      <p:sp>
        <p:nvSpPr>
          <p:cNvPr id="204" name="圖示 付款"/>
          <p:cNvSpPr/>
          <p:nvPr/>
        </p:nvSpPr>
        <p:spPr>
          <a:xfrm>
            <a:off x="8971855" y="3028493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35792" y="135792"/>
                </a:moveTo>
                <a:cubicBezTo>
                  <a:pt x="127409" y="135792"/>
                  <a:pt x="120284" y="132851"/>
                  <a:pt x="114417" y="126985"/>
                </a:cubicBezTo>
                <a:cubicBezTo>
                  <a:pt x="108550" y="121118"/>
                  <a:pt x="105617" y="113993"/>
                  <a:pt x="105617" y="105617"/>
                </a:cubicBezTo>
                <a:cubicBezTo>
                  <a:pt x="105617" y="97234"/>
                  <a:pt x="108550" y="90109"/>
                  <a:pt x="114417" y="84242"/>
                </a:cubicBezTo>
                <a:cubicBezTo>
                  <a:pt x="120284" y="78375"/>
                  <a:pt x="127409" y="75442"/>
                  <a:pt x="135792" y="75442"/>
                </a:cubicBezTo>
                <a:cubicBezTo>
                  <a:pt x="144168" y="75442"/>
                  <a:pt x="151293" y="78375"/>
                  <a:pt x="157160" y="84242"/>
                </a:cubicBezTo>
                <a:cubicBezTo>
                  <a:pt x="163027" y="90109"/>
                  <a:pt x="165967" y="97234"/>
                  <a:pt x="165967" y="105617"/>
                </a:cubicBezTo>
                <a:cubicBezTo>
                  <a:pt x="165967" y="113993"/>
                  <a:pt x="163027" y="121118"/>
                  <a:pt x="157160" y="126985"/>
                </a:cubicBezTo>
                <a:cubicBezTo>
                  <a:pt x="151293" y="132851"/>
                  <a:pt x="144168" y="135792"/>
                  <a:pt x="135792" y="135792"/>
                </a:cubicBezTo>
                <a:close/>
                <a:moveTo>
                  <a:pt x="55325" y="170993"/>
                </a:moveTo>
                <a:cubicBezTo>
                  <a:pt x="51133" y="170993"/>
                  <a:pt x="47607" y="169486"/>
                  <a:pt x="44762" y="166465"/>
                </a:cubicBezTo>
                <a:cubicBezTo>
                  <a:pt x="41741" y="163619"/>
                  <a:pt x="40234" y="160093"/>
                  <a:pt x="40234" y="155909"/>
                </a:cubicBezTo>
                <a:lnTo>
                  <a:pt x="40234" y="55325"/>
                </a:lnTo>
                <a:cubicBezTo>
                  <a:pt x="40234" y="51133"/>
                  <a:pt x="41741" y="47607"/>
                  <a:pt x="44762" y="44762"/>
                </a:cubicBezTo>
                <a:cubicBezTo>
                  <a:pt x="47607" y="41741"/>
                  <a:pt x="51133" y="40234"/>
                  <a:pt x="55325" y="40234"/>
                </a:cubicBezTo>
                <a:lnTo>
                  <a:pt x="216259" y="40234"/>
                </a:lnTo>
                <a:cubicBezTo>
                  <a:pt x="220444" y="40234"/>
                  <a:pt x="223969" y="41741"/>
                  <a:pt x="226815" y="44762"/>
                </a:cubicBezTo>
                <a:cubicBezTo>
                  <a:pt x="229836" y="47607"/>
                  <a:pt x="231343" y="51133"/>
                  <a:pt x="231343" y="55325"/>
                </a:cubicBezTo>
                <a:lnTo>
                  <a:pt x="231343" y="155909"/>
                </a:lnTo>
                <a:cubicBezTo>
                  <a:pt x="231343" y="160093"/>
                  <a:pt x="229836" y="163619"/>
                  <a:pt x="226815" y="166465"/>
                </a:cubicBezTo>
                <a:cubicBezTo>
                  <a:pt x="223969" y="169486"/>
                  <a:pt x="220444" y="170993"/>
                  <a:pt x="216259" y="170993"/>
                </a:cubicBezTo>
                <a:lnTo>
                  <a:pt x="55325" y="170993"/>
                </a:lnTo>
                <a:close/>
                <a:moveTo>
                  <a:pt x="80467" y="155909"/>
                </a:moveTo>
                <a:lnTo>
                  <a:pt x="191110" y="155909"/>
                </a:lnTo>
                <a:cubicBezTo>
                  <a:pt x="191110" y="148864"/>
                  <a:pt x="193538" y="142910"/>
                  <a:pt x="198403" y="138052"/>
                </a:cubicBezTo>
                <a:cubicBezTo>
                  <a:pt x="203260" y="133188"/>
                  <a:pt x="209215" y="130759"/>
                  <a:pt x="216259" y="130759"/>
                </a:cubicBezTo>
                <a:lnTo>
                  <a:pt x="216259" y="80467"/>
                </a:lnTo>
                <a:cubicBezTo>
                  <a:pt x="209215" y="80467"/>
                  <a:pt x="203260" y="78039"/>
                  <a:pt x="198403" y="73174"/>
                </a:cubicBezTo>
                <a:cubicBezTo>
                  <a:pt x="193538" y="68317"/>
                  <a:pt x="191110" y="62362"/>
                  <a:pt x="191110" y="55325"/>
                </a:cubicBezTo>
                <a:lnTo>
                  <a:pt x="80467" y="55325"/>
                </a:lnTo>
                <a:cubicBezTo>
                  <a:pt x="80467" y="62362"/>
                  <a:pt x="78039" y="68317"/>
                  <a:pt x="73174" y="73174"/>
                </a:cubicBezTo>
                <a:cubicBezTo>
                  <a:pt x="68317" y="78039"/>
                  <a:pt x="62362" y="80467"/>
                  <a:pt x="55325" y="80467"/>
                </a:cubicBezTo>
                <a:lnTo>
                  <a:pt x="55325" y="130759"/>
                </a:lnTo>
                <a:cubicBezTo>
                  <a:pt x="62362" y="130759"/>
                  <a:pt x="68317" y="133188"/>
                  <a:pt x="73174" y="138052"/>
                </a:cubicBezTo>
                <a:cubicBezTo>
                  <a:pt x="78039" y="142910"/>
                  <a:pt x="80467" y="148864"/>
                  <a:pt x="80467" y="155909"/>
                </a:cubicBezTo>
                <a:close/>
                <a:moveTo>
                  <a:pt x="193626" y="201168"/>
                </a:moveTo>
                <a:lnTo>
                  <a:pt x="25150" y="201168"/>
                </a:lnTo>
                <a:cubicBezTo>
                  <a:pt x="20958" y="201168"/>
                  <a:pt x="17432" y="199661"/>
                  <a:pt x="14587" y="196640"/>
                </a:cubicBezTo>
                <a:cubicBezTo>
                  <a:pt x="11565" y="193794"/>
                  <a:pt x="10058" y="190268"/>
                  <a:pt x="10058" y="186084"/>
                </a:cubicBezTo>
                <a:lnTo>
                  <a:pt x="10058" y="77951"/>
                </a:lnTo>
                <a:cubicBezTo>
                  <a:pt x="10058" y="75771"/>
                  <a:pt x="10812" y="74015"/>
                  <a:pt x="12319" y="72669"/>
                </a:cubicBezTo>
                <a:cubicBezTo>
                  <a:pt x="13665" y="71162"/>
                  <a:pt x="15420" y="70409"/>
                  <a:pt x="17600" y="70409"/>
                </a:cubicBezTo>
                <a:cubicBezTo>
                  <a:pt x="19780" y="70409"/>
                  <a:pt x="21624" y="71162"/>
                  <a:pt x="23138" y="72669"/>
                </a:cubicBezTo>
                <a:cubicBezTo>
                  <a:pt x="24477" y="74015"/>
                  <a:pt x="25150" y="75771"/>
                  <a:pt x="25150" y="77951"/>
                </a:cubicBezTo>
                <a:lnTo>
                  <a:pt x="25150" y="186084"/>
                </a:lnTo>
                <a:lnTo>
                  <a:pt x="193626" y="186084"/>
                </a:lnTo>
                <a:cubicBezTo>
                  <a:pt x="195806" y="186084"/>
                  <a:pt x="197562" y="186838"/>
                  <a:pt x="198908" y="188344"/>
                </a:cubicBezTo>
                <a:cubicBezTo>
                  <a:pt x="200415" y="189683"/>
                  <a:pt x="201168" y="191446"/>
                  <a:pt x="201168" y="193626"/>
                </a:cubicBezTo>
                <a:cubicBezTo>
                  <a:pt x="201168" y="195806"/>
                  <a:pt x="200415" y="197649"/>
                  <a:pt x="198908" y="199156"/>
                </a:cubicBezTo>
                <a:cubicBezTo>
                  <a:pt x="197562" y="200495"/>
                  <a:pt x="195806" y="201168"/>
                  <a:pt x="193626" y="201168"/>
                </a:cubicBezTo>
                <a:close/>
                <a:moveTo>
                  <a:pt x="55325" y="155909"/>
                </a:moveTo>
                <a:lnTo>
                  <a:pt x="55325" y="55325"/>
                </a:lnTo>
                <a:lnTo>
                  <a:pt x="55325" y="155909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5" name="圖說"/>
          <p:cNvSpPr/>
          <p:nvPr/>
        </p:nvSpPr>
        <p:spPr>
          <a:xfrm>
            <a:off x="8856037" y="3291840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付款</a:t>
            </a:r>
            <a:endParaRPr lang="en-US" sz="600" dirty="0"/>
          </a:p>
        </p:txBody>
      </p:sp>
      <p:sp>
        <p:nvSpPr>
          <p:cNvPr id="206" name="圖示 金額"/>
          <p:cNvSpPr/>
          <p:nvPr/>
        </p:nvSpPr>
        <p:spPr>
          <a:xfrm>
            <a:off x="540100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950" y="211226"/>
                </a:moveTo>
                <a:cubicBezTo>
                  <a:pt x="118770" y="211226"/>
                  <a:pt x="117014" y="210553"/>
                  <a:pt x="115675" y="209215"/>
                </a:cubicBezTo>
                <a:cubicBezTo>
                  <a:pt x="114161" y="207708"/>
                  <a:pt x="113408" y="205864"/>
                  <a:pt x="113408" y="203684"/>
                </a:cubicBezTo>
                <a:lnTo>
                  <a:pt x="113408" y="190107"/>
                </a:lnTo>
                <a:cubicBezTo>
                  <a:pt x="105361" y="188761"/>
                  <a:pt x="98492" y="185916"/>
                  <a:pt x="92786" y="181556"/>
                </a:cubicBezTo>
                <a:cubicBezTo>
                  <a:pt x="87087" y="177196"/>
                  <a:pt x="82647" y="171666"/>
                  <a:pt x="79465" y="164958"/>
                </a:cubicBezTo>
                <a:cubicBezTo>
                  <a:pt x="78624" y="163114"/>
                  <a:pt x="78624" y="161183"/>
                  <a:pt x="79465" y="159171"/>
                </a:cubicBezTo>
                <a:cubicBezTo>
                  <a:pt x="80299" y="157160"/>
                  <a:pt x="81725" y="155741"/>
                  <a:pt x="83737" y="154899"/>
                </a:cubicBezTo>
                <a:cubicBezTo>
                  <a:pt x="85581" y="154058"/>
                  <a:pt x="87512" y="154058"/>
                  <a:pt x="89523" y="154899"/>
                </a:cubicBezTo>
                <a:cubicBezTo>
                  <a:pt x="91367" y="155741"/>
                  <a:pt x="92786" y="157079"/>
                  <a:pt x="93795" y="158923"/>
                </a:cubicBezTo>
                <a:cubicBezTo>
                  <a:pt x="96809" y="164621"/>
                  <a:pt x="100752" y="168901"/>
                  <a:pt x="105617" y="171746"/>
                </a:cubicBezTo>
                <a:cubicBezTo>
                  <a:pt x="110474" y="174599"/>
                  <a:pt x="116092" y="176026"/>
                  <a:pt x="122464" y="176026"/>
                </a:cubicBezTo>
                <a:cubicBezTo>
                  <a:pt x="130510" y="176026"/>
                  <a:pt x="137131" y="174014"/>
                  <a:pt x="142325" y="169991"/>
                </a:cubicBezTo>
                <a:cubicBezTo>
                  <a:pt x="147526" y="165967"/>
                  <a:pt x="150123" y="160430"/>
                  <a:pt x="150123" y="153392"/>
                </a:cubicBezTo>
                <a:cubicBezTo>
                  <a:pt x="150123" y="146011"/>
                  <a:pt x="147862" y="140313"/>
                  <a:pt x="143334" y="136289"/>
                </a:cubicBezTo>
                <a:cubicBezTo>
                  <a:pt x="138638" y="132266"/>
                  <a:pt x="129918" y="128162"/>
                  <a:pt x="117182" y="123971"/>
                </a:cubicBezTo>
                <a:cubicBezTo>
                  <a:pt x="105112" y="120116"/>
                  <a:pt x="96144" y="115002"/>
                  <a:pt x="90277" y="108631"/>
                </a:cubicBezTo>
                <a:cubicBezTo>
                  <a:pt x="84242" y="102259"/>
                  <a:pt x="81221" y="94300"/>
                  <a:pt x="81221" y="84739"/>
                </a:cubicBezTo>
                <a:cubicBezTo>
                  <a:pt x="81221" y="75522"/>
                  <a:pt x="84242" y="67812"/>
                  <a:pt x="90277" y="61609"/>
                </a:cubicBezTo>
                <a:cubicBezTo>
                  <a:pt x="96144" y="55405"/>
                  <a:pt x="103854" y="51887"/>
                  <a:pt x="113408" y="51045"/>
                </a:cubicBezTo>
                <a:lnTo>
                  <a:pt x="113408" y="37717"/>
                </a:lnTo>
                <a:cubicBezTo>
                  <a:pt x="113408" y="35537"/>
                  <a:pt x="114161" y="33782"/>
                  <a:pt x="115675" y="32436"/>
                </a:cubicBezTo>
                <a:cubicBezTo>
                  <a:pt x="117014" y="30929"/>
                  <a:pt x="118770" y="30175"/>
                  <a:pt x="120950" y="30175"/>
                </a:cubicBezTo>
                <a:cubicBezTo>
                  <a:pt x="123129" y="30175"/>
                  <a:pt x="124973" y="30929"/>
                  <a:pt x="126487" y="32436"/>
                </a:cubicBezTo>
                <a:cubicBezTo>
                  <a:pt x="127826" y="33782"/>
                  <a:pt x="128499" y="35537"/>
                  <a:pt x="128499" y="37717"/>
                </a:cubicBezTo>
                <a:lnTo>
                  <a:pt x="128499" y="51045"/>
                </a:lnTo>
                <a:cubicBezTo>
                  <a:pt x="134534" y="51887"/>
                  <a:pt x="139976" y="53730"/>
                  <a:pt x="144841" y="56576"/>
                </a:cubicBezTo>
                <a:cubicBezTo>
                  <a:pt x="149537" y="59429"/>
                  <a:pt x="153473" y="63116"/>
                  <a:pt x="156662" y="67644"/>
                </a:cubicBezTo>
                <a:cubicBezTo>
                  <a:pt x="157833" y="69319"/>
                  <a:pt x="158081" y="71162"/>
                  <a:pt x="157416" y="73174"/>
                </a:cubicBezTo>
                <a:cubicBezTo>
                  <a:pt x="156743" y="75017"/>
                  <a:pt x="155404" y="76363"/>
                  <a:pt x="153392" y="77197"/>
                </a:cubicBezTo>
                <a:cubicBezTo>
                  <a:pt x="151549" y="78039"/>
                  <a:pt x="149618" y="78119"/>
                  <a:pt x="147606" y="77453"/>
                </a:cubicBezTo>
                <a:cubicBezTo>
                  <a:pt x="145594" y="76780"/>
                  <a:pt x="143919" y="75522"/>
                  <a:pt x="142581" y="73679"/>
                </a:cubicBezTo>
                <a:cubicBezTo>
                  <a:pt x="140232" y="70658"/>
                  <a:pt x="137379" y="68478"/>
                  <a:pt x="134029" y="67139"/>
                </a:cubicBezTo>
                <a:cubicBezTo>
                  <a:pt x="130510" y="65632"/>
                  <a:pt x="126319" y="64879"/>
                  <a:pt x="121454" y="64879"/>
                </a:cubicBezTo>
                <a:cubicBezTo>
                  <a:pt x="113744" y="64879"/>
                  <a:pt x="107629" y="66634"/>
                  <a:pt x="103100" y="70160"/>
                </a:cubicBezTo>
                <a:cubicBezTo>
                  <a:pt x="98572" y="73679"/>
                  <a:pt x="96312" y="78456"/>
                  <a:pt x="96312" y="84491"/>
                </a:cubicBezTo>
                <a:cubicBezTo>
                  <a:pt x="96312" y="90862"/>
                  <a:pt x="98821" y="96056"/>
                  <a:pt x="103854" y="100079"/>
                </a:cubicBezTo>
                <a:cubicBezTo>
                  <a:pt x="108879" y="103934"/>
                  <a:pt x="118184" y="107958"/>
                  <a:pt x="131769" y="112149"/>
                </a:cubicBezTo>
                <a:cubicBezTo>
                  <a:pt x="143166" y="115675"/>
                  <a:pt x="151629" y="120781"/>
                  <a:pt x="157160" y="127489"/>
                </a:cubicBezTo>
                <a:cubicBezTo>
                  <a:pt x="162529" y="134029"/>
                  <a:pt x="165206" y="142325"/>
                  <a:pt x="165206" y="152383"/>
                </a:cubicBezTo>
                <a:cubicBezTo>
                  <a:pt x="165206" y="162946"/>
                  <a:pt x="162105" y="171498"/>
                  <a:pt x="155909" y="178037"/>
                </a:cubicBezTo>
                <a:cubicBezTo>
                  <a:pt x="149706" y="184402"/>
                  <a:pt x="140569" y="188513"/>
                  <a:pt x="128499" y="190356"/>
                </a:cubicBezTo>
                <a:lnTo>
                  <a:pt x="128499" y="203684"/>
                </a:lnTo>
                <a:cubicBezTo>
                  <a:pt x="128499" y="205864"/>
                  <a:pt x="127826" y="207708"/>
                  <a:pt x="126487" y="209215"/>
                </a:cubicBezTo>
                <a:cubicBezTo>
                  <a:pt x="124973" y="210553"/>
                  <a:pt x="123129" y="211226"/>
                  <a:pt x="120950" y="211226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7" name="圖說"/>
          <p:cNvSpPr/>
          <p:nvPr/>
        </p:nvSpPr>
        <p:spPr>
          <a:xfrm>
            <a:off x="424282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金額</a:t>
            </a:r>
            <a:endParaRPr lang="en-US" sz="600" dirty="0"/>
          </a:p>
        </p:txBody>
      </p:sp>
      <p:sp>
        <p:nvSpPr>
          <p:cNvPr id="208" name="圖示 收益"/>
          <p:cNvSpPr/>
          <p:nvPr/>
        </p:nvSpPr>
        <p:spPr>
          <a:xfrm>
            <a:off x="98387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21285"/>
                </a:moveTo>
                <a:cubicBezTo>
                  <a:pt x="106956" y="221285"/>
                  <a:pt x="93964" y="218688"/>
                  <a:pt x="81725" y="213487"/>
                </a:cubicBezTo>
                <a:cubicBezTo>
                  <a:pt x="69487" y="208125"/>
                  <a:pt x="58843" y="200919"/>
                  <a:pt x="49787" y="191863"/>
                </a:cubicBezTo>
                <a:cubicBezTo>
                  <a:pt x="40570" y="182646"/>
                  <a:pt x="33357" y="171915"/>
                  <a:pt x="28164" y="159676"/>
                </a:cubicBezTo>
                <a:cubicBezTo>
                  <a:pt x="22801" y="147438"/>
                  <a:pt x="20117" y="134446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570" y="58587"/>
                  <a:pt x="49787" y="49539"/>
                </a:cubicBezTo>
                <a:cubicBezTo>
                  <a:pt x="58843" y="40482"/>
                  <a:pt x="69487" y="33357"/>
                  <a:pt x="81725" y="28164"/>
                </a:cubicBezTo>
                <a:cubicBezTo>
                  <a:pt x="93964" y="22801"/>
                  <a:pt x="106956" y="20117"/>
                  <a:pt x="120701" y="20117"/>
                </a:cubicBezTo>
                <a:cubicBezTo>
                  <a:pt x="134614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446"/>
                  <a:pt x="218688" y="147438"/>
                  <a:pt x="213487" y="159676"/>
                </a:cubicBezTo>
                <a:cubicBezTo>
                  <a:pt x="208125" y="171915"/>
                  <a:pt x="200919" y="182646"/>
                  <a:pt x="191863" y="191863"/>
                </a:cubicBezTo>
                <a:cubicBezTo>
                  <a:pt x="182814" y="200919"/>
                  <a:pt x="172163" y="208125"/>
                  <a:pt x="159932" y="213487"/>
                </a:cubicBezTo>
                <a:cubicBezTo>
                  <a:pt x="147694" y="218688"/>
                  <a:pt x="134614" y="221285"/>
                  <a:pt x="120701" y="221285"/>
                </a:cubicBezTo>
                <a:close/>
                <a:moveTo>
                  <a:pt x="120701" y="206201"/>
                </a:moveTo>
                <a:cubicBezTo>
                  <a:pt x="144504" y="206201"/>
                  <a:pt x="164709" y="197898"/>
                  <a:pt x="181300" y="181300"/>
                </a:cubicBezTo>
                <a:cubicBezTo>
                  <a:pt x="197898" y="164541"/>
                  <a:pt x="206201" y="144336"/>
                  <a:pt x="206201" y="120701"/>
                </a:cubicBezTo>
                <a:cubicBezTo>
                  <a:pt x="206201" y="96897"/>
                  <a:pt x="197898" y="76693"/>
                  <a:pt x="181300" y="60102"/>
                </a:cubicBezTo>
                <a:cubicBezTo>
                  <a:pt x="164709" y="43503"/>
                  <a:pt x="144504" y="35208"/>
                  <a:pt x="120701" y="35208"/>
                </a:cubicBezTo>
                <a:cubicBezTo>
                  <a:pt x="97065" y="35208"/>
                  <a:pt x="76949" y="43503"/>
                  <a:pt x="60350" y="60102"/>
                </a:cubicBezTo>
                <a:cubicBezTo>
                  <a:pt x="43584" y="76693"/>
                  <a:pt x="35208" y="96897"/>
                  <a:pt x="35208" y="120701"/>
                </a:cubicBezTo>
                <a:cubicBezTo>
                  <a:pt x="35208" y="144336"/>
                  <a:pt x="43584" y="164541"/>
                  <a:pt x="60350" y="181300"/>
                </a:cubicBezTo>
                <a:cubicBezTo>
                  <a:pt x="76949" y="197898"/>
                  <a:pt x="97065" y="206201"/>
                  <a:pt x="120701" y="206201"/>
                </a:cubicBezTo>
                <a:close/>
                <a:moveTo>
                  <a:pt x="120701" y="120701"/>
                </a:moveTo>
                <a:close/>
                <a:moveTo>
                  <a:pt x="125229" y="190861"/>
                </a:moveTo>
                <a:cubicBezTo>
                  <a:pt x="126568" y="189347"/>
                  <a:pt x="127241" y="187671"/>
                  <a:pt x="127241" y="185828"/>
                </a:cubicBezTo>
                <a:lnTo>
                  <a:pt x="127241" y="179793"/>
                </a:lnTo>
                <a:cubicBezTo>
                  <a:pt x="137299" y="178623"/>
                  <a:pt x="145258" y="175265"/>
                  <a:pt x="151125" y="169735"/>
                </a:cubicBezTo>
                <a:cubicBezTo>
                  <a:pt x="156831" y="164036"/>
                  <a:pt x="159676" y="156831"/>
                  <a:pt x="159676" y="148111"/>
                </a:cubicBezTo>
                <a:cubicBezTo>
                  <a:pt x="159676" y="139391"/>
                  <a:pt x="157328" y="132434"/>
                  <a:pt x="152639" y="127241"/>
                </a:cubicBezTo>
                <a:cubicBezTo>
                  <a:pt x="147774" y="122039"/>
                  <a:pt x="139479" y="117519"/>
                  <a:pt x="127745" y="113664"/>
                </a:cubicBezTo>
                <a:cubicBezTo>
                  <a:pt x="117182" y="110138"/>
                  <a:pt x="109969" y="106700"/>
                  <a:pt x="106114" y="103349"/>
                </a:cubicBezTo>
                <a:cubicBezTo>
                  <a:pt x="102091" y="99831"/>
                  <a:pt x="100079" y="95302"/>
                  <a:pt x="100079" y="89772"/>
                </a:cubicBezTo>
                <a:cubicBezTo>
                  <a:pt x="100079" y="84571"/>
                  <a:pt x="102010" y="80548"/>
                  <a:pt x="105866" y="77702"/>
                </a:cubicBezTo>
                <a:cubicBezTo>
                  <a:pt x="109552" y="74681"/>
                  <a:pt x="114666" y="73174"/>
                  <a:pt x="121206" y="73174"/>
                </a:cubicBezTo>
                <a:cubicBezTo>
                  <a:pt x="125229" y="73174"/>
                  <a:pt x="128828" y="73927"/>
                  <a:pt x="132017" y="75442"/>
                </a:cubicBezTo>
                <a:cubicBezTo>
                  <a:pt x="135200" y="76949"/>
                  <a:pt x="137965" y="79209"/>
                  <a:pt x="140313" y="82230"/>
                </a:cubicBezTo>
                <a:cubicBezTo>
                  <a:pt x="141491" y="83569"/>
                  <a:pt x="142910" y="84491"/>
                  <a:pt x="144592" y="84995"/>
                </a:cubicBezTo>
                <a:cubicBezTo>
                  <a:pt x="146267" y="85500"/>
                  <a:pt x="147862" y="85332"/>
                  <a:pt x="149369" y="84491"/>
                </a:cubicBezTo>
                <a:cubicBezTo>
                  <a:pt x="151212" y="83649"/>
                  <a:pt x="152471" y="82311"/>
                  <a:pt x="153136" y="80467"/>
                </a:cubicBezTo>
                <a:cubicBezTo>
                  <a:pt x="153641" y="78624"/>
                  <a:pt x="153305" y="76949"/>
                  <a:pt x="152134" y="75442"/>
                </a:cubicBezTo>
                <a:cubicBezTo>
                  <a:pt x="149281" y="71418"/>
                  <a:pt x="145850" y="68229"/>
                  <a:pt x="141827" y="65881"/>
                </a:cubicBezTo>
                <a:cubicBezTo>
                  <a:pt x="137635" y="63533"/>
                  <a:pt x="132939" y="62113"/>
                  <a:pt x="127745" y="61609"/>
                </a:cubicBezTo>
                <a:lnTo>
                  <a:pt x="127745" y="55574"/>
                </a:lnTo>
                <a:cubicBezTo>
                  <a:pt x="127745" y="53730"/>
                  <a:pt x="127072" y="52135"/>
                  <a:pt x="125734" y="50797"/>
                </a:cubicBezTo>
                <a:cubicBezTo>
                  <a:pt x="124388" y="49451"/>
                  <a:pt x="122793" y="48785"/>
                  <a:pt x="120950" y="48785"/>
                </a:cubicBezTo>
                <a:cubicBezTo>
                  <a:pt x="119106" y="48785"/>
                  <a:pt x="117519" y="49451"/>
                  <a:pt x="116173" y="50797"/>
                </a:cubicBezTo>
                <a:cubicBezTo>
                  <a:pt x="114666" y="52135"/>
                  <a:pt x="113912" y="53730"/>
                  <a:pt x="113912" y="55574"/>
                </a:cubicBezTo>
                <a:lnTo>
                  <a:pt x="113912" y="61609"/>
                </a:lnTo>
                <a:cubicBezTo>
                  <a:pt x="105361" y="62779"/>
                  <a:pt x="98653" y="65881"/>
                  <a:pt x="93795" y="70914"/>
                </a:cubicBezTo>
                <a:cubicBezTo>
                  <a:pt x="88763" y="75939"/>
                  <a:pt x="86254" y="82230"/>
                  <a:pt x="86254" y="89772"/>
                </a:cubicBezTo>
                <a:cubicBezTo>
                  <a:pt x="86254" y="97987"/>
                  <a:pt x="88433" y="104527"/>
                  <a:pt x="92786" y="109384"/>
                </a:cubicBezTo>
                <a:cubicBezTo>
                  <a:pt x="96978" y="114249"/>
                  <a:pt x="104856" y="118857"/>
                  <a:pt x="116429" y="123217"/>
                </a:cubicBezTo>
                <a:cubicBezTo>
                  <a:pt x="128331" y="127745"/>
                  <a:pt x="136209" y="131681"/>
                  <a:pt x="140064" y="135031"/>
                </a:cubicBezTo>
                <a:cubicBezTo>
                  <a:pt x="143919" y="138389"/>
                  <a:pt x="145850" y="142749"/>
                  <a:pt x="145850" y="148111"/>
                </a:cubicBezTo>
                <a:cubicBezTo>
                  <a:pt x="145850" y="153641"/>
                  <a:pt x="143583" y="158338"/>
                  <a:pt x="139055" y="162193"/>
                </a:cubicBezTo>
                <a:cubicBezTo>
                  <a:pt x="134534" y="165879"/>
                  <a:pt x="128996" y="167723"/>
                  <a:pt x="122464" y="167723"/>
                </a:cubicBezTo>
                <a:cubicBezTo>
                  <a:pt x="116926" y="167723"/>
                  <a:pt x="111901" y="166384"/>
                  <a:pt x="107373" y="163700"/>
                </a:cubicBezTo>
                <a:cubicBezTo>
                  <a:pt x="102676" y="161015"/>
                  <a:pt x="99077" y="157248"/>
                  <a:pt x="96561" y="152383"/>
                </a:cubicBezTo>
                <a:cubicBezTo>
                  <a:pt x="95719" y="151044"/>
                  <a:pt x="94629" y="150035"/>
                  <a:pt x="93291" y="149369"/>
                </a:cubicBezTo>
                <a:cubicBezTo>
                  <a:pt x="91784" y="148528"/>
                  <a:pt x="90277" y="148360"/>
                  <a:pt x="88763" y="148864"/>
                </a:cubicBezTo>
                <a:cubicBezTo>
                  <a:pt x="86583" y="149706"/>
                  <a:pt x="85164" y="151044"/>
                  <a:pt x="84491" y="152888"/>
                </a:cubicBezTo>
                <a:cubicBezTo>
                  <a:pt x="83649" y="154563"/>
                  <a:pt x="83818" y="156326"/>
                  <a:pt x="84995" y="158169"/>
                </a:cubicBezTo>
                <a:cubicBezTo>
                  <a:pt x="88346" y="163700"/>
                  <a:pt x="92369" y="168228"/>
                  <a:pt x="97065" y="171746"/>
                </a:cubicBezTo>
                <a:cubicBezTo>
                  <a:pt x="101593" y="175097"/>
                  <a:pt x="107036" y="177613"/>
                  <a:pt x="113408" y="179288"/>
                </a:cubicBezTo>
                <a:lnTo>
                  <a:pt x="113408" y="186084"/>
                </a:lnTo>
                <a:cubicBezTo>
                  <a:pt x="113408" y="187927"/>
                  <a:pt x="114161" y="189515"/>
                  <a:pt x="115675" y="190861"/>
                </a:cubicBezTo>
                <a:cubicBezTo>
                  <a:pt x="117014" y="192200"/>
                  <a:pt x="118609" y="192873"/>
                  <a:pt x="120452" y="192873"/>
                </a:cubicBezTo>
                <a:cubicBezTo>
                  <a:pt x="122296" y="192873"/>
                  <a:pt x="123883" y="192200"/>
                  <a:pt x="125229" y="19086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9" name="圖說"/>
          <p:cNvSpPr/>
          <p:nvPr/>
        </p:nvSpPr>
        <p:spPr>
          <a:xfrm>
            <a:off x="86805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收益</a:t>
            </a:r>
            <a:endParaRPr lang="en-US" sz="600" dirty="0"/>
          </a:p>
        </p:txBody>
      </p:sp>
      <p:sp>
        <p:nvSpPr>
          <p:cNvPr id="210" name="圖示 節省"/>
          <p:cNvSpPr/>
          <p:nvPr/>
        </p:nvSpPr>
        <p:spPr>
          <a:xfrm>
            <a:off x="1427653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7834" y="211226"/>
                </a:moveTo>
                <a:cubicBezTo>
                  <a:pt x="54315" y="211226"/>
                  <a:pt x="51045" y="210056"/>
                  <a:pt x="48032" y="207708"/>
                </a:cubicBezTo>
                <a:cubicBezTo>
                  <a:pt x="44842" y="205360"/>
                  <a:pt x="42750" y="202507"/>
                  <a:pt x="41741" y="199156"/>
                </a:cubicBezTo>
                <a:cubicBezTo>
                  <a:pt x="37549" y="184738"/>
                  <a:pt x="34030" y="172331"/>
                  <a:pt x="31185" y="161944"/>
                </a:cubicBezTo>
                <a:cubicBezTo>
                  <a:pt x="28500" y="151381"/>
                  <a:pt x="26320" y="142156"/>
                  <a:pt x="24645" y="134278"/>
                </a:cubicBezTo>
                <a:cubicBezTo>
                  <a:pt x="22970" y="126399"/>
                  <a:pt x="21792" y="119362"/>
                  <a:pt x="21126" y="113159"/>
                </a:cubicBezTo>
                <a:cubicBezTo>
                  <a:pt x="20453" y="107124"/>
                  <a:pt x="20117" y="101257"/>
                  <a:pt x="20117" y="95558"/>
                </a:cubicBezTo>
                <a:cubicBezTo>
                  <a:pt x="20117" y="80131"/>
                  <a:pt x="25479" y="67058"/>
                  <a:pt x="36210" y="56327"/>
                </a:cubicBezTo>
                <a:cubicBezTo>
                  <a:pt x="46942" y="45596"/>
                  <a:pt x="60014" y="40234"/>
                  <a:pt x="75442" y="40234"/>
                </a:cubicBezTo>
                <a:lnTo>
                  <a:pt x="125734" y="40234"/>
                </a:lnTo>
                <a:cubicBezTo>
                  <a:pt x="130254" y="34199"/>
                  <a:pt x="136041" y="29334"/>
                  <a:pt x="143078" y="25647"/>
                </a:cubicBezTo>
                <a:cubicBezTo>
                  <a:pt x="149954" y="21960"/>
                  <a:pt x="157584" y="20117"/>
                  <a:pt x="165967" y="20117"/>
                </a:cubicBezTo>
                <a:cubicBezTo>
                  <a:pt x="170152" y="20117"/>
                  <a:pt x="173758" y="21624"/>
                  <a:pt x="176779" y="24645"/>
                </a:cubicBezTo>
                <a:cubicBezTo>
                  <a:pt x="179625" y="27491"/>
                  <a:pt x="181051" y="31016"/>
                  <a:pt x="181051" y="35208"/>
                </a:cubicBezTo>
                <a:cubicBezTo>
                  <a:pt x="181051" y="36210"/>
                  <a:pt x="180971" y="37220"/>
                  <a:pt x="180802" y="38222"/>
                </a:cubicBezTo>
                <a:cubicBezTo>
                  <a:pt x="180466" y="39231"/>
                  <a:pt x="180129" y="40153"/>
                  <a:pt x="179793" y="40987"/>
                </a:cubicBezTo>
                <a:cubicBezTo>
                  <a:pt x="179120" y="42830"/>
                  <a:pt x="178535" y="44674"/>
                  <a:pt x="178037" y="46517"/>
                </a:cubicBezTo>
                <a:cubicBezTo>
                  <a:pt x="177364" y="48361"/>
                  <a:pt x="176860" y="50372"/>
                  <a:pt x="176523" y="52552"/>
                </a:cubicBezTo>
                <a:lnTo>
                  <a:pt x="199405" y="75442"/>
                </a:lnTo>
                <a:lnTo>
                  <a:pt x="213743" y="75442"/>
                </a:lnTo>
                <a:cubicBezTo>
                  <a:pt x="215923" y="75442"/>
                  <a:pt x="217678" y="76195"/>
                  <a:pt x="219024" y="77702"/>
                </a:cubicBezTo>
                <a:cubicBezTo>
                  <a:pt x="220531" y="79041"/>
                  <a:pt x="221285" y="80804"/>
                  <a:pt x="221285" y="82984"/>
                </a:cubicBezTo>
                <a:lnTo>
                  <a:pt x="221285" y="140064"/>
                </a:lnTo>
                <a:cubicBezTo>
                  <a:pt x="221285" y="141739"/>
                  <a:pt x="220868" y="143246"/>
                  <a:pt x="220027" y="144592"/>
                </a:cubicBezTo>
                <a:cubicBezTo>
                  <a:pt x="219024" y="145931"/>
                  <a:pt x="217678" y="146853"/>
                  <a:pt x="216003" y="147357"/>
                </a:cubicBezTo>
                <a:lnTo>
                  <a:pt x="192873" y="154899"/>
                </a:lnTo>
                <a:lnTo>
                  <a:pt x="179288" y="200415"/>
                </a:lnTo>
                <a:cubicBezTo>
                  <a:pt x="178286" y="203765"/>
                  <a:pt x="176443" y="206362"/>
                  <a:pt x="173758" y="208213"/>
                </a:cubicBezTo>
                <a:cubicBezTo>
                  <a:pt x="171073" y="210224"/>
                  <a:pt x="168059" y="211226"/>
                  <a:pt x="164709" y="211226"/>
                </a:cubicBezTo>
                <a:lnTo>
                  <a:pt x="135792" y="211226"/>
                </a:lnTo>
                <a:cubicBezTo>
                  <a:pt x="131600" y="211226"/>
                  <a:pt x="128075" y="209719"/>
                  <a:pt x="125229" y="206698"/>
                </a:cubicBezTo>
                <a:cubicBezTo>
                  <a:pt x="122208" y="203853"/>
                  <a:pt x="120701" y="200327"/>
                  <a:pt x="120701" y="196142"/>
                </a:cubicBezTo>
                <a:lnTo>
                  <a:pt x="120701" y="191110"/>
                </a:lnTo>
                <a:lnTo>
                  <a:pt x="100584" y="191110"/>
                </a:lnTo>
                <a:lnTo>
                  <a:pt x="100584" y="196142"/>
                </a:lnTo>
                <a:cubicBezTo>
                  <a:pt x="100584" y="200327"/>
                  <a:pt x="99077" y="203853"/>
                  <a:pt x="96056" y="206698"/>
                </a:cubicBezTo>
                <a:cubicBezTo>
                  <a:pt x="93210" y="209719"/>
                  <a:pt x="89684" y="211226"/>
                  <a:pt x="85500" y="211226"/>
                </a:cubicBezTo>
                <a:lnTo>
                  <a:pt x="57834" y="211226"/>
                </a:lnTo>
                <a:close/>
                <a:moveTo>
                  <a:pt x="56576" y="196142"/>
                </a:moveTo>
                <a:lnTo>
                  <a:pt x="85500" y="196142"/>
                </a:lnTo>
                <a:lnTo>
                  <a:pt x="85500" y="176026"/>
                </a:lnTo>
                <a:lnTo>
                  <a:pt x="135792" y="176026"/>
                </a:lnTo>
                <a:lnTo>
                  <a:pt x="135792" y="196142"/>
                </a:lnTo>
                <a:lnTo>
                  <a:pt x="164709" y="196142"/>
                </a:lnTo>
                <a:lnTo>
                  <a:pt x="180546" y="143334"/>
                </a:lnTo>
                <a:lnTo>
                  <a:pt x="206201" y="134534"/>
                </a:lnTo>
                <a:lnTo>
                  <a:pt x="206201" y="90526"/>
                </a:lnTo>
                <a:lnTo>
                  <a:pt x="193121" y="90526"/>
                </a:lnTo>
                <a:lnTo>
                  <a:pt x="160934" y="58339"/>
                </a:lnTo>
                <a:cubicBezTo>
                  <a:pt x="161103" y="55486"/>
                  <a:pt x="161607" y="52055"/>
                  <a:pt x="162441" y="48032"/>
                </a:cubicBezTo>
                <a:cubicBezTo>
                  <a:pt x="163114" y="43840"/>
                  <a:pt x="164117" y="39231"/>
                  <a:pt x="165463" y="34199"/>
                </a:cubicBezTo>
                <a:cubicBezTo>
                  <a:pt x="158250" y="36042"/>
                  <a:pt x="151885" y="38807"/>
                  <a:pt x="146348" y="42494"/>
                </a:cubicBezTo>
                <a:cubicBezTo>
                  <a:pt x="140818" y="46188"/>
                  <a:pt x="136794" y="50460"/>
                  <a:pt x="134278" y="55325"/>
                </a:cubicBezTo>
                <a:lnTo>
                  <a:pt x="75442" y="55325"/>
                </a:lnTo>
                <a:cubicBezTo>
                  <a:pt x="64374" y="55325"/>
                  <a:pt x="54901" y="59260"/>
                  <a:pt x="47022" y="67139"/>
                </a:cubicBezTo>
                <a:cubicBezTo>
                  <a:pt x="39144" y="75017"/>
                  <a:pt x="35208" y="84491"/>
                  <a:pt x="35208" y="95558"/>
                </a:cubicBezTo>
                <a:cubicBezTo>
                  <a:pt x="35208" y="102596"/>
                  <a:pt x="37051" y="114914"/>
                  <a:pt x="40738" y="132522"/>
                </a:cubicBezTo>
                <a:cubicBezTo>
                  <a:pt x="44425" y="149954"/>
                  <a:pt x="49707" y="171161"/>
                  <a:pt x="56576" y="196142"/>
                </a:cubicBezTo>
                <a:close/>
                <a:moveTo>
                  <a:pt x="168228" y="107877"/>
                </a:moveTo>
                <a:cubicBezTo>
                  <a:pt x="170071" y="105866"/>
                  <a:pt x="170993" y="103437"/>
                  <a:pt x="170993" y="100584"/>
                </a:cubicBezTo>
                <a:cubicBezTo>
                  <a:pt x="170993" y="97731"/>
                  <a:pt x="170071" y="95390"/>
                  <a:pt x="168228" y="93547"/>
                </a:cubicBezTo>
                <a:cubicBezTo>
                  <a:pt x="166216" y="91535"/>
                  <a:pt x="163787" y="90526"/>
                  <a:pt x="160934" y="90526"/>
                </a:cubicBezTo>
                <a:cubicBezTo>
                  <a:pt x="158081" y="90526"/>
                  <a:pt x="155741" y="91535"/>
                  <a:pt x="153897" y="93547"/>
                </a:cubicBezTo>
                <a:cubicBezTo>
                  <a:pt x="151885" y="95390"/>
                  <a:pt x="150876" y="97731"/>
                  <a:pt x="150876" y="100584"/>
                </a:cubicBezTo>
                <a:cubicBezTo>
                  <a:pt x="150876" y="103437"/>
                  <a:pt x="151885" y="105866"/>
                  <a:pt x="153897" y="107877"/>
                </a:cubicBezTo>
                <a:cubicBezTo>
                  <a:pt x="155741" y="109721"/>
                  <a:pt x="158081" y="110642"/>
                  <a:pt x="160934" y="110642"/>
                </a:cubicBezTo>
                <a:cubicBezTo>
                  <a:pt x="163787" y="110642"/>
                  <a:pt x="166216" y="109721"/>
                  <a:pt x="168228" y="107877"/>
                </a:cubicBezTo>
                <a:close/>
                <a:moveTo>
                  <a:pt x="123217" y="85500"/>
                </a:moveTo>
                <a:cubicBezTo>
                  <a:pt x="125397" y="85500"/>
                  <a:pt x="127153" y="84739"/>
                  <a:pt x="128499" y="83232"/>
                </a:cubicBezTo>
                <a:cubicBezTo>
                  <a:pt x="130006" y="81894"/>
                  <a:pt x="130759" y="80131"/>
                  <a:pt x="130759" y="77951"/>
                </a:cubicBezTo>
                <a:cubicBezTo>
                  <a:pt x="130759" y="75771"/>
                  <a:pt x="130006" y="74015"/>
                  <a:pt x="128499" y="72669"/>
                </a:cubicBezTo>
                <a:cubicBezTo>
                  <a:pt x="127153" y="71162"/>
                  <a:pt x="125397" y="70409"/>
                  <a:pt x="123217" y="70409"/>
                </a:cubicBezTo>
                <a:lnTo>
                  <a:pt x="88009" y="70409"/>
                </a:lnTo>
                <a:cubicBezTo>
                  <a:pt x="85829" y="70409"/>
                  <a:pt x="84074" y="71162"/>
                  <a:pt x="82728" y="72669"/>
                </a:cubicBezTo>
                <a:cubicBezTo>
                  <a:pt x="81221" y="74015"/>
                  <a:pt x="80467" y="75771"/>
                  <a:pt x="80467" y="77951"/>
                </a:cubicBezTo>
                <a:cubicBezTo>
                  <a:pt x="80467" y="80131"/>
                  <a:pt x="81221" y="81974"/>
                  <a:pt x="82728" y="83488"/>
                </a:cubicBezTo>
                <a:cubicBezTo>
                  <a:pt x="84074" y="84827"/>
                  <a:pt x="85829" y="85500"/>
                  <a:pt x="88009" y="85500"/>
                </a:cubicBezTo>
                <a:lnTo>
                  <a:pt x="123217" y="85500"/>
                </a:lnTo>
                <a:close/>
                <a:moveTo>
                  <a:pt x="120701" y="11517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1" name="圖說"/>
          <p:cNvSpPr/>
          <p:nvPr/>
        </p:nvSpPr>
        <p:spPr>
          <a:xfrm>
            <a:off x="1311835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</a:t>
            </a:r>
            <a:endParaRPr lang="en-US" sz="600" dirty="0"/>
          </a:p>
        </p:txBody>
      </p:sp>
      <p:sp>
        <p:nvSpPr>
          <p:cNvPr id="212" name="圖示 財務"/>
          <p:cNvSpPr/>
          <p:nvPr/>
        </p:nvSpPr>
        <p:spPr>
          <a:xfrm>
            <a:off x="187142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3313" y="173253"/>
                </a:moveTo>
                <a:lnTo>
                  <a:pt x="53313" y="103100"/>
                </a:lnTo>
                <a:cubicBezTo>
                  <a:pt x="53313" y="100920"/>
                  <a:pt x="54067" y="99158"/>
                  <a:pt x="55574" y="97819"/>
                </a:cubicBezTo>
                <a:cubicBezTo>
                  <a:pt x="56912" y="96312"/>
                  <a:pt x="58675" y="95558"/>
                  <a:pt x="60855" y="95558"/>
                </a:cubicBezTo>
                <a:cubicBezTo>
                  <a:pt x="63035" y="95558"/>
                  <a:pt x="64879" y="96312"/>
                  <a:pt x="66385" y="97819"/>
                </a:cubicBezTo>
                <a:cubicBezTo>
                  <a:pt x="67724" y="99158"/>
                  <a:pt x="68397" y="100920"/>
                  <a:pt x="68397" y="103100"/>
                </a:cubicBezTo>
                <a:lnTo>
                  <a:pt x="68397" y="173253"/>
                </a:lnTo>
                <a:cubicBezTo>
                  <a:pt x="68397" y="175433"/>
                  <a:pt x="67644" y="177196"/>
                  <a:pt x="66137" y="178535"/>
                </a:cubicBezTo>
                <a:cubicBezTo>
                  <a:pt x="64791" y="180049"/>
                  <a:pt x="63035" y="180802"/>
                  <a:pt x="60855" y="180802"/>
                </a:cubicBezTo>
                <a:cubicBezTo>
                  <a:pt x="58675" y="180802"/>
                  <a:pt x="56912" y="180049"/>
                  <a:pt x="55574" y="178535"/>
                </a:cubicBezTo>
                <a:cubicBezTo>
                  <a:pt x="54067" y="177196"/>
                  <a:pt x="53313" y="175433"/>
                  <a:pt x="53313" y="173253"/>
                </a:cubicBezTo>
                <a:close/>
                <a:moveTo>
                  <a:pt x="114161" y="173253"/>
                </a:moveTo>
                <a:lnTo>
                  <a:pt x="114161" y="103100"/>
                </a:lnTo>
                <a:cubicBezTo>
                  <a:pt x="114161" y="100920"/>
                  <a:pt x="114914" y="99158"/>
                  <a:pt x="116429" y="97819"/>
                </a:cubicBezTo>
                <a:cubicBezTo>
                  <a:pt x="117767" y="96312"/>
                  <a:pt x="119530" y="95558"/>
                  <a:pt x="121710" y="95558"/>
                </a:cubicBezTo>
                <a:cubicBezTo>
                  <a:pt x="123883" y="95558"/>
                  <a:pt x="125734" y="96312"/>
                  <a:pt x="127241" y="97819"/>
                </a:cubicBezTo>
                <a:cubicBezTo>
                  <a:pt x="128579" y="99158"/>
                  <a:pt x="129252" y="100920"/>
                  <a:pt x="129252" y="103100"/>
                </a:cubicBezTo>
                <a:lnTo>
                  <a:pt x="129252" y="173253"/>
                </a:lnTo>
                <a:cubicBezTo>
                  <a:pt x="129252" y="175433"/>
                  <a:pt x="128499" y="177196"/>
                  <a:pt x="126985" y="178535"/>
                </a:cubicBezTo>
                <a:cubicBezTo>
                  <a:pt x="125646" y="180049"/>
                  <a:pt x="123883" y="180802"/>
                  <a:pt x="121710" y="180802"/>
                </a:cubicBezTo>
                <a:cubicBezTo>
                  <a:pt x="119530" y="180802"/>
                  <a:pt x="117767" y="180049"/>
                  <a:pt x="116429" y="178535"/>
                </a:cubicBezTo>
                <a:cubicBezTo>
                  <a:pt x="114914" y="177196"/>
                  <a:pt x="114161" y="175433"/>
                  <a:pt x="114161" y="173253"/>
                </a:cubicBezTo>
                <a:close/>
                <a:moveTo>
                  <a:pt x="27659" y="210978"/>
                </a:moveTo>
                <a:cubicBezTo>
                  <a:pt x="25479" y="210978"/>
                  <a:pt x="23723" y="210224"/>
                  <a:pt x="22377" y="208710"/>
                </a:cubicBezTo>
                <a:cubicBezTo>
                  <a:pt x="20870" y="207371"/>
                  <a:pt x="20117" y="205608"/>
                  <a:pt x="20117" y="203428"/>
                </a:cubicBezTo>
                <a:cubicBezTo>
                  <a:pt x="20117" y="201248"/>
                  <a:pt x="20870" y="199493"/>
                  <a:pt x="22377" y="198154"/>
                </a:cubicBezTo>
                <a:cubicBezTo>
                  <a:pt x="23723" y="196640"/>
                  <a:pt x="25479" y="195886"/>
                  <a:pt x="27659" y="195886"/>
                </a:cubicBezTo>
                <a:lnTo>
                  <a:pt x="213743" y="195886"/>
                </a:lnTo>
                <a:cubicBezTo>
                  <a:pt x="215923" y="195886"/>
                  <a:pt x="217678" y="196640"/>
                  <a:pt x="219024" y="198154"/>
                </a:cubicBezTo>
                <a:cubicBezTo>
                  <a:pt x="220531" y="199493"/>
                  <a:pt x="221285" y="201248"/>
                  <a:pt x="221285" y="203428"/>
                </a:cubicBezTo>
                <a:cubicBezTo>
                  <a:pt x="221285" y="205608"/>
                  <a:pt x="220531" y="207452"/>
                  <a:pt x="219024" y="208966"/>
                </a:cubicBezTo>
                <a:cubicBezTo>
                  <a:pt x="217678" y="210305"/>
                  <a:pt x="215923" y="210978"/>
                  <a:pt x="213743" y="210978"/>
                </a:cubicBezTo>
                <a:lnTo>
                  <a:pt x="27659" y="210978"/>
                </a:lnTo>
                <a:close/>
                <a:moveTo>
                  <a:pt x="173004" y="173253"/>
                </a:moveTo>
                <a:lnTo>
                  <a:pt x="173004" y="103100"/>
                </a:lnTo>
                <a:cubicBezTo>
                  <a:pt x="173004" y="100920"/>
                  <a:pt x="173758" y="99158"/>
                  <a:pt x="175265" y="97819"/>
                </a:cubicBezTo>
                <a:cubicBezTo>
                  <a:pt x="176611" y="96312"/>
                  <a:pt x="178367" y="95558"/>
                  <a:pt x="180546" y="95558"/>
                </a:cubicBezTo>
                <a:cubicBezTo>
                  <a:pt x="182726" y="95558"/>
                  <a:pt x="184570" y="96312"/>
                  <a:pt x="186084" y="97819"/>
                </a:cubicBezTo>
                <a:cubicBezTo>
                  <a:pt x="187423" y="99158"/>
                  <a:pt x="188096" y="100920"/>
                  <a:pt x="188096" y="103100"/>
                </a:cubicBezTo>
                <a:lnTo>
                  <a:pt x="188096" y="173253"/>
                </a:lnTo>
                <a:cubicBezTo>
                  <a:pt x="188096" y="175433"/>
                  <a:pt x="187335" y="177196"/>
                  <a:pt x="185828" y="178535"/>
                </a:cubicBezTo>
                <a:cubicBezTo>
                  <a:pt x="184489" y="180049"/>
                  <a:pt x="182726" y="180802"/>
                  <a:pt x="180546" y="180802"/>
                </a:cubicBezTo>
                <a:cubicBezTo>
                  <a:pt x="178367" y="180802"/>
                  <a:pt x="176611" y="180049"/>
                  <a:pt x="175265" y="178535"/>
                </a:cubicBezTo>
                <a:cubicBezTo>
                  <a:pt x="173758" y="177196"/>
                  <a:pt x="173004" y="175433"/>
                  <a:pt x="173004" y="173253"/>
                </a:cubicBezTo>
                <a:close/>
                <a:moveTo>
                  <a:pt x="214745" y="80467"/>
                </a:moveTo>
                <a:lnTo>
                  <a:pt x="25903" y="80467"/>
                </a:lnTo>
                <a:cubicBezTo>
                  <a:pt x="24221" y="80467"/>
                  <a:pt x="22882" y="79882"/>
                  <a:pt x="21880" y="78704"/>
                </a:cubicBezTo>
                <a:cubicBezTo>
                  <a:pt x="20702" y="77702"/>
                  <a:pt x="20117" y="76363"/>
                  <a:pt x="20117" y="74681"/>
                </a:cubicBezTo>
                <a:lnTo>
                  <a:pt x="20117" y="70409"/>
                </a:lnTo>
                <a:cubicBezTo>
                  <a:pt x="20117" y="69407"/>
                  <a:pt x="20453" y="68478"/>
                  <a:pt x="21126" y="67644"/>
                </a:cubicBezTo>
                <a:cubicBezTo>
                  <a:pt x="21624" y="66634"/>
                  <a:pt x="22297" y="65881"/>
                  <a:pt x="23138" y="65383"/>
                </a:cubicBezTo>
                <a:lnTo>
                  <a:pt x="113159" y="14082"/>
                </a:lnTo>
                <a:cubicBezTo>
                  <a:pt x="115507" y="12743"/>
                  <a:pt x="118016" y="12070"/>
                  <a:pt x="120701" y="12070"/>
                </a:cubicBezTo>
                <a:cubicBezTo>
                  <a:pt x="123385" y="12070"/>
                  <a:pt x="125895" y="12743"/>
                  <a:pt x="128243" y="14082"/>
                </a:cubicBezTo>
                <a:lnTo>
                  <a:pt x="218015" y="65127"/>
                </a:lnTo>
                <a:cubicBezTo>
                  <a:pt x="219024" y="65800"/>
                  <a:pt x="219858" y="66634"/>
                  <a:pt x="220531" y="67644"/>
                </a:cubicBezTo>
                <a:cubicBezTo>
                  <a:pt x="221036" y="68646"/>
                  <a:pt x="221285" y="69824"/>
                  <a:pt x="221285" y="71162"/>
                </a:cubicBezTo>
                <a:lnTo>
                  <a:pt x="221285" y="73679"/>
                </a:lnTo>
                <a:cubicBezTo>
                  <a:pt x="221285" y="75522"/>
                  <a:pt x="220700" y="77117"/>
                  <a:pt x="219522" y="78456"/>
                </a:cubicBezTo>
                <a:cubicBezTo>
                  <a:pt x="218183" y="79794"/>
                  <a:pt x="216588" y="80467"/>
                  <a:pt x="214745" y="80467"/>
                </a:cubicBezTo>
                <a:close/>
                <a:moveTo>
                  <a:pt x="53811" y="65383"/>
                </a:moveTo>
                <a:lnTo>
                  <a:pt x="187591" y="65383"/>
                </a:lnTo>
                <a:lnTo>
                  <a:pt x="120701" y="27161"/>
                </a:lnTo>
                <a:lnTo>
                  <a:pt x="53811" y="65383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3" name="圖說"/>
          <p:cNvSpPr/>
          <p:nvPr/>
        </p:nvSpPr>
        <p:spPr>
          <a:xfrm>
            <a:off x="175561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財務</a:t>
            </a:r>
            <a:endParaRPr lang="en-US" sz="600" dirty="0"/>
          </a:p>
        </p:txBody>
      </p:sp>
      <p:sp>
        <p:nvSpPr>
          <p:cNvPr id="214" name="圖示 辦公室"/>
          <p:cNvSpPr/>
          <p:nvPr/>
        </p:nvSpPr>
        <p:spPr>
          <a:xfrm>
            <a:off x="231520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45266" y="211226"/>
                </a:moveTo>
                <a:cubicBezTo>
                  <a:pt x="41075" y="211226"/>
                  <a:pt x="37549" y="209719"/>
                  <a:pt x="34703" y="206698"/>
                </a:cubicBezTo>
                <a:cubicBezTo>
                  <a:pt x="31682" y="203853"/>
                  <a:pt x="30175" y="200327"/>
                  <a:pt x="30175" y="196142"/>
                </a:cubicBezTo>
                <a:lnTo>
                  <a:pt x="30175" y="86751"/>
                </a:lnTo>
                <a:cubicBezTo>
                  <a:pt x="30175" y="82559"/>
                  <a:pt x="31682" y="79041"/>
                  <a:pt x="34703" y="76195"/>
                </a:cubicBezTo>
                <a:cubicBezTo>
                  <a:pt x="37549" y="73174"/>
                  <a:pt x="41075" y="71667"/>
                  <a:pt x="45266" y="71667"/>
                </a:cubicBezTo>
                <a:lnTo>
                  <a:pt x="71667" y="71667"/>
                </a:lnTo>
                <a:lnTo>
                  <a:pt x="71667" y="45266"/>
                </a:lnTo>
                <a:cubicBezTo>
                  <a:pt x="71667" y="41075"/>
                  <a:pt x="73174" y="37549"/>
                  <a:pt x="76195" y="34703"/>
                </a:cubicBezTo>
                <a:cubicBezTo>
                  <a:pt x="79041" y="31682"/>
                  <a:pt x="82559" y="30175"/>
                  <a:pt x="86751" y="30175"/>
                </a:cubicBezTo>
                <a:lnTo>
                  <a:pt x="154651" y="30175"/>
                </a:lnTo>
                <a:cubicBezTo>
                  <a:pt x="158842" y="30175"/>
                  <a:pt x="162361" y="31682"/>
                  <a:pt x="165206" y="34703"/>
                </a:cubicBezTo>
                <a:cubicBezTo>
                  <a:pt x="168228" y="37549"/>
                  <a:pt x="169735" y="41075"/>
                  <a:pt x="169735" y="45266"/>
                </a:cubicBezTo>
                <a:lnTo>
                  <a:pt x="169735" y="113159"/>
                </a:lnTo>
                <a:lnTo>
                  <a:pt x="196142" y="113159"/>
                </a:lnTo>
                <a:cubicBezTo>
                  <a:pt x="200327" y="113159"/>
                  <a:pt x="203853" y="114666"/>
                  <a:pt x="206698" y="117687"/>
                </a:cubicBezTo>
                <a:cubicBezTo>
                  <a:pt x="209719" y="120533"/>
                  <a:pt x="211226" y="124051"/>
                  <a:pt x="211226" y="128243"/>
                </a:cubicBezTo>
                <a:lnTo>
                  <a:pt x="211226" y="196142"/>
                </a:lnTo>
                <a:cubicBezTo>
                  <a:pt x="211226" y="200327"/>
                  <a:pt x="209719" y="203853"/>
                  <a:pt x="206698" y="206698"/>
                </a:cubicBezTo>
                <a:cubicBezTo>
                  <a:pt x="203853" y="209719"/>
                  <a:pt x="200327" y="211226"/>
                  <a:pt x="196142" y="211226"/>
                </a:cubicBezTo>
                <a:lnTo>
                  <a:pt x="134029" y="211226"/>
                </a:lnTo>
                <a:lnTo>
                  <a:pt x="134029" y="169735"/>
                </a:lnTo>
                <a:lnTo>
                  <a:pt x="107373" y="169735"/>
                </a:lnTo>
                <a:lnTo>
                  <a:pt x="107373" y="211226"/>
                </a:lnTo>
                <a:lnTo>
                  <a:pt x="45266" y="211226"/>
                </a:lnTo>
                <a:close/>
                <a:moveTo>
                  <a:pt x="45266" y="196142"/>
                </a:moveTo>
                <a:lnTo>
                  <a:pt x="71667" y="196142"/>
                </a:lnTo>
                <a:lnTo>
                  <a:pt x="71667" y="169735"/>
                </a:lnTo>
                <a:lnTo>
                  <a:pt x="45266" y="169735"/>
                </a:lnTo>
                <a:lnTo>
                  <a:pt x="45266" y="196142"/>
                </a:lnTo>
                <a:close/>
                <a:moveTo>
                  <a:pt x="45266" y="154651"/>
                </a:moveTo>
                <a:lnTo>
                  <a:pt x="71667" y="154651"/>
                </a:lnTo>
                <a:lnTo>
                  <a:pt x="71667" y="128243"/>
                </a:lnTo>
                <a:lnTo>
                  <a:pt x="45266" y="128243"/>
                </a:lnTo>
                <a:lnTo>
                  <a:pt x="45266" y="154651"/>
                </a:lnTo>
                <a:close/>
                <a:moveTo>
                  <a:pt x="45266" y="113159"/>
                </a:moveTo>
                <a:lnTo>
                  <a:pt x="71667" y="113159"/>
                </a:lnTo>
                <a:lnTo>
                  <a:pt x="71667" y="86751"/>
                </a:lnTo>
                <a:lnTo>
                  <a:pt x="45266" y="86751"/>
                </a:lnTo>
                <a:lnTo>
                  <a:pt x="45266" y="113159"/>
                </a:lnTo>
                <a:close/>
                <a:moveTo>
                  <a:pt x="86751" y="154651"/>
                </a:moveTo>
                <a:lnTo>
                  <a:pt x="113159" y="154651"/>
                </a:lnTo>
                <a:lnTo>
                  <a:pt x="113159" y="128243"/>
                </a:lnTo>
                <a:lnTo>
                  <a:pt x="86751" y="128243"/>
                </a:lnTo>
                <a:lnTo>
                  <a:pt x="86751" y="154651"/>
                </a:lnTo>
                <a:close/>
                <a:moveTo>
                  <a:pt x="86751" y="113159"/>
                </a:moveTo>
                <a:lnTo>
                  <a:pt x="113159" y="113159"/>
                </a:lnTo>
                <a:lnTo>
                  <a:pt x="113159" y="86751"/>
                </a:lnTo>
                <a:lnTo>
                  <a:pt x="86751" y="86751"/>
                </a:lnTo>
                <a:lnTo>
                  <a:pt x="86751" y="113159"/>
                </a:lnTo>
                <a:close/>
                <a:moveTo>
                  <a:pt x="86751" y="71667"/>
                </a:moveTo>
                <a:lnTo>
                  <a:pt x="113159" y="71667"/>
                </a:lnTo>
                <a:lnTo>
                  <a:pt x="113159" y="45266"/>
                </a:lnTo>
                <a:lnTo>
                  <a:pt x="86751" y="45266"/>
                </a:lnTo>
                <a:lnTo>
                  <a:pt x="86751" y="71667"/>
                </a:lnTo>
                <a:close/>
                <a:moveTo>
                  <a:pt x="128243" y="154651"/>
                </a:moveTo>
                <a:lnTo>
                  <a:pt x="154651" y="154651"/>
                </a:lnTo>
                <a:lnTo>
                  <a:pt x="154651" y="128243"/>
                </a:lnTo>
                <a:lnTo>
                  <a:pt x="128243" y="128243"/>
                </a:lnTo>
                <a:lnTo>
                  <a:pt x="128243" y="154651"/>
                </a:lnTo>
                <a:close/>
                <a:moveTo>
                  <a:pt x="128243" y="113159"/>
                </a:moveTo>
                <a:lnTo>
                  <a:pt x="154651" y="113159"/>
                </a:lnTo>
                <a:lnTo>
                  <a:pt x="154651" y="86751"/>
                </a:lnTo>
                <a:lnTo>
                  <a:pt x="128243" y="86751"/>
                </a:lnTo>
                <a:lnTo>
                  <a:pt x="128243" y="113159"/>
                </a:lnTo>
                <a:close/>
                <a:moveTo>
                  <a:pt x="128243" y="71667"/>
                </a:moveTo>
                <a:lnTo>
                  <a:pt x="154651" y="71667"/>
                </a:lnTo>
                <a:lnTo>
                  <a:pt x="154651" y="45266"/>
                </a:lnTo>
                <a:lnTo>
                  <a:pt x="128243" y="45266"/>
                </a:lnTo>
                <a:lnTo>
                  <a:pt x="128243" y="71667"/>
                </a:lnTo>
                <a:close/>
                <a:moveTo>
                  <a:pt x="169735" y="196142"/>
                </a:moveTo>
                <a:lnTo>
                  <a:pt x="196142" y="196142"/>
                </a:lnTo>
                <a:lnTo>
                  <a:pt x="196142" y="169735"/>
                </a:lnTo>
                <a:lnTo>
                  <a:pt x="169735" y="169735"/>
                </a:lnTo>
                <a:lnTo>
                  <a:pt x="169735" y="196142"/>
                </a:lnTo>
                <a:close/>
                <a:moveTo>
                  <a:pt x="169735" y="154651"/>
                </a:moveTo>
                <a:lnTo>
                  <a:pt x="196142" y="154651"/>
                </a:lnTo>
                <a:lnTo>
                  <a:pt x="196142" y="128243"/>
                </a:lnTo>
                <a:lnTo>
                  <a:pt x="169735" y="128243"/>
                </a:lnTo>
                <a:lnTo>
                  <a:pt x="169735" y="15465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5" name="圖說"/>
          <p:cNvSpPr/>
          <p:nvPr/>
        </p:nvSpPr>
        <p:spPr>
          <a:xfrm>
            <a:off x="219938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辦公室</a:t>
            </a:r>
            <a:endParaRPr lang="en-US" sz="600" dirty="0"/>
          </a:p>
        </p:txBody>
      </p:sp>
      <p:sp>
        <p:nvSpPr>
          <p:cNvPr id="216" name="圖示 公告"/>
          <p:cNvSpPr/>
          <p:nvPr/>
        </p:nvSpPr>
        <p:spPr>
          <a:xfrm>
            <a:off x="2758983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13743" y="128243"/>
                </a:moveTo>
                <a:lnTo>
                  <a:pt x="191110" y="128243"/>
                </a:lnTo>
                <a:cubicBezTo>
                  <a:pt x="188930" y="128243"/>
                  <a:pt x="187167" y="127489"/>
                  <a:pt x="185828" y="125982"/>
                </a:cubicBezTo>
                <a:cubicBezTo>
                  <a:pt x="184321" y="124644"/>
                  <a:pt x="183568" y="122881"/>
                  <a:pt x="183568" y="120701"/>
                </a:cubicBezTo>
                <a:cubicBezTo>
                  <a:pt x="183568" y="118521"/>
                  <a:pt x="184321" y="116758"/>
                  <a:pt x="185828" y="115419"/>
                </a:cubicBezTo>
                <a:cubicBezTo>
                  <a:pt x="187167" y="113912"/>
                  <a:pt x="188930" y="113159"/>
                  <a:pt x="191110" y="113159"/>
                </a:cubicBezTo>
                <a:lnTo>
                  <a:pt x="213743" y="113159"/>
                </a:lnTo>
                <a:cubicBezTo>
                  <a:pt x="215923" y="113159"/>
                  <a:pt x="217678" y="113912"/>
                  <a:pt x="219024" y="115419"/>
                </a:cubicBezTo>
                <a:cubicBezTo>
                  <a:pt x="220531" y="116758"/>
                  <a:pt x="221285" y="118521"/>
                  <a:pt x="221285" y="120701"/>
                </a:cubicBezTo>
                <a:cubicBezTo>
                  <a:pt x="221285" y="122881"/>
                  <a:pt x="220531" y="124724"/>
                  <a:pt x="219024" y="126231"/>
                </a:cubicBezTo>
                <a:cubicBezTo>
                  <a:pt x="217678" y="127577"/>
                  <a:pt x="215923" y="128243"/>
                  <a:pt x="213743" y="128243"/>
                </a:cubicBezTo>
                <a:close/>
                <a:moveTo>
                  <a:pt x="170239" y="172500"/>
                </a:moveTo>
                <a:cubicBezTo>
                  <a:pt x="171578" y="170825"/>
                  <a:pt x="173253" y="169822"/>
                  <a:pt x="175265" y="169486"/>
                </a:cubicBezTo>
                <a:cubicBezTo>
                  <a:pt x="177277" y="169149"/>
                  <a:pt x="179120" y="169654"/>
                  <a:pt x="180802" y="170993"/>
                </a:cubicBezTo>
                <a:lnTo>
                  <a:pt x="199156" y="184570"/>
                </a:lnTo>
                <a:cubicBezTo>
                  <a:pt x="200832" y="185916"/>
                  <a:pt x="201841" y="187591"/>
                  <a:pt x="202177" y="189603"/>
                </a:cubicBezTo>
                <a:cubicBezTo>
                  <a:pt x="202507" y="191614"/>
                  <a:pt x="202009" y="193458"/>
                  <a:pt x="200663" y="195133"/>
                </a:cubicBezTo>
                <a:cubicBezTo>
                  <a:pt x="199325" y="196808"/>
                  <a:pt x="197649" y="197818"/>
                  <a:pt x="195638" y="198154"/>
                </a:cubicBezTo>
                <a:cubicBezTo>
                  <a:pt x="193626" y="198483"/>
                  <a:pt x="191783" y="197986"/>
                  <a:pt x="190107" y="196640"/>
                </a:cubicBezTo>
                <a:lnTo>
                  <a:pt x="171746" y="183063"/>
                </a:lnTo>
                <a:cubicBezTo>
                  <a:pt x="170071" y="181724"/>
                  <a:pt x="169062" y="180049"/>
                  <a:pt x="168732" y="178037"/>
                </a:cubicBezTo>
                <a:cubicBezTo>
                  <a:pt x="168396" y="176026"/>
                  <a:pt x="168901" y="174175"/>
                  <a:pt x="170239" y="172500"/>
                </a:cubicBezTo>
                <a:close/>
                <a:moveTo>
                  <a:pt x="199156" y="56832"/>
                </a:moveTo>
                <a:lnTo>
                  <a:pt x="181556" y="70160"/>
                </a:lnTo>
                <a:cubicBezTo>
                  <a:pt x="179881" y="71499"/>
                  <a:pt x="178037" y="72004"/>
                  <a:pt x="176026" y="71667"/>
                </a:cubicBezTo>
                <a:cubicBezTo>
                  <a:pt x="174014" y="71331"/>
                  <a:pt x="172331" y="70328"/>
                  <a:pt x="170993" y="68646"/>
                </a:cubicBezTo>
                <a:cubicBezTo>
                  <a:pt x="169654" y="66971"/>
                  <a:pt x="169149" y="65127"/>
                  <a:pt x="169486" y="63116"/>
                </a:cubicBezTo>
                <a:cubicBezTo>
                  <a:pt x="169822" y="61104"/>
                  <a:pt x="170825" y="59429"/>
                  <a:pt x="172500" y="58090"/>
                </a:cubicBezTo>
                <a:lnTo>
                  <a:pt x="190107" y="44762"/>
                </a:lnTo>
                <a:cubicBezTo>
                  <a:pt x="191783" y="43416"/>
                  <a:pt x="193626" y="42918"/>
                  <a:pt x="195638" y="43255"/>
                </a:cubicBezTo>
                <a:cubicBezTo>
                  <a:pt x="197649" y="43584"/>
                  <a:pt x="199325" y="44593"/>
                  <a:pt x="200663" y="46269"/>
                </a:cubicBezTo>
                <a:cubicBezTo>
                  <a:pt x="202009" y="47944"/>
                  <a:pt x="202507" y="49787"/>
                  <a:pt x="202177" y="51799"/>
                </a:cubicBezTo>
                <a:cubicBezTo>
                  <a:pt x="201841" y="53811"/>
                  <a:pt x="200832" y="55486"/>
                  <a:pt x="199156" y="56832"/>
                </a:cubicBezTo>
                <a:close/>
                <a:moveTo>
                  <a:pt x="52808" y="150876"/>
                </a:moveTo>
                <a:lnTo>
                  <a:pt x="35208" y="150876"/>
                </a:lnTo>
                <a:cubicBezTo>
                  <a:pt x="31016" y="150876"/>
                  <a:pt x="27491" y="149369"/>
                  <a:pt x="24645" y="146348"/>
                </a:cubicBezTo>
                <a:cubicBezTo>
                  <a:pt x="21624" y="143502"/>
                  <a:pt x="20117" y="139976"/>
                  <a:pt x="20117" y="135792"/>
                </a:cubicBezTo>
                <a:lnTo>
                  <a:pt x="20117" y="105617"/>
                </a:lnTo>
                <a:cubicBezTo>
                  <a:pt x="20117" y="101425"/>
                  <a:pt x="21624" y="97899"/>
                  <a:pt x="24645" y="95054"/>
                </a:cubicBezTo>
                <a:cubicBezTo>
                  <a:pt x="27491" y="92033"/>
                  <a:pt x="31016" y="90526"/>
                  <a:pt x="35208" y="90526"/>
                </a:cubicBezTo>
                <a:lnTo>
                  <a:pt x="80467" y="90526"/>
                </a:lnTo>
                <a:lnTo>
                  <a:pt x="119443" y="67139"/>
                </a:lnTo>
                <a:cubicBezTo>
                  <a:pt x="121959" y="65632"/>
                  <a:pt x="124475" y="65632"/>
                  <a:pt x="126985" y="67139"/>
                </a:cubicBezTo>
                <a:cubicBezTo>
                  <a:pt x="129501" y="68646"/>
                  <a:pt x="130759" y="70826"/>
                  <a:pt x="130759" y="73679"/>
                </a:cubicBezTo>
                <a:lnTo>
                  <a:pt x="130759" y="167723"/>
                </a:lnTo>
                <a:cubicBezTo>
                  <a:pt x="130759" y="170576"/>
                  <a:pt x="129501" y="172756"/>
                  <a:pt x="126985" y="174263"/>
                </a:cubicBezTo>
                <a:cubicBezTo>
                  <a:pt x="124475" y="175770"/>
                  <a:pt x="121959" y="175770"/>
                  <a:pt x="119443" y="174263"/>
                </a:cubicBezTo>
                <a:lnTo>
                  <a:pt x="80467" y="150876"/>
                </a:lnTo>
                <a:lnTo>
                  <a:pt x="67892" y="150876"/>
                </a:lnTo>
                <a:lnTo>
                  <a:pt x="67892" y="183568"/>
                </a:lnTo>
                <a:cubicBezTo>
                  <a:pt x="67892" y="185748"/>
                  <a:pt x="67139" y="187503"/>
                  <a:pt x="65632" y="188849"/>
                </a:cubicBezTo>
                <a:cubicBezTo>
                  <a:pt x="64293" y="190356"/>
                  <a:pt x="62530" y="191110"/>
                  <a:pt x="60350" y="191110"/>
                </a:cubicBezTo>
                <a:cubicBezTo>
                  <a:pt x="58170" y="191110"/>
                  <a:pt x="56408" y="190356"/>
                  <a:pt x="55069" y="188849"/>
                </a:cubicBezTo>
                <a:cubicBezTo>
                  <a:pt x="53562" y="187503"/>
                  <a:pt x="52808" y="185748"/>
                  <a:pt x="52808" y="183568"/>
                </a:cubicBezTo>
                <a:lnTo>
                  <a:pt x="52808" y="150876"/>
                </a:lnTo>
                <a:close/>
                <a:moveTo>
                  <a:pt x="115675" y="154395"/>
                </a:moveTo>
                <a:lnTo>
                  <a:pt x="115675" y="87007"/>
                </a:lnTo>
                <a:lnTo>
                  <a:pt x="84491" y="105617"/>
                </a:lnTo>
                <a:lnTo>
                  <a:pt x="35208" y="105617"/>
                </a:lnTo>
                <a:lnTo>
                  <a:pt x="35208" y="135792"/>
                </a:lnTo>
                <a:lnTo>
                  <a:pt x="84491" y="135792"/>
                </a:lnTo>
                <a:lnTo>
                  <a:pt x="115675" y="154395"/>
                </a:lnTo>
                <a:close/>
                <a:moveTo>
                  <a:pt x="140818" y="154395"/>
                </a:moveTo>
                <a:lnTo>
                  <a:pt x="140818" y="87007"/>
                </a:lnTo>
                <a:cubicBezTo>
                  <a:pt x="145346" y="91030"/>
                  <a:pt x="149033" y="95975"/>
                  <a:pt x="151885" y="101842"/>
                </a:cubicBezTo>
                <a:cubicBezTo>
                  <a:pt x="154563" y="107541"/>
                  <a:pt x="155909" y="113825"/>
                  <a:pt x="155909" y="120701"/>
                </a:cubicBezTo>
                <a:cubicBezTo>
                  <a:pt x="155909" y="127577"/>
                  <a:pt x="154563" y="133941"/>
                  <a:pt x="151885" y="139815"/>
                </a:cubicBezTo>
                <a:cubicBezTo>
                  <a:pt x="149033" y="145514"/>
                  <a:pt x="145346" y="150371"/>
                  <a:pt x="140818" y="154395"/>
                </a:cubicBezTo>
                <a:close/>
                <a:moveTo>
                  <a:pt x="75442" y="12070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7" name="圖說"/>
          <p:cNvSpPr/>
          <p:nvPr/>
        </p:nvSpPr>
        <p:spPr>
          <a:xfrm>
            <a:off x="2643165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</a:t>
            </a:r>
            <a:endParaRPr lang="en-US" sz="600" dirty="0"/>
          </a:p>
        </p:txBody>
      </p:sp>
      <p:sp>
        <p:nvSpPr>
          <p:cNvPr id="218" name="圖示 郵件"/>
          <p:cNvSpPr/>
          <p:nvPr/>
        </p:nvSpPr>
        <p:spPr>
          <a:xfrm>
            <a:off x="320275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208" y="201168"/>
                </a:moveTo>
                <a:cubicBezTo>
                  <a:pt x="31185" y="201168"/>
                  <a:pt x="27659" y="199661"/>
                  <a:pt x="24645" y="196640"/>
                </a:cubicBezTo>
                <a:cubicBezTo>
                  <a:pt x="21624" y="193626"/>
                  <a:pt x="20117" y="190107"/>
                  <a:pt x="20117" y="186084"/>
                </a:cubicBezTo>
                <a:lnTo>
                  <a:pt x="20117" y="55325"/>
                </a:lnTo>
                <a:cubicBezTo>
                  <a:pt x="20117" y="51301"/>
                  <a:pt x="21624" y="47776"/>
                  <a:pt x="24645" y="44762"/>
                </a:cubicBezTo>
                <a:cubicBezTo>
                  <a:pt x="27659" y="41741"/>
                  <a:pt x="31185" y="40234"/>
                  <a:pt x="35208" y="40234"/>
                </a:cubicBezTo>
                <a:lnTo>
                  <a:pt x="206201" y="40234"/>
                </a:lnTo>
                <a:cubicBezTo>
                  <a:pt x="210224" y="40234"/>
                  <a:pt x="213743" y="41741"/>
                  <a:pt x="216757" y="44762"/>
                </a:cubicBezTo>
                <a:cubicBezTo>
                  <a:pt x="219778" y="47776"/>
                  <a:pt x="221285" y="51301"/>
                  <a:pt x="221285" y="55325"/>
                </a:cubicBezTo>
                <a:lnTo>
                  <a:pt x="221285" y="186084"/>
                </a:lnTo>
                <a:cubicBezTo>
                  <a:pt x="221285" y="190107"/>
                  <a:pt x="219778" y="193626"/>
                  <a:pt x="216757" y="196640"/>
                </a:cubicBezTo>
                <a:cubicBezTo>
                  <a:pt x="213743" y="199661"/>
                  <a:pt x="210224" y="201168"/>
                  <a:pt x="206201" y="201168"/>
                </a:cubicBezTo>
                <a:lnTo>
                  <a:pt x="35208" y="201168"/>
                </a:lnTo>
                <a:close/>
                <a:moveTo>
                  <a:pt x="206201" y="69151"/>
                </a:moveTo>
                <a:lnTo>
                  <a:pt x="124724" y="122464"/>
                </a:lnTo>
                <a:cubicBezTo>
                  <a:pt x="124051" y="122793"/>
                  <a:pt x="123466" y="123129"/>
                  <a:pt x="122961" y="123466"/>
                </a:cubicBezTo>
                <a:cubicBezTo>
                  <a:pt x="122296" y="123634"/>
                  <a:pt x="121542" y="123722"/>
                  <a:pt x="120701" y="123722"/>
                </a:cubicBezTo>
                <a:cubicBezTo>
                  <a:pt x="119860" y="123722"/>
                  <a:pt x="119194" y="123634"/>
                  <a:pt x="118689" y="123466"/>
                </a:cubicBezTo>
                <a:cubicBezTo>
                  <a:pt x="118016" y="123129"/>
                  <a:pt x="117350" y="122793"/>
                  <a:pt x="116677" y="122464"/>
                </a:cubicBezTo>
                <a:lnTo>
                  <a:pt x="35208" y="69151"/>
                </a:lnTo>
                <a:lnTo>
                  <a:pt x="35208" y="186084"/>
                </a:lnTo>
                <a:lnTo>
                  <a:pt x="206201" y="186084"/>
                </a:lnTo>
                <a:lnTo>
                  <a:pt x="206201" y="69151"/>
                </a:lnTo>
                <a:close/>
                <a:moveTo>
                  <a:pt x="120701" y="110138"/>
                </a:moveTo>
                <a:lnTo>
                  <a:pt x="205191" y="55325"/>
                </a:lnTo>
                <a:lnTo>
                  <a:pt x="36459" y="55325"/>
                </a:lnTo>
                <a:lnTo>
                  <a:pt x="120701" y="110138"/>
                </a:lnTo>
                <a:close/>
                <a:moveTo>
                  <a:pt x="35208" y="69151"/>
                </a:moveTo>
                <a:lnTo>
                  <a:pt x="35208" y="70914"/>
                </a:lnTo>
                <a:lnTo>
                  <a:pt x="35208" y="61104"/>
                </a:lnTo>
                <a:lnTo>
                  <a:pt x="35208" y="55325"/>
                </a:lnTo>
                <a:lnTo>
                  <a:pt x="35208" y="61104"/>
                </a:lnTo>
                <a:lnTo>
                  <a:pt x="35208" y="60855"/>
                </a:lnTo>
                <a:lnTo>
                  <a:pt x="35208" y="70914"/>
                </a:lnTo>
                <a:lnTo>
                  <a:pt x="35208" y="69151"/>
                </a:lnTo>
                <a:lnTo>
                  <a:pt x="35208" y="186084"/>
                </a:lnTo>
                <a:lnTo>
                  <a:pt x="35208" y="69151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9" name="圖說"/>
          <p:cNvSpPr/>
          <p:nvPr/>
        </p:nvSpPr>
        <p:spPr>
          <a:xfrm>
            <a:off x="308694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郵件</a:t>
            </a:r>
            <a:endParaRPr lang="en-US" sz="600" dirty="0"/>
          </a:p>
        </p:txBody>
      </p:sp>
      <p:sp>
        <p:nvSpPr>
          <p:cNvPr id="220" name="圖示 訊息"/>
          <p:cNvSpPr/>
          <p:nvPr/>
        </p:nvSpPr>
        <p:spPr>
          <a:xfrm>
            <a:off x="364653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60350" y="181051"/>
                </a:moveTo>
                <a:lnTo>
                  <a:pt x="32940" y="208461"/>
                </a:lnTo>
                <a:cubicBezTo>
                  <a:pt x="30592" y="210809"/>
                  <a:pt x="27915" y="211307"/>
                  <a:pt x="24894" y="209968"/>
                </a:cubicBezTo>
                <a:cubicBezTo>
                  <a:pt x="21712" y="208798"/>
                  <a:pt x="20117" y="206530"/>
                  <a:pt x="20117" y="203180"/>
                </a:cubicBezTo>
                <a:lnTo>
                  <a:pt x="20117" y="35208"/>
                </a:lnTo>
                <a:cubicBezTo>
                  <a:pt x="20117" y="31185"/>
                  <a:pt x="21624" y="27659"/>
                  <a:pt x="24645" y="24645"/>
                </a:cubicBezTo>
                <a:cubicBezTo>
                  <a:pt x="27659" y="21624"/>
                  <a:pt x="31185" y="20117"/>
                  <a:pt x="35208" y="20117"/>
                </a:cubicBezTo>
                <a:lnTo>
                  <a:pt x="206201" y="20117"/>
                </a:lnTo>
                <a:cubicBezTo>
                  <a:pt x="210224" y="20117"/>
                  <a:pt x="213743" y="21624"/>
                  <a:pt x="216757" y="24645"/>
                </a:cubicBezTo>
                <a:cubicBezTo>
                  <a:pt x="219778" y="27659"/>
                  <a:pt x="221285" y="31185"/>
                  <a:pt x="221285" y="35208"/>
                </a:cubicBezTo>
                <a:lnTo>
                  <a:pt x="221285" y="165967"/>
                </a:lnTo>
                <a:cubicBezTo>
                  <a:pt x="221285" y="169991"/>
                  <a:pt x="219778" y="173509"/>
                  <a:pt x="216757" y="176523"/>
                </a:cubicBezTo>
                <a:cubicBezTo>
                  <a:pt x="213743" y="179544"/>
                  <a:pt x="210224" y="181051"/>
                  <a:pt x="206201" y="181051"/>
                </a:cubicBezTo>
                <a:lnTo>
                  <a:pt x="60350" y="181051"/>
                </a:lnTo>
                <a:close/>
                <a:moveTo>
                  <a:pt x="53811" y="165967"/>
                </a:moveTo>
                <a:lnTo>
                  <a:pt x="206201" y="165967"/>
                </a:lnTo>
                <a:lnTo>
                  <a:pt x="206201" y="35208"/>
                </a:lnTo>
                <a:lnTo>
                  <a:pt x="35208" y="35208"/>
                </a:lnTo>
                <a:lnTo>
                  <a:pt x="35208" y="186084"/>
                </a:lnTo>
                <a:lnTo>
                  <a:pt x="53811" y="165967"/>
                </a:lnTo>
                <a:close/>
                <a:moveTo>
                  <a:pt x="35208" y="165967"/>
                </a:moveTo>
                <a:lnTo>
                  <a:pt x="35208" y="35208"/>
                </a:lnTo>
                <a:lnTo>
                  <a:pt x="35208" y="165967"/>
                </a:lnTo>
                <a:close/>
                <a:moveTo>
                  <a:pt x="67892" y="141066"/>
                </a:moveTo>
                <a:lnTo>
                  <a:pt x="131513" y="141066"/>
                </a:lnTo>
                <a:cubicBezTo>
                  <a:pt x="133693" y="141066"/>
                  <a:pt x="135456" y="140313"/>
                  <a:pt x="136794" y="138806"/>
                </a:cubicBezTo>
                <a:cubicBezTo>
                  <a:pt x="138301" y="137467"/>
                  <a:pt x="139055" y="135704"/>
                  <a:pt x="139055" y="133524"/>
                </a:cubicBezTo>
                <a:cubicBezTo>
                  <a:pt x="139055" y="131344"/>
                  <a:pt x="138301" y="129589"/>
                  <a:pt x="136794" y="128243"/>
                </a:cubicBezTo>
                <a:cubicBezTo>
                  <a:pt x="135456" y="126736"/>
                  <a:pt x="133693" y="125982"/>
                  <a:pt x="131513" y="125982"/>
                </a:cubicBezTo>
                <a:lnTo>
                  <a:pt x="67892" y="125982"/>
                </a:lnTo>
                <a:cubicBezTo>
                  <a:pt x="65712" y="125982"/>
                  <a:pt x="63957" y="126736"/>
                  <a:pt x="62611" y="128243"/>
                </a:cubicBezTo>
                <a:cubicBezTo>
                  <a:pt x="61104" y="129589"/>
                  <a:pt x="60350" y="131344"/>
                  <a:pt x="60350" y="133524"/>
                </a:cubicBezTo>
                <a:cubicBezTo>
                  <a:pt x="60350" y="135704"/>
                  <a:pt x="61104" y="137548"/>
                  <a:pt x="62611" y="139055"/>
                </a:cubicBezTo>
                <a:cubicBezTo>
                  <a:pt x="63957" y="140401"/>
                  <a:pt x="65712" y="141066"/>
                  <a:pt x="67892" y="141066"/>
                </a:cubicBezTo>
                <a:close/>
                <a:moveTo>
                  <a:pt x="67892" y="108382"/>
                </a:moveTo>
                <a:lnTo>
                  <a:pt x="173509" y="108382"/>
                </a:lnTo>
                <a:cubicBezTo>
                  <a:pt x="175689" y="108382"/>
                  <a:pt x="177445" y="107629"/>
                  <a:pt x="178791" y="106114"/>
                </a:cubicBezTo>
                <a:cubicBezTo>
                  <a:pt x="180298" y="104776"/>
                  <a:pt x="181051" y="103013"/>
                  <a:pt x="181051" y="100833"/>
                </a:cubicBezTo>
                <a:cubicBezTo>
                  <a:pt x="181051" y="98653"/>
                  <a:pt x="180298" y="96897"/>
                  <a:pt x="178791" y="95558"/>
                </a:cubicBezTo>
                <a:cubicBezTo>
                  <a:pt x="177445" y="94044"/>
                  <a:pt x="175689" y="93291"/>
                  <a:pt x="173509" y="93291"/>
                </a:cubicBezTo>
                <a:lnTo>
                  <a:pt x="67892" y="93291"/>
                </a:lnTo>
                <a:cubicBezTo>
                  <a:pt x="65712" y="93291"/>
                  <a:pt x="63957" y="94044"/>
                  <a:pt x="62611" y="95558"/>
                </a:cubicBezTo>
                <a:cubicBezTo>
                  <a:pt x="61104" y="96897"/>
                  <a:pt x="60350" y="98653"/>
                  <a:pt x="60350" y="100833"/>
                </a:cubicBezTo>
                <a:cubicBezTo>
                  <a:pt x="60350" y="103013"/>
                  <a:pt x="61104" y="104856"/>
                  <a:pt x="62611" y="106370"/>
                </a:cubicBezTo>
                <a:cubicBezTo>
                  <a:pt x="63957" y="107709"/>
                  <a:pt x="65712" y="108382"/>
                  <a:pt x="67892" y="108382"/>
                </a:cubicBezTo>
                <a:close/>
                <a:moveTo>
                  <a:pt x="67892" y="75690"/>
                </a:moveTo>
                <a:lnTo>
                  <a:pt x="173509" y="75690"/>
                </a:lnTo>
                <a:cubicBezTo>
                  <a:pt x="175689" y="75690"/>
                  <a:pt x="177445" y="74937"/>
                  <a:pt x="178791" y="73430"/>
                </a:cubicBezTo>
                <a:cubicBezTo>
                  <a:pt x="180298" y="72084"/>
                  <a:pt x="181051" y="70328"/>
                  <a:pt x="181051" y="68148"/>
                </a:cubicBezTo>
                <a:cubicBezTo>
                  <a:pt x="181051" y="65968"/>
                  <a:pt x="180298" y="64206"/>
                  <a:pt x="178791" y="62867"/>
                </a:cubicBezTo>
                <a:cubicBezTo>
                  <a:pt x="177445" y="61360"/>
                  <a:pt x="175689" y="60599"/>
                  <a:pt x="173509" y="60599"/>
                </a:cubicBezTo>
                <a:lnTo>
                  <a:pt x="67892" y="60599"/>
                </a:lnTo>
                <a:cubicBezTo>
                  <a:pt x="65712" y="60599"/>
                  <a:pt x="63957" y="61360"/>
                  <a:pt x="62611" y="62867"/>
                </a:cubicBezTo>
                <a:cubicBezTo>
                  <a:pt x="61104" y="64206"/>
                  <a:pt x="60350" y="65968"/>
                  <a:pt x="60350" y="68148"/>
                </a:cubicBezTo>
                <a:cubicBezTo>
                  <a:pt x="60350" y="70328"/>
                  <a:pt x="61104" y="72172"/>
                  <a:pt x="62611" y="73679"/>
                </a:cubicBezTo>
                <a:cubicBezTo>
                  <a:pt x="63957" y="75017"/>
                  <a:pt x="65712" y="75690"/>
                  <a:pt x="67892" y="75690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1" name="圖說"/>
          <p:cNvSpPr/>
          <p:nvPr/>
        </p:nvSpPr>
        <p:spPr>
          <a:xfrm>
            <a:off x="353071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訊息</a:t>
            </a:r>
            <a:endParaRPr lang="en-US" sz="600" dirty="0"/>
          </a:p>
        </p:txBody>
      </p:sp>
      <p:sp>
        <p:nvSpPr>
          <p:cNvPr id="222" name="圖示 討論"/>
          <p:cNvSpPr/>
          <p:nvPr/>
        </p:nvSpPr>
        <p:spPr>
          <a:xfrm>
            <a:off x="409031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213743" y="210473"/>
                </a:moveTo>
                <a:cubicBezTo>
                  <a:pt x="212902" y="210473"/>
                  <a:pt x="212068" y="210305"/>
                  <a:pt x="211226" y="209968"/>
                </a:cubicBezTo>
                <a:cubicBezTo>
                  <a:pt x="210224" y="209632"/>
                  <a:pt x="209295" y="209046"/>
                  <a:pt x="208461" y="208213"/>
                </a:cubicBezTo>
                <a:lnTo>
                  <a:pt x="181300" y="181051"/>
                </a:lnTo>
                <a:lnTo>
                  <a:pt x="75442" y="181051"/>
                </a:lnTo>
                <a:cubicBezTo>
                  <a:pt x="71250" y="181051"/>
                  <a:pt x="67724" y="179544"/>
                  <a:pt x="64879" y="176523"/>
                </a:cubicBezTo>
                <a:cubicBezTo>
                  <a:pt x="61857" y="173677"/>
                  <a:pt x="60350" y="170152"/>
                  <a:pt x="60350" y="165967"/>
                </a:cubicBezTo>
                <a:lnTo>
                  <a:pt x="60350" y="145850"/>
                </a:lnTo>
                <a:lnTo>
                  <a:pt x="170993" y="145850"/>
                </a:lnTo>
                <a:cubicBezTo>
                  <a:pt x="175184" y="145850"/>
                  <a:pt x="178703" y="144336"/>
                  <a:pt x="181556" y="141322"/>
                </a:cubicBezTo>
                <a:cubicBezTo>
                  <a:pt x="184570" y="138469"/>
                  <a:pt x="186084" y="134951"/>
                  <a:pt x="186084" y="130759"/>
                </a:cubicBezTo>
                <a:lnTo>
                  <a:pt x="186084" y="60350"/>
                </a:lnTo>
                <a:lnTo>
                  <a:pt x="206201" y="60350"/>
                </a:lnTo>
                <a:cubicBezTo>
                  <a:pt x="210385" y="60350"/>
                  <a:pt x="213911" y="61857"/>
                  <a:pt x="216757" y="64879"/>
                </a:cubicBezTo>
                <a:cubicBezTo>
                  <a:pt x="219778" y="67724"/>
                  <a:pt x="221285" y="71250"/>
                  <a:pt x="221285" y="75442"/>
                </a:cubicBezTo>
                <a:lnTo>
                  <a:pt x="221285" y="202931"/>
                </a:lnTo>
                <a:cubicBezTo>
                  <a:pt x="221285" y="205272"/>
                  <a:pt x="220531" y="207123"/>
                  <a:pt x="219024" y="208461"/>
                </a:cubicBezTo>
                <a:cubicBezTo>
                  <a:pt x="217342" y="209800"/>
                  <a:pt x="215586" y="210473"/>
                  <a:pt x="213743" y="210473"/>
                </a:cubicBezTo>
                <a:close/>
                <a:moveTo>
                  <a:pt x="35208" y="134534"/>
                </a:moveTo>
                <a:lnTo>
                  <a:pt x="54067" y="115675"/>
                </a:lnTo>
                <a:lnTo>
                  <a:pt x="155909" y="115675"/>
                </a:lnTo>
                <a:lnTo>
                  <a:pt x="155909" y="35208"/>
                </a:lnTo>
                <a:lnTo>
                  <a:pt x="35208" y="35208"/>
                </a:lnTo>
                <a:lnTo>
                  <a:pt x="35208" y="134534"/>
                </a:lnTo>
                <a:close/>
                <a:moveTo>
                  <a:pt x="27659" y="160430"/>
                </a:moveTo>
                <a:cubicBezTo>
                  <a:pt x="25815" y="160430"/>
                  <a:pt x="24140" y="159764"/>
                  <a:pt x="22633" y="158418"/>
                </a:cubicBezTo>
                <a:cubicBezTo>
                  <a:pt x="20958" y="157079"/>
                  <a:pt x="20117" y="155236"/>
                  <a:pt x="20117" y="152888"/>
                </a:cubicBezTo>
                <a:lnTo>
                  <a:pt x="20117" y="35208"/>
                </a:lnTo>
                <a:cubicBezTo>
                  <a:pt x="20117" y="31016"/>
                  <a:pt x="21624" y="27491"/>
                  <a:pt x="24645" y="24645"/>
                </a:cubicBezTo>
                <a:cubicBezTo>
                  <a:pt x="27491" y="21624"/>
                  <a:pt x="31016" y="20117"/>
                  <a:pt x="35208" y="20117"/>
                </a:cubicBezTo>
                <a:lnTo>
                  <a:pt x="155909" y="20117"/>
                </a:lnTo>
                <a:cubicBezTo>
                  <a:pt x="160093" y="20117"/>
                  <a:pt x="163619" y="21624"/>
                  <a:pt x="166465" y="24645"/>
                </a:cubicBezTo>
                <a:cubicBezTo>
                  <a:pt x="169486" y="27491"/>
                  <a:pt x="170993" y="31016"/>
                  <a:pt x="170993" y="35208"/>
                </a:cubicBezTo>
                <a:lnTo>
                  <a:pt x="170993" y="115675"/>
                </a:lnTo>
                <a:cubicBezTo>
                  <a:pt x="170993" y="119860"/>
                  <a:pt x="169486" y="123385"/>
                  <a:pt x="166465" y="126231"/>
                </a:cubicBezTo>
                <a:cubicBezTo>
                  <a:pt x="163619" y="129252"/>
                  <a:pt x="160093" y="130759"/>
                  <a:pt x="155909" y="130759"/>
                </a:cubicBezTo>
                <a:lnTo>
                  <a:pt x="60350" y="130759"/>
                </a:lnTo>
                <a:lnTo>
                  <a:pt x="32940" y="158169"/>
                </a:lnTo>
                <a:cubicBezTo>
                  <a:pt x="32106" y="159003"/>
                  <a:pt x="31265" y="159596"/>
                  <a:pt x="30424" y="159932"/>
                </a:cubicBezTo>
                <a:cubicBezTo>
                  <a:pt x="29422" y="160261"/>
                  <a:pt x="28500" y="160430"/>
                  <a:pt x="27659" y="160430"/>
                </a:cubicBezTo>
                <a:close/>
                <a:moveTo>
                  <a:pt x="35208" y="115675"/>
                </a:moveTo>
                <a:lnTo>
                  <a:pt x="35208" y="35208"/>
                </a:lnTo>
                <a:lnTo>
                  <a:pt x="35208" y="115675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3" name="圖說"/>
          <p:cNvSpPr/>
          <p:nvPr/>
        </p:nvSpPr>
        <p:spPr>
          <a:xfrm>
            <a:off x="397449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討論</a:t>
            </a:r>
            <a:endParaRPr lang="en-US" sz="600" dirty="0"/>
          </a:p>
        </p:txBody>
      </p:sp>
      <p:sp>
        <p:nvSpPr>
          <p:cNvPr id="224" name="圖示 電話"/>
          <p:cNvSpPr/>
          <p:nvPr/>
        </p:nvSpPr>
        <p:spPr>
          <a:xfrm>
            <a:off x="453408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99910" y="211226"/>
                </a:moveTo>
                <a:cubicBezTo>
                  <a:pt x="180466" y="211226"/>
                  <a:pt x="160686" y="206530"/>
                  <a:pt x="140569" y="197145"/>
                </a:cubicBezTo>
                <a:cubicBezTo>
                  <a:pt x="120284" y="187759"/>
                  <a:pt x="101506" y="174431"/>
                  <a:pt x="84242" y="157160"/>
                </a:cubicBezTo>
                <a:cubicBezTo>
                  <a:pt x="66971" y="139896"/>
                  <a:pt x="53642" y="121206"/>
                  <a:pt x="44257" y="101089"/>
                </a:cubicBezTo>
                <a:cubicBezTo>
                  <a:pt x="34872" y="80804"/>
                  <a:pt x="30175" y="60936"/>
                  <a:pt x="30175" y="41492"/>
                </a:cubicBezTo>
                <a:cubicBezTo>
                  <a:pt x="30175" y="38302"/>
                  <a:pt x="31265" y="35625"/>
                  <a:pt x="33445" y="33445"/>
                </a:cubicBezTo>
                <a:cubicBezTo>
                  <a:pt x="35625" y="31265"/>
                  <a:pt x="38302" y="30175"/>
                  <a:pt x="41492" y="30175"/>
                </a:cubicBezTo>
                <a:lnTo>
                  <a:pt x="76693" y="30175"/>
                </a:lnTo>
                <a:cubicBezTo>
                  <a:pt x="79041" y="30175"/>
                  <a:pt x="81052" y="31016"/>
                  <a:pt x="82728" y="32692"/>
                </a:cubicBezTo>
                <a:cubicBezTo>
                  <a:pt x="84410" y="34367"/>
                  <a:pt x="85581" y="36459"/>
                  <a:pt x="86254" y="38975"/>
                </a:cubicBezTo>
                <a:lnTo>
                  <a:pt x="93042" y="70658"/>
                </a:lnTo>
                <a:cubicBezTo>
                  <a:pt x="93379" y="73006"/>
                  <a:pt x="93379" y="75186"/>
                  <a:pt x="93042" y="77197"/>
                </a:cubicBezTo>
                <a:cubicBezTo>
                  <a:pt x="92537" y="79041"/>
                  <a:pt x="91616" y="80635"/>
                  <a:pt x="90277" y="81974"/>
                </a:cubicBezTo>
                <a:lnTo>
                  <a:pt x="65127" y="107373"/>
                </a:lnTo>
                <a:cubicBezTo>
                  <a:pt x="69487" y="114746"/>
                  <a:pt x="74096" y="121623"/>
                  <a:pt x="78960" y="127994"/>
                </a:cubicBezTo>
                <a:cubicBezTo>
                  <a:pt x="83818" y="134366"/>
                  <a:pt x="89187" y="140401"/>
                  <a:pt x="95054" y="146099"/>
                </a:cubicBezTo>
                <a:cubicBezTo>
                  <a:pt x="101257" y="152471"/>
                  <a:pt x="107789" y="158338"/>
                  <a:pt x="114666" y="163700"/>
                </a:cubicBezTo>
                <a:cubicBezTo>
                  <a:pt x="121542" y="168901"/>
                  <a:pt x="128748" y="173509"/>
                  <a:pt x="136289" y="177533"/>
                </a:cubicBezTo>
                <a:lnTo>
                  <a:pt x="160181" y="152888"/>
                </a:lnTo>
                <a:cubicBezTo>
                  <a:pt x="161856" y="151044"/>
                  <a:pt x="163787" y="149786"/>
                  <a:pt x="165967" y="149113"/>
                </a:cubicBezTo>
                <a:cubicBezTo>
                  <a:pt x="168140" y="148447"/>
                  <a:pt x="170320" y="148279"/>
                  <a:pt x="172500" y="148616"/>
                </a:cubicBezTo>
                <a:lnTo>
                  <a:pt x="202426" y="155148"/>
                </a:lnTo>
                <a:cubicBezTo>
                  <a:pt x="204943" y="155821"/>
                  <a:pt x="207035" y="157160"/>
                  <a:pt x="208710" y="159171"/>
                </a:cubicBezTo>
                <a:cubicBezTo>
                  <a:pt x="210385" y="161183"/>
                  <a:pt x="211226" y="163451"/>
                  <a:pt x="211226" y="165967"/>
                </a:cubicBezTo>
                <a:lnTo>
                  <a:pt x="211226" y="199910"/>
                </a:lnTo>
                <a:cubicBezTo>
                  <a:pt x="211226" y="203099"/>
                  <a:pt x="210136" y="205777"/>
                  <a:pt x="207957" y="207957"/>
                </a:cubicBezTo>
                <a:cubicBezTo>
                  <a:pt x="205777" y="210136"/>
                  <a:pt x="203099" y="211226"/>
                  <a:pt x="199910" y="211226"/>
                </a:cubicBezTo>
                <a:close/>
                <a:moveTo>
                  <a:pt x="57585" y="93547"/>
                </a:moveTo>
                <a:lnTo>
                  <a:pt x="77951" y="72925"/>
                </a:lnTo>
                <a:lnTo>
                  <a:pt x="72172" y="45266"/>
                </a:lnTo>
                <a:lnTo>
                  <a:pt x="45266" y="45266"/>
                </a:lnTo>
                <a:cubicBezTo>
                  <a:pt x="45596" y="52304"/>
                  <a:pt x="46773" y="59765"/>
                  <a:pt x="48785" y="67644"/>
                </a:cubicBezTo>
                <a:cubicBezTo>
                  <a:pt x="50628" y="75354"/>
                  <a:pt x="53562" y="83986"/>
                  <a:pt x="57585" y="93547"/>
                </a:cubicBezTo>
                <a:close/>
                <a:moveTo>
                  <a:pt x="150371" y="184826"/>
                </a:moveTo>
                <a:cubicBezTo>
                  <a:pt x="157248" y="188008"/>
                  <a:pt x="164709" y="190605"/>
                  <a:pt x="172756" y="192617"/>
                </a:cubicBezTo>
                <a:cubicBezTo>
                  <a:pt x="180802" y="194628"/>
                  <a:pt x="188593" y="195806"/>
                  <a:pt x="196142" y="196142"/>
                </a:cubicBezTo>
                <a:lnTo>
                  <a:pt x="196142" y="169230"/>
                </a:lnTo>
                <a:lnTo>
                  <a:pt x="170239" y="163956"/>
                </a:lnTo>
                <a:lnTo>
                  <a:pt x="150371" y="184826"/>
                </a:lnTo>
                <a:close/>
                <a:moveTo>
                  <a:pt x="57585" y="93547"/>
                </a:moveTo>
                <a:close/>
                <a:moveTo>
                  <a:pt x="150371" y="184826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5" name="圖說"/>
          <p:cNvSpPr/>
          <p:nvPr/>
        </p:nvSpPr>
        <p:spPr>
          <a:xfrm>
            <a:off x="441827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電話</a:t>
            </a:r>
            <a:endParaRPr lang="en-US" sz="600" dirty="0"/>
          </a:p>
        </p:txBody>
      </p:sp>
      <p:sp>
        <p:nvSpPr>
          <p:cNvPr id="226" name="圖示 視訊"/>
          <p:cNvSpPr/>
          <p:nvPr/>
        </p:nvSpPr>
        <p:spPr>
          <a:xfrm>
            <a:off x="4977866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208" y="201168"/>
                </a:moveTo>
                <a:cubicBezTo>
                  <a:pt x="31185" y="201168"/>
                  <a:pt x="27659" y="199661"/>
                  <a:pt x="24645" y="196640"/>
                </a:cubicBezTo>
                <a:cubicBezTo>
                  <a:pt x="21624" y="193626"/>
                  <a:pt x="20117" y="190107"/>
                  <a:pt x="20117" y="186084"/>
                </a:cubicBezTo>
                <a:lnTo>
                  <a:pt x="20117" y="55325"/>
                </a:lnTo>
                <a:cubicBezTo>
                  <a:pt x="20117" y="51301"/>
                  <a:pt x="21624" y="47776"/>
                  <a:pt x="24645" y="44762"/>
                </a:cubicBezTo>
                <a:cubicBezTo>
                  <a:pt x="27659" y="41741"/>
                  <a:pt x="31185" y="40234"/>
                  <a:pt x="35208" y="40234"/>
                </a:cubicBezTo>
                <a:lnTo>
                  <a:pt x="165967" y="40234"/>
                </a:lnTo>
                <a:cubicBezTo>
                  <a:pt x="169991" y="40234"/>
                  <a:pt x="173509" y="41741"/>
                  <a:pt x="176523" y="44762"/>
                </a:cubicBezTo>
                <a:cubicBezTo>
                  <a:pt x="179544" y="47776"/>
                  <a:pt x="181051" y="51301"/>
                  <a:pt x="181051" y="55325"/>
                </a:cubicBezTo>
                <a:lnTo>
                  <a:pt x="181051" y="109384"/>
                </a:lnTo>
                <a:lnTo>
                  <a:pt x="214745" y="75690"/>
                </a:lnTo>
                <a:cubicBezTo>
                  <a:pt x="215923" y="74513"/>
                  <a:pt x="217342" y="74264"/>
                  <a:pt x="219024" y="74937"/>
                </a:cubicBezTo>
                <a:cubicBezTo>
                  <a:pt x="220531" y="75442"/>
                  <a:pt x="221285" y="76524"/>
                  <a:pt x="221285" y="78207"/>
                </a:cubicBezTo>
                <a:lnTo>
                  <a:pt x="221285" y="163195"/>
                </a:lnTo>
                <a:cubicBezTo>
                  <a:pt x="221285" y="164877"/>
                  <a:pt x="220531" y="165967"/>
                  <a:pt x="219024" y="166465"/>
                </a:cubicBezTo>
                <a:cubicBezTo>
                  <a:pt x="217342" y="167138"/>
                  <a:pt x="215923" y="166889"/>
                  <a:pt x="214745" y="165711"/>
                </a:cubicBezTo>
                <a:lnTo>
                  <a:pt x="181051" y="132017"/>
                </a:lnTo>
                <a:lnTo>
                  <a:pt x="181051" y="186084"/>
                </a:lnTo>
                <a:cubicBezTo>
                  <a:pt x="181051" y="190107"/>
                  <a:pt x="179544" y="193626"/>
                  <a:pt x="176523" y="196640"/>
                </a:cubicBezTo>
                <a:cubicBezTo>
                  <a:pt x="173509" y="199661"/>
                  <a:pt x="169991" y="201168"/>
                  <a:pt x="165967" y="201168"/>
                </a:cubicBezTo>
                <a:lnTo>
                  <a:pt x="35208" y="201168"/>
                </a:lnTo>
                <a:close/>
                <a:moveTo>
                  <a:pt x="35208" y="186084"/>
                </a:moveTo>
                <a:lnTo>
                  <a:pt x="165967" y="186084"/>
                </a:lnTo>
                <a:lnTo>
                  <a:pt x="165967" y="55325"/>
                </a:lnTo>
                <a:lnTo>
                  <a:pt x="35208" y="55325"/>
                </a:lnTo>
                <a:lnTo>
                  <a:pt x="35208" y="186084"/>
                </a:lnTo>
                <a:close/>
                <a:moveTo>
                  <a:pt x="35208" y="186084"/>
                </a:moveTo>
                <a:lnTo>
                  <a:pt x="35208" y="55325"/>
                </a:lnTo>
                <a:lnTo>
                  <a:pt x="35208" y="18608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7" name="圖說"/>
          <p:cNvSpPr/>
          <p:nvPr/>
        </p:nvSpPr>
        <p:spPr>
          <a:xfrm>
            <a:off x="486204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視訊</a:t>
            </a:r>
            <a:endParaRPr lang="en-US" sz="600" dirty="0"/>
          </a:p>
        </p:txBody>
      </p:sp>
      <p:sp>
        <p:nvSpPr>
          <p:cNvPr id="228" name="圖示 物流"/>
          <p:cNvSpPr/>
          <p:nvPr/>
        </p:nvSpPr>
        <p:spPr>
          <a:xfrm>
            <a:off x="542164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35457" y="192368"/>
                </a:moveTo>
                <a:cubicBezTo>
                  <a:pt x="29590" y="186501"/>
                  <a:pt x="26657" y="179456"/>
                  <a:pt x="26657" y="171242"/>
                </a:cubicBezTo>
                <a:lnTo>
                  <a:pt x="17600" y="171242"/>
                </a:lnTo>
                <a:cubicBezTo>
                  <a:pt x="15420" y="171242"/>
                  <a:pt x="13665" y="170488"/>
                  <a:pt x="12319" y="168981"/>
                </a:cubicBezTo>
                <a:cubicBezTo>
                  <a:pt x="10812" y="167642"/>
                  <a:pt x="10058" y="165879"/>
                  <a:pt x="10058" y="163700"/>
                </a:cubicBezTo>
                <a:lnTo>
                  <a:pt x="10058" y="55325"/>
                </a:lnTo>
                <a:cubicBezTo>
                  <a:pt x="10058" y="51301"/>
                  <a:pt x="11565" y="47776"/>
                  <a:pt x="14587" y="44762"/>
                </a:cubicBezTo>
                <a:cubicBezTo>
                  <a:pt x="17600" y="41741"/>
                  <a:pt x="21126" y="40234"/>
                  <a:pt x="25150" y="40234"/>
                </a:cubicBezTo>
                <a:lnTo>
                  <a:pt x="155653" y="40234"/>
                </a:lnTo>
                <a:cubicBezTo>
                  <a:pt x="159844" y="40234"/>
                  <a:pt x="163363" y="41741"/>
                  <a:pt x="166216" y="44762"/>
                </a:cubicBezTo>
                <a:cubicBezTo>
                  <a:pt x="169230" y="47607"/>
                  <a:pt x="170744" y="51133"/>
                  <a:pt x="170744" y="55325"/>
                </a:cubicBezTo>
                <a:lnTo>
                  <a:pt x="170744" y="82230"/>
                </a:lnTo>
                <a:lnTo>
                  <a:pt x="189603" y="82230"/>
                </a:lnTo>
                <a:cubicBezTo>
                  <a:pt x="191951" y="82230"/>
                  <a:pt x="194211" y="82728"/>
                  <a:pt x="196391" y="83737"/>
                </a:cubicBezTo>
                <a:cubicBezTo>
                  <a:pt x="198571" y="84908"/>
                  <a:pt x="200327" y="86422"/>
                  <a:pt x="201673" y="88265"/>
                </a:cubicBezTo>
                <a:lnTo>
                  <a:pt x="229836" y="125734"/>
                </a:lnTo>
                <a:cubicBezTo>
                  <a:pt x="230341" y="126399"/>
                  <a:pt x="230758" y="127072"/>
                  <a:pt x="231094" y="127745"/>
                </a:cubicBezTo>
                <a:cubicBezTo>
                  <a:pt x="231263" y="128579"/>
                  <a:pt x="231343" y="129421"/>
                  <a:pt x="231343" y="130254"/>
                </a:cubicBezTo>
                <a:lnTo>
                  <a:pt x="231343" y="163700"/>
                </a:lnTo>
                <a:cubicBezTo>
                  <a:pt x="231343" y="165879"/>
                  <a:pt x="230590" y="167642"/>
                  <a:pt x="229083" y="168981"/>
                </a:cubicBezTo>
                <a:cubicBezTo>
                  <a:pt x="227737" y="170488"/>
                  <a:pt x="225981" y="171242"/>
                  <a:pt x="223801" y="171242"/>
                </a:cubicBezTo>
                <a:lnTo>
                  <a:pt x="213487" y="171242"/>
                </a:lnTo>
                <a:cubicBezTo>
                  <a:pt x="213487" y="179456"/>
                  <a:pt x="210641" y="186501"/>
                  <a:pt x="204943" y="192368"/>
                </a:cubicBezTo>
                <a:cubicBezTo>
                  <a:pt x="199076" y="198066"/>
                  <a:pt x="192031" y="200919"/>
                  <a:pt x="183816" y="200919"/>
                </a:cubicBezTo>
                <a:cubicBezTo>
                  <a:pt x="175601" y="200919"/>
                  <a:pt x="168645" y="198066"/>
                  <a:pt x="162946" y="192368"/>
                </a:cubicBezTo>
                <a:cubicBezTo>
                  <a:pt x="157079" y="186501"/>
                  <a:pt x="154146" y="179456"/>
                  <a:pt x="154146" y="171242"/>
                </a:cubicBezTo>
                <a:lnTo>
                  <a:pt x="85997" y="171242"/>
                </a:lnTo>
                <a:cubicBezTo>
                  <a:pt x="85997" y="179456"/>
                  <a:pt x="83152" y="186501"/>
                  <a:pt x="77453" y="192368"/>
                </a:cubicBezTo>
                <a:cubicBezTo>
                  <a:pt x="71579" y="198066"/>
                  <a:pt x="64542" y="200919"/>
                  <a:pt x="56327" y="200919"/>
                </a:cubicBezTo>
                <a:cubicBezTo>
                  <a:pt x="48112" y="200919"/>
                  <a:pt x="41155" y="198066"/>
                  <a:pt x="35457" y="192368"/>
                </a:cubicBezTo>
                <a:close/>
                <a:moveTo>
                  <a:pt x="66634" y="181556"/>
                </a:moveTo>
                <a:cubicBezTo>
                  <a:pt x="69487" y="178703"/>
                  <a:pt x="70914" y="175265"/>
                  <a:pt x="70914" y="171242"/>
                </a:cubicBezTo>
                <a:cubicBezTo>
                  <a:pt x="70914" y="167218"/>
                  <a:pt x="69487" y="163787"/>
                  <a:pt x="66634" y="160934"/>
                </a:cubicBezTo>
                <a:cubicBezTo>
                  <a:pt x="63789" y="158081"/>
                  <a:pt x="60350" y="156662"/>
                  <a:pt x="56327" y="156662"/>
                </a:cubicBezTo>
                <a:cubicBezTo>
                  <a:pt x="52304" y="156662"/>
                  <a:pt x="48866" y="158081"/>
                  <a:pt x="46020" y="160934"/>
                </a:cubicBezTo>
                <a:cubicBezTo>
                  <a:pt x="43167" y="163787"/>
                  <a:pt x="41741" y="167218"/>
                  <a:pt x="41741" y="171242"/>
                </a:cubicBezTo>
                <a:cubicBezTo>
                  <a:pt x="41741" y="175265"/>
                  <a:pt x="43167" y="178703"/>
                  <a:pt x="46020" y="181556"/>
                </a:cubicBezTo>
                <a:cubicBezTo>
                  <a:pt x="48866" y="184402"/>
                  <a:pt x="52304" y="185828"/>
                  <a:pt x="56327" y="185828"/>
                </a:cubicBezTo>
                <a:cubicBezTo>
                  <a:pt x="60350" y="185828"/>
                  <a:pt x="63789" y="184402"/>
                  <a:pt x="66634" y="181556"/>
                </a:cubicBezTo>
                <a:close/>
                <a:moveTo>
                  <a:pt x="25150" y="156158"/>
                </a:moveTo>
                <a:lnTo>
                  <a:pt x="30680" y="156158"/>
                </a:lnTo>
                <a:cubicBezTo>
                  <a:pt x="33526" y="151629"/>
                  <a:pt x="37132" y="148023"/>
                  <a:pt x="41492" y="145346"/>
                </a:cubicBezTo>
                <a:cubicBezTo>
                  <a:pt x="45852" y="142661"/>
                  <a:pt x="50709" y="141322"/>
                  <a:pt x="56078" y="141322"/>
                </a:cubicBezTo>
                <a:cubicBezTo>
                  <a:pt x="61440" y="141322"/>
                  <a:pt x="66385" y="142749"/>
                  <a:pt x="70914" y="145594"/>
                </a:cubicBezTo>
                <a:cubicBezTo>
                  <a:pt x="75273" y="148279"/>
                  <a:pt x="78872" y="151798"/>
                  <a:pt x="81725" y="156158"/>
                </a:cubicBezTo>
                <a:lnTo>
                  <a:pt x="155653" y="156158"/>
                </a:lnTo>
                <a:lnTo>
                  <a:pt x="155653" y="55325"/>
                </a:lnTo>
                <a:lnTo>
                  <a:pt x="25150" y="55325"/>
                </a:lnTo>
                <a:lnTo>
                  <a:pt x="25150" y="156158"/>
                </a:lnTo>
                <a:close/>
                <a:moveTo>
                  <a:pt x="194131" y="181556"/>
                </a:moveTo>
                <a:cubicBezTo>
                  <a:pt x="196976" y="178703"/>
                  <a:pt x="198403" y="175265"/>
                  <a:pt x="198403" y="171242"/>
                </a:cubicBezTo>
                <a:cubicBezTo>
                  <a:pt x="198403" y="167218"/>
                  <a:pt x="196976" y="163787"/>
                  <a:pt x="194131" y="160934"/>
                </a:cubicBezTo>
                <a:cubicBezTo>
                  <a:pt x="191278" y="158081"/>
                  <a:pt x="187840" y="156662"/>
                  <a:pt x="183816" y="156662"/>
                </a:cubicBezTo>
                <a:cubicBezTo>
                  <a:pt x="179793" y="156662"/>
                  <a:pt x="176355" y="158081"/>
                  <a:pt x="173509" y="160934"/>
                </a:cubicBezTo>
                <a:cubicBezTo>
                  <a:pt x="170656" y="163787"/>
                  <a:pt x="169230" y="167218"/>
                  <a:pt x="169230" y="171242"/>
                </a:cubicBezTo>
                <a:cubicBezTo>
                  <a:pt x="169230" y="175265"/>
                  <a:pt x="170656" y="178703"/>
                  <a:pt x="173509" y="181556"/>
                </a:cubicBezTo>
                <a:cubicBezTo>
                  <a:pt x="176355" y="184402"/>
                  <a:pt x="179793" y="185828"/>
                  <a:pt x="183816" y="185828"/>
                </a:cubicBezTo>
                <a:cubicBezTo>
                  <a:pt x="187840" y="185828"/>
                  <a:pt x="191278" y="184402"/>
                  <a:pt x="194131" y="181556"/>
                </a:cubicBezTo>
                <a:close/>
                <a:moveTo>
                  <a:pt x="170744" y="134534"/>
                </a:moveTo>
                <a:lnTo>
                  <a:pt x="217510" y="134534"/>
                </a:lnTo>
                <a:lnTo>
                  <a:pt x="189603" y="97314"/>
                </a:lnTo>
                <a:lnTo>
                  <a:pt x="170744" y="97314"/>
                </a:lnTo>
                <a:lnTo>
                  <a:pt x="170744" y="134534"/>
                </a:lnTo>
                <a:close/>
                <a:moveTo>
                  <a:pt x="90526" y="105617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9" name="圖說"/>
          <p:cNvSpPr/>
          <p:nvPr/>
        </p:nvSpPr>
        <p:spPr>
          <a:xfrm>
            <a:off x="530582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物流</a:t>
            </a:r>
            <a:endParaRPr lang="en-US" sz="600" dirty="0"/>
          </a:p>
        </p:txBody>
      </p:sp>
      <p:sp>
        <p:nvSpPr>
          <p:cNvPr id="230" name="圖示 倉儲"/>
          <p:cNvSpPr/>
          <p:nvPr/>
        </p:nvSpPr>
        <p:spPr>
          <a:xfrm>
            <a:off x="586541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46269"/>
                </a:moveTo>
                <a:lnTo>
                  <a:pt x="35208" y="80467"/>
                </a:lnTo>
                <a:lnTo>
                  <a:pt x="35208" y="196142"/>
                </a:lnTo>
                <a:lnTo>
                  <a:pt x="65383" y="196142"/>
                </a:lnTo>
                <a:lnTo>
                  <a:pt x="65383" y="130759"/>
                </a:lnTo>
                <a:cubicBezTo>
                  <a:pt x="65383" y="126568"/>
                  <a:pt x="66890" y="123049"/>
                  <a:pt x="69904" y="120196"/>
                </a:cubicBezTo>
                <a:cubicBezTo>
                  <a:pt x="72757" y="117182"/>
                  <a:pt x="76276" y="115675"/>
                  <a:pt x="80467" y="115675"/>
                </a:cubicBezTo>
                <a:lnTo>
                  <a:pt x="160934" y="115675"/>
                </a:lnTo>
                <a:cubicBezTo>
                  <a:pt x="165126" y="115675"/>
                  <a:pt x="168645" y="117182"/>
                  <a:pt x="171498" y="120196"/>
                </a:cubicBezTo>
                <a:cubicBezTo>
                  <a:pt x="174511" y="123049"/>
                  <a:pt x="176026" y="126568"/>
                  <a:pt x="176026" y="130759"/>
                </a:cubicBezTo>
                <a:lnTo>
                  <a:pt x="176026" y="196142"/>
                </a:lnTo>
                <a:lnTo>
                  <a:pt x="206201" y="196142"/>
                </a:lnTo>
                <a:lnTo>
                  <a:pt x="206201" y="80467"/>
                </a:lnTo>
                <a:lnTo>
                  <a:pt x="120701" y="46269"/>
                </a:lnTo>
                <a:close/>
                <a:moveTo>
                  <a:pt x="20117" y="196142"/>
                </a:moveTo>
                <a:lnTo>
                  <a:pt x="20117" y="80716"/>
                </a:lnTo>
                <a:cubicBezTo>
                  <a:pt x="20117" y="77534"/>
                  <a:pt x="21039" y="74681"/>
                  <a:pt x="22882" y="72172"/>
                </a:cubicBezTo>
                <a:cubicBezTo>
                  <a:pt x="24557" y="69655"/>
                  <a:pt x="26825" y="67812"/>
                  <a:pt x="29670" y="66634"/>
                </a:cubicBezTo>
                <a:lnTo>
                  <a:pt x="115171" y="32436"/>
                </a:lnTo>
                <a:cubicBezTo>
                  <a:pt x="117014" y="31602"/>
                  <a:pt x="118857" y="31185"/>
                  <a:pt x="120701" y="31185"/>
                </a:cubicBezTo>
                <a:cubicBezTo>
                  <a:pt x="122544" y="31185"/>
                  <a:pt x="124388" y="31602"/>
                  <a:pt x="126231" y="32436"/>
                </a:cubicBezTo>
                <a:lnTo>
                  <a:pt x="211731" y="66634"/>
                </a:lnTo>
                <a:cubicBezTo>
                  <a:pt x="214577" y="67812"/>
                  <a:pt x="216925" y="69655"/>
                  <a:pt x="218768" y="72172"/>
                </a:cubicBezTo>
                <a:cubicBezTo>
                  <a:pt x="220444" y="74681"/>
                  <a:pt x="221285" y="77534"/>
                  <a:pt x="221285" y="80716"/>
                </a:cubicBezTo>
                <a:lnTo>
                  <a:pt x="221285" y="196142"/>
                </a:lnTo>
                <a:cubicBezTo>
                  <a:pt x="221285" y="200327"/>
                  <a:pt x="219778" y="203853"/>
                  <a:pt x="216757" y="206698"/>
                </a:cubicBezTo>
                <a:cubicBezTo>
                  <a:pt x="213911" y="209719"/>
                  <a:pt x="210385" y="211226"/>
                  <a:pt x="206201" y="211226"/>
                </a:cubicBezTo>
                <a:lnTo>
                  <a:pt x="160934" y="211226"/>
                </a:lnTo>
                <a:lnTo>
                  <a:pt x="160934" y="130759"/>
                </a:lnTo>
                <a:lnTo>
                  <a:pt x="80467" y="130759"/>
                </a:lnTo>
                <a:lnTo>
                  <a:pt x="80467" y="211226"/>
                </a:lnTo>
                <a:lnTo>
                  <a:pt x="35208" y="211226"/>
                </a:lnTo>
                <a:cubicBezTo>
                  <a:pt x="31016" y="211226"/>
                  <a:pt x="27491" y="209719"/>
                  <a:pt x="24645" y="206698"/>
                </a:cubicBezTo>
                <a:cubicBezTo>
                  <a:pt x="21624" y="203853"/>
                  <a:pt x="20117" y="200327"/>
                  <a:pt x="20117" y="196142"/>
                </a:cubicBezTo>
                <a:close/>
                <a:moveTo>
                  <a:pt x="93042" y="211226"/>
                </a:moveTo>
                <a:lnTo>
                  <a:pt x="93042" y="196142"/>
                </a:lnTo>
                <a:lnTo>
                  <a:pt x="108126" y="196142"/>
                </a:lnTo>
                <a:lnTo>
                  <a:pt x="108126" y="211226"/>
                </a:lnTo>
                <a:lnTo>
                  <a:pt x="93042" y="211226"/>
                </a:lnTo>
                <a:close/>
                <a:moveTo>
                  <a:pt x="113159" y="181051"/>
                </a:moveTo>
                <a:lnTo>
                  <a:pt x="113159" y="165967"/>
                </a:lnTo>
                <a:lnTo>
                  <a:pt x="128243" y="165967"/>
                </a:lnTo>
                <a:lnTo>
                  <a:pt x="128243" y="181051"/>
                </a:lnTo>
                <a:lnTo>
                  <a:pt x="113159" y="181051"/>
                </a:lnTo>
                <a:close/>
                <a:moveTo>
                  <a:pt x="133276" y="211226"/>
                </a:moveTo>
                <a:lnTo>
                  <a:pt x="133276" y="196142"/>
                </a:lnTo>
                <a:lnTo>
                  <a:pt x="148360" y="196142"/>
                </a:lnTo>
                <a:lnTo>
                  <a:pt x="148360" y="211226"/>
                </a:lnTo>
                <a:lnTo>
                  <a:pt x="133276" y="211226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1" name="圖說"/>
          <p:cNvSpPr/>
          <p:nvPr/>
        </p:nvSpPr>
        <p:spPr>
          <a:xfrm>
            <a:off x="574960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</a:t>
            </a:r>
            <a:endParaRPr lang="en-US" sz="600" dirty="0"/>
          </a:p>
        </p:txBody>
      </p:sp>
      <p:sp>
        <p:nvSpPr>
          <p:cNvPr id="232" name="圖示 全球"/>
          <p:cNvSpPr/>
          <p:nvPr/>
        </p:nvSpPr>
        <p:spPr>
          <a:xfrm>
            <a:off x="6309195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81477" y="213487"/>
                </a:moveTo>
                <a:cubicBezTo>
                  <a:pt x="69238" y="208125"/>
                  <a:pt x="58587" y="200919"/>
                  <a:pt x="49539" y="191863"/>
                </a:cubicBezTo>
                <a:cubicBezTo>
                  <a:pt x="40482" y="182814"/>
                  <a:pt x="33357" y="172163"/>
                  <a:pt x="28164" y="159932"/>
                </a:cubicBezTo>
                <a:cubicBezTo>
                  <a:pt x="22801" y="147694"/>
                  <a:pt x="20117" y="134614"/>
                  <a:pt x="20117" y="120701"/>
                </a:cubicBezTo>
                <a:cubicBezTo>
                  <a:pt x="20117" y="106787"/>
                  <a:pt x="22801" y="93708"/>
                  <a:pt x="28164" y="81477"/>
                </a:cubicBezTo>
                <a:cubicBezTo>
                  <a:pt x="33357" y="69238"/>
                  <a:pt x="40482" y="58587"/>
                  <a:pt x="49539" y="49539"/>
                </a:cubicBezTo>
                <a:cubicBezTo>
                  <a:pt x="58587" y="40482"/>
                  <a:pt x="69238" y="33357"/>
                  <a:pt x="81477" y="28164"/>
                </a:cubicBezTo>
                <a:cubicBezTo>
                  <a:pt x="93708" y="22801"/>
                  <a:pt x="106787" y="20117"/>
                  <a:pt x="120701" y="20117"/>
                </a:cubicBezTo>
                <a:cubicBezTo>
                  <a:pt x="134614" y="20117"/>
                  <a:pt x="147694" y="22801"/>
                  <a:pt x="159932" y="28164"/>
                </a:cubicBezTo>
                <a:cubicBezTo>
                  <a:pt x="172163" y="33357"/>
                  <a:pt x="182814" y="40482"/>
                  <a:pt x="191863" y="49539"/>
                </a:cubicBezTo>
                <a:cubicBezTo>
                  <a:pt x="200919" y="58587"/>
                  <a:pt x="208125" y="69238"/>
                  <a:pt x="213487" y="81477"/>
                </a:cubicBezTo>
                <a:cubicBezTo>
                  <a:pt x="218688" y="93708"/>
                  <a:pt x="221285" y="106787"/>
                  <a:pt x="221285" y="120701"/>
                </a:cubicBezTo>
                <a:cubicBezTo>
                  <a:pt x="221285" y="134614"/>
                  <a:pt x="218688" y="147694"/>
                  <a:pt x="213487" y="159932"/>
                </a:cubicBezTo>
                <a:cubicBezTo>
                  <a:pt x="208125" y="172163"/>
                  <a:pt x="200919" y="182814"/>
                  <a:pt x="191863" y="191863"/>
                </a:cubicBezTo>
                <a:cubicBezTo>
                  <a:pt x="182814" y="200919"/>
                  <a:pt x="172163" y="208125"/>
                  <a:pt x="159932" y="213487"/>
                </a:cubicBezTo>
                <a:cubicBezTo>
                  <a:pt x="147694" y="218688"/>
                  <a:pt x="134614" y="221285"/>
                  <a:pt x="120701" y="221285"/>
                </a:cubicBezTo>
                <a:cubicBezTo>
                  <a:pt x="106787" y="221285"/>
                  <a:pt x="93708" y="218688"/>
                  <a:pt x="81477" y="213487"/>
                </a:cubicBezTo>
                <a:close/>
                <a:moveTo>
                  <a:pt x="109889" y="205945"/>
                </a:moveTo>
                <a:lnTo>
                  <a:pt x="109889" y="185323"/>
                </a:lnTo>
                <a:cubicBezTo>
                  <a:pt x="104022" y="185323"/>
                  <a:pt x="99077" y="183143"/>
                  <a:pt x="95054" y="178791"/>
                </a:cubicBezTo>
                <a:cubicBezTo>
                  <a:pt x="91030" y="174431"/>
                  <a:pt x="89019" y="169318"/>
                  <a:pt x="89019" y="163451"/>
                </a:cubicBezTo>
                <a:lnTo>
                  <a:pt x="89019" y="152383"/>
                </a:lnTo>
                <a:lnTo>
                  <a:pt x="37468" y="100833"/>
                </a:lnTo>
                <a:cubicBezTo>
                  <a:pt x="36627" y="104190"/>
                  <a:pt x="36042" y="107541"/>
                  <a:pt x="35705" y="110891"/>
                </a:cubicBezTo>
                <a:cubicBezTo>
                  <a:pt x="35369" y="114081"/>
                  <a:pt x="35208" y="117350"/>
                  <a:pt x="35208" y="120701"/>
                </a:cubicBezTo>
                <a:cubicBezTo>
                  <a:pt x="35208" y="142493"/>
                  <a:pt x="42326" y="161520"/>
                  <a:pt x="56576" y="177781"/>
                </a:cubicBezTo>
                <a:cubicBezTo>
                  <a:pt x="70658" y="194043"/>
                  <a:pt x="88433" y="203428"/>
                  <a:pt x="109889" y="205945"/>
                </a:cubicBezTo>
                <a:close/>
                <a:moveTo>
                  <a:pt x="183816" y="178791"/>
                </a:moveTo>
                <a:cubicBezTo>
                  <a:pt x="191190" y="170744"/>
                  <a:pt x="196808" y="161776"/>
                  <a:pt x="200663" y="151885"/>
                </a:cubicBezTo>
                <a:cubicBezTo>
                  <a:pt x="204350" y="141827"/>
                  <a:pt x="206201" y="131432"/>
                  <a:pt x="206201" y="120701"/>
                </a:cubicBezTo>
                <a:cubicBezTo>
                  <a:pt x="206201" y="102932"/>
                  <a:pt x="201336" y="86839"/>
                  <a:pt x="191614" y="72420"/>
                </a:cubicBezTo>
                <a:cubicBezTo>
                  <a:pt x="181892" y="57834"/>
                  <a:pt x="168901" y="47190"/>
                  <a:pt x="152639" y="40482"/>
                </a:cubicBezTo>
                <a:lnTo>
                  <a:pt x="152639" y="45010"/>
                </a:lnTo>
                <a:cubicBezTo>
                  <a:pt x="152639" y="50877"/>
                  <a:pt x="150627" y="55991"/>
                  <a:pt x="146604" y="60350"/>
                </a:cubicBezTo>
                <a:cubicBezTo>
                  <a:pt x="142581" y="64710"/>
                  <a:pt x="137635" y="66890"/>
                  <a:pt x="131769" y="66890"/>
                </a:cubicBezTo>
                <a:lnTo>
                  <a:pt x="109889" y="66890"/>
                </a:lnTo>
                <a:lnTo>
                  <a:pt x="109889" y="88763"/>
                </a:lnTo>
                <a:cubicBezTo>
                  <a:pt x="109889" y="91616"/>
                  <a:pt x="108799" y="93964"/>
                  <a:pt x="106619" y="95807"/>
                </a:cubicBezTo>
                <a:cubicBezTo>
                  <a:pt x="104271" y="97651"/>
                  <a:pt x="101674" y="98572"/>
                  <a:pt x="98821" y="98572"/>
                </a:cubicBezTo>
                <a:lnTo>
                  <a:pt x="77951" y="98572"/>
                </a:lnTo>
                <a:lnTo>
                  <a:pt x="77951" y="120701"/>
                </a:lnTo>
                <a:lnTo>
                  <a:pt x="142829" y="120701"/>
                </a:lnTo>
                <a:cubicBezTo>
                  <a:pt x="145682" y="120701"/>
                  <a:pt x="148023" y="121791"/>
                  <a:pt x="149874" y="123971"/>
                </a:cubicBezTo>
                <a:cubicBezTo>
                  <a:pt x="151717" y="126151"/>
                  <a:pt x="152639" y="128667"/>
                  <a:pt x="152639" y="131513"/>
                </a:cubicBezTo>
                <a:lnTo>
                  <a:pt x="152639" y="163451"/>
                </a:lnTo>
                <a:lnTo>
                  <a:pt x="163451" y="163451"/>
                </a:lnTo>
                <a:cubicBezTo>
                  <a:pt x="168308" y="163451"/>
                  <a:pt x="172588" y="164877"/>
                  <a:pt x="176274" y="167723"/>
                </a:cubicBezTo>
                <a:cubicBezTo>
                  <a:pt x="179961" y="170576"/>
                  <a:pt x="182478" y="174263"/>
                  <a:pt x="183816" y="178791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3" name="圖說"/>
          <p:cNvSpPr/>
          <p:nvPr/>
        </p:nvSpPr>
        <p:spPr>
          <a:xfrm>
            <a:off x="6193378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</a:t>
            </a:r>
            <a:endParaRPr lang="en-US" sz="600" dirty="0"/>
          </a:p>
        </p:txBody>
      </p:sp>
      <p:sp>
        <p:nvSpPr>
          <p:cNvPr id="234" name="圖示 地點"/>
          <p:cNvSpPr/>
          <p:nvPr/>
        </p:nvSpPr>
        <p:spPr>
          <a:xfrm>
            <a:off x="675297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201417"/>
                </a:moveTo>
                <a:cubicBezTo>
                  <a:pt x="142998" y="181132"/>
                  <a:pt x="159508" y="162778"/>
                  <a:pt x="170239" y="146348"/>
                </a:cubicBezTo>
                <a:cubicBezTo>
                  <a:pt x="180802" y="129757"/>
                  <a:pt x="186084" y="115171"/>
                  <a:pt x="186084" y="102596"/>
                </a:cubicBezTo>
                <a:cubicBezTo>
                  <a:pt x="186084" y="82815"/>
                  <a:pt x="179793" y="66634"/>
                  <a:pt x="167218" y="54067"/>
                </a:cubicBezTo>
                <a:cubicBezTo>
                  <a:pt x="154482" y="41492"/>
                  <a:pt x="138974" y="35208"/>
                  <a:pt x="120701" y="35208"/>
                </a:cubicBezTo>
                <a:cubicBezTo>
                  <a:pt x="102427" y="35208"/>
                  <a:pt x="87007" y="41492"/>
                  <a:pt x="74432" y="54067"/>
                </a:cubicBezTo>
                <a:cubicBezTo>
                  <a:pt x="61689" y="66634"/>
                  <a:pt x="55325" y="82815"/>
                  <a:pt x="55325" y="102596"/>
                </a:cubicBezTo>
                <a:cubicBezTo>
                  <a:pt x="55325" y="115171"/>
                  <a:pt x="60767" y="129757"/>
                  <a:pt x="71667" y="146348"/>
                </a:cubicBezTo>
                <a:cubicBezTo>
                  <a:pt x="82559" y="162778"/>
                  <a:pt x="98909" y="181132"/>
                  <a:pt x="120701" y="201417"/>
                </a:cubicBezTo>
                <a:close/>
                <a:moveTo>
                  <a:pt x="115419" y="215498"/>
                </a:moveTo>
                <a:cubicBezTo>
                  <a:pt x="113576" y="214833"/>
                  <a:pt x="111981" y="213823"/>
                  <a:pt x="110642" y="212485"/>
                </a:cubicBezTo>
                <a:cubicBezTo>
                  <a:pt x="103605" y="206113"/>
                  <a:pt x="95975" y="198820"/>
                  <a:pt x="87760" y="190605"/>
                </a:cubicBezTo>
                <a:cubicBezTo>
                  <a:pt x="79545" y="182222"/>
                  <a:pt x="71916" y="173253"/>
                  <a:pt x="64879" y="163700"/>
                </a:cubicBezTo>
                <a:cubicBezTo>
                  <a:pt x="57834" y="154146"/>
                  <a:pt x="51967" y="144168"/>
                  <a:pt x="47278" y="133780"/>
                </a:cubicBezTo>
                <a:cubicBezTo>
                  <a:pt x="42582" y="123385"/>
                  <a:pt x="40234" y="112991"/>
                  <a:pt x="40234" y="102596"/>
                </a:cubicBezTo>
                <a:cubicBezTo>
                  <a:pt x="40234" y="77453"/>
                  <a:pt x="48361" y="57417"/>
                  <a:pt x="64622" y="42494"/>
                </a:cubicBezTo>
                <a:cubicBezTo>
                  <a:pt x="80716" y="27578"/>
                  <a:pt x="99414" y="20117"/>
                  <a:pt x="120701" y="20117"/>
                </a:cubicBezTo>
                <a:cubicBezTo>
                  <a:pt x="141988" y="20117"/>
                  <a:pt x="160766" y="27578"/>
                  <a:pt x="177028" y="42494"/>
                </a:cubicBezTo>
                <a:cubicBezTo>
                  <a:pt x="193121" y="57417"/>
                  <a:pt x="201168" y="77453"/>
                  <a:pt x="201168" y="102596"/>
                </a:cubicBezTo>
                <a:cubicBezTo>
                  <a:pt x="201168" y="112991"/>
                  <a:pt x="198820" y="123385"/>
                  <a:pt x="194131" y="133780"/>
                </a:cubicBezTo>
                <a:cubicBezTo>
                  <a:pt x="189434" y="144168"/>
                  <a:pt x="183568" y="154146"/>
                  <a:pt x="176523" y="163700"/>
                </a:cubicBezTo>
                <a:cubicBezTo>
                  <a:pt x="169486" y="173253"/>
                  <a:pt x="161856" y="182222"/>
                  <a:pt x="153641" y="190605"/>
                </a:cubicBezTo>
                <a:cubicBezTo>
                  <a:pt x="145426" y="198820"/>
                  <a:pt x="137804" y="206113"/>
                  <a:pt x="130759" y="212485"/>
                </a:cubicBezTo>
                <a:cubicBezTo>
                  <a:pt x="129421" y="213823"/>
                  <a:pt x="127906" y="214833"/>
                  <a:pt x="126231" y="215498"/>
                </a:cubicBezTo>
                <a:cubicBezTo>
                  <a:pt x="124388" y="216003"/>
                  <a:pt x="122544" y="216259"/>
                  <a:pt x="120701" y="216259"/>
                </a:cubicBezTo>
                <a:cubicBezTo>
                  <a:pt x="118857" y="216259"/>
                  <a:pt x="117094" y="216003"/>
                  <a:pt x="115419" y="215498"/>
                </a:cubicBezTo>
                <a:close/>
                <a:moveTo>
                  <a:pt x="120701" y="100584"/>
                </a:moveTo>
                <a:close/>
                <a:moveTo>
                  <a:pt x="133276" y="113159"/>
                </a:moveTo>
                <a:cubicBezTo>
                  <a:pt x="136626" y="109640"/>
                  <a:pt x="138301" y="105449"/>
                  <a:pt x="138301" y="100584"/>
                </a:cubicBezTo>
                <a:cubicBezTo>
                  <a:pt x="138301" y="95719"/>
                  <a:pt x="136626" y="91616"/>
                  <a:pt x="133276" y="88265"/>
                </a:cubicBezTo>
                <a:cubicBezTo>
                  <a:pt x="129757" y="84739"/>
                  <a:pt x="125565" y="82984"/>
                  <a:pt x="120701" y="82984"/>
                </a:cubicBezTo>
                <a:cubicBezTo>
                  <a:pt x="115836" y="82984"/>
                  <a:pt x="111732" y="84739"/>
                  <a:pt x="108382" y="88265"/>
                </a:cubicBezTo>
                <a:cubicBezTo>
                  <a:pt x="104856" y="91616"/>
                  <a:pt x="103100" y="95719"/>
                  <a:pt x="103100" y="100584"/>
                </a:cubicBezTo>
                <a:cubicBezTo>
                  <a:pt x="103100" y="105449"/>
                  <a:pt x="104856" y="109640"/>
                  <a:pt x="108382" y="113159"/>
                </a:cubicBezTo>
                <a:cubicBezTo>
                  <a:pt x="111732" y="116509"/>
                  <a:pt x="115836" y="118184"/>
                  <a:pt x="120701" y="118184"/>
                </a:cubicBezTo>
                <a:cubicBezTo>
                  <a:pt x="125565" y="118184"/>
                  <a:pt x="129757" y="116509"/>
                  <a:pt x="133276" y="113159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5" name="圖說"/>
          <p:cNvSpPr/>
          <p:nvPr/>
        </p:nvSpPr>
        <p:spPr>
          <a:xfrm>
            <a:off x="663715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地點</a:t>
            </a:r>
            <a:endParaRPr lang="en-US" sz="600" dirty="0"/>
          </a:p>
        </p:txBody>
      </p:sp>
      <p:sp>
        <p:nvSpPr>
          <p:cNvPr id="236" name="圖示 環保"/>
          <p:cNvSpPr/>
          <p:nvPr/>
        </p:nvSpPr>
        <p:spPr>
          <a:xfrm>
            <a:off x="7196749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53562" y="197393"/>
                </a:moveTo>
                <a:cubicBezTo>
                  <a:pt x="46188" y="189851"/>
                  <a:pt x="40482" y="181132"/>
                  <a:pt x="36459" y="171242"/>
                </a:cubicBezTo>
                <a:cubicBezTo>
                  <a:pt x="32267" y="161351"/>
                  <a:pt x="30175" y="151212"/>
                  <a:pt x="30175" y="140818"/>
                </a:cubicBezTo>
                <a:cubicBezTo>
                  <a:pt x="30175" y="128579"/>
                  <a:pt x="32355" y="117431"/>
                  <a:pt x="36715" y="107373"/>
                </a:cubicBezTo>
                <a:cubicBezTo>
                  <a:pt x="40907" y="97146"/>
                  <a:pt x="47278" y="87760"/>
                  <a:pt x="55822" y="79209"/>
                </a:cubicBezTo>
                <a:cubicBezTo>
                  <a:pt x="66217" y="68814"/>
                  <a:pt x="81308" y="61272"/>
                  <a:pt x="101089" y="56576"/>
                </a:cubicBezTo>
                <a:cubicBezTo>
                  <a:pt x="120869" y="51718"/>
                  <a:pt x="145850" y="49707"/>
                  <a:pt x="176026" y="50541"/>
                </a:cubicBezTo>
                <a:cubicBezTo>
                  <a:pt x="179376" y="50709"/>
                  <a:pt x="182390" y="51382"/>
                  <a:pt x="185075" y="52552"/>
                </a:cubicBezTo>
                <a:cubicBezTo>
                  <a:pt x="187759" y="53730"/>
                  <a:pt x="190188" y="55405"/>
                  <a:pt x="192368" y="57585"/>
                </a:cubicBezTo>
                <a:cubicBezTo>
                  <a:pt x="194548" y="59765"/>
                  <a:pt x="196303" y="62194"/>
                  <a:pt x="197649" y="64879"/>
                </a:cubicBezTo>
                <a:cubicBezTo>
                  <a:pt x="198820" y="67556"/>
                  <a:pt x="199493" y="70577"/>
                  <a:pt x="199661" y="73927"/>
                </a:cubicBezTo>
                <a:cubicBezTo>
                  <a:pt x="200166" y="89019"/>
                  <a:pt x="199998" y="102844"/>
                  <a:pt x="199156" y="115419"/>
                </a:cubicBezTo>
                <a:cubicBezTo>
                  <a:pt x="198315" y="127826"/>
                  <a:pt x="196728" y="139055"/>
                  <a:pt x="194379" y="149113"/>
                </a:cubicBezTo>
                <a:cubicBezTo>
                  <a:pt x="191863" y="159171"/>
                  <a:pt x="188681" y="168059"/>
                  <a:pt x="184826" y="175770"/>
                </a:cubicBezTo>
                <a:cubicBezTo>
                  <a:pt x="180971" y="183480"/>
                  <a:pt x="176355" y="190020"/>
                  <a:pt x="170993" y="195382"/>
                </a:cubicBezTo>
                <a:cubicBezTo>
                  <a:pt x="162441" y="203933"/>
                  <a:pt x="153224" y="210385"/>
                  <a:pt x="143334" y="214745"/>
                </a:cubicBezTo>
                <a:cubicBezTo>
                  <a:pt x="133444" y="219105"/>
                  <a:pt x="122881" y="221285"/>
                  <a:pt x="111652" y="221285"/>
                </a:cubicBezTo>
                <a:cubicBezTo>
                  <a:pt x="100079" y="221285"/>
                  <a:pt x="89523" y="219354"/>
                  <a:pt x="79962" y="215498"/>
                </a:cubicBezTo>
                <a:cubicBezTo>
                  <a:pt x="70241" y="211475"/>
                  <a:pt x="61440" y="205440"/>
                  <a:pt x="53562" y="197393"/>
                </a:cubicBezTo>
                <a:close/>
                <a:moveTo>
                  <a:pt x="79465" y="197393"/>
                </a:moveTo>
                <a:cubicBezTo>
                  <a:pt x="83649" y="200246"/>
                  <a:pt x="88514" y="202426"/>
                  <a:pt x="94044" y="203933"/>
                </a:cubicBezTo>
                <a:cubicBezTo>
                  <a:pt x="99582" y="205440"/>
                  <a:pt x="105449" y="206201"/>
                  <a:pt x="111652" y="206201"/>
                </a:cubicBezTo>
                <a:cubicBezTo>
                  <a:pt x="120533" y="206201"/>
                  <a:pt x="129164" y="204350"/>
                  <a:pt x="137548" y="200663"/>
                </a:cubicBezTo>
                <a:cubicBezTo>
                  <a:pt x="145931" y="196976"/>
                  <a:pt x="153561" y="191614"/>
                  <a:pt x="160430" y="184570"/>
                </a:cubicBezTo>
                <a:cubicBezTo>
                  <a:pt x="164958" y="180049"/>
                  <a:pt x="168813" y="174175"/>
                  <a:pt x="172002" y="166969"/>
                </a:cubicBezTo>
                <a:cubicBezTo>
                  <a:pt x="175184" y="159596"/>
                  <a:pt x="177781" y="150956"/>
                  <a:pt x="179793" y="141066"/>
                </a:cubicBezTo>
                <a:cubicBezTo>
                  <a:pt x="181805" y="131008"/>
                  <a:pt x="183143" y="119699"/>
                  <a:pt x="183816" y="107124"/>
                </a:cubicBezTo>
                <a:cubicBezTo>
                  <a:pt x="184489" y="94549"/>
                  <a:pt x="184489" y="80716"/>
                  <a:pt x="183816" y="65632"/>
                </a:cubicBezTo>
                <a:cubicBezTo>
                  <a:pt x="168059" y="65295"/>
                  <a:pt x="153978" y="65544"/>
                  <a:pt x="141571" y="66385"/>
                </a:cubicBezTo>
                <a:cubicBezTo>
                  <a:pt x="128996" y="67058"/>
                  <a:pt x="117936" y="68397"/>
                  <a:pt x="108382" y="70409"/>
                </a:cubicBezTo>
                <a:cubicBezTo>
                  <a:pt x="98821" y="72420"/>
                  <a:pt x="90606" y="75017"/>
                  <a:pt x="83737" y="78207"/>
                </a:cubicBezTo>
                <a:cubicBezTo>
                  <a:pt x="76861" y="81221"/>
                  <a:pt x="71250" y="84995"/>
                  <a:pt x="66890" y="89523"/>
                </a:cubicBezTo>
                <a:cubicBezTo>
                  <a:pt x="59846" y="96729"/>
                  <a:pt x="54484" y="104359"/>
                  <a:pt x="50797" y="112405"/>
                </a:cubicBezTo>
                <a:cubicBezTo>
                  <a:pt x="47110" y="120452"/>
                  <a:pt x="45266" y="128667"/>
                  <a:pt x="45266" y="137043"/>
                </a:cubicBezTo>
                <a:cubicBezTo>
                  <a:pt x="45266" y="145090"/>
                  <a:pt x="47022" y="153561"/>
                  <a:pt x="50541" y="162441"/>
                </a:cubicBezTo>
                <a:cubicBezTo>
                  <a:pt x="53898" y="171161"/>
                  <a:pt x="58090" y="178198"/>
                  <a:pt x="63116" y="183568"/>
                </a:cubicBezTo>
                <a:cubicBezTo>
                  <a:pt x="72004" y="167138"/>
                  <a:pt x="82647" y="152383"/>
                  <a:pt x="95054" y="139311"/>
                </a:cubicBezTo>
                <a:cubicBezTo>
                  <a:pt x="107460" y="126231"/>
                  <a:pt x="120620" y="115924"/>
                  <a:pt x="134534" y="108382"/>
                </a:cubicBezTo>
                <a:cubicBezTo>
                  <a:pt x="119947" y="120950"/>
                  <a:pt x="108126" y="134614"/>
                  <a:pt x="99077" y="149369"/>
                </a:cubicBezTo>
                <a:cubicBezTo>
                  <a:pt x="90021" y="163956"/>
                  <a:pt x="83488" y="179961"/>
                  <a:pt x="79465" y="197393"/>
                </a:cubicBezTo>
                <a:close/>
                <a:moveTo>
                  <a:pt x="79465" y="197393"/>
                </a:moveTo>
                <a:close/>
                <a:moveTo>
                  <a:pt x="79465" y="197393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7" name="圖說"/>
          <p:cNvSpPr/>
          <p:nvPr/>
        </p:nvSpPr>
        <p:spPr>
          <a:xfrm>
            <a:off x="7080931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環保</a:t>
            </a:r>
            <a:endParaRPr lang="en-US" sz="600" dirty="0"/>
          </a:p>
        </p:txBody>
      </p:sp>
      <p:sp>
        <p:nvSpPr>
          <p:cNvPr id="238" name="圖示 節能"/>
          <p:cNvSpPr/>
          <p:nvPr/>
        </p:nvSpPr>
        <p:spPr>
          <a:xfrm>
            <a:off x="7640525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120701" y="196142"/>
                </a:moveTo>
                <a:cubicBezTo>
                  <a:pt x="141659" y="196142"/>
                  <a:pt x="159508" y="188849"/>
                  <a:pt x="174263" y="174263"/>
                </a:cubicBezTo>
                <a:cubicBezTo>
                  <a:pt x="188849" y="159508"/>
                  <a:pt x="196142" y="141659"/>
                  <a:pt x="196142" y="120701"/>
                </a:cubicBezTo>
                <a:lnTo>
                  <a:pt x="196142" y="45266"/>
                </a:lnTo>
                <a:lnTo>
                  <a:pt x="120701" y="45266"/>
                </a:lnTo>
                <a:cubicBezTo>
                  <a:pt x="99743" y="45266"/>
                  <a:pt x="81974" y="52640"/>
                  <a:pt x="67395" y="67395"/>
                </a:cubicBezTo>
                <a:cubicBezTo>
                  <a:pt x="52640" y="81974"/>
                  <a:pt x="45266" y="99743"/>
                  <a:pt x="45266" y="120701"/>
                </a:cubicBezTo>
                <a:cubicBezTo>
                  <a:pt x="45266" y="141659"/>
                  <a:pt x="52640" y="159508"/>
                  <a:pt x="67395" y="174263"/>
                </a:cubicBezTo>
                <a:cubicBezTo>
                  <a:pt x="81974" y="188849"/>
                  <a:pt x="99743" y="196142"/>
                  <a:pt x="120701" y="196142"/>
                </a:cubicBezTo>
                <a:close/>
                <a:moveTo>
                  <a:pt x="107373" y="169735"/>
                </a:moveTo>
                <a:lnTo>
                  <a:pt x="159427" y="123217"/>
                </a:lnTo>
                <a:cubicBezTo>
                  <a:pt x="161103" y="121710"/>
                  <a:pt x="161607" y="119947"/>
                  <a:pt x="160934" y="117936"/>
                </a:cubicBezTo>
                <a:cubicBezTo>
                  <a:pt x="160261" y="115756"/>
                  <a:pt x="158754" y="114498"/>
                  <a:pt x="156406" y="114161"/>
                </a:cubicBezTo>
                <a:lnTo>
                  <a:pt x="115675" y="110138"/>
                </a:lnTo>
                <a:lnTo>
                  <a:pt x="140064" y="76693"/>
                </a:lnTo>
                <a:cubicBezTo>
                  <a:pt x="140737" y="75859"/>
                  <a:pt x="141066" y="75017"/>
                  <a:pt x="141066" y="74183"/>
                </a:cubicBezTo>
                <a:cubicBezTo>
                  <a:pt x="140898" y="73174"/>
                  <a:pt x="140481" y="72252"/>
                  <a:pt x="139815" y="71418"/>
                </a:cubicBezTo>
                <a:cubicBezTo>
                  <a:pt x="138974" y="70577"/>
                  <a:pt x="138052" y="70160"/>
                  <a:pt x="137043" y="70160"/>
                </a:cubicBezTo>
                <a:cubicBezTo>
                  <a:pt x="135873" y="70160"/>
                  <a:pt x="134863" y="70577"/>
                  <a:pt x="134029" y="71418"/>
                </a:cubicBezTo>
                <a:lnTo>
                  <a:pt x="82230" y="117936"/>
                </a:lnTo>
                <a:cubicBezTo>
                  <a:pt x="80548" y="119443"/>
                  <a:pt x="80050" y="121286"/>
                  <a:pt x="80716" y="123466"/>
                </a:cubicBezTo>
                <a:cubicBezTo>
                  <a:pt x="81389" y="125478"/>
                  <a:pt x="82896" y="126655"/>
                  <a:pt x="85244" y="126985"/>
                </a:cubicBezTo>
                <a:lnTo>
                  <a:pt x="125982" y="131008"/>
                </a:lnTo>
                <a:lnTo>
                  <a:pt x="101337" y="164453"/>
                </a:lnTo>
                <a:cubicBezTo>
                  <a:pt x="100664" y="165294"/>
                  <a:pt x="100416" y="166216"/>
                  <a:pt x="100584" y="167218"/>
                </a:cubicBezTo>
                <a:cubicBezTo>
                  <a:pt x="100584" y="168059"/>
                  <a:pt x="101001" y="168901"/>
                  <a:pt x="101842" y="169735"/>
                </a:cubicBezTo>
                <a:cubicBezTo>
                  <a:pt x="102676" y="170576"/>
                  <a:pt x="103605" y="170993"/>
                  <a:pt x="104607" y="170993"/>
                </a:cubicBezTo>
                <a:cubicBezTo>
                  <a:pt x="105617" y="170993"/>
                  <a:pt x="106539" y="170576"/>
                  <a:pt x="107373" y="169735"/>
                </a:cubicBezTo>
                <a:close/>
                <a:moveTo>
                  <a:pt x="120701" y="211226"/>
                </a:moveTo>
                <a:cubicBezTo>
                  <a:pt x="109472" y="211226"/>
                  <a:pt x="98909" y="209383"/>
                  <a:pt x="89019" y="205696"/>
                </a:cubicBezTo>
                <a:cubicBezTo>
                  <a:pt x="79129" y="201841"/>
                  <a:pt x="70160" y="196559"/>
                  <a:pt x="62113" y="189851"/>
                </a:cubicBezTo>
                <a:lnTo>
                  <a:pt x="42999" y="208966"/>
                </a:lnTo>
                <a:cubicBezTo>
                  <a:pt x="42165" y="209800"/>
                  <a:pt x="41324" y="210385"/>
                  <a:pt x="40482" y="210722"/>
                </a:cubicBezTo>
                <a:cubicBezTo>
                  <a:pt x="39648" y="211058"/>
                  <a:pt x="38727" y="211226"/>
                  <a:pt x="37717" y="211226"/>
                </a:cubicBezTo>
                <a:cubicBezTo>
                  <a:pt x="35705" y="211226"/>
                  <a:pt x="33950" y="210473"/>
                  <a:pt x="32436" y="208966"/>
                </a:cubicBezTo>
                <a:cubicBezTo>
                  <a:pt x="30929" y="207452"/>
                  <a:pt x="30175" y="205696"/>
                  <a:pt x="30175" y="203684"/>
                </a:cubicBezTo>
                <a:cubicBezTo>
                  <a:pt x="30175" y="202675"/>
                  <a:pt x="30343" y="201753"/>
                  <a:pt x="30680" y="200919"/>
                </a:cubicBezTo>
                <a:cubicBezTo>
                  <a:pt x="31016" y="200078"/>
                  <a:pt x="31602" y="199237"/>
                  <a:pt x="32436" y="198403"/>
                </a:cubicBezTo>
                <a:lnTo>
                  <a:pt x="51550" y="179288"/>
                </a:lnTo>
                <a:cubicBezTo>
                  <a:pt x="44842" y="171242"/>
                  <a:pt x="39648" y="162273"/>
                  <a:pt x="35962" y="152383"/>
                </a:cubicBezTo>
                <a:cubicBezTo>
                  <a:pt x="32106" y="142493"/>
                  <a:pt x="30175" y="131930"/>
                  <a:pt x="30175" y="120701"/>
                </a:cubicBezTo>
                <a:cubicBezTo>
                  <a:pt x="30175" y="95558"/>
                  <a:pt x="38975" y="74183"/>
                  <a:pt x="56576" y="56576"/>
                </a:cubicBezTo>
                <a:cubicBezTo>
                  <a:pt x="74183" y="38975"/>
                  <a:pt x="95558" y="30175"/>
                  <a:pt x="120701" y="30175"/>
                </a:cubicBezTo>
                <a:lnTo>
                  <a:pt x="196142" y="30175"/>
                </a:lnTo>
                <a:cubicBezTo>
                  <a:pt x="200327" y="30175"/>
                  <a:pt x="203933" y="31682"/>
                  <a:pt x="206954" y="34703"/>
                </a:cubicBezTo>
                <a:cubicBezTo>
                  <a:pt x="209800" y="37549"/>
                  <a:pt x="211226" y="41075"/>
                  <a:pt x="211226" y="45266"/>
                </a:cubicBezTo>
                <a:lnTo>
                  <a:pt x="211226" y="120701"/>
                </a:lnTo>
                <a:cubicBezTo>
                  <a:pt x="211226" y="145850"/>
                  <a:pt x="202426" y="167218"/>
                  <a:pt x="184826" y="184826"/>
                </a:cubicBezTo>
                <a:cubicBezTo>
                  <a:pt x="167218" y="202426"/>
                  <a:pt x="145850" y="211226"/>
                  <a:pt x="120701" y="211226"/>
                </a:cubicBezTo>
                <a:close/>
                <a:moveTo>
                  <a:pt x="120701" y="120701"/>
                </a:move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9" name="圖說"/>
          <p:cNvSpPr/>
          <p:nvPr/>
        </p:nvSpPr>
        <p:spPr>
          <a:xfrm>
            <a:off x="7524707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節能</a:t>
            </a:r>
            <a:endParaRPr lang="en-US" sz="600" dirty="0"/>
          </a:p>
        </p:txBody>
      </p:sp>
      <p:sp>
        <p:nvSpPr>
          <p:cNvPr id="240" name="圖示 回收"/>
          <p:cNvSpPr/>
          <p:nvPr/>
        </p:nvSpPr>
        <p:spPr>
          <a:xfrm>
            <a:off x="8084302" y="3456432"/>
            <a:ext cx="241402" cy="241402"/>
          </a:xfrm>
          <a:custGeom>
            <a:avLst/>
            <a:gdLst/>
            <a:ahLst/>
            <a:cxnLst/>
            <a:rect l="l" t="t" r="r" b="b"/>
            <a:pathLst>
              <a:path w="241402" h="241402">
                <a:moveTo>
                  <a:pt x="96312" y="85997"/>
                </a:moveTo>
                <a:lnTo>
                  <a:pt x="114914" y="55574"/>
                </a:lnTo>
                <a:lnTo>
                  <a:pt x="100079" y="30929"/>
                </a:lnTo>
                <a:cubicBezTo>
                  <a:pt x="98068" y="27578"/>
                  <a:pt x="95222" y="25903"/>
                  <a:pt x="91535" y="25903"/>
                </a:cubicBezTo>
                <a:cubicBezTo>
                  <a:pt x="87673" y="25903"/>
                  <a:pt x="84739" y="27578"/>
                  <a:pt x="82728" y="30929"/>
                </a:cubicBezTo>
                <a:lnTo>
                  <a:pt x="61857" y="65383"/>
                </a:lnTo>
                <a:cubicBezTo>
                  <a:pt x="60687" y="67227"/>
                  <a:pt x="60431" y="69151"/>
                  <a:pt x="61104" y="71162"/>
                </a:cubicBezTo>
                <a:cubicBezTo>
                  <a:pt x="61609" y="73006"/>
                  <a:pt x="62779" y="74513"/>
                  <a:pt x="64622" y="75690"/>
                </a:cubicBezTo>
                <a:lnTo>
                  <a:pt x="85997" y="88763"/>
                </a:lnTo>
                <a:cubicBezTo>
                  <a:pt x="87841" y="89772"/>
                  <a:pt x="89772" y="90021"/>
                  <a:pt x="91784" y="89523"/>
                </a:cubicBezTo>
                <a:cubicBezTo>
                  <a:pt x="93627" y="89019"/>
                  <a:pt x="95134" y="87841"/>
                  <a:pt x="96312" y="85997"/>
                </a:cubicBezTo>
                <a:close/>
                <a:moveTo>
                  <a:pt x="189851" y="160934"/>
                </a:moveTo>
                <a:lnTo>
                  <a:pt x="171498" y="130254"/>
                </a:lnTo>
                <a:cubicBezTo>
                  <a:pt x="170320" y="128411"/>
                  <a:pt x="170071" y="126487"/>
                  <a:pt x="170744" y="124475"/>
                </a:cubicBezTo>
                <a:cubicBezTo>
                  <a:pt x="171242" y="122464"/>
                  <a:pt x="172419" y="120950"/>
                  <a:pt x="174263" y="119947"/>
                </a:cubicBezTo>
                <a:lnTo>
                  <a:pt x="195886" y="107373"/>
                </a:lnTo>
                <a:cubicBezTo>
                  <a:pt x="197730" y="106370"/>
                  <a:pt x="199661" y="106114"/>
                  <a:pt x="201673" y="106619"/>
                </a:cubicBezTo>
                <a:cubicBezTo>
                  <a:pt x="203684" y="106956"/>
                  <a:pt x="205191" y="108046"/>
                  <a:pt x="206201" y="109889"/>
                </a:cubicBezTo>
                <a:lnTo>
                  <a:pt x="218520" y="130510"/>
                </a:lnTo>
                <a:cubicBezTo>
                  <a:pt x="220363" y="133356"/>
                  <a:pt x="221365" y="136546"/>
                  <a:pt x="221534" y="140064"/>
                </a:cubicBezTo>
                <a:cubicBezTo>
                  <a:pt x="221702" y="143583"/>
                  <a:pt x="220948" y="146853"/>
                  <a:pt x="219273" y="149874"/>
                </a:cubicBezTo>
                <a:cubicBezTo>
                  <a:pt x="217598" y="153224"/>
                  <a:pt x="215169" y="155909"/>
                  <a:pt x="211980" y="157921"/>
                </a:cubicBezTo>
                <a:cubicBezTo>
                  <a:pt x="208630" y="159932"/>
                  <a:pt x="205023" y="160934"/>
                  <a:pt x="201168" y="160934"/>
                </a:cubicBezTo>
                <a:lnTo>
                  <a:pt x="189851" y="160934"/>
                </a:lnTo>
                <a:close/>
                <a:moveTo>
                  <a:pt x="154395" y="224803"/>
                </a:moveTo>
                <a:lnTo>
                  <a:pt x="125982" y="196391"/>
                </a:lnTo>
                <a:cubicBezTo>
                  <a:pt x="124475" y="194884"/>
                  <a:pt x="123722" y="193121"/>
                  <a:pt x="123722" y="191110"/>
                </a:cubicBezTo>
                <a:cubicBezTo>
                  <a:pt x="123722" y="189098"/>
                  <a:pt x="124475" y="187335"/>
                  <a:pt x="125982" y="185828"/>
                </a:cubicBezTo>
                <a:lnTo>
                  <a:pt x="154395" y="157416"/>
                </a:lnTo>
                <a:cubicBezTo>
                  <a:pt x="155572" y="156238"/>
                  <a:pt x="156992" y="155989"/>
                  <a:pt x="158674" y="156662"/>
                </a:cubicBezTo>
                <a:cubicBezTo>
                  <a:pt x="160181" y="157160"/>
                  <a:pt x="160934" y="158250"/>
                  <a:pt x="160934" y="159932"/>
                </a:cubicBezTo>
                <a:lnTo>
                  <a:pt x="160934" y="170993"/>
                </a:lnTo>
                <a:lnTo>
                  <a:pt x="208710" y="170993"/>
                </a:lnTo>
                <a:lnTo>
                  <a:pt x="194131" y="200166"/>
                </a:lnTo>
                <a:cubicBezTo>
                  <a:pt x="192280" y="203516"/>
                  <a:pt x="189771" y="206201"/>
                  <a:pt x="186581" y="208213"/>
                </a:cubicBezTo>
                <a:cubicBezTo>
                  <a:pt x="183399" y="210224"/>
                  <a:pt x="179881" y="211226"/>
                  <a:pt x="176026" y="211226"/>
                </a:cubicBezTo>
                <a:lnTo>
                  <a:pt x="160934" y="211226"/>
                </a:lnTo>
                <a:lnTo>
                  <a:pt x="160934" y="222294"/>
                </a:lnTo>
                <a:cubicBezTo>
                  <a:pt x="160934" y="223969"/>
                  <a:pt x="160181" y="225140"/>
                  <a:pt x="158674" y="225813"/>
                </a:cubicBezTo>
                <a:cubicBezTo>
                  <a:pt x="156992" y="226318"/>
                  <a:pt x="155572" y="225981"/>
                  <a:pt x="154395" y="224803"/>
                </a:cubicBezTo>
                <a:close/>
                <a:moveTo>
                  <a:pt x="63620" y="211226"/>
                </a:moveTo>
                <a:cubicBezTo>
                  <a:pt x="60270" y="211226"/>
                  <a:pt x="57249" y="210385"/>
                  <a:pt x="54564" y="208710"/>
                </a:cubicBezTo>
                <a:cubicBezTo>
                  <a:pt x="51718" y="206867"/>
                  <a:pt x="49619" y="204518"/>
                  <a:pt x="48280" y="201673"/>
                </a:cubicBezTo>
                <a:cubicBezTo>
                  <a:pt x="46942" y="198988"/>
                  <a:pt x="46349" y="196223"/>
                  <a:pt x="46517" y="193370"/>
                </a:cubicBezTo>
                <a:cubicBezTo>
                  <a:pt x="46517" y="190356"/>
                  <a:pt x="47278" y="187591"/>
                  <a:pt x="48785" y="185075"/>
                </a:cubicBezTo>
                <a:lnTo>
                  <a:pt x="57337" y="170993"/>
                </a:lnTo>
                <a:lnTo>
                  <a:pt x="93042" y="170993"/>
                </a:lnTo>
                <a:cubicBezTo>
                  <a:pt x="95222" y="170993"/>
                  <a:pt x="97065" y="171746"/>
                  <a:pt x="98572" y="173253"/>
                </a:cubicBezTo>
                <a:cubicBezTo>
                  <a:pt x="99911" y="174599"/>
                  <a:pt x="100584" y="176355"/>
                  <a:pt x="100584" y="178535"/>
                </a:cubicBezTo>
                <a:lnTo>
                  <a:pt x="100584" y="203684"/>
                </a:lnTo>
                <a:cubicBezTo>
                  <a:pt x="100584" y="205864"/>
                  <a:pt x="99911" y="207708"/>
                  <a:pt x="98572" y="209215"/>
                </a:cubicBezTo>
                <a:cubicBezTo>
                  <a:pt x="97065" y="210553"/>
                  <a:pt x="95222" y="211226"/>
                  <a:pt x="93042" y="211226"/>
                </a:cubicBezTo>
                <a:lnTo>
                  <a:pt x="63620" y="211226"/>
                </a:lnTo>
                <a:close/>
                <a:moveTo>
                  <a:pt x="38727" y="182558"/>
                </a:moveTo>
                <a:lnTo>
                  <a:pt x="22377" y="149874"/>
                </a:lnTo>
                <a:cubicBezTo>
                  <a:pt x="20870" y="146853"/>
                  <a:pt x="20197" y="143671"/>
                  <a:pt x="20366" y="140313"/>
                </a:cubicBezTo>
                <a:cubicBezTo>
                  <a:pt x="20366" y="136794"/>
                  <a:pt x="21287" y="133524"/>
                  <a:pt x="23138" y="130510"/>
                </a:cubicBezTo>
                <a:lnTo>
                  <a:pt x="27161" y="123722"/>
                </a:lnTo>
                <a:lnTo>
                  <a:pt x="17856" y="118184"/>
                </a:lnTo>
                <a:cubicBezTo>
                  <a:pt x="16510" y="117350"/>
                  <a:pt x="15925" y="116092"/>
                  <a:pt x="16093" y="114417"/>
                </a:cubicBezTo>
                <a:cubicBezTo>
                  <a:pt x="16262" y="112574"/>
                  <a:pt x="17183" y="111484"/>
                  <a:pt x="18859" y="111147"/>
                </a:cubicBezTo>
                <a:lnTo>
                  <a:pt x="57834" y="101337"/>
                </a:lnTo>
                <a:cubicBezTo>
                  <a:pt x="59846" y="100833"/>
                  <a:pt x="61777" y="101169"/>
                  <a:pt x="63620" y="102347"/>
                </a:cubicBezTo>
                <a:cubicBezTo>
                  <a:pt x="65295" y="103349"/>
                  <a:pt x="66385" y="104856"/>
                  <a:pt x="66890" y="106868"/>
                </a:cubicBezTo>
                <a:lnTo>
                  <a:pt x="76693" y="146099"/>
                </a:lnTo>
                <a:cubicBezTo>
                  <a:pt x="77029" y="147774"/>
                  <a:pt x="76524" y="149113"/>
                  <a:pt x="75186" y="150123"/>
                </a:cubicBezTo>
                <a:cubicBezTo>
                  <a:pt x="73847" y="150956"/>
                  <a:pt x="72501" y="150956"/>
                  <a:pt x="71162" y="150123"/>
                </a:cubicBezTo>
                <a:lnTo>
                  <a:pt x="61609" y="144336"/>
                </a:lnTo>
                <a:lnTo>
                  <a:pt x="38727" y="182558"/>
                </a:lnTo>
                <a:close/>
                <a:moveTo>
                  <a:pt x="167218" y="94798"/>
                </a:moveTo>
                <a:lnTo>
                  <a:pt x="128243" y="84995"/>
                </a:lnTo>
                <a:cubicBezTo>
                  <a:pt x="126568" y="84659"/>
                  <a:pt x="125646" y="83649"/>
                  <a:pt x="125478" y="81974"/>
                </a:cubicBezTo>
                <a:cubicBezTo>
                  <a:pt x="125141" y="80131"/>
                  <a:pt x="125734" y="78792"/>
                  <a:pt x="127241" y="77951"/>
                </a:cubicBezTo>
                <a:lnTo>
                  <a:pt x="136794" y="72420"/>
                </a:lnTo>
                <a:lnTo>
                  <a:pt x="105361" y="20117"/>
                </a:lnTo>
                <a:lnTo>
                  <a:pt x="140818" y="20117"/>
                </a:lnTo>
                <a:cubicBezTo>
                  <a:pt x="144336" y="20117"/>
                  <a:pt x="147694" y="21039"/>
                  <a:pt x="150876" y="22882"/>
                </a:cubicBezTo>
                <a:cubicBezTo>
                  <a:pt x="153897" y="24557"/>
                  <a:pt x="156326" y="26905"/>
                  <a:pt x="158169" y="29926"/>
                </a:cubicBezTo>
                <a:lnTo>
                  <a:pt x="171242" y="51799"/>
                </a:lnTo>
                <a:lnTo>
                  <a:pt x="180546" y="46020"/>
                </a:lnTo>
                <a:cubicBezTo>
                  <a:pt x="181892" y="45179"/>
                  <a:pt x="183231" y="45266"/>
                  <a:pt x="184570" y="46269"/>
                </a:cubicBezTo>
                <a:cubicBezTo>
                  <a:pt x="185916" y="47278"/>
                  <a:pt x="186413" y="48617"/>
                  <a:pt x="186084" y="50292"/>
                </a:cubicBezTo>
                <a:lnTo>
                  <a:pt x="176274" y="89267"/>
                </a:lnTo>
                <a:cubicBezTo>
                  <a:pt x="175770" y="91279"/>
                  <a:pt x="174680" y="92874"/>
                  <a:pt x="173004" y="94044"/>
                </a:cubicBezTo>
                <a:cubicBezTo>
                  <a:pt x="171161" y="95054"/>
                  <a:pt x="169230" y="95302"/>
                  <a:pt x="167218" y="94798"/>
                </a:cubicBez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1" name="圖說"/>
          <p:cNvSpPr/>
          <p:nvPr/>
        </p:nvSpPr>
        <p:spPr>
          <a:xfrm>
            <a:off x="7968484" y="3719779"/>
            <a:ext cx="473037" cy="1316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回收</a:t>
            </a:r>
            <a:endParaRPr lang="en-US" sz="600" dirty="0"/>
          </a:p>
        </p:txBody>
      </p:sp>
      <p:sp>
        <p:nvSpPr>
          <p:cNvPr id="242" name="線條"/>
          <p:cNvSpPr/>
          <p:nvPr/>
        </p:nvSpPr>
        <p:spPr>
          <a:xfrm>
            <a:off x="438912" y="3855110"/>
            <a:ext cx="8875532" cy="0"/>
          </a:xfrm>
          <a:prstGeom prst="line">
            <a:avLst/>
          </a:prstGeom>
          <a:noFill/>
          <a:ln w="5080">
            <a:solidFill>
              <a:srgbClr val="D9D9D9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438912" y="3913632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4" name="小節"/>
          <p:cNvSpPr/>
          <p:nvPr/>
        </p:nvSpPr>
        <p:spPr>
          <a:xfrm>
            <a:off x="563270" y="3899002"/>
            <a:ext cx="438912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圖示＋文字組合</a:t>
            </a:r>
            <a:r>
              <a:rPr lang="en-US" sz="6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Icon + Label</a:t>
            </a:r>
            <a:endParaRPr lang="en-US" sz="1100" dirty="0"/>
          </a:p>
        </p:txBody>
      </p:sp>
      <p:grpSp>
        <p:nvGrpSpPr>
          <p:cNvPr id="5000" name="圖示＋流程方塊"/>
          <p:cNvGrpSpPr/>
          <p:nvPr/>
        </p:nvGrpSpPr>
        <p:grpSpPr>
          <a:xfrm>
            <a:off x="438912" y="4162349"/>
            <a:ext cx="1572768" cy="541325"/>
            <a:chOff x="438912" y="4162349"/>
            <a:chExt cx="1572768" cy="541325"/>
          </a:xfrm>
        </p:grpSpPr>
        <p:sp>
          <p:nvSpPr>
            <p:cNvPr id="245" name="流程方塊"/>
            <p:cNvSpPr/>
            <p:nvPr/>
          </p:nvSpPr>
          <p:spPr>
            <a:xfrm>
              <a:off x="438912" y="4162349"/>
              <a:ext cx="1572768" cy="541325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10160">
              <a:solidFill>
                <a:srgbClr val="BFBFBF"/>
              </a:solidFill>
              <a:prstDash val="solid"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6" name="圖示 機台"/>
            <p:cNvSpPr/>
            <p:nvPr/>
          </p:nvSpPr>
          <p:spPr>
            <a:xfrm>
              <a:off x="541325" y="4286707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64922" y="256032"/>
                  </a:moveTo>
                  <a:cubicBezTo>
                    <a:pt x="60855" y="256032"/>
                    <a:pt x="57505" y="254708"/>
                    <a:pt x="54864" y="252067"/>
                  </a:cubicBezTo>
                  <a:cubicBezTo>
                    <a:pt x="52018" y="249222"/>
                    <a:pt x="50599" y="245769"/>
                    <a:pt x="50599" y="241709"/>
                  </a:cubicBezTo>
                  <a:cubicBezTo>
                    <a:pt x="50599" y="237642"/>
                    <a:pt x="52018" y="234291"/>
                    <a:pt x="54864" y="231650"/>
                  </a:cubicBezTo>
                  <a:cubicBezTo>
                    <a:pt x="57505" y="228805"/>
                    <a:pt x="60855" y="227378"/>
                    <a:pt x="64922" y="227378"/>
                  </a:cubicBezTo>
                  <a:lnTo>
                    <a:pt x="89304" y="227378"/>
                  </a:lnTo>
                  <a:lnTo>
                    <a:pt x="57000" y="117043"/>
                  </a:lnTo>
                  <a:cubicBezTo>
                    <a:pt x="50497" y="113993"/>
                    <a:pt x="45413" y="109933"/>
                    <a:pt x="41755" y="104849"/>
                  </a:cubicBezTo>
                  <a:cubicBezTo>
                    <a:pt x="38098" y="99567"/>
                    <a:pt x="36269" y="92662"/>
                    <a:pt x="36269" y="84125"/>
                  </a:cubicBezTo>
                  <a:cubicBezTo>
                    <a:pt x="36269" y="74571"/>
                    <a:pt x="39824" y="66342"/>
                    <a:pt x="46942" y="59436"/>
                  </a:cubicBezTo>
                  <a:cubicBezTo>
                    <a:pt x="53847" y="52326"/>
                    <a:pt x="62077" y="48770"/>
                    <a:pt x="71630" y="48770"/>
                  </a:cubicBezTo>
                  <a:cubicBezTo>
                    <a:pt x="80570" y="48770"/>
                    <a:pt x="87987" y="51206"/>
                    <a:pt x="93876" y="56086"/>
                  </a:cubicBezTo>
                  <a:cubicBezTo>
                    <a:pt x="99772" y="60760"/>
                    <a:pt x="103737" y="67058"/>
                    <a:pt x="105763" y="74981"/>
                  </a:cubicBezTo>
                  <a:lnTo>
                    <a:pt x="150269" y="74981"/>
                  </a:lnTo>
                  <a:lnTo>
                    <a:pt x="150269" y="57000"/>
                  </a:lnTo>
                  <a:cubicBezTo>
                    <a:pt x="150269" y="54557"/>
                    <a:pt x="151183" y="52428"/>
                    <a:pt x="153012" y="50599"/>
                  </a:cubicBezTo>
                  <a:cubicBezTo>
                    <a:pt x="154841" y="48770"/>
                    <a:pt x="156970" y="47856"/>
                    <a:pt x="159413" y="47856"/>
                  </a:cubicBezTo>
                  <a:cubicBezTo>
                    <a:pt x="161644" y="47856"/>
                    <a:pt x="163575" y="48770"/>
                    <a:pt x="165199" y="50599"/>
                  </a:cubicBezTo>
                  <a:cubicBezTo>
                    <a:pt x="166626" y="52223"/>
                    <a:pt x="167335" y="54154"/>
                    <a:pt x="167335" y="56386"/>
                  </a:cubicBezTo>
                  <a:lnTo>
                    <a:pt x="190195" y="34440"/>
                  </a:lnTo>
                  <a:cubicBezTo>
                    <a:pt x="191819" y="32816"/>
                    <a:pt x="193955" y="31799"/>
                    <a:pt x="196596" y="31397"/>
                  </a:cubicBezTo>
                  <a:cubicBezTo>
                    <a:pt x="199032" y="30782"/>
                    <a:pt x="201578" y="31090"/>
                    <a:pt x="204218" y="32311"/>
                  </a:cubicBezTo>
                  <a:lnTo>
                    <a:pt x="252374" y="55471"/>
                  </a:lnTo>
                  <a:cubicBezTo>
                    <a:pt x="254203" y="56488"/>
                    <a:pt x="255527" y="57914"/>
                    <a:pt x="256339" y="59743"/>
                  </a:cubicBezTo>
                  <a:cubicBezTo>
                    <a:pt x="256946" y="61572"/>
                    <a:pt x="256742" y="63503"/>
                    <a:pt x="255725" y="65530"/>
                  </a:cubicBezTo>
                  <a:cubicBezTo>
                    <a:pt x="254708" y="67563"/>
                    <a:pt x="253289" y="68785"/>
                    <a:pt x="251460" y="69187"/>
                  </a:cubicBezTo>
                  <a:cubicBezTo>
                    <a:pt x="249426" y="69597"/>
                    <a:pt x="247495" y="69290"/>
                    <a:pt x="245666" y="68273"/>
                  </a:cubicBezTo>
                  <a:lnTo>
                    <a:pt x="198425" y="45413"/>
                  </a:lnTo>
                  <a:lnTo>
                    <a:pt x="168557" y="75588"/>
                  </a:lnTo>
                  <a:lnTo>
                    <a:pt x="168557" y="91440"/>
                  </a:lnTo>
                  <a:lnTo>
                    <a:pt x="198425" y="122837"/>
                  </a:lnTo>
                  <a:lnTo>
                    <a:pt x="245666" y="99670"/>
                  </a:lnTo>
                  <a:cubicBezTo>
                    <a:pt x="247700" y="98653"/>
                    <a:pt x="249631" y="98448"/>
                    <a:pt x="251460" y="99062"/>
                  </a:cubicBezTo>
                  <a:cubicBezTo>
                    <a:pt x="253289" y="99465"/>
                    <a:pt x="254708" y="100686"/>
                    <a:pt x="255725" y="102720"/>
                  </a:cubicBezTo>
                  <a:cubicBezTo>
                    <a:pt x="256742" y="104746"/>
                    <a:pt x="256946" y="106780"/>
                    <a:pt x="256339" y="108814"/>
                  </a:cubicBezTo>
                  <a:cubicBezTo>
                    <a:pt x="255527" y="110847"/>
                    <a:pt x="254101" y="112369"/>
                    <a:pt x="252067" y="113386"/>
                  </a:cubicBezTo>
                  <a:lnTo>
                    <a:pt x="205433" y="135331"/>
                  </a:lnTo>
                  <a:cubicBezTo>
                    <a:pt x="202587" y="136750"/>
                    <a:pt x="199844" y="137467"/>
                    <a:pt x="197203" y="137467"/>
                  </a:cubicBezTo>
                  <a:cubicBezTo>
                    <a:pt x="194562" y="137262"/>
                    <a:pt x="192229" y="136143"/>
                    <a:pt x="190195" y="134110"/>
                  </a:cubicBezTo>
                  <a:lnTo>
                    <a:pt x="167335" y="112164"/>
                  </a:lnTo>
                  <a:cubicBezTo>
                    <a:pt x="167335" y="115010"/>
                    <a:pt x="166626" y="117146"/>
                    <a:pt x="165199" y="118565"/>
                  </a:cubicBezTo>
                  <a:cubicBezTo>
                    <a:pt x="163575" y="119991"/>
                    <a:pt x="161644" y="120701"/>
                    <a:pt x="159413" y="120701"/>
                  </a:cubicBezTo>
                  <a:cubicBezTo>
                    <a:pt x="156970" y="120701"/>
                    <a:pt x="154841" y="119786"/>
                    <a:pt x="153012" y="117958"/>
                  </a:cubicBezTo>
                  <a:cubicBezTo>
                    <a:pt x="151183" y="116129"/>
                    <a:pt x="150269" y="113993"/>
                    <a:pt x="150269" y="111557"/>
                  </a:cubicBezTo>
                  <a:lnTo>
                    <a:pt x="150269" y="93269"/>
                  </a:lnTo>
                  <a:lnTo>
                    <a:pt x="105156" y="93269"/>
                  </a:lnTo>
                  <a:cubicBezTo>
                    <a:pt x="105156" y="95705"/>
                    <a:pt x="104549" y="98250"/>
                    <a:pt x="103327" y="100891"/>
                  </a:cubicBezTo>
                  <a:cubicBezTo>
                    <a:pt x="101908" y="103327"/>
                    <a:pt x="100277" y="105361"/>
                    <a:pt x="98448" y="106985"/>
                  </a:cubicBezTo>
                  <a:lnTo>
                    <a:pt x="160934" y="227378"/>
                  </a:lnTo>
                  <a:lnTo>
                    <a:pt x="194767" y="227378"/>
                  </a:lnTo>
                  <a:cubicBezTo>
                    <a:pt x="198834" y="227378"/>
                    <a:pt x="202287" y="228805"/>
                    <a:pt x="205133" y="231650"/>
                  </a:cubicBezTo>
                  <a:cubicBezTo>
                    <a:pt x="207774" y="234291"/>
                    <a:pt x="209090" y="237642"/>
                    <a:pt x="209090" y="241709"/>
                  </a:cubicBezTo>
                  <a:cubicBezTo>
                    <a:pt x="209090" y="245769"/>
                    <a:pt x="207774" y="249222"/>
                    <a:pt x="205133" y="252067"/>
                  </a:cubicBezTo>
                  <a:cubicBezTo>
                    <a:pt x="202287" y="254708"/>
                    <a:pt x="198834" y="256032"/>
                    <a:pt x="194767" y="256032"/>
                  </a:cubicBezTo>
                  <a:lnTo>
                    <a:pt x="64922" y="256032"/>
                  </a:lnTo>
                  <a:close/>
                  <a:moveTo>
                    <a:pt x="83818" y="96319"/>
                  </a:moveTo>
                  <a:cubicBezTo>
                    <a:pt x="87073" y="93064"/>
                    <a:pt x="88697" y="89004"/>
                    <a:pt x="88697" y="84125"/>
                  </a:cubicBezTo>
                  <a:cubicBezTo>
                    <a:pt x="88697" y="79246"/>
                    <a:pt x="87073" y="75186"/>
                    <a:pt x="83818" y="71930"/>
                  </a:cubicBezTo>
                  <a:cubicBezTo>
                    <a:pt x="80570" y="68682"/>
                    <a:pt x="76502" y="67058"/>
                    <a:pt x="71630" y="67058"/>
                  </a:cubicBezTo>
                  <a:cubicBezTo>
                    <a:pt x="66751" y="67058"/>
                    <a:pt x="62684" y="68682"/>
                    <a:pt x="59436" y="71930"/>
                  </a:cubicBezTo>
                  <a:cubicBezTo>
                    <a:pt x="56188" y="75186"/>
                    <a:pt x="54557" y="79246"/>
                    <a:pt x="54557" y="84125"/>
                  </a:cubicBezTo>
                  <a:cubicBezTo>
                    <a:pt x="54557" y="89004"/>
                    <a:pt x="56188" y="93064"/>
                    <a:pt x="59436" y="96319"/>
                  </a:cubicBezTo>
                  <a:cubicBezTo>
                    <a:pt x="62684" y="99567"/>
                    <a:pt x="66751" y="101191"/>
                    <a:pt x="71630" y="101191"/>
                  </a:cubicBezTo>
                  <a:cubicBezTo>
                    <a:pt x="76502" y="101191"/>
                    <a:pt x="80570" y="99567"/>
                    <a:pt x="83818" y="96319"/>
                  </a:cubicBezTo>
                  <a:close/>
                  <a:moveTo>
                    <a:pt x="109421" y="227378"/>
                  </a:moveTo>
                  <a:lnTo>
                    <a:pt x="140510" y="227378"/>
                  </a:lnTo>
                  <a:lnTo>
                    <a:pt x="82903" y="115522"/>
                  </a:lnTo>
                  <a:cubicBezTo>
                    <a:pt x="82296" y="115924"/>
                    <a:pt x="81279" y="116334"/>
                    <a:pt x="79860" y="116736"/>
                  </a:cubicBezTo>
                  <a:cubicBezTo>
                    <a:pt x="78434" y="117146"/>
                    <a:pt x="77314" y="117453"/>
                    <a:pt x="76502" y="117650"/>
                  </a:cubicBezTo>
                  <a:lnTo>
                    <a:pt x="109421" y="227378"/>
                  </a:lnTo>
                  <a:close/>
                  <a:moveTo>
                    <a:pt x="140510" y="227378"/>
                  </a:move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7" name="文字"/>
            <p:cNvSpPr/>
            <p:nvPr/>
          </p:nvSpPr>
          <p:spPr>
            <a:xfrm>
              <a:off x="921715" y="4162349"/>
              <a:ext cx="1031443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設備保養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每月 PM 排程</a:t>
              </a:r>
              <a:endParaRPr lang="en-US" sz="1100" dirty="0"/>
            </a:p>
          </p:txBody>
        </p:sp>
      </p:grpSp>
      <p:grpSp>
        <p:nvGrpSpPr>
          <p:cNvPr id="5001" name="淺色圓底＋說明"/>
          <p:cNvGrpSpPr/>
          <p:nvPr/>
        </p:nvGrpSpPr>
        <p:grpSpPr>
          <a:xfrm>
            <a:off x="2128723" y="4162349"/>
            <a:ext cx="1558138" cy="541325"/>
            <a:chOff x="2128723" y="4162349"/>
            <a:chExt cx="1558138" cy="541325"/>
          </a:xfrm>
        </p:grpSpPr>
        <p:sp>
          <p:nvSpPr>
            <p:cNvPr id="248" name="圖示底圓"/>
            <p:cNvSpPr/>
            <p:nvPr/>
          </p:nvSpPr>
          <p:spPr>
            <a:xfrm>
              <a:off x="2128723" y="4228186"/>
              <a:ext cx="409651" cy="409651"/>
            </a:xfrm>
            <a:prstGeom prst="ellipse">
              <a:avLst/>
            </a:prstGeom>
            <a:solidFill>
              <a:srgbClr val="E0E6EC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49" name="圖示 檢測"/>
            <p:cNvSpPr/>
            <p:nvPr/>
          </p:nvSpPr>
          <p:spPr>
            <a:xfrm>
              <a:off x="2128723" y="4228186"/>
              <a:ext cx="409651" cy="409651"/>
            </a:xfrm>
            <a:custGeom>
              <a:avLst/>
              <a:gdLst/>
              <a:ahLst/>
              <a:cxnLst/>
              <a:rect l="l" t="t" r="r" b="b"/>
              <a:pathLst>
                <a:path w="409651" h="409651">
                  <a:moveTo>
                    <a:pt x="214613" y="214613"/>
                  </a:moveTo>
                  <a:cubicBezTo>
                    <a:pt x="219551" y="209500"/>
                    <a:pt x="222024" y="203414"/>
                    <a:pt x="222024" y="196362"/>
                  </a:cubicBezTo>
                  <a:cubicBezTo>
                    <a:pt x="222024" y="189127"/>
                    <a:pt x="219551" y="182953"/>
                    <a:pt x="214613" y="177840"/>
                  </a:cubicBezTo>
                  <a:cubicBezTo>
                    <a:pt x="209676" y="172902"/>
                    <a:pt x="203589" y="170430"/>
                    <a:pt x="196362" y="170430"/>
                  </a:cubicBezTo>
                  <a:cubicBezTo>
                    <a:pt x="189127" y="170430"/>
                    <a:pt x="182953" y="172902"/>
                    <a:pt x="177840" y="177840"/>
                  </a:cubicBezTo>
                  <a:cubicBezTo>
                    <a:pt x="172902" y="182778"/>
                    <a:pt x="170430" y="188864"/>
                    <a:pt x="170430" y="196099"/>
                  </a:cubicBezTo>
                  <a:cubicBezTo>
                    <a:pt x="170430" y="203326"/>
                    <a:pt x="172902" y="209500"/>
                    <a:pt x="177840" y="214613"/>
                  </a:cubicBezTo>
                  <a:cubicBezTo>
                    <a:pt x="182953" y="219551"/>
                    <a:pt x="189127" y="222024"/>
                    <a:pt x="196362" y="222024"/>
                  </a:cubicBezTo>
                  <a:cubicBezTo>
                    <a:pt x="203589" y="222024"/>
                    <a:pt x="209676" y="219551"/>
                    <a:pt x="214613" y="214613"/>
                  </a:cubicBezTo>
                  <a:close/>
                  <a:moveTo>
                    <a:pt x="196362" y="239222"/>
                  </a:moveTo>
                  <a:cubicBezTo>
                    <a:pt x="184365" y="239222"/>
                    <a:pt x="174226" y="234986"/>
                    <a:pt x="165938" y="226522"/>
                  </a:cubicBezTo>
                  <a:cubicBezTo>
                    <a:pt x="157467" y="218227"/>
                    <a:pt x="153239" y="208088"/>
                    <a:pt x="153239" y="196099"/>
                  </a:cubicBezTo>
                  <a:cubicBezTo>
                    <a:pt x="153239" y="184277"/>
                    <a:pt x="157467" y="174226"/>
                    <a:pt x="165938" y="165938"/>
                  </a:cubicBezTo>
                  <a:cubicBezTo>
                    <a:pt x="174402" y="157467"/>
                    <a:pt x="184541" y="153239"/>
                    <a:pt x="196362" y="153239"/>
                  </a:cubicBezTo>
                  <a:cubicBezTo>
                    <a:pt x="208176" y="153239"/>
                    <a:pt x="218227" y="157467"/>
                    <a:pt x="226522" y="165938"/>
                  </a:cubicBezTo>
                  <a:cubicBezTo>
                    <a:pt x="234986" y="174226"/>
                    <a:pt x="239222" y="184365"/>
                    <a:pt x="239222" y="196362"/>
                  </a:cubicBezTo>
                  <a:cubicBezTo>
                    <a:pt x="239222" y="200063"/>
                    <a:pt x="238600" y="203940"/>
                    <a:pt x="237371" y="208000"/>
                  </a:cubicBezTo>
                  <a:cubicBezTo>
                    <a:pt x="235959" y="211877"/>
                    <a:pt x="234101" y="215850"/>
                    <a:pt x="231811" y="219910"/>
                  </a:cubicBezTo>
                  <a:lnTo>
                    <a:pt x="253245" y="241336"/>
                  </a:lnTo>
                  <a:cubicBezTo>
                    <a:pt x="255008" y="243099"/>
                    <a:pt x="255798" y="245125"/>
                    <a:pt x="255622" y="247422"/>
                  </a:cubicBezTo>
                  <a:cubicBezTo>
                    <a:pt x="255622" y="249712"/>
                    <a:pt x="254737" y="251658"/>
                    <a:pt x="252974" y="253245"/>
                  </a:cubicBezTo>
                  <a:cubicBezTo>
                    <a:pt x="251387" y="255008"/>
                    <a:pt x="249448" y="255886"/>
                    <a:pt x="247159" y="255886"/>
                  </a:cubicBezTo>
                  <a:cubicBezTo>
                    <a:pt x="244686" y="255886"/>
                    <a:pt x="242660" y="255008"/>
                    <a:pt x="241072" y="253245"/>
                  </a:cubicBezTo>
                  <a:lnTo>
                    <a:pt x="219639" y="232075"/>
                  </a:lnTo>
                  <a:cubicBezTo>
                    <a:pt x="215762" y="234372"/>
                    <a:pt x="211877" y="236135"/>
                    <a:pt x="208000" y="237371"/>
                  </a:cubicBezTo>
                  <a:cubicBezTo>
                    <a:pt x="204123" y="238600"/>
                    <a:pt x="200239" y="239222"/>
                    <a:pt x="196362" y="239222"/>
                  </a:cubicBezTo>
                  <a:close/>
                  <a:moveTo>
                    <a:pt x="125982" y="301657"/>
                  </a:moveTo>
                  <a:cubicBezTo>
                    <a:pt x="121220" y="301657"/>
                    <a:pt x="116992" y="299894"/>
                    <a:pt x="113283" y="296368"/>
                  </a:cubicBezTo>
                  <a:cubicBezTo>
                    <a:pt x="109757" y="292659"/>
                    <a:pt x="107994" y="288431"/>
                    <a:pt x="107994" y="283669"/>
                  </a:cubicBezTo>
                  <a:lnTo>
                    <a:pt x="107994" y="247685"/>
                  </a:lnTo>
                  <a:cubicBezTo>
                    <a:pt x="107994" y="245213"/>
                    <a:pt x="108879" y="243099"/>
                    <a:pt x="110642" y="241336"/>
                  </a:cubicBezTo>
                  <a:cubicBezTo>
                    <a:pt x="112405" y="239573"/>
                    <a:pt x="114519" y="238688"/>
                    <a:pt x="116992" y="238688"/>
                  </a:cubicBezTo>
                  <a:cubicBezTo>
                    <a:pt x="119633" y="238688"/>
                    <a:pt x="121754" y="239573"/>
                    <a:pt x="123342" y="241336"/>
                  </a:cubicBezTo>
                  <a:cubicBezTo>
                    <a:pt x="125105" y="243099"/>
                    <a:pt x="125982" y="245213"/>
                    <a:pt x="125982" y="247685"/>
                  </a:cubicBezTo>
                  <a:lnTo>
                    <a:pt x="125982" y="283669"/>
                  </a:lnTo>
                  <a:lnTo>
                    <a:pt x="161966" y="283669"/>
                  </a:lnTo>
                  <a:cubicBezTo>
                    <a:pt x="164438" y="283669"/>
                    <a:pt x="166552" y="284547"/>
                    <a:pt x="168315" y="286310"/>
                  </a:cubicBezTo>
                  <a:cubicBezTo>
                    <a:pt x="170078" y="288073"/>
                    <a:pt x="170964" y="290194"/>
                    <a:pt x="170964" y="292659"/>
                  </a:cubicBezTo>
                  <a:cubicBezTo>
                    <a:pt x="170964" y="295307"/>
                    <a:pt x="170078" y="297421"/>
                    <a:pt x="168315" y="299009"/>
                  </a:cubicBezTo>
                  <a:cubicBezTo>
                    <a:pt x="166552" y="300772"/>
                    <a:pt x="164438" y="301657"/>
                    <a:pt x="161966" y="301657"/>
                  </a:cubicBezTo>
                  <a:lnTo>
                    <a:pt x="125982" y="301657"/>
                  </a:lnTo>
                  <a:close/>
                  <a:moveTo>
                    <a:pt x="283669" y="301657"/>
                  </a:moveTo>
                  <a:lnTo>
                    <a:pt x="247685" y="301657"/>
                  </a:lnTo>
                  <a:cubicBezTo>
                    <a:pt x="245213" y="301657"/>
                    <a:pt x="243099" y="300772"/>
                    <a:pt x="241336" y="299009"/>
                  </a:cubicBezTo>
                  <a:cubicBezTo>
                    <a:pt x="239573" y="297246"/>
                    <a:pt x="238688" y="295132"/>
                    <a:pt x="238688" y="292659"/>
                  </a:cubicBezTo>
                  <a:cubicBezTo>
                    <a:pt x="238688" y="290018"/>
                    <a:pt x="239573" y="287897"/>
                    <a:pt x="241336" y="286310"/>
                  </a:cubicBezTo>
                  <a:cubicBezTo>
                    <a:pt x="243099" y="284547"/>
                    <a:pt x="245213" y="283669"/>
                    <a:pt x="247685" y="283669"/>
                  </a:cubicBezTo>
                  <a:lnTo>
                    <a:pt x="283669" y="283669"/>
                  </a:lnTo>
                  <a:lnTo>
                    <a:pt x="283669" y="247685"/>
                  </a:lnTo>
                  <a:cubicBezTo>
                    <a:pt x="283669" y="245213"/>
                    <a:pt x="284547" y="243099"/>
                    <a:pt x="286310" y="241336"/>
                  </a:cubicBezTo>
                  <a:cubicBezTo>
                    <a:pt x="288073" y="239573"/>
                    <a:pt x="290194" y="238688"/>
                    <a:pt x="292659" y="238688"/>
                  </a:cubicBezTo>
                  <a:cubicBezTo>
                    <a:pt x="295307" y="238688"/>
                    <a:pt x="297421" y="239573"/>
                    <a:pt x="299009" y="241336"/>
                  </a:cubicBezTo>
                  <a:cubicBezTo>
                    <a:pt x="300772" y="243099"/>
                    <a:pt x="301657" y="245213"/>
                    <a:pt x="301657" y="247685"/>
                  </a:cubicBezTo>
                  <a:lnTo>
                    <a:pt x="301657" y="283669"/>
                  </a:lnTo>
                  <a:cubicBezTo>
                    <a:pt x="301657" y="288431"/>
                    <a:pt x="299894" y="292659"/>
                    <a:pt x="296368" y="296368"/>
                  </a:cubicBezTo>
                  <a:cubicBezTo>
                    <a:pt x="292835" y="299894"/>
                    <a:pt x="288607" y="301657"/>
                    <a:pt x="283669" y="301657"/>
                  </a:cubicBezTo>
                  <a:close/>
                  <a:moveTo>
                    <a:pt x="107994" y="161966"/>
                  </a:moveTo>
                  <a:lnTo>
                    <a:pt x="107994" y="125982"/>
                  </a:lnTo>
                  <a:cubicBezTo>
                    <a:pt x="107994" y="121045"/>
                    <a:pt x="109757" y="116816"/>
                    <a:pt x="113283" y="113283"/>
                  </a:cubicBezTo>
                  <a:cubicBezTo>
                    <a:pt x="116992" y="109757"/>
                    <a:pt x="121220" y="107994"/>
                    <a:pt x="125982" y="107994"/>
                  </a:cubicBezTo>
                  <a:lnTo>
                    <a:pt x="161966" y="107994"/>
                  </a:lnTo>
                  <a:cubicBezTo>
                    <a:pt x="164438" y="107994"/>
                    <a:pt x="166552" y="108879"/>
                    <a:pt x="168315" y="110642"/>
                  </a:cubicBezTo>
                  <a:cubicBezTo>
                    <a:pt x="170078" y="112405"/>
                    <a:pt x="170964" y="114519"/>
                    <a:pt x="170964" y="116992"/>
                  </a:cubicBezTo>
                  <a:cubicBezTo>
                    <a:pt x="170964" y="119633"/>
                    <a:pt x="170078" y="121754"/>
                    <a:pt x="168315" y="123342"/>
                  </a:cubicBezTo>
                  <a:cubicBezTo>
                    <a:pt x="166552" y="125105"/>
                    <a:pt x="164438" y="125982"/>
                    <a:pt x="161966" y="125982"/>
                  </a:cubicBezTo>
                  <a:lnTo>
                    <a:pt x="125982" y="125982"/>
                  </a:lnTo>
                  <a:lnTo>
                    <a:pt x="125982" y="161966"/>
                  </a:lnTo>
                  <a:cubicBezTo>
                    <a:pt x="125982" y="164438"/>
                    <a:pt x="125105" y="166552"/>
                    <a:pt x="123342" y="168315"/>
                  </a:cubicBezTo>
                  <a:cubicBezTo>
                    <a:pt x="121579" y="170078"/>
                    <a:pt x="119457" y="170964"/>
                    <a:pt x="116992" y="170964"/>
                  </a:cubicBezTo>
                  <a:cubicBezTo>
                    <a:pt x="114344" y="170964"/>
                    <a:pt x="112230" y="170078"/>
                    <a:pt x="110642" y="168315"/>
                  </a:cubicBezTo>
                  <a:cubicBezTo>
                    <a:pt x="108879" y="166552"/>
                    <a:pt x="107994" y="164438"/>
                    <a:pt x="107994" y="161966"/>
                  </a:cubicBezTo>
                  <a:close/>
                  <a:moveTo>
                    <a:pt x="283669" y="161966"/>
                  </a:moveTo>
                  <a:lnTo>
                    <a:pt x="283669" y="125982"/>
                  </a:lnTo>
                  <a:lnTo>
                    <a:pt x="247685" y="125982"/>
                  </a:lnTo>
                  <a:cubicBezTo>
                    <a:pt x="245213" y="125982"/>
                    <a:pt x="243099" y="125105"/>
                    <a:pt x="241336" y="123342"/>
                  </a:cubicBezTo>
                  <a:cubicBezTo>
                    <a:pt x="239573" y="121579"/>
                    <a:pt x="238688" y="119457"/>
                    <a:pt x="238688" y="116992"/>
                  </a:cubicBezTo>
                  <a:cubicBezTo>
                    <a:pt x="238688" y="114344"/>
                    <a:pt x="239573" y="112230"/>
                    <a:pt x="241336" y="110642"/>
                  </a:cubicBezTo>
                  <a:cubicBezTo>
                    <a:pt x="243099" y="108879"/>
                    <a:pt x="245213" y="107994"/>
                    <a:pt x="247685" y="107994"/>
                  </a:cubicBezTo>
                  <a:lnTo>
                    <a:pt x="283669" y="107994"/>
                  </a:lnTo>
                  <a:cubicBezTo>
                    <a:pt x="288607" y="107994"/>
                    <a:pt x="292835" y="109757"/>
                    <a:pt x="296368" y="113283"/>
                  </a:cubicBezTo>
                  <a:cubicBezTo>
                    <a:pt x="299894" y="116816"/>
                    <a:pt x="301657" y="121045"/>
                    <a:pt x="301657" y="125982"/>
                  </a:cubicBezTo>
                  <a:lnTo>
                    <a:pt x="301657" y="161966"/>
                  </a:lnTo>
                  <a:cubicBezTo>
                    <a:pt x="301657" y="164438"/>
                    <a:pt x="300772" y="166552"/>
                    <a:pt x="299009" y="168315"/>
                  </a:cubicBezTo>
                  <a:cubicBezTo>
                    <a:pt x="297246" y="170078"/>
                    <a:pt x="295132" y="170964"/>
                    <a:pt x="292659" y="170964"/>
                  </a:cubicBezTo>
                  <a:cubicBezTo>
                    <a:pt x="290018" y="170964"/>
                    <a:pt x="287897" y="170078"/>
                    <a:pt x="286310" y="168315"/>
                  </a:cubicBezTo>
                  <a:cubicBezTo>
                    <a:pt x="284547" y="166552"/>
                    <a:pt x="283669" y="164438"/>
                    <a:pt x="283669" y="161966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0" name="文字"/>
            <p:cNvSpPr/>
            <p:nvPr/>
          </p:nvSpPr>
          <p:spPr>
            <a:xfrm>
              <a:off x="2626157" y="4162349"/>
              <a:ext cx="1060704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線上檢測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AOI 全檢・即時回饋</a:t>
              </a:r>
              <a:endParaRPr lang="en-US" sz="1100" dirty="0"/>
            </a:p>
          </p:txBody>
        </p:sp>
      </p:grpSp>
      <p:grpSp>
        <p:nvGrpSpPr>
          <p:cNvPr id="5002" name="深色圓底＋卡片"/>
          <p:cNvGrpSpPr/>
          <p:nvPr/>
        </p:nvGrpSpPr>
        <p:grpSpPr>
          <a:xfrm>
            <a:off x="3818534" y="4162349"/>
            <a:ext cx="1682496" cy="541325"/>
            <a:chOff x="3818534" y="4162349"/>
            <a:chExt cx="1682496" cy="541325"/>
          </a:xfrm>
        </p:grpSpPr>
        <p:sp>
          <p:nvSpPr>
            <p:cNvPr id="251" name="卡片"/>
            <p:cNvSpPr/>
            <p:nvPr/>
          </p:nvSpPr>
          <p:spPr>
            <a:xfrm>
              <a:off x="3818534" y="4162349"/>
              <a:ext cx="1682496" cy="541325"/>
            </a:xfrm>
            <a:prstGeom prst="roundRect">
              <a:avLst>
                <a:gd name="adj" fmla="val 13514"/>
              </a:avLst>
            </a:prstGeom>
            <a:solidFill>
              <a:srgbClr val="FFFFFF"/>
            </a:solidFill>
            <a:ln w="12700">
              <a:solidFill>
                <a:srgbClr val="D9D9D9"/>
              </a:solidFill>
              <a:prstDash val="solid"/>
            </a:ln>
            <a:effectLst>
              <a:outerShdw blurRad="42672" dist="15240" dir="5400000" sx="100000" sy="100000" algn="ctr" rotWithShape="0">
                <a:srgbClr val="000000">
                  <a:alpha val="28000"/>
                </a:srgbClr>
              </a:outerShdw>
            </a:effectLst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2" name="圖示底圓"/>
            <p:cNvSpPr/>
            <p:nvPr/>
          </p:nvSpPr>
          <p:spPr>
            <a:xfrm>
              <a:off x="3920947" y="4264762"/>
              <a:ext cx="336499" cy="336499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3" name="圖示 AI"/>
            <p:cNvSpPr/>
            <p:nvPr/>
          </p:nvSpPr>
          <p:spPr>
            <a:xfrm>
              <a:off x="3920947" y="4264762"/>
              <a:ext cx="336499" cy="336499"/>
            </a:xfrm>
            <a:custGeom>
              <a:avLst/>
              <a:gdLst/>
              <a:ahLst/>
              <a:cxnLst/>
              <a:rect l="l" t="t" r="r" b="b"/>
              <a:pathLst>
                <a:path w="336499" h="336499">
                  <a:moveTo>
                    <a:pt x="147606" y="247576"/>
                  </a:moveTo>
                  <a:cubicBezTo>
                    <a:pt x="140218" y="247576"/>
                    <a:pt x="133985" y="244891"/>
                    <a:pt x="128916" y="239529"/>
                  </a:cubicBezTo>
                  <a:cubicBezTo>
                    <a:pt x="123700" y="234313"/>
                    <a:pt x="120584" y="228300"/>
                    <a:pt x="119567" y="221497"/>
                  </a:cubicBezTo>
                  <a:cubicBezTo>
                    <a:pt x="110584" y="221058"/>
                    <a:pt x="102983" y="217510"/>
                    <a:pt x="96751" y="210846"/>
                  </a:cubicBezTo>
                  <a:cubicBezTo>
                    <a:pt x="90665" y="204328"/>
                    <a:pt x="87621" y="196142"/>
                    <a:pt x="87621" y="186289"/>
                  </a:cubicBezTo>
                  <a:cubicBezTo>
                    <a:pt x="87621" y="182953"/>
                    <a:pt x="88060" y="179771"/>
                    <a:pt x="88924" y="176728"/>
                  </a:cubicBezTo>
                  <a:cubicBezTo>
                    <a:pt x="89794" y="173538"/>
                    <a:pt x="91030" y="170569"/>
                    <a:pt x="92625" y="167818"/>
                  </a:cubicBezTo>
                  <a:cubicBezTo>
                    <a:pt x="91030" y="165060"/>
                    <a:pt x="89794" y="162163"/>
                    <a:pt x="88924" y="159120"/>
                  </a:cubicBezTo>
                  <a:cubicBezTo>
                    <a:pt x="88060" y="156077"/>
                    <a:pt x="87621" y="152822"/>
                    <a:pt x="87621" y="149340"/>
                  </a:cubicBezTo>
                  <a:cubicBezTo>
                    <a:pt x="87621" y="140503"/>
                    <a:pt x="90738" y="132895"/>
                    <a:pt x="96970" y="126524"/>
                  </a:cubicBezTo>
                  <a:cubicBezTo>
                    <a:pt x="103057" y="120152"/>
                    <a:pt x="110372" y="116458"/>
                    <a:pt x="118916" y="115441"/>
                  </a:cubicBezTo>
                  <a:cubicBezTo>
                    <a:pt x="119494" y="108053"/>
                    <a:pt x="122464" y="101747"/>
                    <a:pt x="127826" y="96531"/>
                  </a:cubicBezTo>
                  <a:cubicBezTo>
                    <a:pt x="133188" y="91462"/>
                    <a:pt x="139567" y="88924"/>
                    <a:pt x="146955" y="88924"/>
                  </a:cubicBezTo>
                  <a:cubicBezTo>
                    <a:pt x="151447" y="88924"/>
                    <a:pt x="155353" y="89721"/>
                    <a:pt x="158689" y="91316"/>
                  </a:cubicBezTo>
                  <a:cubicBezTo>
                    <a:pt x="162017" y="92910"/>
                    <a:pt x="165206" y="95229"/>
                    <a:pt x="168250" y="98272"/>
                  </a:cubicBezTo>
                  <a:cubicBezTo>
                    <a:pt x="171293" y="95229"/>
                    <a:pt x="174482" y="92910"/>
                    <a:pt x="177811" y="91316"/>
                  </a:cubicBezTo>
                  <a:cubicBezTo>
                    <a:pt x="181146" y="89721"/>
                    <a:pt x="184987" y="88924"/>
                    <a:pt x="189332" y="88924"/>
                  </a:cubicBezTo>
                  <a:cubicBezTo>
                    <a:pt x="196574" y="88924"/>
                    <a:pt x="202880" y="91462"/>
                    <a:pt x="208234" y="96531"/>
                  </a:cubicBezTo>
                  <a:cubicBezTo>
                    <a:pt x="213597" y="101747"/>
                    <a:pt x="216566" y="108053"/>
                    <a:pt x="217144" y="115441"/>
                  </a:cubicBezTo>
                  <a:cubicBezTo>
                    <a:pt x="225842" y="116165"/>
                    <a:pt x="233304" y="119713"/>
                    <a:pt x="239529" y="126092"/>
                  </a:cubicBezTo>
                  <a:cubicBezTo>
                    <a:pt x="245761" y="132610"/>
                    <a:pt x="248878" y="140357"/>
                    <a:pt x="248878" y="149340"/>
                  </a:cubicBezTo>
                  <a:cubicBezTo>
                    <a:pt x="248878" y="152968"/>
                    <a:pt x="248439" y="156297"/>
                    <a:pt x="247576" y="159340"/>
                  </a:cubicBezTo>
                  <a:cubicBezTo>
                    <a:pt x="246559" y="162529"/>
                    <a:pt x="245184" y="165426"/>
                    <a:pt x="243443" y="168030"/>
                  </a:cubicBezTo>
                  <a:cubicBezTo>
                    <a:pt x="245037" y="171073"/>
                    <a:pt x="246266" y="174190"/>
                    <a:pt x="247137" y="177379"/>
                  </a:cubicBezTo>
                  <a:cubicBezTo>
                    <a:pt x="248007" y="180561"/>
                    <a:pt x="248439" y="183751"/>
                    <a:pt x="248439" y="186940"/>
                  </a:cubicBezTo>
                  <a:cubicBezTo>
                    <a:pt x="248439" y="196501"/>
                    <a:pt x="245469" y="204467"/>
                    <a:pt x="239529" y="210846"/>
                  </a:cubicBezTo>
                  <a:cubicBezTo>
                    <a:pt x="233450" y="217071"/>
                    <a:pt x="225988" y="220480"/>
                    <a:pt x="217144" y="221058"/>
                  </a:cubicBezTo>
                  <a:cubicBezTo>
                    <a:pt x="216135" y="227868"/>
                    <a:pt x="213019" y="234028"/>
                    <a:pt x="207803" y="239529"/>
                  </a:cubicBezTo>
                  <a:cubicBezTo>
                    <a:pt x="202441" y="244891"/>
                    <a:pt x="196142" y="247576"/>
                    <a:pt x="188893" y="247576"/>
                  </a:cubicBezTo>
                  <a:cubicBezTo>
                    <a:pt x="184548" y="247576"/>
                    <a:pt x="180781" y="246851"/>
                    <a:pt x="177591" y="245396"/>
                  </a:cubicBezTo>
                  <a:cubicBezTo>
                    <a:pt x="174409" y="244094"/>
                    <a:pt x="171293" y="241994"/>
                    <a:pt x="168250" y="239097"/>
                  </a:cubicBezTo>
                  <a:cubicBezTo>
                    <a:pt x="165206" y="241994"/>
                    <a:pt x="162090" y="244094"/>
                    <a:pt x="158908" y="245396"/>
                  </a:cubicBezTo>
                  <a:cubicBezTo>
                    <a:pt x="155719" y="246851"/>
                    <a:pt x="151951" y="247576"/>
                    <a:pt x="147606" y="247576"/>
                  </a:cubicBezTo>
                  <a:close/>
                  <a:moveTo>
                    <a:pt x="175418" y="116092"/>
                  </a:moveTo>
                  <a:lnTo>
                    <a:pt x="175418" y="220839"/>
                  </a:lnTo>
                  <a:cubicBezTo>
                    <a:pt x="175418" y="224321"/>
                    <a:pt x="176801" y="227217"/>
                    <a:pt x="179552" y="229536"/>
                  </a:cubicBezTo>
                  <a:cubicBezTo>
                    <a:pt x="182156" y="231994"/>
                    <a:pt x="185345" y="233231"/>
                    <a:pt x="189113" y="233231"/>
                  </a:cubicBezTo>
                  <a:cubicBezTo>
                    <a:pt x="192734" y="233231"/>
                    <a:pt x="195850" y="231636"/>
                    <a:pt x="198454" y="228446"/>
                  </a:cubicBezTo>
                  <a:cubicBezTo>
                    <a:pt x="201066" y="225257"/>
                    <a:pt x="202514" y="222002"/>
                    <a:pt x="202807" y="218666"/>
                  </a:cubicBezTo>
                  <a:cubicBezTo>
                    <a:pt x="199763" y="217510"/>
                    <a:pt x="196867" y="216062"/>
                    <a:pt x="194109" y="214321"/>
                  </a:cubicBezTo>
                  <a:cubicBezTo>
                    <a:pt x="191505" y="212441"/>
                    <a:pt x="189259" y="210122"/>
                    <a:pt x="187372" y="207371"/>
                  </a:cubicBezTo>
                  <a:cubicBezTo>
                    <a:pt x="186216" y="205630"/>
                    <a:pt x="185777" y="203816"/>
                    <a:pt x="186069" y="201936"/>
                  </a:cubicBezTo>
                  <a:cubicBezTo>
                    <a:pt x="186362" y="200195"/>
                    <a:pt x="187372" y="198674"/>
                    <a:pt x="189113" y="197371"/>
                  </a:cubicBezTo>
                  <a:cubicBezTo>
                    <a:pt x="190854" y="196069"/>
                    <a:pt x="192660" y="195557"/>
                    <a:pt x="194548" y="195850"/>
                  </a:cubicBezTo>
                  <a:cubicBezTo>
                    <a:pt x="196428" y="196281"/>
                    <a:pt x="198022" y="197371"/>
                    <a:pt x="199325" y="199112"/>
                  </a:cubicBezTo>
                  <a:cubicBezTo>
                    <a:pt x="201066" y="201570"/>
                    <a:pt x="203238" y="203458"/>
                    <a:pt x="205850" y="204760"/>
                  </a:cubicBezTo>
                  <a:cubicBezTo>
                    <a:pt x="208600" y="206062"/>
                    <a:pt x="211570" y="206713"/>
                    <a:pt x="214760" y="206713"/>
                  </a:cubicBezTo>
                  <a:cubicBezTo>
                    <a:pt x="220114" y="206713"/>
                    <a:pt x="224679" y="204906"/>
                    <a:pt x="228446" y="201285"/>
                  </a:cubicBezTo>
                  <a:cubicBezTo>
                    <a:pt x="232214" y="197664"/>
                    <a:pt x="234101" y="192880"/>
                    <a:pt x="234101" y="186940"/>
                  </a:cubicBezTo>
                  <a:cubicBezTo>
                    <a:pt x="234101" y="185638"/>
                    <a:pt x="233955" y="184263"/>
                    <a:pt x="233662" y="182807"/>
                  </a:cubicBezTo>
                  <a:cubicBezTo>
                    <a:pt x="233377" y="181505"/>
                    <a:pt x="233084" y="180129"/>
                    <a:pt x="232792" y="178681"/>
                  </a:cubicBezTo>
                  <a:cubicBezTo>
                    <a:pt x="230334" y="180276"/>
                    <a:pt x="227649" y="181505"/>
                    <a:pt x="224752" y="182375"/>
                  </a:cubicBezTo>
                  <a:cubicBezTo>
                    <a:pt x="221709" y="183246"/>
                    <a:pt x="218666" y="183677"/>
                    <a:pt x="215623" y="183677"/>
                  </a:cubicBezTo>
                  <a:cubicBezTo>
                    <a:pt x="213597" y="183677"/>
                    <a:pt x="211856" y="183026"/>
                    <a:pt x="210407" y="181724"/>
                  </a:cubicBezTo>
                  <a:cubicBezTo>
                    <a:pt x="209105" y="180422"/>
                    <a:pt x="208454" y="178681"/>
                    <a:pt x="208454" y="176508"/>
                  </a:cubicBezTo>
                  <a:cubicBezTo>
                    <a:pt x="208454" y="174482"/>
                    <a:pt x="209105" y="172741"/>
                    <a:pt x="210407" y="171293"/>
                  </a:cubicBezTo>
                  <a:cubicBezTo>
                    <a:pt x="211856" y="169991"/>
                    <a:pt x="213597" y="169340"/>
                    <a:pt x="215623" y="169340"/>
                  </a:cubicBezTo>
                  <a:cubicBezTo>
                    <a:pt x="220839" y="169340"/>
                    <a:pt x="225330" y="167379"/>
                    <a:pt x="229097" y="163465"/>
                  </a:cubicBezTo>
                  <a:cubicBezTo>
                    <a:pt x="232718" y="159559"/>
                    <a:pt x="234533" y="154848"/>
                    <a:pt x="234533" y="149340"/>
                  </a:cubicBezTo>
                  <a:cubicBezTo>
                    <a:pt x="234533" y="144124"/>
                    <a:pt x="232579" y="139567"/>
                    <a:pt x="228666" y="135653"/>
                  </a:cubicBezTo>
                  <a:cubicBezTo>
                    <a:pt x="224752" y="131886"/>
                    <a:pt x="220261" y="129859"/>
                    <a:pt x="215191" y="129567"/>
                  </a:cubicBezTo>
                  <a:cubicBezTo>
                    <a:pt x="213743" y="133334"/>
                    <a:pt x="211643" y="136589"/>
                    <a:pt x="208886" y="139347"/>
                  </a:cubicBezTo>
                  <a:cubicBezTo>
                    <a:pt x="205989" y="142098"/>
                    <a:pt x="202733" y="144197"/>
                    <a:pt x="199112" y="145646"/>
                  </a:cubicBezTo>
                  <a:cubicBezTo>
                    <a:pt x="197225" y="146370"/>
                    <a:pt x="195345" y="146297"/>
                    <a:pt x="193458" y="145433"/>
                  </a:cubicBezTo>
                  <a:cubicBezTo>
                    <a:pt x="191724" y="144563"/>
                    <a:pt x="190488" y="143188"/>
                    <a:pt x="189764" y="141300"/>
                  </a:cubicBezTo>
                  <a:cubicBezTo>
                    <a:pt x="189186" y="139420"/>
                    <a:pt x="189332" y="137533"/>
                    <a:pt x="190203" y="135653"/>
                  </a:cubicBezTo>
                  <a:cubicBezTo>
                    <a:pt x="191066" y="133912"/>
                    <a:pt x="192448" y="132683"/>
                    <a:pt x="194328" y="131959"/>
                  </a:cubicBezTo>
                  <a:cubicBezTo>
                    <a:pt x="196794" y="131088"/>
                    <a:pt x="198820" y="129347"/>
                    <a:pt x="200415" y="126743"/>
                  </a:cubicBezTo>
                  <a:cubicBezTo>
                    <a:pt x="202009" y="124132"/>
                    <a:pt x="202807" y="121235"/>
                    <a:pt x="202807" y="118045"/>
                  </a:cubicBezTo>
                  <a:cubicBezTo>
                    <a:pt x="202807" y="113993"/>
                    <a:pt x="201424" y="110511"/>
                    <a:pt x="198674" y="107614"/>
                  </a:cubicBezTo>
                  <a:cubicBezTo>
                    <a:pt x="196069" y="104717"/>
                    <a:pt x="192880" y="103269"/>
                    <a:pt x="189113" y="103269"/>
                  </a:cubicBezTo>
                  <a:cubicBezTo>
                    <a:pt x="185345" y="103269"/>
                    <a:pt x="182156" y="104571"/>
                    <a:pt x="179552" y="107182"/>
                  </a:cubicBezTo>
                  <a:cubicBezTo>
                    <a:pt x="176801" y="109648"/>
                    <a:pt x="175418" y="112618"/>
                    <a:pt x="175418" y="116092"/>
                  </a:cubicBezTo>
                  <a:close/>
                  <a:moveTo>
                    <a:pt x="161081" y="220839"/>
                  </a:moveTo>
                  <a:lnTo>
                    <a:pt x="161081" y="116092"/>
                  </a:lnTo>
                  <a:cubicBezTo>
                    <a:pt x="161081" y="112618"/>
                    <a:pt x="159771" y="109648"/>
                    <a:pt x="157167" y="107182"/>
                  </a:cubicBezTo>
                  <a:cubicBezTo>
                    <a:pt x="154556" y="104571"/>
                    <a:pt x="151300" y="103269"/>
                    <a:pt x="147387" y="103269"/>
                  </a:cubicBezTo>
                  <a:cubicBezTo>
                    <a:pt x="143619" y="103269"/>
                    <a:pt x="140357" y="104717"/>
                    <a:pt x="137606" y="107614"/>
                  </a:cubicBezTo>
                  <a:cubicBezTo>
                    <a:pt x="134856" y="110511"/>
                    <a:pt x="133480" y="113993"/>
                    <a:pt x="133480" y="118045"/>
                  </a:cubicBezTo>
                  <a:cubicBezTo>
                    <a:pt x="133480" y="121235"/>
                    <a:pt x="134278" y="124132"/>
                    <a:pt x="135865" y="126743"/>
                  </a:cubicBezTo>
                  <a:cubicBezTo>
                    <a:pt x="137321" y="129201"/>
                    <a:pt x="139347" y="130869"/>
                    <a:pt x="141951" y="131739"/>
                  </a:cubicBezTo>
                  <a:cubicBezTo>
                    <a:pt x="143839" y="132464"/>
                    <a:pt x="145214" y="133693"/>
                    <a:pt x="146085" y="135434"/>
                  </a:cubicBezTo>
                  <a:cubicBezTo>
                    <a:pt x="146955" y="137321"/>
                    <a:pt x="147094" y="139128"/>
                    <a:pt x="146516" y="140869"/>
                  </a:cubicBezTo>
                  <a:cubicBezTo>
                    <a:pt x="145646" y="142749"/>
                    <a:pt x="144270" y="144197"/>
                    <a:pt x="142390" y="145214"/>
                  </a:cubicBezTo>
                  <a:cubicBezTo>
                    <a:pt x="140503" y="146085"/>
                    <a:pt x="138623" y="146158"/>
                    <a:pt x="136736" y="145433"/>
                  </a:cubicBezTo>
                  <a:cubicBezTo>
                    <a:pt x="133115" y="144124"/>
                    <a:pt x="129925" y="142098"/>
                    <a:pt x="127175" y="139347"/>
                  </a:cubicBezTo>
                  <a:cubicBezTo>
                    <a:pt x="124571" y="136589"/>
                    <a:pt x="122464" y="133334"/>
                    <a:pt x="120876" y="129567"/>
                  </a:cubicBezTo>
                  <a:cubicBezTo>
                    <a:pt x="115946" y="130145"/>
                    <a:pt x="111601" y="132244"/>
                    <a:pt x="107833" y="135865"/>
                  </a:cubicBezTo>
                  <a:cubicBezTo>
                    <a:pt x="103920" y="139633"/>
                    <a:pt x="101967" y="144124"/>
                    <a:pt x="101967" y="149340"/>
                  </a:cubicBezTo>
                  <a:cubicBezTo>
                    <a:pt x="101967" y="154848"/>
                    <a:pt x="103847" y="159559"/>
                    <a:pt x="107614" y="163465"/>
                  </a:cubicBezTo>
                  <a:cubicBezTo>
                    <a:pt x="111242" y="167379"/>
                    <a:pt x="115661" y="169340"/>
                    <a:pt x="120876" y="169340"/>
                  </a:cubicBezTo>
                  <a:cubicBezTo>
                    <a:pt x="122903" y="169340"/>
                    <a:pt x="124644" y="169991"/>
                    <a:pt x="126092" y="171293"/>
                  </a:cubicBezTo>
                  <a:cubicBezTo>
                    <a:pt x="127394" y="172741"/>
                    <a:pt x="128045" y="174482"/>
                    <a:pt x="128045" y="176508"/>
                  </a:cubicBezTo>
                  <a:cubicBezTo>
                    <a:pt x="128045" y="178681"/>
                    <a:pt x="127394" y="180422"/>
                    <a:pt x="126092" y="181724"/>
                  </a:cubicBezTo>
                  <a:cubicBezTo>
                    <a:pt x="124644" y="183026"/>
                    <a:pt x="122903" y="183677"/>
                    <a:pt x="120876" y="183677"/>
                  </a:cubicBezTo>
                  <a:cubicBezTo>
                    <a:pt x="117687" y="183677"/>
                    <a:pt x="114644" y="183246"/>
                    <a:pt x="111747" y="182375"/>
                  </a:cubicBezTo>
                  <a:cubicBezTo>
                    <a:pt x="108704" y="181505"/>
                    <a:pt x="105953" y="180276"/>
                    <a:pt x="103488" y="178681"/>
                  </a:cubicBezTo>
                  <a:cubicBezTo>
                    <a:pt x="103057" y="179837"/>
                    <a:pt x="102691" y="181146"/>
                    <a:pt x="102398" y="182595"/>
                  </a:cubicBezTo>
                  <a:cubicBezTo>
                    <a:pt x="102113" y="183897"/>
                    <a:pt x="101967" y="185199"/>
                    <a:pt x="101967" y="186508"/>
                  </a:cubicBezTo>
                  <a:cubicBezTo>
                    <a:pt x="101967" y="192587"/>
                    <a:pt x="103847" y="197591"/>
                    <a:pt x="107614" y="201497"/>
                  </a:cubicBezTo>
                  <a:cubicBezTo>
                    <a:pt x="111242" y="205265"/>
                    <a:pt x="115726" y="207152"/>
                    <a:pt x="121089" y="207152"/>
                  </a:cubicBezTo>
                  <a:cubicBezTo>
                    <a:pt x="124132" y="207152"/>
                    <a:pt x="127028" y="206501"/>
                    <a:pt x="129786" y="205191"/>
                  </a:cubicBezTo>
                  <a:cubicBezTo>
                    <a:pt x="132537" y="203743"/>
                    <a:pt x="134783" y="201790"/>
                    <a:pt x="136524" y="199325"/>
                  </a:cubicBezTo>
                  <a:cubicBezTo>
                    <a:pt x="137826" y="197730"/>
                    <a:pt x="139494" y="196794"/>
                    <a:pt x="141520" y="196501"/>
                  </a:cubicBezTo>
                  <a:cubicBezTo>
                    <a:pt x="143400" y="196069"/>
                    <a:pt x="145141" y="196501"/>
                    <a:pt x="146736" y="197803"/>
                  </a:cubicBezTo>
                  <a:cubicBezTo>
                    <a:pt x="148330" y="198966"/>
                    <a:pt x="149340" y="200561"/>
                    <a:pt x="149779" y="202587"/>
                  </a:cubicBezTo>
                  <a:cubicBezTo>
                    <a:pt x="150064" y="204467"/>
                    <a:pt x="149632" y="206208"/>
                    <a:pt x="148477" y="207803"/>
                  </a:cubicBezTo>
                  <a:cubicBezTo>
                    <a:pt x="146589" y="210407"/>
                    <a:pt x="144417" y="212587"/>
                    <a:pt x="141951" y="214321"/>
                  </a:cubicBezTo>
                  <a:cubicBezTo>
                    <a:pt x="139347" y="216208"/>
                    <a:pt x="136589" y="217656"/>
                    <a:pt x="133693" y="218666"/>
                  </a:cubicBezTo>
                  <a:cubicBezTo>
                    <a:pt x="133985" y="222002"/>
                    <a:pt x="135434" y="225257"/>
                    <a:pt x="138045" y="228446"/>
                  </a:cubicBezTo>
                  <a:cubicBezTo>
                    <a:pt x="140649" y="231636"/>
                    <a:pt x="143839" y="233231"/>
                    <a:pt x="147606" y="233231"/>
                  </a:cubicBezTo>
                  <a:cubicBezTo>
                    <a:pt x="151373" y="233231"/>
                    <a:pt x="154556" y="231994"/>
                    <a:pt x="157167" y="229536"/>
                  </a:cubicBezTo>
                  <a:cubicBezTo>
                    <a:pt x="159771" y="227217"/>
                    <a:pt x="161081" y="224321"/>
                    <a:pt x="161081" y="220839"/>
                  </a:cubicBezTo>
                  <a:close/>
                  <a:moveTo>
                    <a:pt x="168250" y="168681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4" name="文字"/>
            <p:cNvSpPr/>
            <p:nvPr/>
          </p:nvSpPr>
          <p:spPr>
            <a:xfrm>
              <a:off x="4345229" y="4162349"/>
              <a:ext cx="1097280" cy="5413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lnSpc>
                  <a:spcPct val="105000"/>
                </a:lnSpc>
                <a:buNone/>
              </a:pPr>
              <a:r>
                <a:rPr lang="en-US" sz="900" b="1" dirty="0">
                  <a:solidFill>
                    <a:srgbClr val="3A3A3A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AI 判片</a:t>
              </a:r>
              <a:endParaRPr lang="en-US" sz="1100" dirty="0"/>
            </a:p>
            <a:p>
              <a:pPr algn="l" indent="0" marL="0">
                <a:lnSpc>
                  <a:spcPct val="105000"/>
                </a:lnSpc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自動分類缺陷</a:t>
              </a:r>
              <a:endParaRPr lang="en-US" sz="1100" dirty="0"/>
            </a:p>
          </p:txBody>
        </p:sp>
      </p:grpSp>
      <p:grpSp>
        <p:nvGrpSpPr>
          <p:cNvPr id="5003" name="數字＋圖示"/>
          <p:cNvGrpSpPr/>
          <p:nvPr/>
        </p:nvGrpSpPr>
        <p:grpSpPr>
          <a:xfrm>
            <a:off x="5618074" y="4162349"/>
            <a:ext cx="1499616" cy="541325"/>
            <a:chOff x="5618074" y="4162349"/>
            <a:chExt cx="1499616" cy="541325"/>
          </a:xfrm>
        </p:grpSpPr>
        <p:sp>
          <p:nvSpPr>
            <p:cNvPr id="255" name="淺灰面板"/>
            <p:cNvSpPr/>
            <p:nvPr/>
          </p:nvSpPr>
          <p:spPr>
            <a:xfrm>
              <a:off x="5618074" y="4162349"/>
              <a:ext cx="1499616" cy="541325"/>
            </a:xfrm>
            <a:prstGeom prst="roundRect">
              <a:avLst>
                <a:gd name="adj" fmla="val 13514"/>
              </a:avLst>
            </a:prstGeom>
            <a:solidFill>
              <a:srgbClr val="E6E6E6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56" name="數值"/>
            <p:cNvSpPr/>
            <p:nvPr/>
          </p:nvSpPr>
          <p:spPr>
            <a:xfrm>
              <a:off x="5735117" y="4206240"/>
              <a:ext cx="987552" cy="29260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b"/>
            <a:lstStyle/>
            <a:p>
              <a:pPr algn="l" indent="0" marL="0">
                <a:buNone/>
              </a:pPr>
              <a:r>
                <a:rPr lang="en-US" sz="1750" b="1" dirty="0">
                  <a:solidFill>
                    <a:srgbClr val="1F4E7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98.6</a:t>
              </a:r>
              <a:r>
                <a:rPr lang="en-US" sz="8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 %</a:t>
              </a:r>
              <a:endParaRPr lang="en-US" sz="1100" dirty="0"/>
            </a:p>
          </p:txBody>
        </p:sp>
        <p:sp>
          <p:nvSpPr>
            <p:cNvPr id="257" name="指標名稱"/>
            <p:cNvSpPr/>
            <p:nvPr/>
          </p:nvSpPr>
          <p:spPr>
            <a:xfrm>
              <a:off x="5735117" y="4506163"/>
              <a:ext cx="987552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l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整體良率</a:t>
              </a:r>
              <a:endParaRPr lang="en-US" sz="700" dirty="0"/>
            </a:p>
          </p:txBody>
        </p:sp>
        <p:sp>
          <p:nvSpPr>
            <p:cNvPr id="258" name="圖示 已驗證"/>
            <p:cNvSpPr/>
            <p:nvPr/>
          </p:nvSpPr>
          <p:spPr>
            <a:xfrm>
              <a:off x="6708038" y="4286707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292608" h="292608">
                  <a:moveTo>
                    <a:pt x="133195" y="160627"/>
                  </a:moveTo>
                  <a:lnTo>
                    <a:pt x="110950" y="137467"/>
                  </a:lnTo>
                  <a:cubicBezTo>
                    <a:pt x="109121" y="135434"/>
                    <a:pt x="106882" y="134417"/>
                    <a:pt x="104242" y="134417"/>
                  </a:cubicBezTo>
                  <a:cubicBezTo>
                    <a:pt x="101601" y="134417"/>
                    <a:pt x="99260" y="135331"/>
                    <a:pt x="97234" y="137160"/>
                  </a:cubicBezTo>
                  <a:cubicBezTo>
                    <a:pt x="95200" y="139194"/>
                    <a:pt x="94183" y="141527"/>
                    <a:pt x="94183" y="144168"/>
                  </a:cubicBezTo>
                  <a:cubicBezTo>
                    <a:pt x="94183" y="146809"/>
                    <a:pt x="95200" y="149150"/>
                    <a:pt x="97234" y="151183"/>
                  </a:cubicBezTo>
                  <a:lnTo>
                    <a:pt x="126794" y="180444"/>
                  </a:lnTo>
                  <a:cubicBezTo>
                    <a:pt x="128623" y="182273"/>
                    <a:pt x="130759" y="183187"/>
                    <a:pt x="133195" y="183187"/>
                  </a:cubicBezTo>
                  <a:cubicBezTo>
                    <a:pt x="135638" y="183187"/>
                    <a:pt x="137767" y="182273"/>
                    <a:pt x="139596" y="180444"/>
                  </a:cubicBezTo>
                  <a:lnTo>
                    <a:pt x="195374" y="124966"/>
                  </a:lnTo>
                  <a:cubicBezTo>
                    <a:pt x="197203" y="123137"/>
                    <a:pt x="198118" y="120906"/>
                    <a:pt x="198118" y="118265"/>
                  </a:cubicBezTo>
                  <a:cubicBezTo>
                    <a:pt x="198118" y="115624"/>
                    <a:pt x="197101" y="113386"/>
                    <a:pt x="195074" y="111557"/>
                  </a:cubicBezTo>
                  <a:cubicBezTo>
                    <a:pt x="193246" y="109933"/>
                    <a:pt x="191110" y="109223"/>
                    <a:pt x="188674" y="109421"/>
                  </a:cubicBezTo>
                  <a:cubicBezTo>
                    <a:pt x="186033" y="109421"/>
                    <a:pt x="183897" y="110233"/>
                    <a:pt x="182273" y="111864"/>
                  </a:cubicBezTo>
                  <a:lnTo>
                    <a:pt x="133195" y="160627"/>
                  </a:lnTo>
                  <a:close/>
                  <a:moveTo>
                    <a:pt x="101191" y="267005"/>
                  </a:moveTo>
                  <a:lnTo>
                    <a:pt x="82296" y="234694"/>
                  </a:lnTo>
                  <a:lnTo>
                    <a:pt x="44498" y="227078"/>
                  </a:lnTo>
                  <a:cubicBezTo>
                    <a:pt x="42267" y="226669"/>
                    <a:pt x="40438" y="225447"/>
                    <a:pt x="39012" y="223421"/>
                  </a:cubicBezTo>
                  <a:cubicBezTo>
                    <a:pt x="37388" y="221387"/>
                    <a:pt x="36781" y="219251"/>
                    <a:pt x="37183" y="217020"/>
                  </a:cubicBezTo>
                  <a:lnTo>
                    <a:pt x="41455" y="180444"/>
                  </a:lnTo>
                  <a:lnTo>
                    <a:pt x="17374" y="152398"/>
                  </a:lnTo>
                  <a:cubicBezTo>
                    <a:pt x="15750" y="150774"/>
                    <a:pt x="14938" y="148740"/>
                    <a:pt x="14938" y="146304"/>
                  </a:cubicBezTo>
                  <a:cubicBezTo>
                    <a:pt x="14938" y="143868"/>
                    <a:pt x="15750" y="141834"/>
                    <a:pt x="17374" y="140210"/>
                  </a:cubicBezTo>
                  <a:lnTo>
                    <a:pt x="41455" y="112471"/>
                  </a:lnTo>
                  <a:lnTo>
                    <a:pt x="37183" y="75895"/>
                  </a:lnTo>
                  <a:cubicBezTo>
                    <a:pt x="36781" y="73657"/>
                    <a:pt x="37388" y="71528"/>
                    <a:pt x="39012" y="69494"/>
                  </a:cubicBezTo>
                  <a:cubicBezTo>
                    <a:pt x="40438" y="67461"/>
                    <a:pt x="42267" y="66246"/>
                    <a:pt x="44498" y="65837"/>
                  </a:cubicBezTo>
                  <a:lnTo>
                    <a:pt x="82296" y="58214"/>
                  </a:lnTo>
                  <a:lnTo>
                    <a:pt x="101191" y="25603"/>
                  </a:lnTo>
                  <a:cubicBezTo>
                    <a:pt x="102413" y="23570"/>
                    <a:pt x="104139" y="22150"/>
                    <a:pt x="106378" y="21338"/>
                  </a:cubicBezTo>
                  <a:cubicBezTo>
                    <a:pt x="108609" y="20526"/>
                    <a:pt x="110847" y="20622"/>
                    <a:pt x="113078" y="21638"/>
                  </a:cubicBezTo>
                  <a:lnTo>
                    <a:pt x="146304" y="37183"/>
                  </a:lnTo>
                  <a:lnTo>
                    <a:pt x="179530" y="21638"/>
                  </a:lnTo>
                  <a:cubicBezTo>
                    <a:pt x="181761" y="20622"/>
                    <a:pt x="183999" y="20526"/>
                    <a:pt x="186230" y="21338"/>
                  </a:cubicBezTo>
                  <a:cubicBezTo>
                    <a:pt x="188469" y="21946"/>
                    <a:pt x="190195" y="23270"/>
                    <a:pt x="191417" y="25296"/>
                  </a:cubicBezTo>
                  <a:lnTo>
                    <a:pt x="210619" y="58214"/>
                  </a:lnTo>
                  <a:lnTo>
                    <a:pt x="248110" y="65837"/>
                  </a:lnTo>
                  <a:cubicBezTo>
                    <a:pt x="250341" y="66246"/>
                    <a:pt x="252272" y="67461"/>
                    <a:pt x="253896" y="69494"/>
                  </a:cubicBezTo>
                  <a:cubicBezTo>
                    <a:pt x="255322" y="71528"/>
                    <a:pt x="255827" y="73657"/>
                    <a:pt x="255425" y="75895"/>
                  </a:cubicBezTo>
                  <a:lnTo>
                    <a:pt x="251153" y="112471"/>
                  </a:lnTo>
                  <a:lnTo>
                    <a:pt x="275234" y="140210"/>
                  </a:lnTo>
                  <a:cubicBezTo>
                    <a:pt x="276858" y="141834"/>
                    <a:pt x="277670" y="143868"/>
                    <a:pt x="277670" y="146304"/>
                  </a:cubicBezTo>
                  <a:cubicBezTo>
                    <a:pt x="277670" y="148740"/>
                    <a:pt x="276858" y="150774"/>
                    <a:pt x="275234" y="152398"/>
                  </a:cubicBezTo>
                  <a:lnTo>
                    <a:pt x="251153" y="180444"/>
                  </a:lnTo>
                  <a:lnTo>
                    <a:pt x="255425" y="217020"/>
                  </a:lnTo>
                  <a:cubicBezTo>
                    <a:pt x="255827" y="219251"/>
                    <a:pt x="255322" y="221387"/>
                    <a:pt x="253896" y="223421"/>
                  </a:cubicBezTo>
                  <a:cubicBezTo>
                    <a:pt x="252272" y="225447"/>
                    <a:pt x="250341" y="226669"/>
                    <a:pt x="248110" y="227078"/>
                  </a:cubicBezTo>
                  <a:lnTo>
                    <a:pt x="210619" y="234694"/>
                  </a:lnTo>
                  <a:lnTo>
                    <a:pt x="191417" y="267312"/>
                  </a:lnTo>
                  <a:cubicBezTo>
                    <a:pt x="190195" y="269338"/>
                    <a:pt x="188469" y="270765"/>
                    <a:pt x="186230" y="271577"/>
                  </a:cubicBezTo>
                  <a:cubicBezTo>
                    <a:pt x="183999" y="272184"/>
                    <a:pt x="181761" y="271986"/>
                    <a:pt x="179530" y="270970"/>
                  </a:cubicBezTo>
                  <a:lnTo>
                    <a:pt x="146304" y="255425"/>
                  </a:lnTo>
                  <a:lnTo>
                    <a:pt x="113078" y="270970"/>
                  </a:lnTo>
                  <a:cubicBezTo>
                    <a:pt x="110847" y="271986"/>
                    <a:pt x="108609" y="272082"/>
                    <a:pt x="106378" y="271270"/>
                  </a:cubicBezTo>
                  <a:cubicBezTo>
                    <a:pt x="104139" y="270458"/>
                    <a:pt x="102413" y="269038"/>
                    <a:pt x="101191" y="267005"/>
                  </a:cubicBezTo>
                  <a:close/>
                  <a:moveTo>
                    <a:pt x="113693" y="250238"/>
                  </a:moveTo>
                  <a:lnTo>
                    <a:pt x="146304" y="236522"/>
                  </a:lnTo>
                  <a:lnTo>
                    <a:pt x="179830" y="250238"/>
                  </a:lnTo>
                  <a:lnTo>
                    <a:pt x="200254" y="219763"/>
                  </a:lnTo>
                  <a:lnTo>
                    <a:pt x="235915" y="210619"/>
                  </a:lnTo>
                  <a:lnTo>
                    <a:pt x="232258" y="174343"/>
                  </a:lnTo>
                  <a:lnTo>
                    <a:pt x="256946" y="146304"/>
                  </a:lnTo>
                  <a:lnTo>
                    <a:pt x="232258" y="117650"/>
                  </a:lnTo>
                  <a:lnTo>
                    <a:pt x="235915" y="81382"/>
                  </a:lnTo>
                  <a:lnTo>
                    <a:pt x="200254" y="72845"/>
                  </a:lnTo>
                  <a:lnTo>
                    <a:pt x="179222" y="42370"/>
                  </a:lnTo>
                  <a:lnTo>
                    <a:pt x="146304" y="56086"/>
                  </a:lnTo>
                  <a:lnTo>
                    <a:pt x="112778" y="42370"/>
                  </a:lnTo>
                  <a:lnTo>
                    <a:pt x="92354" y="72845"/>
                  </a:lnTo>
                  <a:lnTo>
                    <a:pt x="56693" y="81382"/>
                  </a:lnTo>
                  <a:lnTo>
                    <a:pt x="60350" y="117650"/>
                  </a:lnTo>
                  <a:lnTo>
                    <a:pt x="35662" y="146304"/>
                  </a:lnTo>
                  <a:lnTo>
                    <a:pt x="60350" y="174343"/>
                  </a:lnTo>
                  <a:lnTo>
                    <a:pt x="56693" y="211226"/>
                  </a:lnTo>
                  <a:lnTo>
                    <a:pt x="92354" y="219763"/>
                  </a:lnTo>
                  <a:lnTo>
                    <a:pt x="113693" y="250238"/>
                  </a:lnTo>
                  <a:close/>
                  <a:moveTo>
                    <a:pt x="146304" y="146304"/>
                  </a:move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</p:grpSp>
      <p:grpSp>
        <p:nvGrpSpPr>
          <p:cNvPr id="5004" name="圖示流程"/>
          <p:cNvGrpSpPr/>
          <p:nvPr/>
        </p:nvGrpSpPr>
        <p:grpSpPr>
          <a:xfrm>
            <a:off x="7015277" y="4176979"/>
            <a:ext cx="2518623" cy="497434"/>
            <a:chOff x="7015277" y="4176979"/>
            <a:chExt cx="2518623" cy="497434"/>
          </a:xfrm>
        </p:grpSpPr>
        <p:sp>
          <p:nvSpPr>
            <p:cNvPr id="259" name="圖示底圓"/>
            <p:cNvSpPr/>
            <p:nvPr/>
          </p:nvSpPr>
          <p:spPr>
            <a:xfrm>
              <a:off x="7234733" y="4176979"/>
              <a:ext cx="321869" cy="321869"/>
            </a:xfrm>
            <a:prstGeom prst="ellipse">
              <a:avLst/>
            </a:prstGeom>
            <a:solidFill>
              <a:srgbClr val="E0E6EC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0" name="圖示 晶圓"/>
            <p:cNvSpPr/>
            <p:nvPr/>
          </p:nvSpPr>
          <p:spPr>
            <a:xfrm>
              <a:off x="7234733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30379" y="238263"/>
                  </a:moveTo>
                  <a:cubicBezTo>
                    <a:pt x="93247" y="223589"/>
                    <a:pt x="71784" y="184599"/>
                    <a:pt x="79253" y="145382"/>
                  </a:cubicBezTo>
                  <a:cubicBezTo>
                    <a:pt x="86722" y="106158"/>
                    <a:pt x="121008" y="77783"/>
                    <a:pt x="160934" y="77783"/>
                  </a:cubicBezTo>
                  <a:cubicBezTo>
                    <a:pt x="200861" y="77783"/>
                    <a:pt x="235147" y="106158"/>
                    <a:pt x="242616" y="145382"/>
                  </a:cubicBezTo>
                  <a:cubicBezTo>
                    <a:pt x="250085" y="184599"/>
                    <a:pt x="228622" y="223589"/>
                    <a:pt x="191490" y="238263"/>
                  </a:cubicBezTo>
                  <a:close/>
                  <a:moveTo>
                    <a:pt x="188498" y="223296"/>
                  </a:moveTo>
                  <a:cubicBezTo>
                    <a:pt x="217978" y="210268"/>
                    <a:pt x="234306" y="178381"/>
                    <a:pt x="227649" y="146845"/>
                  </a:cubicBezTo>
                  <a:cubicBezTo>
                    <a:pt x="220985" y="115317"/>
                    <a:pt x="193165" y="92749"/>
                    <a:pt x="160934" y="92749"/>
                  </a:cubicBezTo>
                  <a:cubicBezTo>
                    <a:pt x="128704" y="92749"/>
                    <a:pt x="100884" y="115317"/>
                    <a:pt x="94220" y="146845"/>
                  </a:cubicBezTo>
                  <a:cubicBezTo>
                    <a:pt x="87563" y="178381"/>
                    <a:pt x="103890" y="210268"/>
                    <a:pt x="133371" y="223296"/>
                  </a:cubicBezTo>
                  <a:close/>
                  <a:moveTo>
                    <a:pt x="129757" y="125595"/>
                  </a:moveTo>
                  <a:lnTo>
                    <a:pt x="150540" y="125595"/>
                  </a:lnTo>
                  <a:cubicBezTo>
                    <a:pt x="152836" y="125595"/>
                    <a:pt x="154702" y="127460"/>
                    <a:pt x="154702" y="129757"/>
                  </a:cubicBezTo>
                  <a:lnTo>
                    <a:pt x="154702" y="150540"/>
                  </a:lnTo>
                  <a:cubicBezTo>
                    <a:pt x="154702" y="152836"/>
                    <a:pt x="152836" y="154702"/>
                    <a:pt x="150540" y="154702"/>
                  </a:cubicBezTo>
                  <a:lnTo>
                    <a:pt x="129757" y="154702"/>
                  </a:lnTo>
                  <a:cubicBezTo>
                    <a:pt x="127460" y="154702"/>
                    <a:pt x="125595" y="152836"/>
                    <a:pt x="125595" y="150540"/>
                  </a:cubicBezTo>
                  <a:lnTo>
                    <a:pt x="125595" y="129757"/>
                  </a:lnTo>
                  <a:cubicBezTo>
                    <a:pt x="125595" y="127460"/>
                    <a:pt x="127460" y="125595"/>
                    <a:pt x="129757" y="125595"/>
                  </a:cubicBezTo>
                  <a:close/>
                  <a:moveTo>
                    <a:pt x="171329" y="125595"/>
                  </a:moveTo>
                  <a:lnTo>
                    <a:pt x="192119" y="125595"/>
                  </a:lnTo>
                  <a:cubicBezTo>
                    <a:pt x="194409" y="125595"/>
                    <a:pt x="196274" y="127460"/>
                    <a:pt x="196274" y="129757"/>
                  </a:cubicBezTo>
                  <a:lnTo>
                    <a:pt x="196274" y="150540"/>
                  </a:lnTo>
                  <a:cubicBezTo>
                    <a:pt x="196274" y="152836"/>
                    <a:pt x="194409" y="154702"/>
                    <a:pt x="192119" y="154702"/>
                  </a:cubicBezTo>
                  <a:lnTo>
                    <a:pt x="171329" y="154702"/>
                  </a:lnTo>
                  <a:cubicBezTo>
                    <a:pt x="169032" y="154702"/>
                    <a:pt x="167174" y="152836"/>
                    <a:pt x="167174" y="150540"/>
                  </a:cubicBezTo>
                  <a:lnTo>
                    <a:pt x="167174" y="129757"/>
                  </a:lnTo>
                  <a:cubicBezTo>
                    <a:pt x="167174" y="127460"/>
                    <a:pt x="169032" y="125595"/>
                    <a:pt x="171329" y="125595"/>
                  </a:cubicBezTo>
                  <a:close/>
                  <a:moveTo>
                    <a:pt x="129757" y="167174"/>
                  </a:moveTo>
                  <a:lnTo>
                    <a:pt x="150540" y="167174"/>
                  </a:lnTo>
                  <a:cubicBezTo>
                    <a:pt x="152836" y="167174"/>
                    <a:pt x="154702" y="169032"/>
                    <a:pt x="154702" y="171329"/>
                  </a:cubicBezTo>
                  <a:lnTo>
                    <a:pt x="154702" y="192119"/>
                  </a:lnTo>
                  <a:cubicBezTo>
                    <a:pt x="154702" y="194409"/>
                    <a:pt x="152836" y="196274"/>
                    <a:pt x="150540" y="196274"/>
                  </a:cubicBezTo>
                  <a:lnTo>
                    <a:pt x="129757" y="196274"/>
                  </a:lnTo>
                  <a:cubicBezTo>
                    <a:pt x="127460" y="196274"/>
                    <a:pt x="125595" y="194409"/>
                    <a:pt x="125595" y="192119"/>
                  </a:cubicBezTo>
                  <a:lnTo>
                    <a:pt x="125595" y="171329"/>
                  </a:lnTo>
                  <a:cubicBezTo>
                    <a:pt x="125595" y="169032"/>
                    <a:pt x="127460" y="167174"/>
                    <a:pt x="129757" y="167174"/>
                  </a:cubicBezTo>
                  <a:close/>
                  <a:moveTo>
                    <a:pt x="171329" y="167174"/>
                  </a:moveTo>
                  <a:lnTo>
                    <a:pt x="192119" y="167174"/>
                  </a:lnTo>
                  <a:cubicBezTo>
                    <a:pt x="194409" y="167174"/>
                    <a:pt x="196274" y="169032"/>
                    <a:pt x="196274" y="171329"/>
                  </a:cubicBezTo>
                  <a:lnTo>
                    <a:pt x="196274" y="192119"/>
                  </a:lnTo>
                  <a:cubicBezTo>
                    <a:pt x="196274" y="194409"/>
                    <a:pt x="194409" y="196274"/>
                    <a:pt x="192119" y="196274"/>
                  </a:cubicBezTo>
                  <a:lnTo>
                    <a:pt x="171329" y="196274"/>
                  </a:lnTo>
                  <a:cubicBezTo>
                    <a:pt x="169032" y="196274"/>
                    <a:pt x="167174" y="194409"/>
                    <a:pt x="167174" y="192119"/>
                  </a:cubicBezTo>
                  <a:lnTo>
                    <a:pt x="167174" y="171329"/>
                  </a:lnTo>
                  <a:cubicBezTo>
                    <a:pt x="167174" y="169032"/>
                    <a:pt x="169032" y="167174"/>
                    <a:pt x="171329" y="167174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1" name="圖說"/>
            <p:cNvSpPr/>
            <p:nvPr/>
          </p:nvSpPr>
          <p:spPr>
            <a:xfrm>
              <a:off x="7015277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投片</a:t>
              </a:r>
              <a:endParaRPr lang="en-US" sz="700" dirty="0"/>
            </a:p>
          </p:txBody>
        </p:sp>
        <p:sp>
          <p:nvSpPr>
            <p:cNvPr id="262" name="圖示底圓"/>
            <p:cNvSpPr/>
            <p:nvPr/>
          </p:nvSpPr>
          <p:spPr>
            <a:xfrm>
              <a:off x="8113654" y="4176979"/>
              <a:ext cx="321869" cy="321869"/>
            </a:xfrm>
            <a:prstGeom prst="ellipse">
              <a:avLst/>
            </a:prstGeom>
            <a:solidFill>
              <a:srgbClr val="E0E6EC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3" name="圖示 檢測"/>
            <p:cNvSpPr/>
            <p:nvPr/>
          </p:nvSpPr>
          <p:spPr>
            <a:xfrm>
              <a:off x="8113654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68623" y="168623"/>
                  </a:moveTo>
                  <a:cubicBezTo>
                    <a:pt x="172507" y="164607"/>
                    <a:pt x="174446" y="159822"/>
                    <a:pt x="174446" y="154285"/>
                  </a:cubicBezTo>
                  <a:cubicBezTo>
                    <a:pt x="174446" y="148601"/>
                    <a:pt x="172507" y="143751"/>
                    <a:pt x="168623" y="139735"/>
                  </a:cubicBezTo>
                  <a:cubicBezTo>
                    <a:pt x="164746" y="135851"/>
                    <a:pt x="159961" y="133912"/>
                    <a:pt x="154285" y="133912"/>
                  </a:cubicBezTo>
                  <a:cubicBezTo>
                    <a:pt x="148601" y="133912"/>
                    <a:pt x="143751" y="135851"/>
                    <a:pt x="139735" y="139735"/>
                  </a:cubicBezTo>
                  <a:cubicBezTo>
                    <a:pt x="135851" y="143612"/>
                    <a:pt x="133912" y="148396"/>
                    <a:pt x="133912" y="154073"/>
                  </a:cubicBezTo>
                  <a:cubicBezTo>
                    <a:pt x="133912" y="159757"/>
                    <a:pt x="135851" y="164607"/>
                    <a:pt x="139735" y="168623"/>
                  </a:cubicBezTo>
                  <a:cubicBezTo>
                    <a:pt x="143751" y="172507"/>
                    <a:pt x="148601" y="174446"/>
                    <a:pt x="154285" y="174446"/>
                  </a:cubicBezTo>
                  <a:cubicBezTo>
                    <a:pt x="159961" y="174446"/>
                    <a:pt x="164746" y="172507"/>
                    <a:pt x="168623" y="168623"/>
                  </a:cubicBezTo>
                  <a:close/>
                  <a:moveTo>
                    <a:pt x="154285" y="187957"/>
                  </a:moveTo>
                  <a:cubicBezTo>
                    <a:pt x="144856" y="187957"/>
                    <a:pt x="136889" y="184636"/>
                    <a:pt x="130379" y="177979"/>
                  </a:cubicBezTo>
                  <a:cubicBezTo>
                    <a:pt x="123722" y="171468"/>
                    <a:pt x="120401" y="163495"/>
                    <a:pt x="120401" y="154073"/>
                  </a:cubicBezTo>
                  <a:cubicBezTo>
                    <a:pt x="120401" y="144790"/>
                    <a:pt x="123722" y="136889"/>
                    <a:pt x="130379" y="130379"/>
                  </a:cubicBezTo>
                  <a:cubicBezTo>
                    <a:pt x="137028" y="123722"/>
                    <a:pt x="144995" y="120401"/>
                    <a:pt x="154285" y="120401"/>
                  </a:cubicBezTo>
                  <a:cubicBezTo>
                    <a:pt x="163568" y="120401"/>
                    <a:pt x="171468" y="123722"/>
                    <a:pt x="177979" y="130379"/>
                  </a:cubicBezTo>
                  <a:cubicBezTo>
                    <a:pt x="184636" y="136889"/>
                    <a:pt x="187957" y="144856"/>
                    <a:pt x="187957" y="154285"/>
                  </a:cubicBezTo>
                  <a:cubicBezTo>
                    <a:pt x="187957" y="157196"/>
                    <a:pt x="187474" y="160239"/>
                    <a:pt x="186501" y="163429"/>
                  </a:cubicBezTo>
                  <a:cubicBezTo>
                    <a:pt x="185396" y="166479"/>
                    <a:pt x="183941" y="169596"/>
                    <a:pt x="182141" y="172785"/>
                  </a:cubicBezTo>
                  <a:lnTo>
                    <a:pt x="198973" y="189625"/>
                  </a:lnTo>
                  <a:cubicBezTo>
                    <a:pt x="200363" y="191007"/>
                    <a:pt x="200985" y="192602"/>
                    <a:pt x="200846" y="194401"/>
                  </a:cubicBezTo>
                  <a:cubicBezTo>
                    <a:pt x="200846" y="196201"/>
                    <a:pt x="200151" y="197730"/>
                    <a:pt x="198769" y="198973"/>
                  </a:cubicBezTo>
                  <a:cubicBezTo>
                    <a:pt x="197518" y="200363"/>
                    <a:pt x="195996" y="201051"/>
                    <a:pt x="194197" y="201051"/>
                  </a:cubicBezTo>
                  <a:cubicBezTo>
                    <a:pt x="192251" y="201051"/>
                    <a:pt x="190663" y="200363"/>
                    <a:pt x="189412" y="198973"/>
                  </a:cubicBezTo>
                  <a:lnTo>
                    <a:pt x="172573" y="182346"/>
                  </a:lnTo>
                  <a:cubicBezTo>
                    <a:pt x="169530" y="184146"/>
                    <a:pt x="166479" y="185535"/>
                    <a:pt x="163429" y="186501"/>
                  </a:cubicBezTo>
                  <a:cubicBezTo>
                    <a:pt x="160378" y="187474"/>
                    <a:pt x="157328" y="187957"/>
                    <a:pt x="154285" y="187957"/>
                  </a:cubicBezTo>
                  <a:close/>
                  <a:moveTo>
                    <a:pt x="98989" y="237020"/>
                  </a:moveTo>
                  <a:cubicBezTo>
                    <a:pt x="95244" y="237020"/>
                    <a:pt x="91923" y="235630"/>
                    <a:pt x="89011" y="232857"/>
                  </a:cubicBezTo>
                  <a:cubicBezTo>
                    <a:pt x="86239" y="229946"/>
                    <a:pt x="84856" y="226625"/>
                    <a:pt x="84856" y="222880"/>
                  </a:cubicBezTo>
                  <a:lnTo>
                    <a:pt x="84856" y="194614"/>
                  </a:lnTo>
                  <a:cubicBezTo>
                    <a:pt x="84856" y="192668"/>
                    <a:pt x="85544" y="191007"/>
                    <a:pt x="86934" y="189625"/>
                  </a:cubicBezTo>
                  <a:cubicBezTo>
                    <a:pt x="88316" y="188235"/>
                    <a:pt x="89977" y="187540"/>
                    <a:pt x="91923" y="187540"/>
                  </a:cubicBezTo>
                  <a:cubicBezTo>
                    <a:pt x="94000" y="187540"/>
                    <a:pt x="95661" y="188235"/>
                    <a:pt x="96912" y="189625"/>
                  </a:cubicBezTo>
                  <a:cubicBezTo>
                    <a:pt x="98294" y="191007"/>
                    <a:pt x="98989" y="192668"/>
                    <a:pt x="98989" y="194614"/>
                  </a:cubicBezTo>
                  <a:lnTo>
                    <a:pt x="98989" y="222880"/>
                  </a:lnTo>
                  <a:lnTo>
                    <a:pt x="127263" y="222880"/>
                  </a:lnTo>
                  <a:cubicBezTo>
                    <a:pt x="129201" y="222880"/>
                    <a:pt x="130862" y="223574"/>
                    <a:pt x="132252" y="224957"/>
                  </a:cubicBezTo>
                  <a:cubicBezTo>
                    <a:pt x="133634" y="226347"/>
                    <a:pt x="134329" y="228007"/>
                    <a:pt x="134329" y="229946"/>
                  </a:cubicBezTo>
                  <a:cubicBezTo>
                    <a:pt x="134329" y="232031"/>
                    <a:pt x="133634" y="233691"/>
                    <a:pt x="132252" y="234935"/>
                  </a:cubicBezTo>
                  <a:cubicBezTo>
                    <a:pt x="130862" y="236325"/>
                    <a:pt x="129201" y="237020"/>
                    <a:pt x="127263" y="237020"/>
                  </a:cubicBezTo>
                  <a:lnTo>
                    <a:pt x="98989" y="237020"/>
                  </a:lnTo>
                  <a:close/>
                  <a:moveTo>
                    <a:pt x="222880" y="237020"/>
                  </a:moveTo>
                  <a:lnTo>
                    <a:pt x="194614" y="237020"/>
                  </a:lnTo>
                  <a:cubicBezTo>
                    <a:pt x="192668" y="237020"/>
                    <a:pt x="191007" y="236325"/>
                    <a:pt x="189625" y="234935"/>
                  </a:cubicBezTo>
                  <a:cubicBezTo>
                    <a:pt x="188235" y="233552"/>
                    <a:pt x="187540" y="231892"/>
                    <a:pt x="187540" y="229946"/>
                  </a:cubicBezTo>
                  <a:cubicBezTo>
                    <a:pt x="187540" y="227868"/>
                    <a:pt x="188235" y="226208"/>
                    <a:pt x="189625" y="224957"/>
                  </a:cubicBezTo>
                  <a:cubicBezTo>
                    <a:pt x="191007" y="223574"/>
                    <a:pt x="192668" y="222880"/>
                    <a:pt x="194614" y="222880"/>
                  </a:cubicBezTo>
                  <a:lnTo>
                    <a:pt x="222880" y="222880"/>
                  </a:lnTo>
                  <a:lnTo>
                    <a:pt x="222880" y="194614"/>
                  </a:lnTo>
                  <a:cubicBezTo>
                    <a:pt x="222880" y="192668"/>
                    <a:pt x="223574" y="191007"/>
                    <a:pt x="224957" y="189625"/>
                  </a:cubicBezTo>
                  <a:cubicBezTo>
                    <a:pt x="226347" y="188235"/>
                    <a:pt x="228007" y="187540"/>
                    <a:pt x="229946" y="187540"/>
                  </a:cubicBezTo>
                  <a:cubicBezTo>
                    <a:pt x="232031" y="187540"/>
                    <a:pt x="233691" y="188235"/>
                    <a:pt x="234935" y="189625"/>
                  </a:cubicBezTo>
                  <a:cubicBezTo>
                    <a:pt x="236325" y="191007"/>
                    <a:pt x="237020" y="192668"/>
                    <a:pt x="237020" y="194614"/>
                  </a:cubicBezTo>
                  <a:lnTo>
                    <a:pt x="237020" y="222880"/>
                  </a:lnTo>
                  <a:cubicBezTo>
                    <a:pt x="237020" y="226625"/>
                    <a:pt x="235630" y="229946"/>
                    <a:pt x="232857" y="232857"/>
                  </a:cubicBezTo>
                  <a:cubicBezTo>
                    <a:pt x="230085" y="235630"/>
                    <a:pt x="226764" y="237020"/>
                    <a:pt x="222880" y="237020"/>
                  </a:cubicBezTo>
                  <a:close/>
                  <a:moveTo>
                    <a:pt x="84856" y="127263"/>
                  </a:moveTo>
                  <a:lnTo>
                    <a:pt x="84856" y="98989"/>
                  </a:lnTo>
                  <a:cubicBezTo>
                    <a:pt x="84856" y="95105"/>
                    <a:pt x="86239" y="91784"/>
                    <a:pt x="89011" y="89011"/>
                  </a:cubicBezTo>
                  <a:cubicBezTo>
                    <a:pt x="91923" y="86239"/>
                    <a:pt x="95244" y="84856"/>
                    <a:pt x="98989" y="84856"/>
                  </a:cubicBezTo>
                  <a:lnTo>
                    <a:pt x="127263" y="84856"/>
                  </a:lnTo>
                  <a:cubicBezTo>
                    <a:pt x="129201" y="84856"/>
                    <a:pt x="130862" y="85544"/>
                    <a:pt x="132252" y="86934"/>
                  </a:cubicBezTo>
                  <a:cubicBezTo>
                    <a:pt x="133634" y="88316"/>
                    <a:pt x="134329" y="89977"/>
                    <a:pt x="134329" y="91923"/>
                  </a:cubicBezTo>
                  <a:cubicBezTo>
                    <a:pt x="134329" y="94000"/>
                    <a:pt x="133634" y="95661"/>
                    <a:pt x="132252" y="96912"/>
                  </a:cubicBezTo>
                  <a:cubicBezTo>
                    <a:pt x="130862" y="98294"/>
                    <a:pt x="129201" y="98989"/>
                    <a:pt x="127263" y="98989"/>
                  </a:cubicBezTo>
                  <a:lnTo>
                    <a:pt x="98989" y="98989"/>
                  </a:lnTo>
                  <a:lnTo>
                    <a:pt x="98989" y="127263"/>
                  </a:lnTo>
                  <a:cubicBezTo>
                    <a:pt x="98989" y="129201"/>
                    <a:pt x="98294" y="130862"/>
                    <a:pt x="96912" y="132252"/>
                  </a:cubicBezTo>
                  <a:cubicBezTo>
                    <a:pt x="95522" y="133634"/>
                    <a:pt x="93861" y="134329"/>
                    <a:pt x="91923" y="134329"/>
                  </a:cubicBezTo>
                  <a:cubicBezTo>
                    <a:pt x="89845" y="134329"/>
                    <a:pt x="88177" y="133634"/>
                    <a:pt x="86934" y="132252"/>
                  </a:cubicBezTo>
                  <a:cubicBezTo>
                    <a:pt x="85544" y="130862"/>
                    <a:pt x="84856" y="129201"/>
                    <a:pt x="84856" y="127263"/>
                  </a:cubicBezTo>
                  <a:close/>
                  <a:moveTo>
                    <a:pt x="222880" y="127263"/>
                  </a:moveTo>
                  <a:lnTo>
                    <a:pt x="222880" y="98989"/>
                  </a:lnTo>
                  <a:lnTo>
                    <a:pt x="194614" y="98989"/>
                  </a:lnTo>
                  <a:cubicBezTo>
                    <a:pt x="192668" y="98989"/>
                    <a:pt x="191007" y="98294"/>
                    <a:pt x="189625" y="96912"/>
                  </a:cubicBezTo>
                  <a:cubicBezTo>
                    <a:pt x="188235" y="95522"/>
                    <a:pt x="187540" y="93861"/>
                    <a:pt x="187540" y="91923"/>
                  </a:cubicBezTo>
                  <a:cubicBezTo>
                    <a:pt x="187540" y="89845"/>
                    <a:pt x="188235" y="88177"/>
                    <a:pt x="189625" y="86934"/>
                  </a:cubicBezTo>
                  <a:cubicBezTo>
                    <a:pt x="191007" y="85544"/>
                    <a:pt x="192668" y="84856"/>
                    <a:pt x="194614" y="84856"/>
                  </a:cubicBezTo>
                  <a:lnTo>
                    <a:pt x="222880" y="84856"/>
                  </a:lnTo>
                  <a:cubicBezTo>
                    <a:pt x="226764" y="84856"/>
                    <a:pt x="230085" y="86239"/>
                    <a:pt x="232857" y="89011"/>
                  </a:cubicBezTo>
                  <a:cubicBezTo>
                    <a:pt x="235630" y="91784"/>
                    <a:pt x="237020" y="95105"/>
                    <a:pt x="237020" y="98989"/>
                  </a:cubicBezTo>
                  <a:lnTo>
                    <a:pt x="237020" y="127263"/>
                  </a:lnTo>
                  <a:cubicBezTo>
                    <a:pt x="237020" y="129201"/>
                    <a:pt x="236325" y="130862"/>
                    <a:pt x="234935" y="132252"/>
                  </a:cubicBezTo>
                  <a:cubicBezTo>
                    <a:pt x="233552" y="133634"/>
                    <a:pt x="231892" y="134329"/>
                    <a:pt x="229946" y="134329"/>
                  </a:cubicBezTo>
                  <a:cubicBezTo>
                    <a:pt x="227868" y="134329"/>
                    <a:pt x="226208" y="133634"/>
                    <a:pt x="224957" y="132252"/>
                  </a:cubicBezTo>
                  <a:cubicBezTo>
                    <a:pt x="223574" y="130862"/>
                    <a:pt x="222880" y="129201"/>
                    <a:pt x="222880" y="127263"/>
                  </a:cubicBezTo>
                  <a:close/>
                </a:path>
              </a:pathLst>
            </a:cu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4" name="圖說"/>
            <p:cNvSpPr/>
            <p:nvPr/>
          </p:nvSpPr>
          <p:spPr>
            <a:xfrm>
              <a:off x="7894198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檢測</a:t>
              </a:r>
              <a:endParaRPr lang="en-US" sz="700" dirty="0"/>
            </a:p>
          </p:txBody>
        </p:sp>
        <p:sp>
          <p:nvSpPr>
            <p:cNvPr id="265" name="圖示底圓"/>
            <p:cNvSpPr/>
            <p:nvPr/>
          </p:nvSpPr>
          <p:spPr>
            <a:xfrm>
              <a:off x="8992575" y="4176979"/>
              <a:ext cx="321869" cy="321869"/>
            </a:xfrm>
            <a:prstGeom prst="ellipse">
              <a:avLst/>
            </a:prstGeom>
            <a:solidFill>
              <a:srgbClr val="1F4E79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6" name="圖示 維修"/>
            <p:cNvSpPr/>
            <p:nvPr/>
          </p:nvSpPr>
          <p:spPr>
            <a:xfrm>
              <a:off x="8992575" y="4176979"/>
              <a:ext cx="321869" cy="321869"/>
            </a:xfrm>
            <a:custGeom>
              <a:avLst/>
              <a:gdLst/>
              <a:ahLst/>
              <a:cxnLst/>
              <a:rect l="l" t="t" r="r" b="b"/>
              <a:pathLst>
                <a:path w="321869" h="321869">
                  <a:moveTo>
                    <a:pt x="134117" y="184636"/>
                  </a:moveTo>
                  <a:cubicBezTo>
                    <a:pt x="120401" y="184636"/>
                    <a:pt x="108689" y="179852"/>
                    <a:pt x="98989" y="170291"/>
                  </a:cubicBezTo>
                  <a:cubicBezTo>
                    <a:pt x="89428" y="160591"/>
                    <a:pt x="84644" y="148945"/>
                    <a:pt x="84644" y="135368"/>
                  </a:cubicBezTo>
                  <a:cubicBezTo>
                    <a:pt x="84644" y="132595"/>
                    <a:pt x="84856" y="129962"/>
                    <a:pt x="85266" y="127467"/>
                  </a:cubicBezTo>
                  <a:cubicBezTo>
                    <a:pt x="85683" y="125112"/>
                    <a:pt x="86444" y="122544"/>
                    <a:pt x="87556" y="119779"/>
                  </a:cubicBezTo>
                  <a:cubicBezTo>
                    <a:pt x="87973" y="118667"/>
                    <a:pt x="88660" y="117767"/>
                    <a:pt x="89633" y="117072"/>
                  </a:cubicBezTo>
                  <a:cubicBezTo>
                    <a:pt x="90467" y="116517"/>
                    <a:pt x="91367" y="116100"/>
                    <a:pt x="92340" y="115829"/>
                  </a:cubicBezTo>
                  <a:cubicBezTo>
                    <a:pt x="93444" y="115551"/>
                    <a:pt x="94556" y="115551"/>
                    <a:pt x="95661" y="115829"/>
                  </a:cubicBezTo>
                  <a:cubicBezTo>
                    <a:pt x="96634" y="116100"/>
                    <a:pt x="97599" y="116655"/>
                    <a:pt x="98572" y="117489"/>
                  </a:cubicBezTo>
                  <a:lnTo>
                    <a:pt x="121857" y="140774"/>
                  </a:lnTo>
                  <a:lnTo>
                    <a:pt x="140979" y="122895"/>
                  </a:lnTo>
                  <a:lnTo>
                    <a:pt x="116655" y="98572"/>
                  </a:lnTo>
                  <a:cubicBezTo>
                    <a:pt x="115690" y="97738"/>
                    <a:pt x="115061" y="96773"/>
                    <a:pt x="114790" y="95661"/>
                  </a:cubicBezTo>
                  <a:cubicBezTo>
                    <a:pt x="114512" y="94695"/>
                    <a:pt x="114512" y="93649"/>
                    <a:pt x="114790" y="92545"/>
                  </a:cubicBezTo>
                  <a:cubicBezTo>
                    <a:pt x="115061" y="91572"/>
                    <a:pt x="115551" y="90672"/>
                    <a:pt x="116239" y="89845"/>
                  </a:cubicBezTo>
                  <a:cubicBezTo>
                    <a:pt x="116794" y="89011"/>
                    <a:pt x="117694" y="88316"/>
                    <a:pt x="118945" y="87760"/>
                  </a:cubicBezTo>
                  <a:cubicBezTo>
                    <a:pt x="121579" y="86795"/>
                    <a:pt x="124073" y="86034"/>
                    <a:pt x="126429" y="85478"/>
                  </a:cubicBezTo>
                  <a:cubicBezTo>
                    <a:pt x="128784" y="84922"/>
                    <a:pt x="131344" y="84644"/>
                    <a:pt x="134117" y="84644"/>
                  </a:cubicBezTo>
                  <a:cubicBezTo>
                    <a:pt x="148257" y="84644"/>
                    <a:pt x="160239" y="89567"/>
                    <a:pt x="170078" y="99406"/>
                  </a:cubicBezTo>
                  <a:cubicBezTo>
                    <a:pt x="179917" y="109245"/>
                    <a:pt x="184840" y="121227"/>
                    <a:pt x="184840" y="135368"/>
                  </a:cubicBezTo>
                  <a:cubicBezTo>
                    <a:pt x="184840" y="138550"/>
                    <a:pt x="184497" y="141739"/>
                    <a:pt x="183802" y="144929"/>
                  </a:cubicBezTo>
                  <a:cubicBezTo>
                    <a:pt x="183107" y="147979"/>
                    <a:pt x="182273" y="151095"/>
                    <a:pt x="181307" y="154285"/>
                  </a:cubicBezTo>
                  <a:lnTo>
                    <a:pt x="227868" y="200846"/>
                  </a:lnTo>
                  <a:cubicBezTo>
                    <a:pt x="231753" y="204723"/>
                    <a:pt x="233691" y="209441"/>
                    <a:pt x="233691" y="214979"/>
                  </a:cubicBezTo>
                  <a:cubicBezTo>
                    <a:pt x="233552" y="220385"/>
                    <a:pt x="231475" y="225030"/>
                    <a:pt x="227452" y="228907"/>
                  </a:cubicBezTo>
                  <a:cubicBezTo>
                    <a:pt x="223574" y="232514"/>
                    <a:pt x="219002" y="234247"/>
                    <a:pt x="213736" y="234108"/>
                  </a:cubicBezTo>
                  <a:cubicBezTo>
                    <a:pt x="208469" y="234108"/>
                    <a:pt x="203962" y="232163"/>
                    <a:pt x="200224" y="228285"/>
                  </a:cubicBezTo>
                  <a:lnTo>
                    <a:pt x="153246" y="181095"/>
                  </a:lnTo>
                  <a:cubicBezTo>
                    <a:pt x="150057" y="182207"/>
                    <a:pt x="146940" y="183041"/>
                    <a:pt x="143890" y="183590"/>
                  </a:cubicBezTo>
                  <a:cubicBezTo>
                    <a:pt x="140840" y="184285"/>
                    <a:pt x="137584" y="184636"/>
                    <a:pt x="134117" y="184636"/>
                  </a:cubicBezTo>
                  <a:close/>
                  <a:moveTo>
                    <a:pt x="134117" y="171117"/>
                  </a:moveTo>
                  <a:cubicBezTo>
                    <a:pt x="137584" y="171117"/>
                    <a:pt x="141257" y="170569"/>
                    <a:pt x="145134" y="169457"/>
                  </a:cubicBezTo>
                  <a:cubicBezTo>
                    <a:pt x="149018" y="168352"/>
                    <a:pt x="152412" y="166684"/>
                    <a:pt x="155324" y="164468"/>
                  </a:cubicBezTo>
                  <a:lnTo>
                    <a:pt x="209990" y="218929"/>
                  </a:lnTo>
                  <a:cubicBezTo>
                    <a:pt x="211102" y="220041"/>
                    <a:pt x="212485" y="220597"/>
                    <a:pt x="214152" y="220597"/>
                  </a:cubicBezTo>
                  <a:cubicBezTo>
                    <a:pt x="215813" y="220597"/>
                    <a:pt x="217196" y="220041"/>
                    <a:pt x="218308" y="218929"/>
                  </a:cubicBezTo>
                  <a:cubicBezTo>
                    <a:pt x="219419" y="217825"/>
                    <a:pt x="219968" y="216435"/>
                    <a:pt x="219968" y="214774"/>
                  </a:cubicBezTo>
                  <a:cubicBezTo>
                    <a:pt x="219968" y="213114"/>
                    <a:pt x="219419" y="211724"/>
                    <a:pt x="218308" y="210619"/>
                  </a:cubicBezTo>
                  <a:lnTo>
                    <a:pt x="164468" y="156984"/>
                  </a:lnTo>
                  <a:cubicBezTo>
                    <a:pt x="166684" y="154073"/>
                    <a:pt x="168352" y="150613"/>
                    <a:pt x="169457" y="146589"/>
                  </a:cubicBezTo>
                  <a:cubicBezTo>
                    <a:pt x="170569" y="142712"/>
                    <a:pt x="171117" y="138967"/>
                    <a:pt x="171117" y="135368"/>
                  </a:cubicBezTo>
                  <a:cubicBezTo>
                    <a:pt x="171117" y="124973"/>
                    <a:pt x="167306" y="116173"/>
                    <a:pt x="159691" y="108967"/>
                  </a:cubicBezTo>
                  <a:cubicBezTo>
                    <a:pt x="151929" y="101762"/>
                    <a:pt x="143129" y="98090"/>
                    <a:pt x="133290" y="97951"/>
                  </a:cubicBezTo>
                  <a:lnTo>
                    <a:pt x="153868" y="118733"/>
                  </a:lnTo>
                  <a:cubicBezTo>
                    <a:pt x="155250" y="120262"/>
                    <a:pt x="155945" y="121996"/>
                    <a:pt x="155945" y="123934"/>
                  </a:cubicBezTo>
                  <a:cubicBezTo>
                    <a:pt x="155806" y="125873"/>
                    <a:pt x="155046" y="127606"/>
                    <a:pt x="153656" y="129128"/>
                  </a:cubicBezTo>
                  <a:lnTo>
                    <a:pt x="127263" y="153656"/>
                  </a:lnTo>
                  <a:cubicBezTo>
                    <a:pt x="125873" y="155046"/>
                    <a:pt x="124212" y="155741"/>
                    <a:pt x="122274" y="155741"/>
                  </a:cubicBezTo>
                  <a:cubicBezTo>
                    <a:pt x="120189" y="155741"/>
                    <a:pt x="118528" y="155046"/>
                    <a:pt x="117285" y="153656"/>
                  </a:cubicBezTo>
                  <a:lnTo>
                    <a:pt x="97534" y="134329"/>
                  </a:lnTo>
                  <a:cubicBezTo>
                    <a:pt x="97951" y="144995"/>
                    <a:pt x="101762" y="153795"/>
                    <a:pt x="108967" y="160730"/>
                  </a:cubicBezTo>
                  <a:cubicBezTo>
                    <a:pt x="116173" y="167657"/>
                    <a:pt x="124556" y="171117"/>
                    <a:pt x="134117" y="171117"/>
                  </a:cubicBezTo>
                  <a:close/>
                  <a:moveTo>
                    <a:pt x="159062" y="159479"/>
                  </a:move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rtlCol="0" anchor="ctr"/>
            <a:lstStyle/>
            <a:p>
              <a:pPr indent="0" marL="0">
                <a:buNone/>
              </a:pPr>
              <a:endParaRPr lang="en-US" dirty="0"/>
            </a:p>
          </p:txBody>
        </p:sp>
        <p:sp>
          <p:nvSpPr>
            <p:cNvPr id="267" name="圖說"/>
            <p:cNvSpPr/>
            <p:nvPr/>
          </p:nvSpPr>
          <p:spPr>
            <a:xfrm>
              <a:off x="8773119" y="4528109"/>
              <a:ext cx="760781" cy="14630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algn="ctr" indent="0" marL="0">
                <a:buNone/>
              </a:pPr>
              <a:r>
                <a:rPr lang="en-US" sz="700" dirty="0">
                  <a:solidFill>
                    <a:srgbClr val="595959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改善</a:t>
              </a:r>
              <a:endParaRPr lang="en-US" sz="700" dirty="0"/>
            </a:p>
          </p:txBody>
        </p:sp>
        <p:cxnSp>
          <p:nvCxnSpPr>
            <p:cNvPr id="268" name="連接線"/>
            <p:cNvCxnSpPr>
              <a:stCxn id="259" idx="6"/>
              <a:endCxn id="262" idx="2"/>
            </p:cNvCxnSpPr>
            <p:nvPr/>
          </p:nvCxnSpPr>
          <p:spPr>
            <a:xfrm>
              <a:off x="7556602" y="4337914"/>
              <a:ext cx="557052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  <p:cxnSp>
          <p:nvCxnSpPr>
            <p:cNvPr id="269" name="連接線"/>
            <p:cNvCxnSpPr>
              <a:stCxn id="262" idx="6"/>
              <a:endCxn id="265" idx="2"/>
            </p:cNvCxnSpPr>
            <p:nvPr/>
          </p:nvCxnSpPr>
          <p:spPr>
            <a:xfrm>
              <a:off x="8435523" y="4337914"/>
              <a:ext cx="557052" cy="0"/>
            </a:xfrm>
            <a:prstGeom prst="straightConnector1">
              <a:avLst/>
            </a:prstGeom>
            <a:ln w="12700">
              <a:solidFill>
                <a:srgbClr val="7F7F7F"/>
              </a:solidFill>
              <a:prstDash val="solid"/>
              <a:tailEnd type="triangle" w="lg" len="lg"/>
            </a:ln>
          </p:spPr>
        </p:cxnSp>
      </p:grpSp>
      <p:sp>
        <p:nvSpPr>
          <p:cNvPr id="270" name="Text 268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271" name="Text 269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/ 14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風格規範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色彩、字級與元件語言一覽：淺灰畫布＋白色大外框圓與柔和光暈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402336" cy="43891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463040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3270" y="1426464"/>
            <a:ext cx="389900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色彩 Palette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4023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0390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主色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1130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#1F4E79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943661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1F3864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85139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深色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5878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#1F3864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448410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DEE7F1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389888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淺色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360627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#DEE7F1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1953158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2E75B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894637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輔助色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65376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#2E75B6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2457907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3A3A3A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99386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370125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#3A3A3A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962656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8C8C8C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904134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874874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#8C8C8C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467405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BFBFBF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408883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框線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79622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#BFBFBF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3972154" y="1865376"/>
            <a:ext cx="395021" cy="395021"/>
          </a:xfrm>
          <a:prstGeom prst="roundRect">
            <a:avLst>
              <a:gd name="adj" fmla="val 18519"/>
            </a:avLst>
          </a:prstGeom>
          <a:solidFill>
            <a:srgbClr val="F2F2F2"/>
          </a:solidFill>
          <a:ln w="7620">
            <a:solidFill>
              <a:srgbClr val="D9D9D9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913632" y="2311603"/>
            <a:ext cx="512064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底色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884371" y="2472538"/>
            <a:ext cx="570586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#F2F2F2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38912" y="2874874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63270" y="2838298"/>
            <a:ext cx="389900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字級 Typography</a:t>
            </a:r>
            <a:endParaRPr lang="en-US" sz="1050" dirty="0"/>
          </a:p>
        </p:txBody>
      </p:sp>
      <p:sp>
        <p:nvSpPr>
          <p:cNvPr id="35" name="線條"/>
          <p:cNvSpPr/>
          <p:nvPr/>
        </p:nvSpPr>
        <p:spPr>
          <a:xfrm>
            <a:off x="438912" y="3145536"/>
            <a:ext cx="402336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3145536"/>
            <a:ext cx="4023360" cy="48280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大標題文字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36pt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8912" y="3672230"/>
            <a:ext cx="4023360" cy="2633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副標題・細字主色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" y="3994099"/>
            <a:ext cx="4023360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標籤與卡片標題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16pt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8912" y="4301338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內文說明文字，灰色、行距寬鬆</a:t>
            </a: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12pt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8912" y="4579315"/>
            <a:ext cx="402336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註解文字以灰色呈現，10.5pt，放在版面下緣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937760" y="1463040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062118" y="1426464"/>
            <a:ext cx="42523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元件語言 Shape Language</a:t>
            </a:r>
            <a:endParaRPr lang="en-US" sz="1050" dirty="0"/>
          </a:p>
        </p:txBody>
      </p:sp>
      <p:sp>
        <p:nvSpPr>
          <p:cNvPr id="43" name="線條"/>
          <p:cNvSpPr/>
          <p:nvPr/>
        </p:nvSpPr>
        <p:spPr>
          <a:xfrm>
            <a:off x="4937760" y="1733702"/>
            <a:ext cx="43766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1865376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010144" y="1865376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白底外框 1.25pt＋陰影</a:t>
            </a:r>
            <a:endParaRPr lang="en-US" sz="800" dirty="0"/>
          </a:p>
        </p:txBody>
      </p:sp>
      <p:sp>
        <p:nvSpPr>
          <p:cNvPr id="46" name="卡片"/>
          <p:cNvSpPr/>
          <p:nvPr/>
        </p:nvSpPr>
        <p:spPr>
          <a:xfrm>
            <a:off x="5669280" y="1894637"/>
            <a:ext cx="1060704" cy="38039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卡片"/>
          <p:cNvSpPr/>
          <p:nvPr/>
        </p:nvSpPr>
        <p:spPr>
          <a:xfrm>
            <a:off x="6876288" y="1894637"/>
            <a:ext cx="950976" cy="380390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876288" y="1894637"/>
            <a:ext cx="950976" cy="131674"/>
          </a:xfrm>
          <a:custGeom>
            <a:avLst/>
            <a:gdLst/>
            <a:ahLst/>
            <a:cxnLst/>
            <a:rect l="l" t="t" r="r" b="b"/>
            <a:pathLst>
              <a:path w="950976" h="131674">
                <a:moveTo>
                  <a:pt x="0" y="131674"/>
                </a:moveTo>
                <a:lnTo>
                  <a:pt x="0" y="73152"/>
                </a:lnTo>
                <a:arcTo hR="73152" wR="73152" stAng="10800000" swAng="5400000"/>
                <a:lnTo>
                  <a:pt x="877824" y="0"/>
                </a:lnTo>
                <a:arcTo hR="73152" wR="73152" stAng="16200000" swAng="5400000"/>
                <a:lnTo>
                  <a:pt x="950976" y="131674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線條"/>
          <p:cNvSpPr/>
          <p:nvPr/>
        </p:nvSpPr>
        <p:spPr>
          <a:xfrm>
            <a:off x="4937760" y="2348179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2384755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010144" y="2384755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全圓角膠囊</a:t>
            </a:r>
            <a:endParaRPr lang="en-US" sz="800" dirty="0"/>
          </a:p>
        </p:txBody>
      </p:sp>
      <p:sp>
        <p:nvSpPr>
          <p:cNvPr id="52" name="標籤"/>
          <p:cNvSpPr/>
          <p:nvPr/>
        </p:nvSpPr>
        <p:spPr>
          <a:xfrm>
            <a:off x="5669280" y="2487168"/>
            <a:ext cx="440473" cy="23408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</a:t>
            </a:r>
            <a:endParaRPr lang="en-US" sz="950" dirty="0"/>
          </a:p>
        </p:txBody>
      </p:sp>
      <p:sp>
        <p:nvSpPr>
          <p:cNvPr id="53" name="標籤"/>
          <p:cNvSpPr/>
          <p:nvPr/>
        </p:nvSpPr>
        <p:spPr>
          <a:xfrm>
            <a:off x="6197535" y="2487168"/>
            <a:ext cx="440473" cy="23408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</a:t>
            </a:r>
            <a:endParaRPr lang="en-US" sz="950" dirty="0"/>
          </a:p>
        </p:txBody>
      </p:sp>
      <p:sp>
        <p:nvSpPr>
          <p:cNvPr id="54" name="標籤"/>
          <p:cNvSpPr/>
          <p:nvPr/>
        </p:nvSpPr>
        <p:spPr>
          <a:xfrm>
            <a:off x="6725790" y="2487168"/>
            <a:ext cx="440473" cy="23408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</a:t>
            </a:r>
            <a:endParaRPr lang="en-US" sz="950" dirty="0"/>
          </a:p>
        </p:txBody>
      </p:sp>
      <p:sp>
        <p:nvSpPr>
          <p:cNvPr id="55" name="線條"/>
          <p:cNvSpPr/>
          <p:nvPr/>
        </p:nvSpPr>
        <p:spPr>
          <a:xfrm>
            <a:off x="4937760" y="2867558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2904134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010144" y="2904134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實心圓＋白環</a:t>
            </a:r>
            <a:endParaRPr lang="en-US" sz="800" dirty="0"/>
          </a:p>
        </p:txBody>
      </p:sp>
      <p:sp>
        <p:nvSpPr>
          <p:cNvPr id="58" name="編號"/>
          <p:cNvSpPr/>
          <p:nvPr/>
        </p:nvSpPr>
        <p:spPr>
          <a:xfrm>
            <a:off x="5698541" y="2977286"/>
            <a:ext cx="292608" cy="292608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50" dirty="0"/>
          </a:p>
        </p:txBody>
      </p:sp>
      <p:sp>
        <p:nvSpPr>
          <p:cNvPr id="59" name="編號"/>
          <p:cNvSpPr/>
          <p:nvPr/>
        </p:nvSpPr>
        <p:spPr>
          <a:xfrm>
            <a:off x="6152083" y="2977286"/>
            <a:ext cx="292608" cy="292608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50" dirty="0"/>
          </a:p>
        </p:txBody>
      </p:sp>
      <p:sp>
        <p:nvSpPr>
          <p:cNvPr id="60" name="編號"/>
          <p:cNvSpPr/>
          <p:nvPr/>
        </p:nvSpPr>
        <p:spPr>
          <a:xfrm>
            <a:off x="6605626" y="2977286"/>
            <a:ext cx="292608" cy="292608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095744" y="2904134"/>
            <a:ext cx="80467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② ③</a:t>
            </a:r>
            <a:endParaRPr lang="en-US" sz="1100" dirty="0"/>
          </a:p>
        </p:txBody>
      </p:sp>
      <p:sp>
        <p:nvSpPr>
          <p:cNvPr id="62" name="線條"/>
          <p:cNvSpPr/>
          <p:nvPr/>
        </p:nvSpPr>
        <p:spPr>
          <a:xfrm>
            <a:off x="4937760" y="3386938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37760" y="3423514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分隔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8010144" y="3423514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69280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50" dirty="0"/>
          </a:p>
        </p:txBody>
      </p:sp>
      <p:sp>
        <p:nvSpPr>
          <p:cNvPr id="66" name="三角形"/>
          <p:cNvSpPr/>
          <p:nvPr/>
        </p:nvSpPr>
        <p:spPr>
          <a:xfrm>
            <a:off x="6272784" y="356981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6547104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950" dirty="0"/>
          </a:p>
        </p:txBody>
      </p:sp>
      <p:sp>
        <p:nvSpPr>
          <p:cNvPr id="68" name="三角形"/>
          <p:cNvSpPr/>
          <p:nvPr/>
        </p:nvSpPr>
        <p:spPr>
          <a:xfrm>
            <a:off x="7150608" y="3569818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7424928" y="342351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50" dirty="0"/>
          </a:p>
        </p:txBody>
      </p:sp>
      <p:sp>
        <p:nvSpPr>
          <p:cNvPr id="70" name="線條"/>
          <p:cNvSpPr/>
          <p:nvPr/>
        </p:nvSpPr>
        <p:spPr>
          <a:xfrm>
            <a:off x="4937760" y="3906317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37760" y="3942893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8010144" y="3942893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1.25pt 實線＋三角箭頭</a:t>
            </a:r>
            <a:endParaRPr lang="en-US" sz="800" dirty="0"/>
          </a:p>
        </p:txBody>
      </p:sp>
      <p:sp>
        <p:nvSpPr>
          <p:cNvPr id="73" name="線條"/>
          <p:cNvSpPr/>
          <p:nvPr/>
        </p:nvSpPr>
        <p:spPr>
          <a:xfrm>
            <a:off x="5669280" y="4162349"/>
            <a:ext cx="950976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</p:sp>
      <p:sp>
        <p:nvSpPr>
          <p:cNvPr id="74" name="連接線"/>
          <p:cNvSpPr/>
          <p:nvPr/>
        </p:nvSpPr>
        <p:spPr>
          <a:xfrm>
            <a:off x="6839712" y="4001414"/>
            <a:ext cx="987552" cy="321869"/>
          </a:xfrm>
          <a:custGeom>
            <a:avLst/>
            <a:gdLst/>
            <a:ahLst/>
            <a:cxnLst/>
            <a:rect l="l" t="t" r="r" b="b"/>
            <a:pathLst>
              <a:path w="987552" h="321869">
                <a:moveTo>
                  <a:pt x="0" y="0"/>
                </a:moveTo>
                <a:lnTo>
                  <a:pt x="438912" y="0"/>
                </a:lnTo>
                <a:lnTo>
                  <a:pt x="438912" y="321869"/>
                </a:lnTo>
                <a:lnTo>
                  <a:pt x="987552" y="321869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線條"/>
          <p:cNvSpPr/>
          <p:nvPr/>
        </p:nvSpPr>
        <p:spPr>
          <a:xfrm>
            <a:off x="4937760" y="4425696"/>
            <a:ext cx="4376684" cy="0"/>
          </a:xfrm>
          <a:prstGeom prst="line">
            <a:avLst/>
          </a:prstGeom>
          <a:noFill/>
          <a:ln w="5080">
            <a:solidFill>
              <a:srgbClr val="ECEC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37760" y="4462272"/>
            <a:ext cx="65836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8010144" y="4462272"/>
            <a:ext cx="130430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漸層 V 形箭號</a:t>
            </a:r>
            <a:endParaRPr lang="en-US" sz="800" dirty="0"/>
          </a:p>
        </p:txBody>
      </p:sp>
      <p:sp>
        <p:nvSpPr>
          <p:cNvPr id="78" name="流程鏈"/>
          <p:cNvSpPr/>
          <p:nvPr/>
        </p:nvSpPr>
        <p:spPr>
          <a:xfrm>
            <a:off x="5669280" y="4520794"/>
            <a:ext cx="779508" cy="321869"/>
          </a:xfrm>
          <a:prstGeom prst="homePlate">
            <a:avLst>
              <a:gd name="adj" fmla="val 36000"/>
            </a:avLst>
          </a:prstGeom>
          <a:solidFill>
            <a:srgbClr val="1F4E79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900" dirty="0"/>
          </a:p>
        </p:txBody>
      </p:sp>
      <p:sp>
        <p:nvSpPr>
          <p:cNvPr id="79" name="流程鏈"/>
          <p:cNvSpPr/>
          <p:nvPr/>
        </p:nvSpPr>
        <p:spPr>
          <a:xfrm>
            <a:off x="6376806" y="4520794"/>
            <a:ext cx="779508" cy="321869"/>
          </a:xfrm>
          <a:prstGeom prst="chevron">
            <a:avLst>
              <a:gd name="adj" fmla="val 36000"/>
            </a:avLst>
          </a:prstGeom>
          <a:solidFill>
            <a:srgbClr val="4E7395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900" dirty="0"/>
          </a:p>
        </p:txBody>
      </p:sp>
      <p:sp>
        <p:nvSpPr>
          <p:cNvPr id="80" name="流程鏈"/>
          <p:cNvSpPr/>
          <p:nvPr/>
        </p:nvSpPr>
        <p:spPr>
          <a:xfrm>
            <a:off x="7084332" y="4520794"/>
            <a:ext cx="779508" cy="321869"/>
          </a:xfrm>
          <a:prstGeom prst="chevron">
            <a:avLst>
              <a:gd name="adj" fmla="val 36000"/>
            </a:avLst>
          </a:prstGeom>
          <a:solidFill>
            <a:srgbClr val="7D98B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檢核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/ 14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標題＋內文、角落標籤、表頭強調三種基本卡片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402336" cy="43891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438912" y="1499616"/>
            <a:ext cx="272857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9107" y="1616659"/>
            <a:ext cx="2348179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標題＋內文</a:t>
            </a:r>
            <a:r>
              <a:rPr lang="en-US" sz="800" b="1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Card</a:t>
            </a:r>
            <a:endParaRPr lang="en-US" sz="1300" dirty="0"/>
          </a:p>
        </p:txBody>
      </p:sp>
      <p:sp>
        <p:nvSpPr>
          <p:cNvPr id="8" name="線條"/>
          <p:cNvSpPr/>
          <p:nvPr/>
        </p:nvSpPr>
        <p:spPr>
          <a:xfrm>
            <a:off x="629107" y="2011680"/>
            <a:ext cx="2348179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9107" y="2128723"/>
            <a:ext cx="2348179" cy="943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先用一句話說清楚重點，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再以兩到三行補充說明。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內文維持灰色、行距寬鬆，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留白讓卡片更好讀。</a:t>
            </a:r>
            <a:endParaRPr lang="en-US" sz="950" dirty="0"/>
          </a:p>
        </p:txBody>
      </p:sp>
      <p:sp>
        <p:nvSpPr>
          <p:cNvPr id="10" name="卡片"/>
          <p:cNvSpPr/>
          <p:nvPr/>
        </p:nvSpPr>
        <p:spPr>
          <a:xfrm>
            <a:off x="3512393" y="1499616"/>
            <a:ext cx="272857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02588" y="1616659"/>
            <a:ext cx="2348179" cy="3218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角落標籤卡片</a:t>
            </a:r>
            <a:endParaRPr lang="en-US" sz="1300" dirty="0"/>
          </a:p>
        </p:txBody>
      </p:sp>
      <p:sp>
        <p:nvSpPr>
          <p:cNvPr id="12" name="線條"/>
          <p:cNvSpPr/>
          <p:nvPr/>
        </p:nvSpPr>
        <p:spPr>
          <a:xfrm>
            <a:off x="3702588" y="2011680"/>
            <a:ext cx="2348179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2588" y="2128723"/>
            <a:ext cx="2348179" cy="9436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右上角的小標籤標示階段、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分類或狀態，跨在邊框上，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不佔用內文空間。</a:t>
            </a:r>
            <a:endParaRPr lang="en-US" sz="950" dirty="0"/>
          </a:p>
        </p:txBody>
      </p:sp>
      <p:sp>
        <p:nvSpPr>
          <p:cNvPr id="14" name="標籤"/>
          <p:cNvSpPr/>
          <p:nvPr/>
        </p:nvSpPr>
        <p:spPr>
          <a:xfrm>
            <a:off x="5483433" y="1397203"/>
            <a:ext cx="596595" cy="20482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第一階段</a:t>
            </a:r>
            <a:endParaRPr lang="en-US" sz="800" dirty="0"/>
          </a:p>
        </p:txBody>
      </p:sp>
      <p:sp>
        <p:nvSpPr>
          <p:cNvPr id="15" name="卡片"/>
          <p:cNvSpPr/>
          <p:nvPr/>
        </p:nvSpPr>
        <p:spPr>
          <a:xfrm>
            <a:off x="6585875" y="1499616"/>
            <a:ext cx="272857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表頭"/>
          <p:cNvSpPr/>
          <p:nvPr/>
        </p:nvSpPr>
        <p:spPr>
          <a:xfrm>
            <a:off x="6585875" y="1499616"/>
            <a:ext cx="2728570" cy="424282"/>
          </a:xfrm>
          <a:custGeom>
            <a:avLst/>
            <a:gdLst/>
            <a:ahLst/>
            <a:cxnLst/>
            <a:rect l="l" t="t" r="r" b="b"/>
            <a:pathLst>
              <a:path w="2728570" h="424282">
                <a:moveTo>
                  <a:pt x="0" y="424282"/>
                </a:moveTo>
                <a:lnTo>
                  <a:pt x="0" y="73152"/>
                </a:lnTo>
                <a:arcTo hR="73152" wR="73152" stAng="10800000" swAng="5400000"/>
                <a:lnTo>
                  <a:pt x="2655418" y="0"/>
                </a:lnTo>
                <a:arcTo hR="73152" wR="73152" stAng="16200000" swAng="5400000"/>
                <a:lnTo>
                  <a:pt x="2728570" y="424282"/>
                </a:lnTo>
                <a:close/>
              </a:path>
            </a:pathLst>
          </a:cu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76070" y="1499616"/>
            <a:ext cx="2348179" cy="4242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表頭強調卡片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76070" y="2070202"/>
            <a:ext cx="2348179" cy="10021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以主色表頭強調，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用來標出最重要的一張卡。</a:t>
            </a:r>
            <a:endParaRPr lang="en-US" sz="9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同一頁建議只放一張。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A｜基本卡片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512393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B｜角標卡片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85875" y="3350362"/>
            <a:ext cx="2728570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C｜強調卡片（含陰影）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38912" y="3694176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3270" y="3657600"/>
            <a:ext cx="499628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標籤＋說明列</a:t>
            </a:r>
            <a:endParaRPr lang="en-US" sz="1050" dirty="0"/>
          </a:p>
        </p:txBody>
      </p:sp>
      <p:sp>
        <p:nvSpPr>
          <p:cNvPr id="24" name="線條"/>
          <p:cNvSpPr/>
          <p:nvPr/>
        </p:nvSpPr>
        <p:spPr>
          <a:xfrm>
            <a:off x="438912" y="3964838"/>
            <a:ext cx="5120640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5" name="標籤"/>
          <p:cNvSpPr/>
          <p:nvPr/>
        </p:nvSpPr>
        <p:spPr>
          <a:xfrm>
            <a:off x="438912" y="4081882"/>
            <a:ext cx="599846" cy="23408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簡潔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70432" y="4081882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一頁只講一個重點，讀者不費力</a:t>
            </a:r>
            <a:endParaRPr lang="en-US" sz="1050" dirty="0"/>
          </a:p>
        </p:txBody>
      </p:sp>
      <p:sp>
        <p:nvSpPr>
          <p:cNvPr id="27" name="標籤"/>
          <p:cNvSpPr/>
          <p:nvPr/>
        </p:nvSpPr>
        <p:spPr>
          <a:xfrm>
            <a:off x="438912" y="4389120"/>
            <a:ext cx="599846" cy="23408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170432" y="4389120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用例子與數字說話，避免空泛</a:t>
            </a:r>
            <a:endParaRPr lang="en-US" sz="1050" dirty="0"/>
          </a:p>
        </p:txBody>
      </p:sp>
      <p:sp>
        <p:nvSpPr>
          <p:cNvPr id="29" name="標籤"/>
          <p:cNvSpPr/>
          <p:nvPr/>
        </p:nvSpPr>
        <p:spPr>
          <a:xfrm>
            <a:off x="438912" y="4696358"/>
            <a:ext cx="599846" cy="23408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深入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70432" y="4696358"/>
            <a:ext cx="424281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提出觀點與洞見，留下記憶點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52160" y="3694176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76518" y="3657600"/>
            <a:ext cx="33379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註解 Note</a:t>
            </a:r>
            <a:endParaRPr lang="en-US" sz="1050" dirty="0"/>
          </a:p>
        </p:txBody>
      </p:sp>
      <p:sp>
        <p:nvSpPr>
          <p:cNvPr id="33" name="線條"/>
          <p:cNvSpPr/>
          <p:nvPr/>
        </p:nvSpPr>
        <p:spPr>
          <a:xfrm>
            <a:off x="5852160" y="3964838"/>
            <a:ext cx="34622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4096512"/>
            <a:ext cx="34622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註解用灰色小字，補充前提或資料來源。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852160" y="4389120"/>
            <a:ext cx="34622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每張卡片內文以 3–4 行為上限。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/ 14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標籤與編號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單一標籤、堆疊清單、編號徽章與圈號清單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402336" cy="43891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463040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3270" y="1426464"/>
            <a:ext cx="875117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單一標籤 Tags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標籤"/>
          <p:cNvSpPr/>
          <p:nvPr/>
        </p:nvSpPr>
        <p:spPr>
          <a:xfrm>
            <a:off x="438912" y="1865376"/>
            <a:ext cx="761821" cy="27797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主要標籤</a:t>
            </a:r>
            <a:endParaRPr lang="en-US" sz="1050" dirty="0"/>
          </a:p>
        </p:txBody>
      </p:sp>
      <p:sp>
        <p:nvSpPr>
          <p:cNvPr id="10" name="標籤"/>
          <p:cNvSpPr/>
          <p:nvPr/>
        </p:nvSpPr>
        <p:spPr>
          <a:xfrm>
            <a:off x="1420189" y="1865376"/>
            <a:ext cx="761821" cy="277978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輔助標籤</a:t>
            </a:r>
            <a:endParaRPr lang="en-US" sz="1050" dirty="0"/>
          </a:p>
        </p:txBody>
      </p:sp>
      <p:sp>
        <p:nvSpPr>
          <p:cNvPr id="11" name="標籤"/>
          <p:cNvSpPr/>
          <p:nvPr/>
        </p:nvSpPr>
        <p:spPr>
          <a:xfrm>
            <a:off x="2401466" y="1865376"/>
            <a:ext cx="761821" cy="277978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灰階標籤</a:t>
            </a:r>
            <a:endParaRPr lang="en-US" sz="1050" dirty="0"/>
          </a:p>
        </p:txBody>
      </p:sp>
      <p:sp>
        <p:nvSpPr>
          <p:cNvPr id="12" name="標籤"/>
          <p:cNvSpPr/>
          <p:nvPr/>
        </p:nvSpPr>
        <p:spPr>
          <a:xfrm>
            <a:off x="3382744" y="1865376"/>
            <a:ext cx="761821" cy="2779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1F4E79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外框標籤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83477" y="1865376"/>
            <a:ext cx="658368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小尺寸</a:t>
            </a:r>
            <a:endParaRPr lang="en-US" sz="900" dirty="0"/>
          </a:p>
        </p:txBody>
      </p:sp>
      <p:sp>
        <p:nvSpPr>
          <p:cNvPr id="14" name="標籤"/>
          <p:cNvSpPr/>
          <p:nvPr/>
        </p:nvSpPr>
        <p:spPr>
          <a:xfrm>
            <a:off x="5168693" y="1894637"/>
            <a:ext cx="393395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0160">
            <a:solidFill>
              <a:srgbClr val="1F4E79"/>
            </a:solidFill>
            <a:prstDash val="solid"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元素</a:t>
            </a:r>
            <a:endParaRPr lang="en-US" sz="800" dirty="0"/>
          </a:p>
        </p:txBody>
      </p:sp>
      <p:sp>
        <p:nvSpPr>
          <p:cNvPr id="15" name="標籤"/>
          <p:cNvSpPr/>
          <p:nvPr/>
        </p:nvSpPr>
        <p:spPr>
          <a:xfrm>
            <a:off x="5671816" y="1894637"/>
            <a:ext cx="393395" cy="21945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關聯</a:t>
            </a:r>
            <a:endParaRPr lang="en-US" sz="800" dirty="0"/>
          </a:p>
        </p:txBody>
      </p:sp>
      <p:sp>
        <p:nvSpPr>
          <p:cNvPr id="16" name="標籤"/>
          <p:cNvSpPr/>
          <p:nvPr/>
        </p:nvSpPr>
        <p:spPr>
          <a:xfrm>
            <a:off x="6174939" y="1894637"/>
            <a:ext cx="393395" cy="21945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因果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8912" y="2487168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3270" y="2450592"/>
            <a:ext cx="264810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堆疊清單 Stacked</a:t>
            </a:r>
            <a:endParaRPr lang="en-US" sz="1050" dirty="0"/>
          </a:p>
        </p:txBody>
      </p:sp>
      <p:sp>
        <p:nvSpPr>
          <p:cNvPr id="19" name="線條"/>
          <p:cNvSpPr/>
          <p:nvPr/>
        </p:nvSpPr>
        <p:spPr>
          <a:xfrm>
            <a:off x="438912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0" name="標籤"/>
          <p:cNvSpPr/>
          <p:nvPr/>
        </p:nvSpPr>
        <p:spPr>
          <a:xfrm>
            <a:off x="438912" y="2933395"/>
            <a:ext cx="2121408" cy="30723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釐清溝通目的</a:t>
            </a:r>
            <a:endParaRPr lang="en-US" sz="1050" dirty="0"/>
          </a:p>
        </p:txBody>
      </p:sp>
      <p:sp>
        <p:nvSpPr>
          <p:cNvPr id="21" name="標籤"/>
          <p:cNvSpPr/>
          <p:nvPr/>
        </p:nvSpPr>
        <p:spPr>
          <a:xfrm>
            <a:off x="438912" y="3386938"/>
            <a:ext cx="2121408" cy="30723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對齊彼此期待</a:t>
            </a:r>
            <a:endParaRPr lang="en-US" sz="1050" dirty="0"/>
          </a:p>
        </p:txBody>
      </p:sp>
      <p:sp>
        <p:nvSpPr>
          <p:cNvPr id="22" name="標籤"/>
          <p:cNvSpPr/>
          <p:nvPr/>
        </p:nvSpPr>
        <p:spPr>
          <a:xfrm>
            <a:off x="438912" y="3840480"/>
            <a:ext cx="2121408" cy="30723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降低理解門檻</a:t>
            </a:r>
            <a:endParaRPr lang="en-US" sz="1050" dirty="0"/>
          </a:p>
        </p:txBody>
      </p:sp>
      <p:sp>
        <p:nvSpPr>
          <p:cNvPr id="23" name="標籤"/>
          <p:cNvSpPr/>
          <p:nvPr/>
        </p:nvSpPr>
        <p:spPr>
          <a:xfrm>
            <a:off x="438912" y="4294022"/>
            <a:ext cx="2121408" cy="30723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90448" y="2487168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14806" y="2450592"/>
            <a:ext cx="264810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編號 Badges</a:t>
            </a:r>
            <a:endParaRPr lang="en-US" sz="1050" dirty="0"/>
          </a:p>
        </p:txBody>
      </p:sp>
      <p:sp>
        <p:nvSpPr>
          <p:cNvPr id="26" name="線條"/>
          <p:cNvSpPr/>
          <p:nvPr/>
        </p:nvSpPr>
        <p:spPr>
          <a:xfrm>
            <a:off x="3490448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7" name="編號"/>
          <p:cNvSpPr/>
          <p:nvPr/>
        </p:nvSpPr>
        <p:spPr>
          <a:xfrm>
            <a:off x="3519708" y="2940710"/>
            <a:ext cx="307238" cy="307238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50" dirty="0"/>
          </a:p>
        </p:txBody>
      </p:sp>
      <p:sp>
        <p:nvSpPr>
          <p:cNvPr id="28" name="編號"/>
          <p:cNvSpPr/>
          <p:nvPr/>
        </p:nvSpPr>
        <p:spPr>
          <a:xfrm>
            <a:off x="3973251" y="2940710"/>
            <a:ext cx="307238" cy="307238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50" dirty="0"/>
          </a:p>
        </p:txBody>
      </p:sp>
      <p:sp>
        <p:nvSpPr>
          <p:cNvPr id="29" name="編號"/>
          <p:cNvSpPr/>
          <p:nvPr/>
        </p:nvSpPr>
        <p:spPr>
          <a:xfrm>
            <a:off x="4426793" y="2940710"/>
            <a:ext cx="307238" cy="307238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50" dirty="0"/>
          </a:p>
        </p:txBody>
      </p:sp>
      <p:sp>
        <p:nvSpPr>
          <p:cNvPr id="30" name="編號"/>
          <p:cNvSpPr/>
          <p:nvPr/>
        </p:nvSpPr>
        <p:spPr>
          <a:xfrm>
            <a:off x="4880336" y="2940710"/>
            <a:ext cx="307238" cy="307238"/>
          </a:xfrm>
          <a:prstGeom prst="ellipse">
            <a:avLst/>
          </a:prstGeom>
          <a:solidFill>
            <a:srgbClr val="2E75B6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50" dirty="0"/>
          </a:p>
        </p:txBody>
      </p:sp>
      <p:sp>
        <p:nvSpPr>
          <p:cNvPr id="31" name="編號"/>
          <p:cNvSpPr/>
          <p:nvPr/>
        </p:nvSpPr>
        <p:spPr>
          <a:xfrm>
            <a:off x="3541654" y="3613709"/>
            <a:ext cx="263347" cy="26334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943990" y="3621024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70608" y="3621024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先釐清要解決什麼</a:t>
            </a:r>
            <a:endParaRPr lang="en-US" sz="900" dirty="0"/>
          </a:p>
        </p:txBody>
      </p:sp>
      <p:sp>
        <p:nvSpPr>
          <p:cNvPr id="34" name="編號"/>
          <p:cNvSpPr/>
          <p:nvPr/>
        </p:nvSpPr>
        <p:spPr>
          <a:xfrm>
            <a:off x="3541654" y="4067251"/>
            <a:ext cx="263347" cy="26334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943990" y="4074566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盤點現況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70608" y="4074566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蒐集事實與數據</a:t>
            </a:r>
            <a:endParaRPr lang="en-US" sz="900" dirty="0"/>
          </a:p>
        </p:txBody>
      </p:sp>
      <p:sp>
        <p:nvSpPr>
          <p:cNvPr id="37" name="編號"/>
          <p:cNvSpPr/>
          <p:nvPr/>
        </p:nvSpPr>
        <p:spPr>
          <a:xfrm>
            <a:off x="3541654" y="4520794"/>
            <a:ext cx="263347" cy="26334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943990" y="4528109"/>
            <a:ext cx="877824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70608" y="4528109"/>
            <a:ext cx="149230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聚焦影響最大處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541983" y="2487168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666342" y="2450592"/>
            <a:ext cx="2648102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圈號清單 ①②③</a:t>
            </a:r>
            <a:endParaRPr lang="en-US" sz="1050" dirty="0"/>
          </a:p>
        </p:txBody>
      </p:sp>
      <p:sp>
        <p:nvSpPr>
          <p:cNvPr id="42" name="線條"/>
          <p:cNvSpPr/>
          <p:nvPr/>
        </p:nvSpPr>
        <p:spPr>
          <a:xfrm>
            <a:off x="6541983" y="2757830"/>
            <a:ext cx="2772461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41983" y="2926080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釐清目的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41983" y="3233318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拆解結構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41983" y="3540557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重新組合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41983" y="3847795"/>
            <a:ext cx="131673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檢查一致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05023" y="2926080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過濾數據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005023" y="3233318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確認關係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005023" y="3540557"/>
            <a:ext cx="1309421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產出圖表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541983" y="4242816"/>
            <a:ext cx="2772461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清單 3–5 項最易記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/ 14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圓形與流程鏈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大外框圓＋疊放小圓，以及三段式流程鏈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402336" cy="43891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463040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3270" y="1426464"/>
            <a:ext cx="397215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大圓＋疊圓 Circles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409651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外圈細環"/>
          <p:cNvSpPr/>
          <p:nvPr/>
        </p:nvSpPr>
        <p:spPr>
          <a:xfrm>
            <a:off x="1426464" y="1828800"/>
            <a:ext cx="2121408" cy="2121408"/>
          </a:xfrm>
          <a:prstGeom prst="ellipse">
            <a:avLst/>
          </a:prstGeom>
          <a:noFill/>
          <a:ln w="7620">
            <a:solidFill>
              <a:srgbClr val="E6E6E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光暈大圓"/>
          <p:cNvSpPr/>
          <p:nvPr/>
        </p:nvSpPr>
        <p:spPr>
          <a:xfrm>
            <a:off x="1477670" y="1880006"/>
            <a:ext cx="2018995" cy="2018995"/>
          </a:xfrm>
          <a:prstGeom prst="ellipse">
            <a:avLst/>
          </a:prstGeom>
          <a:solidFill>
            <a:srgbClr val="FFFFFF"/>
          </a:solidFill>
          <a:ln w="30480">
            <a:solidFill>
              <a:srgbClr val="D9D9D9"/>
            </a:solidFill>
            <a:prstDash val="solid"/>
          </a:ln>
          <a:effectLst>
            <a:outerShdw blurRad="162560" dist="2032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477670" y="2142476"/>
            <a:ext cx="2018995" cy="62588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679570" y="2788554"/>
            <a:ext cx="1615196" cy="56531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如何做到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3" name="小圓"/>
          <p:cNvSpPr/>
          <p:nvPr/>
        </p:nvSpPr>
        <p:spPr>
          <a:xfrm>
            <a:off x="1373709" y="3189796"/>
            <a:ext cx="614477" cy="614477"/>
          </a:xfrm>
          <a:prstGeom prst="ellipse">
            <a:avLst/>
          </a:prstGeom>
          <a:solidFill>
            <a:srgbClr val="1F4E79"/>
          </a:solidFill>
          <a:ln w="2540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14" name="小圓"/>
          <p:cNvSpPr/>
          <p:nvPr/>
        </p:nvSpPr>
        <p:spPr>
          <a:xfrm>
            <a:off x="2179930" y="3591763"/>
            <a:ext cx="614477" cy="614477"/>
          </a:xfrm>
          <a:prstGeom prst="ellipse">
            <a:avLst/>
          </a:prstGeom>
          <a:solidFill>
            <a:srgbClr val="1F4E79"/>
          </a:solidFill>
          <a:ln w="2540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15" name="小圓"/>
          <p:cNvSpPr/>
          <p:nvPr/>
        </p:nvSpPr>
        <p:spPr>
          <a:xfrm>
            <a:off x="2986150" y="3189796"/>
            <a:ext cx="614477" cy="614477"/>
          </a:xfrm>
          <a:prstGeom prst="ellipse">
            <a:avLst/>
          </a:prstGeom>
          <a:solidFill>
            <a:srgbClr val="1F4E79"/>
          </a:solidFill>
          <a:ln w="2540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47488" y="1463040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71846" y="1426464"/>
            <a:ext cx="4142598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流程鏈 Chain</a:t>
            </a:r>
            <a:endParaRPr lang="en-US" sz="1050" dirty="0"/>
          </a:p>
        </p:txBody>
      </p:sp>
      <p:sp>
        <p:nvSpPr>
          <p:cNvPr id="18" name="線條"/>
          <p:cNvSpPr/>
          <p:nvPr/>
        </p:nvSpPr>
        <p:spPr>
          <a:xfrm>
            <a:off x="5047488" y="1733702"/>
            <a:ext cx="4266956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9" name="流程鏈"/>
          <p:cNvSpPr/>
          <p:nvPr/>
        </p:nvSpPr>
        <p:spPr>
          <a:xfrm>
            <a:off x="5047488" y="1916582"/>
            <a:ext cx="1519465" cy="526694"/>
          </a:xfrm>
          <a:prstGeom prst="homePlate">
            <a:avLst>
              <a:gd name="adj" fmla="val 36000"/>
            </a:avLst>
          </a:prstGeom>
          <a:solidFill>
            <a:srgbClr val="1F4E79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主題思考</a:t>
            </a:r>
            <a:endParaRPr lang="en-US" sz="1300" dirty="0"/>
          </a:p>
        </p:txBody>
      </p:sp>
      <p:sp>
        <p:nvSpPr>
          <p:cNvPr id="20" name="流程鏈"/>
          <p:cNvSpPr/>
          <p:nvPr/>
        </p:nvSpPr>
        <p:spPr>
          <a:xfrm>
            <a:off x="6421234" y="1916582"/>
            <a:ext cx="1519465" cy="526694"/>
          </a:xfrm>
          <a:prstGeom prst="chevron">
            <a:avLst>
              <a:gd name="adj" fmla="val 36000"/>
            </a:avLst>
          </a:prstGeom>
          <a:solidFill>
            <a:srgbClr val="4E7395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主題定位</a:t>
            </a:r>
            <a:endParaRPr lang="en-US" sz="1300" dirty="0"/>
          </a:p>
        </p:txBody>
      </p:sp>
      <p:sp>
        <p:nvSpPr>
          <p:cNvPr id="21" name="流程鏈"/>
          <p:cNvSpPr/>
          <p:nvPr/>
        </p:nvSpPr>
        <p:spPr>
          <a:xfrm>
            <a:off x="7794980" y="1916582"/>
            <a:ext cx="1519465" cy="526694"/>
          </a:xfrm>
          <a:prstGeom prst="chevron">
            <a:avLst>
              <a:gd name="adj" fmla="val 36000"/>
            </a:avLst>
          </a:prstGeom>
          <a:solidFill>
            <a:srgbClr val="7D98B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內容產出</a:t>
            </a:r>
            <a:endParaRPr lang="en-US" sz="1300" dirty="0"/>
          </a:p>
        </p:txBody>
      </p:sp>
      <p:sp>
        <p:nvSpPr>
          <p:cNvPr id="22" name="流程鏈"/>
          <p:cNvSpPr/>
          <p:nvPr/>
        </p:nvSpPr>
        <p:spPr>
          <a:xfrm>
            <a:off x="5047488" y="2816352"/>
            <a:ext cx="936258" cy="409651"/>
          </a:xfrm>
          <a:prstGeom prst="homePlate">
            <a:avLst>
              <a:gd name="adj" fmla="val 36000"/>
            </a:avLst>
          </a:prstGeom>
          <a:solidFill>
            <a:srgbClr val="1F4E79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</p:txBody>
      </p:sp>
      <p:sp>
        <p:nvSpPr>
          <p:cNvPr id="23" name="流程鏈"/>
          <p:cNvSpPr/>
          <p:nvPr/>
        </p:nvSpPr>
        <p:spPr>
          <a:xfrm>
            <a:off x="5880163" y="2816352"/>
            <a:ext cx="936258" cy="409651"/>
          </a:xfrm>
          <a:prstGeom prst="chevron">
            <a:avLst>
              <a:gd name="adj" fmla="val 36000"/>
            </a:avLst>
          </a:prstGeom>
          <a:solidFill>
            <a:srgbClr val="376187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</p:txBody>
      </p:sp>
      <p:sp>
        <p:nvSpPr>
          <p:cNvPr id="24" name="流程鏈"/>
          <p:cNvSpPr/>
          <p:nvPr/>
        </p:nvSpPr>
        <p:spPr>
          <a:xfrm>
            <a:off x="6712837" y="2816352"/>
            <a:ext cx="936258" cy="409651"/>
          </a:xfrm>
          <a:prstGeom prst="chevron">
            <a:avLst>
              <a:gd name="adj" fmla="val 36000"/>
            </a:avLst>
          </a:prstGeom>
          <a:solidFill>
            <a:srgbClr val="4E7395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</p:txBody>
      </p:sp>
      <p:sp>
        <p:nvSpPr>
          <p:cNvPr id="25" name="流程鏈"/>
          <p:cNvSpPr/>
          <p:nvPr/>
        </p:nvSpPr>
        <p:spPr>
          <a:xfrm>
            <a:off x="7545512" y="2816352"/>
            <a:ext cx="936258" cy="409651"/>
          </a:xfrm>
          <a:prstGeom prst="chevron">
            <a:avLst>
              <a:gd name="adj" fmla="val 36000"/>
            </a:avLst>
          </a:prstGeom>
          <a:solidFill>
            <a:srgbClr val="6686A3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</p:txBody>
      </p:sp>
      <p:sp>
        <p:nvSpPr>
          <p:cNvPr id="26" name="流程鏈"/>
          <p:cNvSpPr/>
          <p:nvPr/>
        </p:nvSpPr>
        <p:spPr>
          <a:xfrm>
            <a:off x="8378186" y="2816352"/>
            <a:ext cx="936258" cy="409651"/>
          </a:xfrm>
          <a:prstGeom prst="chevron">
            <a:avLst>
              <a:gd name="adj" fmla="val 36000"/>
            </a:avLst>
          </a:prstGeom>
          <a:solidFill>
            <a:srgbClr val="7D98B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</p:txBody>
      </p:sp>
      <p:sp>
        <p:nvSpPr>
          <p:cNvPr id="27" name="流程鏈"/>
          <p:cNvSpPr/>
          <p:nvPr/>
        </p:nvSpPr>
        <p:spPr>
          <a:xfrm>
            <a:off x="5047488" y="3621024"/>
            <a:ext cx="1144426" cy="409651"/>
          </a:xfrm>
          <a:prstGeom prst="homePlate">
            <a:avLst>
              <a:gd name="adj" fmla="val 36000"/>
            </a:avLst>
          </a:prstGeom>
          <a:solidFill>
            <a:srgbClr val="1F4E79"/>
          </a:solidFill>
          <a:ln>
            <a:noFill/>
          </a:ln>
        </p:spPr>
        <p:txBody>
          <a:bodyPr wrap="square" lIns="6096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</a:t>
            </a:r>
            <a:endParaRPr lang="en-US" sz="1100" dirty="0"/>
          </a:p>
        </p:txBody>
      </p:sp>
      <p:sp>
        <p:nvSpPr>
          <p:cNvPr id="28" name="流程鏈"/>
          <p:cNvSpPr/>
          <p:nvPr/>
        </p:nvSpPr>
        <p:spPr>
          <a:xfrm>
            <a:off x="6088331" y="3621024"/>
            <a:ext cx="1144426" cy="409651"/>
          </a:xfrm>
          <a:prstGeom prst="chevron">
            <a:avLst>
              <a:gd name="adj" fmla="val 36000"/>
            </a:avLst>
          </a:prstGeom>
          <a:solidFill>
            <a:srgbClr val="3E678C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</a:t>
            </a:r>
            <a:endParaRPr lang="en-US" sz="1100" dirty="0"/>
          </a:p>
        </p:txBody>
      </p:sp>
      <p:sp>
        <p:nvSpPr>
          <p:cNvPr id="29" name="流程鏈"/>
          <p:cNvSpPr/>
          <p:nvPr/>
        </p:nvSpPr>
        <p:spPr>
          <a:xfrm>
            <a:off x="7129174" y="3621024"/>
            <a:ext cx="1144426" cy="409651"/>
          </a:xfrm>
          <a:prstGeom prst="chevron">
            <a:avLst>
              <a:gd name="adj" fmla="val 36000"/>
            </a:avLst>
          </a:prstGeom>
          <a:solidFill>
            <a:srgbClr val="5E809F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</a:t>
            </a:r>
            <a:endParaRPr lang="en-US" sz="1100" dirty="0"/>
          </a:p>
        </p:txBody>
      </p:sp>
      <p:sp>
        <p:nvSpPr>
          <p:cNvPr id="30" name="流程鏈"/>
          <p:cNvSpPr/>
          <p:nvPr/>
        </p:nvSpPr>
        <p:spPr>
          <a:xfrm>
            <a:off x="8170018" y="3621024"/>
            <a:ext cx="1144426" cy="409651"/>
          </a:xfrm>
          <a:prstGeom prst="chevron">
            <a:avLst>
              <a:gd name="adj" fmla="val 36000"/>
            </a:avLst>
          </a:prstGeom>
          <a:solidFill>
            <a:srgbClr val="7D98B1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檢討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47488" y="4111142"/>
            <a:ext cx="114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界定範圍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8331" y="4111142"/>
            <a:ext cx="114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產出方案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129174" y="4111142"/>
            <a:ext cx="114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落實計畫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170018" y="4111142"/>
            <a:ext cx="114442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回顧改善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47488" y="4608576"/>
            <a:ext cx="4266956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流程鏈以 3–5 個步驟為佳，重點步驟可用強調色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/ 14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連接線與箭頭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細直線、折線、點狀線、曲線、▶ 小三角與區塊箭號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402336" cy="43891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463040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3270" y="1426464"/>
            <a:ext cx="19189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細直線 Straight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438912" y="2245766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10" name="處理"/>
          <p:cNvSpPr/>
          <p:nvPr/>
        </p:nvSpPr>
        <p:spPr>
          <a:xfrm>
            <a:off x="1823862" y="2245766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1" name="連接線"/>
          <p:cNvCxnSpPr>
            <a:stCxn id="9" idx="3"/>
            <a:endCxn id="10" idx="1"/>
          </p:cNvCxnSpPr>
          <p:nvPr/>
        </p:nvCxnSpPr>
        <p:spPr>
          <a:xfrm>
            <a:off x="1097280" y="2414016"/>
            <a:ext cx="726582" cy="0"/>
          </a:xfrm>
          <a:prstGeom prst="straightConnector1">
            <a:avLst/>
          </a:prstGeom>
          <a:ln w="12700">
            <a:solidFill>
              <a:srgbClr val="7F7F7F"/>
            </a:solidFill>
            <a:prstDash val="solid"/>
            <a:tailEnd type="triangle" w="lg" len="lg"/>
          </a:ln>
        </p:spPr>
      </p:cxnSp>
      <p:sp>
        <p:nvSpPr>
          <p:cNvPr id="12" name="Text 10"/>
          <p:cNvSpPr/>
          <p:nvPr/>
        </p:nvSpPr>
        <p:spPr>
          <a:xfrm>
            <a:off x="2716317" y="1463040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40675" y="1426464"/>
            <a:ext cx="19189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折線 Elbow</a:t>
            </a:r>
            <a:endParaRPr lang="en-US" sz="1050" dirty="0"/>
          </a:p>
        </p:txBody>
      </p:sp>
      <p:sp>
        <p:nvSpPr>
          <p:cNvPr id="14" name="線條"/>
          <p:cNvSpPr/>
          <p:nvPr/>
        </p:nvSpPr>
        <p:spPr>
          <a:xfrm>
            <a:off x="2716317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15" name="處理"/>
          <p:cNvSpPr/>
          <p:nvPr/>
        </p:nvSpPr>
        <p:spPr>
          <a:xfrm>
            <a:off x="2716317" y="1975104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16" name="處理"/>
          <p:cNvSpPr/>
          <p:nvPr/>
        </p:nvSpPr>
        <p:spPr>
          <a:xfrm>
            <a:off x="4101267" y="2706624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17" name="連接線"/>
          <p:cNvCxnSpPr>
            <a:stCxn id="15" idx="3"/>
            <a:endCxn id="16" idx="1"/>
          </p:cNvCxnSpPr>
          <p:nvPr/>
        </p:nvCxnSpPr>
        <p:spPr>
          <a:xfrm>
            <a:off x="3374685" y="2143354"/>
            <a:ext cx="726582" cy="731520"/>
          </a:xfrm>
          <a:prstGeom prst="bentConnector3">
            <a:avLst>
              <a:gd name="adj1" fmla="val 50000"/>
            </a:avLst>
          </a:prstGeom>
          <a:ln w="12700">
            <a:solidFill>
              <a:srgbClr val="7F7F7F"/>
            </a:solidFill>
            <a:prstDash val="solid"/>
            <a:tailEnd type="triangle" w="lg" len="lg"/>
          </a:ln>
        </p:spPr>
      </p:cxnSp>
      <p:sp>
        <p:nvSpPr>
          <p:cNvPr id="18" name="Text 16"/>
          <p:cNvSpPr/>
          <p:nvPr/>
        </p:nvSpPr>
        <p:spPr>
          <a:xfrm>
            <a:off x="4993721" y="1463040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18080" y="1426464"/>
            <a:ext cx="19189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點狀線 Dotted</a:t>
            </a:r>
            <a:endParaRPr lang="en-US" sz="1050" dirty="0"/>
          </a:p>
        </p:txBody>
      </p:sp>
      <p:sp>
        <p:nvSpPr>
          <p:cNvPr id="20" name="線條"/>
          <p:cNvSpPr/>
          <p:nvPr/>
        </p:nvSpPr>
        <p:spPr>
          <a:xfrm>
            <a:off x="4993721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1" name="處理"/>
          <p:cNvSpPr/>
          <p:nvPr/>
        </p:nvSpPr>
        <p:spPr>
          <a:xfrm>
            <a:off x="4993721" y="2245766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22" name="處理"/>
          <p:cNvSpPr/>
          <p:nvPr/>
        </p:nvSpPr>
        <p:spPr>
          <a:xfrm>
            <a:off x="6378672" y="2245766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cxnSp>
        <p:nvCxnSpPr>
          <p:cNvPr id="23" name="連接線"/>
          <p:cNvCxnSpPr>
            <a:stCxn id="21" idx="3"/>
            <a:endCxn id="22" idx="1"/>
          </p:cNvCxnSpPr>
          <p:nvPr/>
        </p:nvCxnSpPr>
        <p:spPr>
          <a:xfrm>
            <a:off x="5652089" y="2414016"/>
            <a:ext cx="726582" cy="0"/>
          </a:xfrm>
          <a:prstGeom prst="straightConnector1">
            <a:avLst/>
          </a:prstGeom>
          <a:ln w="12700">
            <a:solidFill>
              <a:srgbClr val="7F7F7F"/>
            </a:solidFill>
            <a:prstDash val="sysDot"/>
            <a:tailEnd type="triangle" w="lg" len="lg"/>
          </a:ln>
        </p:spPr>
      </p:cxnSp>
      <p:sp>
        <p:nvSpPr>
          <p:cNvPr id="24" name="Text 22"/>
          <p:cNvSpPr/>
          <p:nvPr/>
        </p:nvSpPr>
        <p:spPr>
          <a:xfrm>
            <a:off x="7271126" y="1463040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95484" y="1426464"/>
            <a:ext cx="19189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曲線 Curved</a:t>
            </a:r>
            <a:endParaRPr lang="en-US" sz="1050" dirty="0"/>
          </a:p>
        </p:txBody>
      </p:sp>
      <p:sp>
        <p:nvSpPr>
          <p:cNvPr id="26" name="線條"/>
          <p:cNvSpPr/>
          <p:nvPr/>
        </p:nvSpPr>
        <p:spPr>
          <a:xfrm>
            <a:off x="7271126" y="1733702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7" name="處理"/>
          <p:cNvSpPr/>
          <p:nvPr/>
        </p:nvSpPr>
        <p:spPr>
          <a:xfrm>
            <a:off x="7271126" y="2596896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28" name="處理"/>
          <p:cNvSpPr/>
          <p:nvPr/>
        </p:nvSpPr>
        <p:spPr>
          <a:xfrm>
            <a:off x="8656076" y="2596896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29" name="曲線箭頭"/>
          <p:cNvSpPr/>
          <p:nvPr/>
        </p:nvSpPr>
        <p:spPr>
          <a:xfrm>
            <a:off x="7600310" y="1938528"/>
            <a:ext cx="1384950" cy="614477"/>
          </a:xfrm>
          <a:custGeom>
            <a:avLst/>
            <a:gdLst/>
            <a:ahLst/>
            <a:cxnLst/>
            <a:rect l="l" t="t" r="r" b="b"/>
            <a:pathLst>
              <a:path w="1384950" h="614477">
                <a:moveTo>
                  <a:pt x="0" y="614477"/>
                </a:moveTo>
                <a:cubicBezTo>
                  <a:pt x="0" y="0"/>
                  <a:pt x="1384950" y="0"/>
                  <a:pt x="1384950" y="614477"/>
                </a:cubicBezTo>
              </a:path>
            </a:pathLst>
          </a:custGeom>
          <a:noFill/>
          <a:ln w="12700">
            <a:solidFill>
              <a:srgbClr val="7F7F7F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38912" y="3182112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63270" y="3145536"/>
            <a:ext cx="19189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小三角分隔</a:t>
            </a:r>
            <a:endParaRPr lang="en-US" sz="1050" dirty="0"/>
          </a:p>
        </p:txBody>
      </p:sp>
      <p:sp>
        <p:nvSpPr>
          <p:cNvPr id="32" name="線條"/>
          <p:cNvSpPr/>
          <p:nvPr/>
        </p:nvSpPr>
        <p:spPr>
          <a:xfrm>
            <a:off x="438912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050" dirty="0"/>
          </a:p>
        </p:txBody>
      </p:sp>
      <p:sp>
        <p:nvSpPr>
          <p:cNvPr id="34" name="三角形"/>
          <p:cNvSpPr/>
          <p:nvPr/>
        </p:nvSpPr>
        <p:spPr>
          <a:xfrm>
            <a:off x="1008263" y="405993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233800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050" dirty="0"/>
          </a:p>
        </p:txBody>
      </p:sp>
      <p:sp>
        <p:nvSpPr>
          <p:cNvPr id="36" name="三角形"/>
          <p:cNvSpPr/>
          <p:nvPr/>
        </p:nvSpPr>
        <p:spPr>
          <a:xfrm>
            <a:off x="1803151" y="4059936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028688" y="3986784"/>
            <a:ext cx="45354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716317" y="3182112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840675" y="3145536"/>
            <a:ext cx="19189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▶▶▶ 點狀箭號</a:t>
            </a:r>
            <a:endParaRPr lang="en-US" sz="1050" dirty="0"/>
          </a:p>
        </p:txBody>
      </p:sp>
      <p:sp>
        <p:nvSpPr>
          <p:cNvPr id="40" name="線條"/>
          <p:cNvSpPr/>
          <p:nvPr/>
        </p:nvSpPr>
        <p:spPr>
          <a:xfrm>
            <a:off x="2716317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1" name="處理"/>
          <p:cNvSpPr/>
          <p:nvPr/>
        </p:nvSpPr>
        <p:spPr>
          <a:xfrm>
            <a:off x="2716317" y="3964838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42" name="處理"/>
          <p:cNvSpPr/>
          <p:nvPr/>
        </p:nvSpPr>
        <p:spPr>
          <a:xfrm>
            <a:off x="4101267" y="3964838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1050" dirty="0"/>
          </a:p>
        </p:txBody>
      </p:sp>
      <p:sp>
        <p:nvSpPr>
          <p:cNvPr id="43" name="三角形"/>
          <p:cNvSpPr/>
          <p:nvPr/>
        </p:nvSpPr>
        <p:spPr>
          <a:xfrm>
            <a:off x="3571189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2E75B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三角形"/>
          <p:cNvSpPr/>
          <p:nvPr/>
        </p:nvSpPr>
        <p:spPr>
          <a:xfrm>
            <a:off x="3694085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2E75B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三角形"/>
          <p:cNvSpPr/>
          <p:nvPr/>
        </p:nvSpPr>
        <p:spPr>
          <a:xfrm>
            <a:off x="3816980" y="4076029"/>
            <a:ext cx="87782" cy="114117"/>
          </a:xfrm>
          <a:custGeom>
            <a:avLst/>
            <a:gdLst/>
            <a:ahLst/>
            <a:cxnLst/>
            <a:rect l="l" t="t" r="r" b="b"/>
            <a:pathLst>
              <a:path w="87782" h="114117">
                <a:moveTo>
                  <a:pt x="0" y="0"/>
                </a:moveTo>
                <a:lnTo>
                  <a:pt x="87782" y="57059"/>
                </a:lnTo>
                <a:lnTo>
                  <a:pt x="0" y="114117"/>
                </a:lnTo>
                <a:close/>
              </a:path>
            </a:pathLst>
          </a:custGeom>
          <a:solidFill>
            <a:srgbClr val="2E75B6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93721" y="3182112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118080" y="3145536"/>
            <a:ext cx="19189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區塊箭號 Chevron</a:t>
            </a:r>
            <a:endParaRPr lang="en-US" sz="1050" dirty="0"/>
          </a:p>
        </p:txBody>
      </p:sp>
      <p:sp>
        <p:nvSpPr>
          <p:cNvPr id="48" name="線條"/>
          <p:cNvSpPr/>
          <p:nvPr/>
        </p:nvSpPr>
        <p:spPr>
          <a:xfrm>
            <a:off x="4993721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9" name="區塊箭號"/>
          <p:cNvSpPr/>
          <p:nvPr/>
        </p:nvSpPr>
        <p:spPr>
          <a:xfrm>
            <a:off x="4993721" y="3935578"/>
            <a:ext cx="768888" cy="395021"/>
          </a:xfrm>
          <a:prstGeom prst="homePlate">
            <a:avLst>
              <a:gd name="adj" fmla="val 33333"/>
            </a:avLst>
          </a:prstGeom>
          <a:solidFill>
            <a:srgbClr val="1F4E79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1050" dirty="0"/>
          </a:p>
        </p:txBody>
      </p:sp>
      <p:sp>
        <p:nvSpPr>
          <p:cNvPr id="50" name="區塊箭號"/>
          <p:cNvSpPr/>
          <p:nvPr/>
        </p:nvSpPr>
        <p:spPr>
          <a:xfrm>
            <a:off x="5660197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577A9B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二</a:t>
            </a:r>
            <a:endParaRPr lang="en-US" sz="1050" dirty="0"/>
          </a:p>
        </p:txBody>
      </p:sp>
      <p:sp>
        <p:nvSpPr>
          <p:cNvPr id="51" name="區塊箭號"/>
          <p:cNvSpPr/>
          <p:nvPr/>
        </p:nvSpPr>
        <p:spPr>
          <a:xfrm>
            <a:off x="6326673" y="3935578"/>
            <a:ext cx="768888" cy="395021"/>
          </a:xfrm>
          <a:prstGeom prst="chevron">
            <a:avLst>
              <a:gd name="adj" fmla="val 33333"/>
            </a:avLst>
          </a:prstGeom>
          <a:solidFill>
            <a:srgbClr val="2E75B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7271126" y="3182112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395484" y="3145536"/>
            <a:ext cx="1918960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 Branch</a:t>
            </a:r>
            <a:endParaRPr lang="en-US" sz="1050" dirty="0"/>
          </a:p>
        </p:txBody>
      </p:sp>
      <p:sp>
        <p:nvSpPr>
          <p:cNvPr id="54" name="線條"/>
          <p:cNvSpPr/>
          <p:nvPr/>
        </p:nvSpPr>
        <p:spPr>
          <a:xfrm>
            <a:off x="7271126" y="3452774"/>
            <a:ext cx="2043318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55" name="處理"/>
          <p:cNvSpPr/>
          <p:nvPr/>
        </p:nvSpPr>
        <p:spPr>
          <a:xfrm>
            <a:off x="7271126" y="3964838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050" dirty="0"/>
          </a:p>
        </p:txBody>
      </p:sp>
      <p:sp>
        <p:nvSpPr>
          <p:cNvPr id="56" name="處理"/>
          <p:cNvSpPr/>
          <p:nvPr/>
        </p:nvSpPr>
        <p:spPr>
          <a:xfrm>
            <a:off x="8656076" y="3657600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B1</a:t>
            </a:r>
            <a:endParaRPr lang="en-US" sz="1050" dirty="0"/>
          </a:p>
        </p:txBody>
      </p:sp>
      <p:sp>
        <p:nvSpPr>
          <p:cNvPr id="57" name="處理"/>
          <p:cNvSpPr/>
          <p:nvPr/>
        </p:nvSpPr>
        <p:spPr>
          <a:xfrm>
            <a:off x="8656076" y="4272077"/>
            <a:ext cx="658368" cy="336499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B2</a:t>
            </a:r>
            <a:endParaRPr lang="en-US" sz="1050" dirty="0"/>
          </a:p>
        </p:txBody>
      </p:sp>
      <p:cxnSp>
        <p:nvCxnSpPr>
          <p:cNvPr id="58" name="連接線"/>
          <p:cNvCxnSpPr>
            <a:stCxn id="55" idx="3"/>
            <a:endCxn id="56" idx="1"/>
          </p:cNvCxnSpPr>
          <p:nvPr/>
        </p:nvCxnSpPr>
        <p:spPr>
          <a:xfrm flipV="1">
            <a:off x="7929494" y="3825850"/>
            <a:ext cx="726582" cy="307238"/>
          </a:xfrm>
          <a:prstGeom prst="bentConnector3">
            <a:avLst>
              <a:gd name="adj1" fmla="val 50000"/>
            </a:avLst>
          </a:prstGeom>
          <a:ln w="12700">
            <a:solidFill>
              <a:srgbClr val="7F7F7F"/>
            </a:solidFill>
            <a:prstDash val="solid"/>
            <a:tailEnd type="triangle" w="lg" len="lg"/>
          </a:ln>
        </p:spPr>
      </p:cxnSp>
      <p:cxnSp>
        <p:nvCxnSpPr>
          <p:cNvPr id="59" name="連接線"/>
          <p:cNvCxnSpPr>
            <a:stCxn id="55" idx="3"/>
            <a:endCxn id="57" idx="1"/>
          </p:cNvCxnSpPr>
          <p:nvPr/>
        </p:nvCxnSpPr>
        <p:spPr>
          <a:xfrm>
            <a:off x="7929494" y="4133088"/>
            <a:ext cx="726582" cy="307238"/>
          </a:xfrm>
          <a:prstGeom prst="bentConnector3">
            <a:avLst>
              <a:gd name="adj1" fmla="val 50000"/>
            </a:avLst>
          </a:prstGeom>
          <a:ln w="12700">
            <a:solidFill>
              <a:srgbClr val="7F7F7F"/>
            </a:solidFill>
            <a:prstDash val="solid"/>
            <a:tailEnd type="triangle" w="lg" len="lg"/>
          </a:ln>
        </p:spPr>
      </p:cxnSp>
      <p:sp>
        <p:nvSpPr>
          <p:cNvPr id="60" name="Text 58"/>
          <p:cNvSpPr/>
          <p:nvPr/>
        </p:nvSpPr>
        <p:spPr>
          <a:xfrm>
            <a:off x="438912" y="4754880"/>
            <a:ext cx="8875532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直線、折線、點狀線、分支在 pptx 中是「黏著連接線」：移動圖形，線會跟著走（曲線為一般線條）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/ 14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流程圖符號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開始／結束、處理、判斷、輸入輸出、文件、資料庫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402336" cy="43891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開始／結束"/>
          <p:cNvSpPr/>
          <p:nvPr/>
        </p:nvSpPr>
        <p:spPr>
          <a:xfrm>
            <a:off x="629900" y="1784909"/>
            <a:ext cx="1097280" cy="45354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Terminator</a:t>
            </a:r>
            <a:endParaRPr lang="en-US" sz="1100" dirty="0"/>
          </a:p>
        </p:txBody>
      </p:sp>
      <p:sp>
        <p:nvSpPr>
          <p:cNvPr id="8" name="處理"/>
          <p:cNvSpPr/>
          <p:nvPr/>
        </p:nvSpPr>
        <p:spPr>
          <a:xfrm>
            <a:off x="2072579" y="1748333"/>
            <a:ext cx="1170432" cy="52669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18167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Process</a:t>
            </a:r>
            <a:endParaRPr lang="en-US" sz="1100" dirty="0"/>
          </a:p>
        </p:txBody>
      </p:sp>
      <p:sp>
        <p:nvSpPr>
          <p:cNvPr id="10" name="判斷"/>
          <p:cNvSpPr/>
          <p:nvPr/>
        </p:nvSpPr>
        <p:spPr>
          <a:xfrm>
            <a:off x="3588410" y="1645920"/>
            <a:ext cx="1097280" cy="731520"/>
          </a:xfrm>
          <a:prstGeom prst="diamond">
            <a:avLst/>
          </a:prstGeom>
          <a:solidFill>
            <a:srgbClr val="DEE7F1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97423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12" name="輸入輸出"/>
          <p:cNvSpPr/>
          <p:nvPr/>
        </p:nvSpPr>
        <p:spPr>
          <a:xfrm>
            <a:off x="4994514" y="1748333"/>
            <a:ext cx="1243584" cy="526694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76678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輸入／輸出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 / Output</a:t>
            </a:r>
            <a:endParaRPr lang="en-US" sz="1100" dirty="0"/>
          </a:p>
        </p:txBody>
      </p:sp>
      <p:sp>
        <p:nvSpPr>
          <p:cNvPr id="14" name="文件"/>
          <p:cNvSpPr/>
          <p:nvPr/>
        </p:nvSpPr>
        <p:spPr>
          <a:xfrm>
            <a:off x="6546921" y="1700784"/>
            <a:ext cx="1097280" cy="621792"/>
          </a:xfrm>
          <a:prstGeom prst="flowChartDocumen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933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Document</a:t>
            </a:r>
            <a:endParaRPr lang="en-US" sz="1100" dirty="0"/>
          </a:p>
        </p:txBody>
      </p:sp>
      <p:sp>
        <p:nvSpPr>
          <p:cNvPr id="16" name="資料庫"/>
          <p:cNvSpPr/>
          <p:nvPr/>
        </p:nvSpPr>
        <p:spPr>
          <a:xfrm>
            <a:off x="8172480" y="1645920"/>
            <a:ext cx="804672" cy="731520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35189" y="2501798"/>
            <a:ext cx="1479255" cy="380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11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050438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3270" y="3013862"/>
            <a:ext cx="875117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基本流程範例</a:t>
            </a:r>
            <a:endParaRPr lang="en-US" sz="1050" dirty="0"/>
          </a:p>
        </p:txBody>
      </p:sp>
      <p:sp>
        <p:nvSpPr>
          <p:cNvPr id="20" name="線條"/>
          <p:cNvSpPr/>
          <p:nvPr/>
        </p:nvSpPr>
        <p:spPr>
          <a:xfrm>
            <a:off x="438912" y="3321101"/>
            <a:ext cx="887553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1" name="開始／結束"/>
          <p:cNvSpPr/>
          <p:nvPr/>
        </p:nvSpPr>
        <p:spPr>
          <a:xfrm>
            <a:off x="438912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</a:t>
            </a:r>
            <a:endParaRPr lang="en-US" sz="1100" dirty="0"/>
          </a:p>
        </p:txBody>
      </p:sp>
      <p:sp>
        <p:nvSpPr>
          <p:cNvPr id="22" name="輸入輸出"/>
          <p:cNvSpPr/>
          <p:nvPr/>
        </p:nvSpPr>
        <p:spPr>
          <a:xfrm>
            <a:off x="1782422" y="3518611"/>
            <a:ext cx="1316736" cy="497434"/>
          </a:xfrm>
          <a:prstGeom prst="parallelogram">
            <a:avLst>
              <a:gd name="adj" fmla="val 42000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輸入需求</a:t>
            </a:r>
            <a:endParaRPr lang="en-US" sz="1100" dirty="0"/>
          </a:p>
        </p:txBody>
      </p:sp>
      <p:sp>
        <p:nvSpPr>
          <p:cNvPr id="23" name="判斷"/>
          <p:cNvSpPr/>
          <p:nvPr/>
        </p:nvSpPr>
        <p:spPr>
          <a:xfrm>
            <a:off x="3528267" y="3401568"/>
            <a:ext cx="1243584" cy="731520"/>
          </a:xfrm>
          <a:prstGeom prst="diamond">
            <a:avLst/>
          </a:prstGeom>
          <a:solidFill>
            <a:srgbClr val="DEE7F1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是否可行？</a:t>
            </a:r>
            <a:endParaRPr lang="en-US" sz="1050" dirty="0"/>
          </a:p>
        </p:txBody>
      </p:sp>
      <p:sp>
        <p:nvSpPr>
          <p:cNvPr id="24" name="處理"/>
          <p:cNvSpPr/>
          <p:nvPr/>
        </p:nvSpPr>
        <p:spPr>
          <a:xfrm>
            <a:off x="5200961" y="3518611"/>
            <a:ext cx="1170432" cy="497434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執行處理</a:t>
            </a:r>
            <a:endParaRPr lang="en-US" sz="1100" dirty="0"/>
          </a:p>
        </p:txBody>
      </p:sp>
      <p:sp>
        <p:nvSpPr>
          <p:cNvPr id="25" name="文件"/>
          <p:cNvSpPr/>
          <p:nvPr/>
        </p:nvSpPr>
        <p:spPr>
          <a:xfrm>
            <a:off x="6800503" y="3474720"/>
            <a:ext cx="1170432" cy="585216"/>
          </a:xfrm>
          <a:prstGeom prst="flowChartDocument">
            <a:avLst/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0" rIns="3048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產出報告</a:t>
            </a:r>
            <a:endParaRPr lang="en-US" sz="1100" dirty="0"/>
          </a:p>
        </p:txBody>
      </p:sp>
      <p:sp>
        <p:nvSpPr>
          <p:cNvPr id="26" name="開始／結束"/>
          <p:cNvSpPr/>
          <p:nvPr/>
        </p:nvSpPr>
        <p:spPr>
          <a:xfrm>
            <a:off x="8400044" y="3547872"/>
            <a:ext cx="914400" cy="438912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</a:t>
            </a:r>
            <a:endParaRPr lang="en-US" sz="1100" dirty="0"/>
          </a:p>
        </p:txBody>
      </p:sp>
      <p:cxnSp>
        <p:nvCxnSpPr>
          <p:cNvPr id="27" name="連接線"/>
          <p:cNvCxnSpPr>
            <a:stCxn id="21" idx="3"/>
            <a:endCxn id="22" idx="5"/>
          </p:cNvCxnSpPr>
          <p:nvPr/>
        </p:nvCxnSpPr>
        <p:spPr>
          <a:xfrm>
            <a:off x="1353312" y="3767328"/>
            <a:ext cx="533571" cy="0"/>
          </a:xfrm>
          <a:prstGeom prst="straightConnector1">
            <a:avLst/>
          </a:prstGeom>
          <a:ln w="12700">
            <a:solidFill>
              <a:srgbClr val="7F7F7F"/>
            </a:solidFill>
            <a:prstDash val="solid"/>
            <a:tailEnd type="triangle" w="lg" len="lg"/>
          </a:ln>
        </p:spPr>
      </p:cxnSp>
      <p:cxnSp>
        <p:nvCxnSpPr>
          <p:cNvPr id="28" name="連接線"/>
          <p:cNvCxnSpPr>
            <a:stCxn id="22" idx="2"/>
            <a:endCxn id="23" idx="1"/>
          </p:cNvCxnSpPr>
          <p:nvPr/>
        </p:nvCxnSpPr>
        <p:spPr>
          <a:xfrm>
            <a:off x="2994697" y="3767328"/>
            <a:ext cx="533571" cy="0"/>
          </a:xfrm>
          <a:prstGeom prst="straightConnector1">
            <a:avLst/>
          </a:prstGeom>
          <a:ln w="12700">
            <a:solidFill>
              <a:srgbClr val="7F7F7F"/>
            </a:solidFill>
            <a:prstDash val="solid"/>
            <a:tailEnd type="triangle" w="lg" len="lg"/>
          </a:ln>
        </p:spPr>
      </p:cxnSp>
      <p:cxnSp>
        <p:nvCxnSpPr>
          <p:cNvPr id="29" name="連接線"/>
          <p:cNvCxnSpPr>
            <a:stCxn id="23" idx="3"/>
            <a:endCxn id="24" idx="1"/>
          </p:cNvCxnSpPr>
          <p:nvPr/>
        </p:nvCxnSpPr>
        <p:spPr>
          <a:xfrm>
            <a:off x="4771851" y="3767328"/>
            <a:ext cx="429110" cy="0"/>
          </a:xfrm>
          <a:prstGeom prst="straightConnector1">
            <a:avLst/>
          </a:prstGeom>
          <a:ln w="12700">
            <a:solidFill>
              <a:srgbClr val="7F7F7F"/>
            </a:solidFill>
            <a:prstDash val="solid"/>
            <a:tailEnd type="triangle" w="lg" len="lg"/>
          </a:ln>
        </p:spPr>
      </p:cxnSp>
      <p:cxnSp>
        <p:nvCxnSpPr>
          <p:cNvPr id="30" name="連接線"/>
          <p:cNvCxnSpPr>
            <a:stCxn id="24" idx="3"/>
            <a:endCxn id="25" idx="1"/>
          </p:cNvCxnSpPr>
          <p:nvPr/>
        </p:nvCxnSpPr>
        <p:spPr>
          <a:xfrm>
            <a:off x="6371393" y="3767328"/>
            <a:ext cx="429110" cy="0"/>
          </a:xfrm>
          <a:prstGeom prst="straightConnector1">
            <a:avLst/>
          </a:prstGeom>
          <a:ln w="12700">
            <a:solidFill>
              <a:srgbClr val="7F7F7F"/>
            </a:solidFill>
            <a:prstDash val="solid"/>
            <a:tailEnd type="triangle" w="lg" len="lg"/>
          </a:ln>
        </p:spPr>
      </p:cxnSp>
      <p:cxnSp>
        <p:nvCxnSpPr>
          <p:cNvPr id="31" name="連接線"/>
          <p:cNvCxnSpPr>
            <a:stCxn id="25" idx="3"/>
            <a:endCxn id="26" idx="1"/>
          </p:cNvCxnSpPr>
          <p:nvPr/>
        </p:nvCxnSpPr>
        <p:spPr>
          <a:xfrm>
            <a:off x="7970935" y="3767328"/>
            <a:ext cx="429110" cy="0"/>
          </a:xfrm>
          <a:prstGeom prst="straightConnector1">
            <a:avLst/>
          </a:prstGeom>
          <a:ln w="12700">
            <a:solidFill>
              <a:srgbClr val="7F7F7F"/>
            </a:solidFill>
            <a:prstDash val="solid"/>
            <a:tailEnd type="triangle" w="lg" len="lg"/>
          </a:ln>
        </p:spPr>
      </p:cxnSp>
      <p:sp>
        <p:nvSpPr>
          <p:cNvPr id="32" name="Text 30"/>
          <p:cNvSpPr/>
          <p:nvPr/>
        </p:nvSpPr>
        <p:spPr>
          <a:xfrm>
            <a:off x="4786482" y="3460090"/>
            <a:ext cx="42911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</a:t>
            </a:r>
            <a:endParaRPr lang="en-US" sz="900" dirty="0"/>
          </a:p>
        </p:txBody>
      </p:sp>
      <p:sp>
        <p:nvSpPr>
          <p:cNvPr id="33" name="資料庫"/>
          <p:cNvSpPr/>
          <p:nvPr/>
        </p:nvSpPr>
        <p:spPr>
          <a:xfrm>
            <a:off x="5420417" y="4330598"/>
            <a:ext cx="731520" cy="599846"/>
          </a:xfrm>
          <a:prstGeom prst="can">
            <a:avLst>
              <a:gd name="adj" fmla="val 13000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</a:t>
            </a:r>
            <a:endParaRPr lang="en-US" sz="950" dirty="0"/>
          </a:p>
        </p:txBody>
      </p:sp>
      <p:cxnSp>
        <p:nvCxnSpPr>
          <p:cNvPr id="34" name="連接線"/>
          <p:cNvCxnSpPr>
            <a:stCxn id="24" idx="2"/>
            <a:endCxn id="33" idx="0"/>
          </p:cNvCxnSpPr>
          <p:nvPr/>
        </p:nvCxnSpPr>
        <p:spPr>
          <a:xfrm>
            <a:off x="5786177" y="4016045"/>
            <a:ext cx="0" cy="314554"/>
          </a:xfrm>
          <a:prstGeom prst="straightConnector1">
            <a:avLst/>
          </a:prstGeom>
          <a:ln w="12700">
            <a:solidFill>
              <a:srgbClr val="7F7F7F"/>
            </a:solidFill>
            <a:prstDash val="sysDash"/>
            <a:headEnd type="triangle" w="lg" len="lg"/>
            <a:tailEnd type="triangle" w="lg" len="lg"/>
          </a:ln>
        </p:spPr>
      </p:cxnSp>
      <p:cxnSp>
        <p:nvCxnSpPr>
          <p:cNvPr id="35" name="連接線"/>
          <p:cNvCxnSpPr>
            <a:stCxn id="23" idx="2"/>
            <a:endCxn id="22" idx="4"/>
          </p:cNvCxnSpPr>
          <p:nvPr/>
        </p:nvCxnSpPr>
        <p:spPr>
          <a:xfrm rot="5400000" flipH="1">
            <a:off x="3236903" y="3219932"/>
            <a:ext cx="117043" cy="1709270"/>
          </a:xfrm>
          <a:prstGeom prst="bentConnector3">
            <a:avLst>
              <a:gd name="adj1" fmla="val -468750"/>
            </a:avLst>
          </a:prstGeom>
          <a:ln w="12700">
            <a:solidFill>
              <a:srgbClr val="7F7F7F"/>
            </a:solidFill>
            <a:prstDash val="solid"/>
            <a:tailEnd type="triangle" w="lg" len="lg"/>
          </a:ln>
        </p:spPr>
      </p:cxnSp>
      <p:sp>
        <p:nvSpPr>
          <p:cNvPr id="36" name="Text 34"/>
          <p:cNvSpPr/>
          <p:nvPr/>
        </p:nvSpPr>
        <p:spPr>
          <a:xfrm>
            <a:off x="4223211" y="4220870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否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結構元件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樹狀分支、十字矩陣與半透明寬欄條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402336" cy="43891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912" y="1463040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3270" y="1426464"/>
            <a:ext cx="404530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樹狀分支 Tree</a:t>
            </a:r>
            <a:endParaRPr lang="en-US" sz="1050" dirty="0"/>
          </a:p>
        </p:txBody>
      </p:sp>
      <p:sp>
        <p:nvSpPr>
          <p:cNvPr id="8" name="線條"/>
          <p:cNvSpPr/>
          <p:nvPr/>
        </p:nvSpPr>
        <p:spPr>
          <a:xfrm>
            <a:off x="438912" y="1733702"/>
            <a:ext cx="416966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9" name="處理"/>
          <p:cNvSpPr/>
          <p:nvPr/>
        </p:nvSpPr>
        <p:spPr>
          <a:xfrm>
            <a:off x="438912" y="3035808"/>
            <a:ext cx="599846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</a:t>
            </a:r>
            <a:endParaRPr lang="en-US" sz="1050" dirty="0"/>
          </a:p>
        </p:txBody>
      </p:sp>
      <p:sp>
        <p:nvSpPr>
          <p:cNvPr id="10" name="處理"/>
          <p:cNvSpPr/>
          <p:nvPr/>
        </p:nvSpPr>
        <p:spPr>
          <a:xfrm>
            <a:off x="1499616" y="2450592"/>
            <a:ext cx="67299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分支一</a:t>
            </a:r>
            <a:endParaRPr lang="en-US" sz="950" dirty="0"/>
          </a:p>
        </p:txBody>
      </p:sp>
      <p:sp>
        <p:nvSpPr>
          <p:cNvPr id="11" name="處理"/>
          <p:cNvSpPr/>
          <p:nvPr/>
        </p:nvSpPr>
        <p:spPr>
          <a:xfrm>
            <a:off x="1499616" y="3621024"/>
            <a:ext cx="672998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分支二</a:t>
            </a:r>
            <a:endParaRPr lang="en-US" sz="950" dirty="0"/>
          </a:p>
        </p:txBody>
      </p:sp>
      <p:sp>
        <p:nvSpPr>
          <p:cNvPr id="12" name="處理"/>
          <p:cNvSpPr/>
          <p:nvPr/>
        </p:nvSpPr>
        <p:spPr>
          <a:xfrm>
            <a:off x="2633472" y="3035808"/>
            <a:ext cx="599846" cy="365760"/>
          </a:xfrm>
          <a:prstGeom prst="roundRect">
            <a:avLst>
              <a:gd name="adj" fmla="val 2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050" dirty="0"/>
          </a:p>
        </p:txBody>
      </p:sp>
      <p:sp>
        <p:nvSpPr>
          <p:cNvPr id="13" name="處理"/>
          <p:cNvSpPr/>
          <p:nvPr/>
        </p:nvSpPr>
        <p:spPr>
          <a:xfrm>
            <a:off x="3694176" y="2084832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A</a:t>
            </a:r>
            <a:endParaRPr lang="en-US" sz="950" dirty="0"/>
          </a:p>
        </p:txBody>
      </p:sp>
      <p:sp>
        <p:nvSpPr>
          <p:cNvPr id="14" name="處理"/>
          <p:cNvSpPr/>
          <p:nvPr/>
        </p:nvSpPr>
        <p:spPr>
          <a:xfrm>
            <a:off x="3694176" y="3035808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B</a:t>
            </a:r>
            <a:endParaRPr lang="en-US" sz="950" dirty="0"/>
          </a:p>
        </p:txBody>
      </p:sp>
      <p:sp>
        <p:nvSpPr>
          <p:cNvPr id="15" name="處理"/>
          <p:cNvSpPr/>
          <p:nvPr/>
        </p:nvSpPr>
        <p:spPr>
          <a:xfrm>
            <a:off x="3694176" y="3986784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 C</a:t>
            </a:r>
            <a:endParaRPr lang="en-US" sz="950" dirty="0"/>
          </a:p>
        </p:txBody>
      </p:sp>
      <p:sp>
        <p:nvSpPr>
          <p:cNvPr id="16" name="連接線"/>
          <p:cNvSpPr/>
          <p:nvPr/>
        </p:nvSpPr>
        <p:spPr>
          <a:xfrm>
            <a:off x="1082650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連接線"/>
          <p:cNvSpPr/>
          <p:nvPr/>
        </p:nvSpPr>
        <p:spPr>
          <a:xfrm>
            <a:off x="1082650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連接線"/>
          <p:cNvSpPr/>
          <p:nvPr/>
        </p:nvSpPr>
        <p:spPr>
          <a:xfrm>
            <a:off x="2216506" y="2633472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0"/>
                </a:moveTo>
                <a:lnTo>
                  <a:pt x="186538" y="0"/>
                </a:lnTo>
                <a:lnTo>
                  <a:pt x="186538" y="585216"/>
                </a:lnTo>
                <a:lnTo>
                  <a:pt x="373075" y="585216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連接線"/>
          <p:cNvSpPr/>
          <p:nvPr/>
        </p:nvSpPr>
        <p:spPr>
          <a:xfrm>
            <a:off x="2216506" y="3218688"/>
            <a:ext cx="373075" cy="585216"/>
          </a:xfrm>
          <a:custGeom>
            <a:avLst/>
            <a:gdLst/>
            <a:ahLst/>
            <a:cxnLst/>
            <a:rect l="l" t="t" r="r" b="b"/>
            <a:pathLst>
              <a:path w="373075" h="585216">
                <a:moveTo>
                  <a:pt x="0" y="585216"/>
                </a:moveTo>
                <a:lnTo>
                  <a:pt x="186538" y="58521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連接線"/>
          <p:cNvSpPr/>
          <p:nvPr/>
        </p:nvSpPr>
        <p:spPr>
          <a:xfrm>
            <a:off x="3277210" y="2267712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950976"/>
                </a:moveTo>
                <a:lnTo>
                  <a:pt x="186538" y="950976"/>
                </a:lnTo>
                <a:lnTo>
                  <a:pt x="186538" y="0"/>
                </a:lnTo>
                <a:lnTo>
                  <a:pt x="373075" y="0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線條"/>
          <p:cNvSpPr/>
          <p:nvPr/>
        </p:nvSpPr>
        <p:spPr>
          <a:xfrm>
            <a:off x="3277210" y="3218688"/>
            <a:ext cx="373075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</p:sp>
      <p:sp>
        <p:nvSpPr>
          <p:cNvPr id="22" name="連接線"/>
          <p:cNvSpPr/>
          <p:nvPr/>
        </p:nvSpPr>
        <p:spPr>
          <a:xfrm>
            <a:off x="3277210" y="3218688"/>
            <a:ext cx="373075" cy="950976"/>
          </a:xfrm>
          <a:custGeom>
            <a:avLst/>
            <a:gdLst/>
            <a:ahLst/>
            <a:cxnLst/>
            <a:rect l="l" t="t" r="r" b="b"/>
            <a:pathLst>
              <a:path w="373075" h="950976">
                <a:moveTo>
                  <a:pt x="0" y="0"/>
                </a:moveTo>
                <a:lnTo>
                  <a:pt x="186538" y="0"/>
                </a:lnTo>
                <a:lnTo>
                  <a:pt x="186538" y="950976"/>
                </a:lnTo>
                <a:lnTo>
                  <a:pt x="373075" y="950976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937760" y="1463040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62118" y="1426464"/>
            <a:ext cx="2033626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十字矩陣 2×2</a:t>
            </a:r>
            <a:endParaRPr lang="en-US" sz="1050" dirty="0"/>
          </a:p>
        </p:txBody>
      </p:sp>
      <p:sp>
        <p:nvSpPr>
          <p:cNvPr id="25" name="線條"/>
          <p:cNvSpPr/>
          <p:nvPr/>
        </p:nvSpPr>
        <p:spPr>
          <a:xfrm>
            <a:off x="4937760" y="1733702"/>
            <a:ext cx="2157984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26" name="線條"/>
          <p:cNvSpPr/>
          <p:nvPr/>
        </p:nvSpPr>
        <p:spPr>
          <a:xfrm>
            <a:off x="5244998" y="3218688"/>
            <a:ext cx="1543507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7" name="線條"/>
          <p:cNvSpPr/>
          <p:nvPr/>
        </p:nvSpPr>
        <p:spPr>
          <a:xfrm>
            <a:off x="6016752" y="2157984"/>
            <a:ext cx="0" cy="2121408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28" name="中心圓"/>
          <p:cNvSpPr/>
          <p:nvPr/>
        </p:nvSpPr>
        <p:spPr>
          <a:xfrm>
            <a:off x="5680253" y="2882189"/>
            <a:ext cx="672998" cy="672998"/>
          </a:xfrm>
          <a:prstGeom prst="ellipse">
            <a:avLst/>
          </a:prstGeom>
          <a:solidFill>
            <a:srgbClr val="1F4E79"/>
          </a:solidFill>
          <a:ln w="2032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</a:t>
            </a:r>
            <a:endParaRPr lang="en-US" sz="950" dirty="0"/>
          </a:p>
        </p:txBody>
      </p:sp>
      <p:sp>
        <p:nvSpPr>
          <p:cNvPr id="29" name="標籤"/>
          <p:cNvSpPr/>
          <p:nvPr/>
        </p:nvSpPr>
        <p:spPr>
          <a:xfrm>
            <a:off x="5239309" y="2582266"/>
            <a:ext cx="413715" cy="21945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吸引</a:t>
            </a:r>
            <a:endParaRPr lang="en-US" sz="900" dirty="0"/>
          </a:p>
        </p:txBody>
      </p:sp>
      <p:sp>
        <p:nvSpPr>
          <p:cNvPr id="30" name="標籤"/>
          <p:cNvSpPr/>
          <p:nvPr/>
        </p:nvSpPr>
        <p:spPr>
          <a:xfrm>
            <a:off x="6380480" y="2582266"/>
            <a:ext cx="413715" cy="21945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</a:t>
            </a:r>
            <a:endParaRPr lang="en-US" sz="900" dirty="0"/>
          </a:p>
        </p:txBody>
      </p:sp>
      <p:sp>
        <p:nvSpPr>
          <p:cNvPr id="31" name="標籤"/>
          <p:cNvSpPr/>
          <p:nvPr/>
        </p:nvSpPr>
        <p:spPr>
          <a:xfrm>
            <a:off x="5239309" y="3635654"/>
            <a:ext cx="413715" cy="21945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好記</a:t>
            </a:r>
            <a:endParaRPr lang="en-US" sz="900" dirty="0"/>
          </a:p>
        </p:txBody>
      </p:sp>
      <p:sp>
        <p:nvSpPr>
          <p:cNvPr id="32" name="標籤"/>
          <p:cNvSpPr/>
          <p:nvPr/>
        </p:nvSpPr>
        <p:spPr>
          <a:xfrm>
            <a:off x="6380480" y="3635654"/>
            <a:ext cx="413715" cy="21945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可信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1901952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77840" y="4315968"/>
            <a:ext cx="87782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01184" y="310896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感性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03136" y="310896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理性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88352" y="1463040"/>
            <a:ext cx="36576" cy="160934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512710" y="1426464"/>
            <a:ext cx="1801734" cy="2340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寬欄透明條 Columns</a:t>
            </a:r>
            <a:endParaRPr lang="en-US" sz="1050" dirty="0"/>
          </a:p>
        </p:txBody>
      </p:sp>
      <p:sp>
        <p:nvSpPr>
          <p:cNvPr id="39" name="線條"/>
          <p:cNvSpPr/>
          <p:nvPr/>
        </p:nvSpPr>
        <p:spPr>
          <a:xfrm>
            <a:off x="7388352" y="1733702"/>
            <a:ext cx="1926092" cy="0"/>
          </a:xfrm>
          <a:prstGeom prst="line">
            <a:avLst/>
          </a:prstGeom>
          <a:noFill/>
          <a:ln w="7620">
            <a:solidFill>
              <a:srgbClr val="D9D9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73568" y="1828800"/>
            <a:ext cx="74615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595360" y="1828800"/>
            <a:ext cx="74615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</a:t>
            </a:r>
            <a:endParaRPr lang="en-US" sz="900" dirty="0"/>
          </a:p>
        </p:txBody>
      </p:sp>
      <p:sp>
        <p:nvSpPr>
          <p:cNvPr id="42" name="寬欄條"/>
          <p:cNvSpPr/>
          <p:nvPr/>
        </p:nvSpPr>
        <p:spPr>
          <a:xfrm>
            <a:off x="8119872" y="2084832"/>
            <a:ext cx="453542" cy="2487168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寬欄條"/>
          <p:cNvSpPr/>
          <p:nvPr/>
        </p:nvSpPr>
        <p:spPr>
          <a:xfrm>
            <a:off x="8741664" y="2084832"/>
            <a:ext cx="453542" cy="2487168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388352" y="2435962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階段一</a:t>
            </a:r>
            <a:endParaRPr lang="en-US" sz="900" dirty="0"/>
          </a:p>
        </p:txBody>
      </p:sp>
      <p:sp>
        <p:nvSpPr>
          <p:cNvPr id="45" name="編號"/>
          <p:cNvSpPr/>
          <p:nvPr/>
        </p:nvSpPr>
        <p:spPr>
          <a:xfrm>
            <a:off x="8178394" y="2392070"/>
            <a:ext cx="336499" cy="336499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050" dirty="0"/>
          </a:p>
        </p:txBody>
      </p:sp>
      <p:sp>
        <p:nvSpPr>
          <p:cNvPr id="46" name="編號"/>
          <p:cNvSpPr/>
          <p:nvPr/>
        </p:nvSpPr>
        <p:spPr>
          <a:xfrm>
            <a:off x="8800186" y="2392070"/>
            <a:ext cx="336499" cy="336499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388352" y="3204058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階段二</a:t>
            </a:r>
            <a:endParaRPr lang="en-US" sz="900" dirty="0"/>
          </a:p>
        </p:txBody>
      </p:sp>
      <p:sp>
        <p:nvSpPr>
          <p:cNvPr id="48" name="編號"/>
          <p:cNvSpPr/>
          <p:nvPr/>
        </p:nvSpPr>
        <p:spPr>
          <a:xfrm>
            <a:off x="8178394" y="3160166"/>
            <a:ext cx="336499" cy="336499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050" dirty="0"/>
          </a:p>
        </p:txBody>
      </p:sp>
      <p:sp>
        <p:nvSpPr>
          <p:cNvPr id="49" name="編號"/>
          <p:cNvSpPr/>
          <p:nvPr/>
        </p:nvSpPr>
        <p:spPr>
          <a:xfrm>
            <a:off x="8800186" y="3160166"/>
            <a:ext cx="336499" cy="336499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388352" y="3972154"/>
            <a:ext cx="658368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階段三</a:t>
            </a:r>
            <a:endParaRPr lang="en-US" sz="900" dirty="0"/>
          </a:p>
        </p:txBody>
      </p:sp>
      <p:sp>
        <p:nvSpPr>
          <p:cNvPr id="51" name="編號"/>
          <p:cNvSpPr/>
          <p:nvPr/>
        </p:nvSpPr>
        <p:spPr>
          <a:xfrm>
            <a:off x="8178394" y="3928262"/>
            <a:ext cx="336499" cy="336499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050" dirty="0"/>
          </a:p>
        </p:txBody>
      </p:sp>
      <p:sp>
        <p:nvSpPr>
          <p:cNvPr id="52" name="編號"/>
          <p:cNvSpPr/>
          <p:nvPr/>
        </p:nvSpPr>
        <p:spPr>
          <a:xfrm>
            <a:off x="8800186" y="3928262"/>
            <a:ext cx="336499" cy="336499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/ 14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高效溝通：讓想法被看見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關鍵在於把資訊整理成對方能理解的結構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402336" cy="43891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外圈細環"/>
          <p:cNvSpPr/>
          <p:nvPr/>
        </p:nvSpPr>
        <p:spPr>
          <a:xfrm>
            <a:off x="915985" y="1411834"/>
            <a:ext cx="2004365" cy="2004365"/>
          </a:xfrm>
          <a:prstGeom prst="ellipse">
            <a:avLst/>
          </a:prstGeom>
          <a:noFill/>
          <a:ln w="7620">
            <a:solidFill>
              <a:srgbClr val="E6E6E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光暈大圓"/>
          <p:cNvSpPr/>
          <p:nvPr/>
        </p:nvSpPr>
        <p:spPr>
          <a:xfrm>
            <a:off x="967191" y="1463040"/>
            <a:ext cx="1901952" cy="1901952"/>
          </a:xfrm>
          <a:prstGeom prst="ellipse">
            <a:avLst/>
          </a:prstGeom>
          <a:solidFill>
            <a:srgbClr val="FFFFFF"/>
          </a:solidFill>
          <a:ln w="30480">
            <a:solidFill>
              <a:srgbClr val="D9D9D9"/>
            </a:solidFill>
            <a:prstDash val="solid"/>
          </a:ln>
          <a:effectLst>
            <a:outerShdw blurRad="162560" dist="2032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7191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157387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為何要重視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溝通品質</a:t>
            </a:r>
            <a:endParaRPr lang="en-US" sz="1200" dirty="0"/>
          </a:p>
        </p:txBody>
      </p:sp>
      <p:sp>
        <p:nvSpPr>
          <p:cNvPr id="10" name="外圈細環"/>
          <p:cNvSpPr/>
          <p:nvPr/>
        </p:nvSpPr>
        <p:spPr>
          <a:xfrm>
            <a:off x="3874496" y="1411834"/>
            <a:ext cx="2004365" cy="2004365"/>
          </a:xfrm>
          <a:prstGeom prst="ellipse">
            <a:avLst/>
          </a:prstGeom>
          <a:noFill/>
          <a:ln w="7620">
            <a:solidFill>
              <a:srgbClr val="E6E6E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光暈大圓"/>
          <p:cNvSpPr/>
          <p:nvPr/>
        </p:nvSpPr>
        <p:spPr>
          <a:xfrm>
            <a:off x="3925702" y="1463040"/>
            <a:ext cx="1901952" cy="1901952"/>
          </a:xfrm>
          <a:prstGeom prst="ellipse">
            <a:avLst/>
          </a:prstGeom>
          <a:solidFill>
            <a:srgbClr val="FFFFFF"/>
          </a:solidFill>
          <a:ln w="30480">
            <a:solidFill>
              <a:srgbClr val="D9D9D9"/>
            </a:solidFill>
            <a:prstDash val="solid"/>
          </a:ln>
          <a:effectLst>
            <a:outerShdw blurRad="162560" dist="2032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25702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4115897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三個關鍵</a:t>
            </a:r>
            <a:endParaRPr lang="en-US" sz="1200" dirty="0"/>
          </a:p>
        </p:txBody>
      </p:sp>
      <p:sp>
        <p:nvSpPr>
          <p:cNvPr id="14" name="外圈細環"/>
          <p:cNvSpPr/>
          <p:nvPr/>
        </p:nvSpPr>
        <p:spPr>
          <a:xfrm>
            <a:off x="6833006" y="1411834"/>
            <a:ext cx="2004365" cy="2004365"/>
          </a:xfrm>
          <a:prstGeom prst="ellipse">
            <a:avLst/>
          </a:prstGeom>
          <a:noFill/>
          <a:ln w="7620">
            <a:solidFill>
              <a:srgbClr val="E6E6E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光暈大圓"/>
          <p:cNvSpPr/>
          <p:nvPr/>
        </p:nvSpPr>
        <p:spPr>
          <a:xfrm>
            <a:off x="6884213" y="1463040"/>
            <a:ext cx="1901952" cy="1901952"/>
          </a:xfrm>
          <a:prstGeom prst="ellipse">
            <a:avLst/>
          </a:prstGeom>
          <a:solidFill>
            <a:srgbClr val="FFFFFF"/>
          </a:solidFill>
          <a:ln w="30480">
            <a:solidFill>
              <a:srgbClr val="D9D9D9"/>
            </a:solidFill>
            <a:prstDash val="solid"/>
          </a:ln>
          <a:effectLst>
            <a:outerShdw blurRad="162560" dist="20320" dir="5400000" sx="102000" sy="102000" algn="ctr" rotWithShape="0">
              <a:srgbClr val="000000">
                <a:alpha val="32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84213" y="1710294"/>
            <a:ext cx="1901952" cy="5896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</a:t>
            </a:r>
            <a:endParaRPr lang="en-US" sz="3100" dirty="0"/>
          </a:p>
        </p:txBody>
      </p:sp>
      <p:sp>
        <p:nvSpPr>
          <p:cNvPr id="17" name="Text 15"/>
          <p:cNvSpPr/>
          <p:nvPr/>
        </p:nvSpPr>
        <p:spPr>
          <a:xfrm>
            <a:off x="7074408" y="2318918"/>
            <a:ext cx="1521562" cy="53254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呈現的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三個層次</a:t>
            </a:r>
            <a:endParaRPr lang="en-US" sz="1200" dirty="0"/>
          </a:p>
        </p:txBody>
      </p:sp>
      <p:sp>
        <p:nvSpPr>
          <p:cNvPr id="18" name="三角形"/>
          <p:cNvSpPr/>
          <p:nvPr/>
        </p:nvSpPr>
        <p:spPr>
          <a:xfrm>
            <a:off x="3331586" y="2326234"/>
            <a:ext cx="131674" cy="175565"/>
          </a:xfrm>
          <a:custGeom>
            <a:avLst/>
            <a:gdLst/>
            <a:ahLst/>
            <a:cxnLst/>
            <a:rect l="l" t="t" r="r" b="b"/>
            <a:pathLst>
              <a:path w="131674" h="175565">
                <a:moveTo>
                  <a:pt x="0" y="0"/>
                </a:moveTo>
                <a:lnTo>
                  <a:pt x="131674" y="87782"/>
                </a:lnTo>
                <a:lnTo>
                  <a:pt x="0" y="175565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三角形"/>
          <p:cNvSpPr/>
          <p:nvPr/>
        </p:nvSpPr>
        <p:spPr>
          <a:xfrm>
            <a:off x="6290097" y="2326234"/>
            <a:ext cx="131674" cy="175565"/>
          </a:xfrm>
          <a:custGeom>
            <a:avLst/>
            <a:gdLst/>
            <a:ahLst/>
            <a:cxnLst/>
            <a:rect l="l" t="t" r="r" b="b"/>
            <a:pathLst>
              <a:path w="131674" h="175565">
                <a:moveTo>
                  <a:pt x="0" y="0"/>
                </a:moveTo>
                <a:lnTo>
                  <a:pt x="131674" y="87782"/>
                </a:lnTo>
                <a:lnTo>
                  <a:pt x="0" y="175565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小圓"/>
          <p:cNvSpPr/>
          <p:nvPr/>
        </p:nvSpPr>
        <p:spPr>
          <a:xfrm>
            <a:off x="3824587" y="2693720"/>
            <a:ext cx="585216" cy="585216"/>
          </a:xfrm>
          <a:prstGeom prst="ellipse">
            <a:avLst/>
          </a:prstGeom>
          <a:solidFill>
            <a:srgbClr val="1F4E79"/>
          </a:solidFill>
          <a:ln w="2540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</a:t>
            </a:r>
            <a:endParaRPr lang="en-US" sz="1300" dirty="0"/>
          </a:p>
        </p:txBody>
      </p:sp>
      <p:sp>
        <p:nvSpPr>
          <p:cNvPr id="21" name="小圓"/>
          <p:cNvSpPr/>
          <p:nvPr/>
        </p:nvSpPr>
        <p:spPr>
          <a:xfrm>
            <a:off x="4584070" y="3072384"/>
            <a:ext cx="585216" cy="585216"/>
          </a:xfrm>
          <a:prstGeom prst="ellipse">
            <a:avLst/>
          </a:prstGeom>
          <a:solidFill>
            <a:srgbClr val="1F4E79"/>
          </a:solidFill>
          <a:ln w="2540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</a:t>
            </a:r>
            <a:endParaRPr lang="en-US" sz="1300" dirty="0"/>
          </a:p>
        </p:txBody>
      </p:sp>
      <p:sp>
        <p:nvSpPr>
          <p:cNvPr id="22" name="小圓"/>
          <p:cNvSpPr/>
          <p:nvPr/>
        </p:nvSpPr>
        <p:spPr>
          <a:xfrm>
            <a:off x="5343553" y="2693720"/>
            <a:ext cx="585216" cy="585216"/>
          </a:xfrm>
          <a:prstGeom prst="ellipse">
            <a:avLst/>
          </a:prstGeom>
          <a:solidFill>
            <a:srgbClr val="1F4E79"/>
          </a:solidFill>
          <a:ln w="2540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09956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蒐集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篩選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歸納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69440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比較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拆解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連結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28923" y="3767328"/>
            <a:ext cx="694944" cy="7680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聚焦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排序</a:t>
            </a:r>
            <a:endParaRPr lang="en-US" sz="9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呈現</a:t>
            </a:r>
            <a:endParaRPr lang="en-US" sz="900" dirty="0"/>
          </a:p>
        </p:txBody>
      </p:sp>
      <p:sp>
        <p:nvSpPr>
          <p:cNvPr id="26" name="標籤"/>
          <p:cNvSpPr/>
          <p:nvPr/>
        </p:nvSpPr>
        <p:spPr>
          <a:xfrm>
            <a:off x="1076919" y="3657600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節省理解時間</a:t>
            </a:r>
            <a:endParaRPr lang="en-US" sz="1050" dirty="0"/>
          </a:p>
        </p:txBody>
      </p:sp>
      <p:sp>
        <p:nvSpPr>
          <p:cNvPr id="27" name="標籤"/>
          <p:cNvSpPr/>
          <p:nvPr/>
        </p:nvSpPr>
        <p:spPr>
          <a:xfrm>
            <a:off x="1076919" y="4059936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對齊彼此認知</a:t>
            </a:r>
            <a:endParaRPr lang="en-US" sz="1050" dirty="0"/>
          </a:p>
        </p:txBody>
      </p:sp>
      <p:sp>
        <p:nvSpPr>
          <p:cNvPr id="28" name="標籤"/>
          <p:cNvSpPr/>
          <p:nvPr/>
        </p:nvSpPr>
        <p:spPr>
          <a:xfrm>
            <a:off x="1076919" y="4462272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提升決策效率</a:t>
            </a:r>
            <a:endParaRPr lang="en-US" sz="1050" dirty="0"/>
          </a:p>
        </p:txBody>
      </p:sp>
      <p:sp>
        <p:nvSpPr>
          <p:cNvPr id="29" name="標籤"/>
          <p:cNvSpPr/>
          <p:nvPr/>
        </p:nvSpPr>
        <p:spPr>
          <a:xfrm>
            <a:off x="6993941" y="3657600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</a:t>
            </a:r>
            <a:endParaRPr lang="en-US" sz="1050" dirty="0"/>
          </a:p>
        </p:txBody>
      </p:sp>
      <p:sp>
        <p:nvSpPr>
          <p:cNvPr id="30" name="標籤"/>
          <p:cNvSpPr/>
          <p:nvPr/>
        </p:nvSpPr>
        <p:spPr>
          <a:xfrm>
            <a:off x="6993941" y="4059936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</a:t>
            </a:r>
            <a:endParaRPr lang="en-US" sz="1050" dirty="0"/>
          </a:p>
        </p:txBody>
      </p:sp>
      <p:sp>
        <p:nvSpPr>
          <p:cNvPr id="31" name="標籤"/>
          <p:cNvSpPr/>
          <p:nvPr/>
        </p:nvSpPr>
        <p:spPr>
          <a:xfrm>
            <a:off x="6993941" y="4462272"/>
            <a:ext cx="1682496" cy="307238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洞見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38912" y="4813402"/>
            <a:ext cx="8875532" cy="2048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三個圓依序回答 Why／How／What，中間的小圓拆出方法，左右兩側以清單補充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14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策略規劃框架地圖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從現況、課題到行動方案的思考路徑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402336" cy="43891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卡片"/>
          <p:cNvSpPr/>
          <p:nvPr/>
        </p:nvSpPr>
        <p:spPr>
          <a:xfrm>
            <a:off x="438912" y="3145536"/>
            <a:ext cx="1505907" cy="67299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8912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願景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Vision</a:t>
            </a:r>
            <a:endParaRPr lang="en-US" sz="1100" dirty="0"/>
          </a:p>
        </p:txBody>
      </p:sp>
      <p:sp>
        <p:nvSpPr>
          <p:cNvPr id="8" name="三角形"/>
          <p:cNvSpPr/>
          <p:nvPr/>
        </p:nvSpPr>
        <p:spPr>
          <a:xfrm>
            <a:off x="2058205" y="3408883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卡片"/>
          <p:cNvSpPr/>
          <p:nvPr/>
        </p:nvSpPr>
        <p:spPr>
          <a:xfrm>
            <a:off x="2281318" y="3145536"/>
            <a:ext cx="1505907" cy="67299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81318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使命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</a:t>
            </a:r>
            <a:endParaRPr lang="en-US" sz="1100" dirty="0"/>
          </a:p>
        </p:txBody>
      </p:sp>
      <p:sp>
        <p:nvSpPr>
          <p:cNvPr id="11" name="三角形"/>
          <p:cNvSpPr/>
          <p:nvPr/>
        </p:nvSpPr>
        <p:spPr>
          <a:xfrm>
            <a:off x="3900611" y="3408883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重點卡片"/>
          <p:cNvSpPr/>
          <p:nvPr/>
        </p:nvSpPr>
        <p:spPr>
          <a:xfrm>
            <a:off x="4123725" y="3145536"/>
            <a:ext cx="1505907" cy="672998"/>
          </a:xfrm>
          <a:prstGeom prst="roundRect">
            <a:avLst>
              <a:gd name="adj" fmla="val 10870"/>
            </a:avLst>
          </a:prstGeom>
          <a:solidFill>
            <a:srgbClr val="1F4E79"/>
          </a:solidFill>
          <a:ln>
            <a:noFill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BCCAD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3" name="三角形"/>
          <p:cNvSpPr/>
          <p:nvPr/>
        </p:nvSpPr>
        <p:spPr>
          <a:xfrm>
            <a:off x="5743017" y="3408883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卡片"/>
          <p:cNvSpPr/>
          <p:nvPr/>
        </p:nvSpPr>
        <p:spPr>
          <a:xfrm>
            <a:off x="5966131" y="3145536"/>
            <a:ext cx="1505907" cy="67299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966131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6" name="三角形"/>
          <p:cNvSpPr/>
          <p:nvPr/>
        </p:nvSpPr>
        <p:spPr>
          <a:xfrm>
            <a:off x="7585423" y="3408883"/>
            <a:ext cx="109728" cy="146304"/>
          </a:xfrm>
          <a:custGeom>
            <a:avLst/>
            <a:gdLst/>
            <a:ahLst/>
            <a:cxnLst/>
            <a:rect l="l" t="t" r="r" b="b"/>
            <a:pathLst>
              <a:path w="109728" h="146304">
                <a:moveTo>
                  <a:pt x="0" y="0"/>
                </a:moveTo>
                <a:lnTo>
                  <a:pt x="109728" y="73152"/>
                </a:lnTo>
                <a:lnTo>
                  <a:pt x="0" y="14630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卡片"/>
          <p:cNvSpPr/>
          <p:nvPr/>
        </p:nvSpPr>
        <p:spPr>
          <a:xfrm>
            <a:off x="7808537" y="3145536"/>
            <a:ext cx="1505907" cy="67299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08537" y="3145536"/>
            <a:ext cx="1505907" cy="672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戰術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Tactic</a:t>
            </a:r>
            <a:endParaRPr lang="en-US" sz="1100" dirty="0"/>
          </a:p>
        </p:txBody>
      </p:sp>
      <p:sp>
        <p:nvSpPr>
          <p:cNvPr id="19" name="卡片"/>
          <p:cNvSpPr/>
          <p:nvPr/>
        </p:nvSpPr>
        <p:spPr>
          <a:xfrm>
            <a:off x="4123725" y="1463040"/>
            <a:ext cx="1505907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23725" y="1463040"/>
            <a:ext cx="1505907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Situation</a:t>
            </a:r>
            <a:endParaRPr lang="en-US" sz="1100" dirty="0"/>
          </a:p>
        </p:txBody>
      </p:sp>
      <p:sp>
        <p:nvSpPr>
          <p:cNvPr id="21" name="卡片"/>
          <p:cNvSpPr/>
          <p:nvPr/>
        </p:nvSpPr>
        <p:spPr>
          <a:xfrm>
            <a:off x="2135014" y="2231136"/>
            <a:ext cx="1234844" cy="52669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135014" y="2231136"/>
            <a:ext cx="1234844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Problem</a:t>
            </a:r>
            <a:endParaRPr lang="en-US" sz="1100" dirty="0"/>
          </a:p>
        </p:txBody>
      </p:sp>
      <p:sp>
        <p:nvSpPr>
          <p:cNvPr id="23" name="卡片"/>
          <p:cNvSpPr/>
          <p:nvPr/>
        </p:nvSpPr>
        <p:spPr>
          <a:xfrm>
            <a:off x="6383498" y="2231136"/>
            <a:ext cx="1234844" cy="52669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83498" y="2231136"/>
            <a:ext cx="1234844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課題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Question</a:t>
            </a:r>
            <a:endParaRPr lang="en-US" sz="1100" dirty="0"/>
          </a:p>
        </p:txBody>
      </p:sp>
      <p:sp>
        <p:nvSpPr>
          <p:cNvPr id="25" name="曲線箭頭"/>
          <p:cNvSpPr/>
          <p:nvPr/>
        </p:nvSpPr>
        <p:spPr>
          <a:xfrm>
            <a:off x="2752436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395021"/>
                </a:moveTo>
                <a:cubicBezTo>
                  <a:pt x="0" y="0"/>
                  <a:pt x="219456" y="0"/>
                  <a:pt x="1312767" y="0"/>
                </a:cubicBezTo>
              </a:path>
            </a:pathLst>
          </a:custGeom>
          <a:noFill/>
          <a:ln w="12700">
            <a:solidFill>
              <a:srgbClr val="7F7F7F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曲線箭頭"/>
          <p:cNvSpPr/>
          <p:nvPr/>
        </p:nvSpPr>
        <p:spPr>
          <a:xfrm>
            <a:off x="5688153" y="1792224"/>
            <a:ext cx="1312767" cy="395021"/>
          </a:xfrm>
          <a:custGeom>
            <a:avLst/>
            <a:gdLst/>
            <a:ahLst/>
            <a:cxnLst/>
            <a:rect l="l" t="t" r="r" b="b"/>
            <a:pathLst>
              <a:path w="1312767" h="395021">
                <a:moveTo>
                  <a:pt x="0" y="0"/>
                </a:moveTo>
                <a:cubicBezTo>
                  <a:pt x="1093311" y="0"/>
                  <a:pt x="1312767" y="0"/>
                  <a:pt x="1312767" y="395021"/>
                </a:cubicBezTo>
              </a:path>
            </a:pathLst>
          </a:custGeom>
          <a:noFill/>
          <a:ln w="12700">
            <a:solidFill>
              <a:srgbClr val="7F7F7F"/>
            </a:solidFill>
            <a:prstDash val="sysDash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3428380" y="2494483"/>
            <a:ext cx="2896597" cy="0"/>
          </a:xfrm>
          <a:prstGeom prst="line">
            <a:avLst/>
          </a:prstGeom>
          <a:noFill/>
          <a:ln w="12700">
            <a:solidFill>
              <a:srgbClr val="A6A6A6"/>
            </a:solidFill>
            <a:prstDash val="sysDash"/>
            <a:headEnd type="triangle" w="lg" len="lg"/>
            <a:tailEnd type="triangle" w="lg" len="lg"/>
          </a:ln>
        </p:spPr>
      </p:sp>
      <p:sp>
        <p:nvSpPr>
          <p:cNvPr id="28" name="編號"/>
          <p:cNvSpPr/>
          <p:nvPr/>
        </p:nvSpPr>
        <p:spPr>
          <a:xfrm>
            <a:off x="438912" y="1492301"/>
            <a:ext cx="248717" cy="24871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900" dirty="0"/>
          </a:p>
        </p:txBody>
      </p:sp>
      <p:sp>
        <p:nvSpPr>
          <p:cNvPr id="29" name="編號"/>
          <p:cNvSpPr/>
          <p:nvPr/>
        </p:nvSpPr>
        <p:spPr>
          <a:xfrm>
            <a:off x="738835" y="1492301"/>
            <a:ext cx="248717" cy="24871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標籤"/>
          <p:cNvSpPr/>
          <p:nvPr/>
        </p:nvSpPr>
        <p:spPr>
          <a:xfrm>
            <a:off x="1060704" y="1499616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界定問題</a:t>
            </a:r>
            <a:endParaRPr lang="en-US" sz="900" dirty="0"/>
          </a:p>
        </p:txBody>
      </p:sp>
      <p:sp>
        <p:nvSpPr>
          <p:cNvPr id="31" name="編號"/>
          <p:cNvSpPr/>
          <p:nvPr/>
        </p:nvSpPr>
        <p:spPr>
          <a:xfrm>
            <a:off x="438912" y="1858061"/>
            <a:ext cx="248717" cy="24871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編號"/>
          <p:cNvSpPr/>
          <p:nvPr/>
        </p:nvSpPr>
        <p:spPr>
          <a:xfrm>
            <a:off x="738835" y="1858061"/>
            <a:ext cx="248717" cy="24871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標籤"/>
          <p:cNvSpPr/>
          <p:nvPr/>
        </p:nvSpPr>
        <p:spPr>
          <a:xfrm>
            <a:off x="1060704" y="1865376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排序優先</a:t>
            </a:r>
            <a:endParaRPr lang="en-US" sz="900" dirty="0"/>
          </a:p>
        </p:txBody>
      </p:sp>
      <p:sp>
        <p:nvSpPr>
          <p:cNvPr id="34" name="編號"/>
          <p:cNvSpPr/>
          <p:nvPr/>
        </p:nvSpPr>
        <p:spPr>
          <a:xfrm>
            <a:off x="7735385" y="1492301"/>
            <a:ext cx="248717" cy="24871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900" dirty="0"/>
          </a:p>
        </p:txBody>
      </p:sp>
      <p:sp>
        <p:nvSpPr>
          <p:cNvPr id="35" name="編號"/>
          <p:cNvSpPr/>
          <p:nvPr/>
        </p:nvSpPr>
        <p:spPr>
          <a:xfrm>
            <a:off x="8035308" y="1492301"/>
            <a:ext cx="248717" cy="24871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900" dirty="0"/>
          </a:p>
        </p:txBody>
      </p:sp>
      <p:sp>
        <p:nvSpPr>
          <p:cNvPr id="36" name="標籤"/>
          <p:cNvSpPr/>
          <p:nvPr/>
        </p:nvSpPr>
        <p:spPr>
          <a:xfrm>
            <a:off x="8357177" y="1499616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設定目標</a:t>
            </a:r>
            <a:endParaRPr lang="en-US" sz="900" dirty="0"/>
          </a:p>
        </p:txBody>
      </p:sp>
      <p:sp>
        <p:nvSpPr>
          <p:cNvPr id="37" name="編號"/>
          <p:cNvSpPr/>
          <p:nvPr/>
        </p:nvSpPr>
        <p:spPr>
          <a:xfrm>
            <a:off x="7735385" y="1858061"/>
            <a:ext cx="248717" cy="24871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900" dirty="0"/>
          </a:p>
        </p:txBody>
      </p:sp>
      <p:sp>
        <p:nvSpPr>
          <p:cNvPr id="38" name="編號"/>
          <p:cNvSpPr/>
          <p:nvPr/>
        </p:nvSpPr>
        <p:spPr>
          <a:xfrm>
            <a:off x="8035308" y="1858061"/>
            <a:ext cx="248717" cy="24871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900" dirty="0"/>
          </a:p>
        </p:txBody>
      </p:sp>
      <p:sp>
        <p:nvSpPr>
          <p:cNvPr id="39" name="標籤"/>
          <p:cNvSpPr/>
          <p:nvPr/>
        </p:nvSpPr>
        <p:spPr>
          <a:xfrm>
            <a:off x="8357177" y="1865376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規劃路徑</a:t>
            </a:r>
            <a:endParaRPr lang="en-US" sz="900" dirty="0"/>
          </a:p>
        </p:txBody>
      </p:sp>
      <p:sp>
        <p:nvSpPr>
          <p:cNvPr id="40" name="卡片"/>
          <p:cNvSpPr/>
          <p:nvPr/>
        </p:nvSpPr>
        <p:spPr>
          <a:xfrm>
            <a:off x="438912" y="4059936"/>
            <a:ext cx="8875532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38912" y="4059936"/>
            <a:ext cx="88755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</a:t>
            </a:r>
            <a:r>
              <a:rPr lang="en-US" sz="9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Organization</a:t>
            </a:r>
            <a:endParaRPr lang="en-US" sz="1100" dirty="0"/>
          </a:p>
        </p:txBody>
      </p:sp>
      <p:sp>
        <p:nvSpPr>
          <p:cNvPr id="42" name="編號"/>
          <p:cNvSpPr/>
          <p:nvPr/>
        </p:nvSpPr>
        <p:spPr>
          <a:xfrm>
            <a:off x="915621" y="4652467"/>
            <a:ext cx="248717" cy="24871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900" dirty="0"/>
          </a:p>
        </p:txBody>
      </p:sp>
      <p:sp>
        <p:nvSpPr>
          <p:cNvPr id="43" name="編號"/>
          <p:cNvSpPr/>
          <p:nvPr/>
        </p:nvSpPr>
        <p:spPr>
          <a:xfrm>
            <a:off x="1215544" y="4652467"/>
            <a:ext cx="248717" cy="24871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  <p:sp>
        <p:nvSpPr>
          <p:cNvPr id="44" name="標籤"/>
          <p:cNvSpPr/>
          <p:nvPr/>
        </p:nvSpPr>
        <p:spPr>
          <a:xfrm>
            <a:off x="1537413" y="4659782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凝聚共識</a:t>
            </a:r>
            <a:endParaRPr lang="en-US" sz="900" dirty="0"/>
          </a:p>
        </p:txBody>
      </p:sp>
      <p:sp>
        <p:nvSpPr>
          <p:cNvPr id="45" name="編號"/>
          <p:cNvSpPr/>
          <p:nvPr/>
        </p:nvSpPr>
        <p:spPr>
          <a:xfrm>
            <a:off x="3134504" y="4652467"/>
            <a:ext cx="248717" cy="24871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  <p:sp>
        <p:nvSpPr>
          <p:cNvPr id="46" name="編號"/>
          <p:cNvSpPr/>
          <p:nvPr/>
        </p:nvSpPr>
        <p:spPr>
          <a:xfrm>
            <a:off x="3434427" y="4652467"/>
            <a:ext cx="248717" cy="24871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  <p:sp>
        <p:nvSpPr>
          <p:cNvPr id="47" name="標籤"/>
          <p:cNvSpPr/>
          <p:nvPr/>
        </p:nvSpPr>
        <p:spPr>
          <a:xfrm>
            <a:off x="3756296" y="4659782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提升能力</a:t>
            </a:r>
            <a:endParaRPr lang="en-US" sz="900" dirty="0"/>
          </a:p>
        </p:txBody>
      </p:sp>
      <p:sp>
        <p:nvSpPr>
          <p:cNvPr id="48" name="編號"/>
          <p:cNvSpPr/>
          <p:nvPr/>
        </p:nvSpPr>
        <p:spPr>
          <a:xfrm>
            <a:off x="5503349" y="4652467"/>
            <a:ext cx="248717" cy="24871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  <p:sp>
        <p:nvSpPr>
          <p:cNvPr id="49" name="標籤"/>
          <p:cNvSpPr/>
          <p:nvPr/>
        </p:nvSpPr>
        <p:spPr>
          <a:xfrm>
            <a:off x="5825218" y="4659782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資訊透明</a:t>
            </a:r>
            <a:endParaRPr lang="en-US" sz="900" dirty="0"/>
          </a:p>
        </p:txBody>
      </p:sp>
      <p:sp>
        <p:nvSpPr>
          <p:cNvPr id="50" name="編號"/>
          <p:cNvSpPr/>
          <p:nvPr/>
        </p:nvSpPr>
        <p:spPr>
          <a:xfrm>
            <a:off x="7572270" y="4652467"/>
            <a:ext cx="248717" cy="24871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  <p:sp>
        <p:nvSpPr>
          <p:cNvPr id="51" name="編號"/>
          <p:cNvSpPr/>
          <p:nvPr/>
        </p:nvSpPr>
        <p:spPr>
          <a:xfrm>
            <a:off x="7872194" y="4652467"/>
            <a:ext cx="248717" cy="248717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  <p:sp>
        <p:nvSpPr>
          <p:cNvPr id="52" name="標籤"/>
          <p:cNvSpPr/>
          <p:nvPr/>
        </p:nvSpPr>
        <p:spPr>
          <a:xfrm>
            <a:off x="8194062" y="4659782"/>
            <a:ext cx="643673" cy="23408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激勵動機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/ 14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畫布面板"/>
          <p:cNvSpPr/>
          <p:nvPr/>
        </p:nvSpPr>
        <p:spPr>
          <a:xfrm>
            <a:off x="182880" y="182880"/>
            <a:ext cx="9387596" cy="5120640"/>
          </a:xfrm>
          <a:prstGeom prst="roundRect">
            <a:avLst>
              <a:gd name="adj" fmla="val 857"/>
            </a:avLst>
          </a:prstGeom>
          <a:solidFill>
            <a:srgbClr val="F5F5F5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標題"/>
          <p:cNvSpPr/>
          <p:nvPr/>
        </p:nvSpPr>
        <p:spPr>
          <a:xfrm>
            <a:off x="438912" y="307238"/>
            <a:ext cx="804672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能力成長地圖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38912" y="819302"/>
            <a:ext cx="8046720" cy="277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E75B6"/>
                </a:solidFill>
                <a:latin typeface="Microsoft JhengHei Light" pitchFamily="34" charset="0"/>
                <a:ea typeface="Microsoft JhengHei Light" pitchFamily="34" charset="-122"/>
                <a:cs typeface="Microsoft JhengHei Light" pitchFamily="34" charset="-120"/>
              </a:rPr>
              <a:t>從個人特質到可遷移能力的三階段路徑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38912" y="1170432"/>
            <a:ext cx="402336" cy="43891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漸隱箭頭"/>
          <p:cNvSpPr/>
          <p:nvPr/>
        </p:nvSpPr>
        <p:spPr>
          <a:xfrm>
            <a:off x="4590288" y="1865376"/>
            <a:ext cx="285293" cy="2689360"/>
          </a:xfrm>
          <a:prstGeom prst="rect">
            <a:avLst/>
          </a:prstGeom>
          <a:solidFill>
            <a:srgbClr val="2E75B6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漸隱箭頭"/>
          <p:cNvSpPr/>
          <p:nvPr/>
        </p:nvSpPr>
        <p:spPr>
          <a:xfrm>
            <a:off x="4590288" y="2312383"/>
            <a:ext cx="285293" cy="2242353"/>
          </a:xfrm>
          <a:prstGeom prst="rect">
            <a:avLst/>
          </a:prstGeom>
          <a:solidFill>
            <a:srgbClr val="2E75B6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漸隱箭頭"/>
          <p:cNvSpPr/>
          <p:nvPr/>
        </p:nvSpPr>
        <p:spPr>
          <a:xfrm>
            <a:off x="4590288" y="2759391"/>
            <a:ext cx="285293" cy="1795345"/>
          </a:xfrm>
          <a:prstGeom prst="rect">
            <a:avLst/>
          </a:prstGeom>
          <a:solidFill>
            <a:srgbClr val="2E75B6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漸隱箭頭"/>
          <p:cNvSpPr/>
          <p:nvPr/>
        </p:nvSpPr>
        <p:spPr>
          <a:xfrm>
            <a:off x="4590288" y="3206398"/>
            <a:ext cx="285293" cy="1348338"/>
          </a:xfrm>
          <a:prstGeom prst="rect">
            <a:avLst/>
          </a:prstGeom>
          <a:solidFill>
            <a:srgbClr val="2E75B6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漸隱箭頭"/>
          <p:cNvSpPr/>
          <p:nvPr/>
        </p:nvSpPr>
        <p:spPr>
          <a:xfrm>
            <a:off x="4590288" y="3653406"/>
            <a:ext cx="285293" cy="901330"/>
          </a:xfrm>
          <a:prstGeom prst="rect">
            <a:avLst/>
          </a:prstGeom>
          <a:solidFill>
            <a:srgbClr val="2E75B6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漸隱箭頭"/>
          <p:cNvSpPr/>
          <p:nvPr/>
        </p:nvSpPr>
        <p:spPr>
          <a:xfrm>
            <a:off x="4590288" y="4100413"/>
            <a:ext cx="285293" cy="454323"/>
          </a:xfrm>
          <a:prstGeom prst="rect">
            <a:avLst/>
          </a:prstGeom>
          <a:solidFill>
            <a:srgbClr val="2E75B6">
              <a:alpha val="12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漸隱箭頭"/>
          <p:cNvSpPr/>
          <p:nvPr/>
        </p:nvSpPr>
        <p:spPr>
          <a:xfrm>
            <a:off x="4447642" y="4547421"/>
            <a:ext cx="570586" cy="353763"/>
          </a:xfrm>
          <a:custGeom>
            <a:avLst/>
            <a:gdLst/>
            <a:ahLst/>
            <a:cxnLst/>
            <a:rect l="l" t="t" r="r" b="b"/>
            <a:pathLst>
              <a:path w="570586" h="353763">
                <a:moveTo>
                  <a:pt x="0" y="0"/>
                </a:moveTo>
                <a:lnTo>
                  <a:pt x="570586" y="0"/>
                </a:lnTo>
                <a:lnTo>
                  <a:pt x="285293" y="353763"/>
                </a:lnTo>
                <a:close/>
              </a:path>
            </a:pathLst>
          </a:custGeom>
          <a:solidFill>
            <a:srgbClr val="2E75B6">
              <a:alpha val="54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06010" y="4608576"/>
            <a:ext cx="950976" cy="24871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成長路徑</a:t>
            </a:r>
            <a:endParaRPr lang="en-US" sz="950" dirty="0"/>
          </a:p>
        </p:txBody>
      </p:sp>
      <p:sp>
        <p:nvSpPr>
          <p:cNvPr id="14" name="處理"/>
          <p:cNvSpPr/>
          <p:nvPr/>
        </p:nvSpPr>
        <p:spPr>
          <a:xfrm>
            <a:off x="438912" y="3035808"/>
            <a:ext cx="694944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特質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533242"/>
            <a:ext cx="841248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個性、動機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與價值觀</a:t>
            </a:r>
            <a:endParaRPr lang="en-US" sz="850" dirty="0"/>
          </a:p>
        </p:txBody>
      </p:sp>
      <p:sp>
        <p:nvSpPr>
          <p:cNvPr id="16" name="處理"/>
          <p:cNvSpPr/>
          <p:nvPr/>
        </p:nvSpPr>
        <p:spPr>
          <a:xfrm>
            <a:off x="1499616" y="2399386"/>
            <a:ext cx="731520" cy="395021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</a:t>
            </a:r>
            <a:endParaRPr lang="en-US" sz="1100" dirty="0"/>
          </a:p>
        </p:txBody>
      </p:sp>
      <p:sp>
        <p:nvSpPr>
          <p:cNvPr id="17" name="處理"/>
          <p:cNvSpPr/>
          <p:nvPr/>
        </p:nvSpPr>
        <p:spPr>
          <a:xfrm>
            <a:off x="1499616" y="3716122"/>
            <a:ext cx="731520" cy="395021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240">
            <a:solidFill>
              <a:srgbClr val="1F4E79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2194560"/>
            <a:ext cx="804672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知道是什麼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463040" y="4140403"/>
            <a:ext cx="804672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知道怎麼做</a:t>
            </a:r>
            <a:endParaRPr lang="en-US" sz="850" dirty="0"/>
          </a:p>
        </p:txBody>
      </p:sp>
      <p:sp>
        <p:nvSpPr>
          <p:cNvPr id="20" name="處理"/>
          <p:cNvSpPr/>
          <p:nvPr/>
        </p:nvSpPr>
        <p:spPr>
          <a:xfrm>
            <a:off x="2596896" y="3035808"/>
            <a:ext cx="694944" cy="438912"/>
          </a:xfrm>
          <a:prstGeom prst="roundRect">
            <a:avLst>
              <a:gd name="adj" fmla="val 16667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30480" tIns="30480" rIns="30480" bIns="3048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23744" y="3533242"/>
            <a:ext cx="841248" cy="1901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能產生價值</a:t>
            </a:r>
            <a:endParaRPr lang="en-US" sz="850" dirty="0"/>
          </a:p>
        </p:txBody>
      </p:sp>
      <p:sp>
        <p:nvSpPr>
          <p:cNvPr id="22" name="連接線"/>
          <p:cNvSpPr/>
          <p:nvPr/>
        </p:nvSpPr>
        <p:spPr>
          <a:xfrm>
            <a:off x="117774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連接線"/>
          <p:cNvSpPr/>
          <p:nvPr/>
        </p:nvSpPr>
        <p:spPr>
          <a:xfrm>
            <a:off x="117774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連接線"/>
          <p:cNvSpPr/>
          <p:nvPr/>
        </p:nvSpPr>
        <p:spPr>
          <a:xfrm>
            <a:off x="2275027" y="2596896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0"/>
                </a:moveTo>
                <a:lnTo>
                  <a:pt x="138989" y="0"/>
                </a:lnTo>
                <a:lnTo>
                  <a:pt x="138989" y="658368"/>
                </a:lnTo>
                <a:lnTo>
                  <a:pt x="277978" y="658368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連接線"/>
          <p:cNvSpPr/>
          <p:nvPr/>
        </p:nvSpPr>
        <p:spPr>
          <a:xfrm>
            <a:off x="2275027" y="3255264"/>
            <a:ext cx="277978" cy="658368"/>
          </a:xfrm>
          <a:custGeom>
            <a:avLst/>
            <a:gdLst/>
            <a:ahLst/>
            <a:cxnLst/>
            <a:rect l="l" t="t" r="r" b="b"/>
            <a:pathLst>
              <a:path w="277978" h="658368">
                <a:moveTo>
                  <a:pt x="0" y="658368"/>
                </a:moveTo>
                <a:lnTo>
                  <a:pt x="138989" y="658368"/>
                </a:lnTo>
                <a:lnTo>
                  <a:pt x="138989" y="0"/>
                </a:lnTo>
                <a:lnTo>
                  <a:pt x="277978" y="0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連接線"/>
          <p:cNvSpPr/>
          <p:nvPr/>
        </p:nvSpPr>
        <p:spPr>
          <a:xfrm>
            <a:off x="3335731" y="2194560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1060704"/>
                </a:moveTo>
                <a:lnTo>
                  <a:pt x="230429" y="1060704"/>
                </a:lnTo>
                <a:lnTo>
                  <a:pt x="230429" y="0"/>
                </a:lnTo>
                <a:lnTo>
                  <a:pt x="460858" y="0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線條"/>
          <p:cNvSpPr/>
          <p:nvPr/>
        </p:nvSpPr>
        <p:spPr>
          <a:xfrm>
            <a:off x="3335731" y="3255264"/>
            <a:ext cx="460858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</p:sp>
      <p:sp>
        <p:nvSpPr>
          <p:cNvPr id="28" name="連接線"/>
          <p:cNvSpPr/>
          <p:nvPr/>
        </p:nvSpPr>
        <p:spPr>
          <a:xfrm>
            <a:off x="3335731" y="3255264"/>
            <a:ext cx="460858" cy="1060704"/>
          </a:xfrm>
          <a:custGeom>
            <a:avLst/>
            <a:gdLst/>
            <a:ahLst/>
            <a:cxnLst/>
            <a:rect l="l" t="t" r="r" b="b"/>
            <a:pathLst>
              <a:path w="460858" h="1060704">
                <a:moveTo>
                  <a:pt x="0" y="0"/>
                </a:moveTo>
                <a:lnTo>
                  <a:pt x="230429" y="0"/>
                </a:lnTo>
                <a:lnTo>
                  <a:pt x="230429" y="1060704"/>
                </a:lnTo>
                <a:lnTo>
                  <a:pt x="460858" y="1060704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卡片"/>
          <p:cNvSpPr/>
          <p:nvPr/>
        </p:nvSpPr>
        <p:spPr>
          <a:xfrm>
            <a:off x="3840480" y="1931213"/>
            <a:ext cx="1463040" cy="52669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840480" y="1931213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執行實踐</a:t>
            </a:r>
            <a:endParaRPr lang="en-US" sz="1300" dirty="0"/>
          </a:p>
        </p:txBody>
      </p:sp>
      <p:sp>
        <p:nvSpPr>
          <p:cNvPr id="31" name="標籤"/>
          <p:cNvSpPr/>
          <p:nvPr/>
        </p:nvSpPr>
        <p:spPr>
          <a:xfrm>
            <a:off x="4800397" y="1828800"/>
            <a:ext cx="393395" cy="20482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前期</a:t>
            </a:r>
            <a:endParaRPr lang="en-US" sz="800" dirty="0"/>
          </a:p>
        </p:txBody>
      </p:sp>
      <p:sp>
        <p:nvSpPr>
          <p:cNvPr id="32" name="標籤"/>
          <p:cNvSpPr/>
          <p:nvPr/>
        </p:nvSpPr>
        <p:spPr>
          <a:xfrm>
            <a:off x="3950208" y="2355494"/>
            <a:ext cx="494995" cy="20482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打基礎</a:t>
            </a:r>
            <a:endParaRPr lang="en-US" sz="800" dirty="0"/>
          </a:p>
        </p:txBody>
      </p:sp>
      <p:sp>
        <p:nvSpPr>
          <p:cNvPr id="33" name="卡片"/>
          <p:cNvSpPr/>
          <p:nvPr/>
        </p:nvSpPr>
        <p:spPr>
          <a:xfrm>
            <a:off x="3840480" y="2991917"/>
            <a:ext cx="1463040" cy="52669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840480" y="2991917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溝通協作</a:t>
            </a:r>
            <a:endParaRPr lang="en-US" sz="1300" dirty="0"/>
          </a:p>
        </p:txBody>
      </p:sp>
      <p:sp>
        <p:nvSpPr>
          <p:cNvPr id="35" name="標籤"/>
          <p:cNvSpPr/>
          <p:nvPr/>
        </p:nvSpPr>
        <p:spPr>
          <a:xfrm>
            <a:off x="4800397" y="2889504"/>
            <a:ext cx="393395" cy="20482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中期</a:t>
            </a:r>
            <a:endParaRPr lang="en-US" sz="800" dirty="0"/>
          </a:p>
        </p:txBody>
      </p:sp>
      <p:sp>
        <p:nvSpPr>
          <p:cNvPr id="36" name="標籤"/>
          <p:cNvSpPr/>
          <p:nvPr/>
        </p:nvSpPr>
        <p:spPr>
          <a:xfrm>
            <a:off x="3950208" y="3416198"/>
            <a:ext cx="494995" cy="20482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擴影響</a:t>
            </a:r>
            <a:endParaRPr lang="en-US" sz="800" dirty="0"/>
          </a:p>
        </p:txBody>
      </p:sp>
      <p:sp>
        <p:nvSpPr>
          <p:cNvPr id="37" name="卡片"/>
          <p:cNvSpPr/>
          <p:nvPr/>
        </p:nvSpPr>
        <p:spPr>
          <a:xfrm>
            <a:off x="3840480" y="4052621"/>
            <a:ext cx="1463040" cy="52669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blurRad="71120" dist="20320" dir="5400000" sx="100000" sy="100000" algn="ctr" rotWithShape="0">
              <a:srgbClr val="000000">
                <a:alpha val="2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840480" y="4052621"/>
            <a:ext cx="1463040" cy="52669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整合創新</a:t>
            </a:r>
            <a:endParaRPr lang="en-US" sz="1300" dirty="0"/>
          </a:p>
        </p:txBody>
      </p:sp>
      <p:sp>
        <p:nvSpPr>
          <p:cNvPr id="39" name="標籤"/>
          <p:cNvSpPr/>
          <p:nvPr/>
        </p:nvSpPr>
        <p:spPr>
          <a:xfrm>
            <a:off x="4800397" y="3950208"/>
            <a:ext cx="393395" cy="204826"/>
          </a:xfrm>
          <a:prstGeom prst="roundRect">
            <a:avLst>
              <a:gd name="adj" fmla="val 50000"/>
            </a:avLst>
          </a:prstGeom>
          <a:solidFill>
            <a:srgbClr val="1F4E79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後期</a:t>
            </a:r>
            <a:endParaRPr lang="en-US" sz="800" dirty="0"/>
          </a:p>
        </p:txBody>
      </p:sp>
      <p:sp>
        <p:nvSpPr>
          <p:cNvPr id="40" name="標籤"/>
          <p:cNvSpPr/>
          <p:nvPr/>
        </p:nvSpPr>
        <p:spPr>
          <a:xfrm>
            <a:off x="3950208" y="4476902"/>
            <a:ext cx="494995" cy="204826"/>
          </a:xfrm>
          <a:prstGeom prst="roundRect">
            <a:avLst>
              <a:gd name="adj" fmla="val 50000"/>
            </a:avLst>
          </a:prstGeom>
          <a:solidFill>
            <a:srgbClr val="E6E6E6"/>
          </a:solidFill>
          <a:ln>
            <a:noFill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20320" tIns="0" rIns="2032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A3A3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建槓桿</a:t>
            </a:r>
            <a:endParaRPr lang="en-US" sz="800" dirty="0"/>
          </a:p>
        </p:txBody>
      </p:sp>
      <p:sp>
        <p:nvSpPr>
          <p:cNvPr id="41" name="寬欄條"/>
          <p:cNvSpPr/>
          <p:nvPr/>
        </p:nvSpPr>
        <p:spPr>
          <a:xfrm>
            <a:off x="5669280" y="1645920"/>
            <a:ext cx="438912" cy="310896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寬欄條"/>
          <p:cNvSpPr/>
          <p:nvPr/>
        </p:nvSpPr>
        <p:spPr>
          <a:xfrm>
            <a:off x="6254496" y="1645920"/>
            <a:ext cx="438912" cy="3108960"/>
          </a:xfrm>
          <a:prstGeom prst="roundRect">
            <a:avLst>
              <a:gd name="adj" fmla="val 50000"/>
            </a:avLst>
          </a:prstGeom>
          <a:solidFill>
            <a:srgbClr val="A6A6A6">
              <a:alpha val="38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13248" y="1404518"/>
            <a:ext cx="153619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吸收　／　產出</a:t>
            </a:r>
            <a:endParaRPr lang="en-US" sz="900" dirty="0"/>
          </a:p>
        </p:txBody>
      </p:sp>
      <p:sp>
        <p:nvSpPr>
          <p:cNvPr id="44" name="編號"/>
          <p:cNvSpPr/>
          <p:nvPr/>
        </p:nvSpPr>
        <p:spPr>
          <a:xfrm>
            <a:off x="5713171" y="2018995"/>
            <a:ext cx="351130" cy="351130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</a:t>
            </a:r>
            <a:endParaRPr lang="en-US" sz="1100" dirty="0"/>
          </a:p>
        </p:txBody>
      </p:sp>
      <p:sp>
        <p:nvSpPr>
          <p:cNvPr id="45" name="編號"/>
          <p:cNvSpPr/>
          <p:nvPr/>
        </p:nvSpPr>
        <p:spPr>
          <a:xfrm>
            <a:off x="6298387" y="2018995"/>
            <a:ext cx="351130" cy="351130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</a:t>
            </a:r>
            <a:endParaRPr lang="en-US" sz="1100" dirty="0"/>
          </a:p>
        </p:txBody>
      </p:sp>
      <p:sp>
        <p:nvSpPr>
          <p:cNvPr id="46" name="線條"/>
          <p:cNvSpPr/>
          <p:nvPr/>
        </p:nvSpPr>
        <p:spPr>
          <a:xfrm>
            <a:off x="5362042" y="2194560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47" name="編號"/>
          <p:cNvSpPr/>
          <p:nvPr/>
        </p:nvSpPr>
        <p:spPr>
          <a:xfrm>
            <a:off x="5713171" y="3079699"/>
            <a:ext cx="351130" cy="351130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</a:t>
            </a:r>
            <a:endParaRPr lang="en-US" sz="1100" dirty="0"/>
          </a:p>
        </p:txBody>
      </p:sp>
      <p:sp>
        <p:nvSpPr>
          <p:cNvPr id="48" name="編號"/>
          <p:cNvSpPr/>
          <p:nvPr/>
        </p:nvSpPr>
        <p:spPr>
          <a:xfrm>
            <a:off x="6298387" y="3079699"/>
            <a:ext cx="351130" cy="351130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談</a:t>
            </a:r>
            <a:endParaRPr lang="en-US" sz="1100" dirty="0"/>
          </a:p>
        </p:txBody>
      </p:sp>
      <p:sp>
        <p:nvSpPr>
          <p:cNvPr id="49" name="線條"/>
          <p:cNvSpPr/>
          <p:nvPr/>
        </p:nvSpPr>
        <p:spPr>
          <a:xfrm>
            <a:off x="5362042" y="3255264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0" name="編號"/>
          <p:cNvSpPr/>
          <p:nvPr/>
        </p:nvSpPr>
        <p:spPr>
          <a:xfrm>
            <a:off x="5713171" y="4140403"/>
            <a:ext cx="351130" cy="351130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</a:t>
            </a:r>
            <a:endParaRPr lang="en-US" sz="1100" dirty="0"/>
          </a:p>
        </p:txBody>
      </p:sp>
      <p:sp>
        <p:nvSpPr>
          <p:cNvPr id="51" name="編號"/>
          <p:cNvSpPr/>
          <p:nvPr/>
        </p:nvSpPr>
        <p:spPr>
          <a:xfrm>
            <a:off x="6298387" y="4140403"/>
            <a:ext cx="351130" cy="351130"/>
          </a:xfrm>
          <a:prstGeom prst="ellipse">
            <a:avLst/>
          </a:prstGeom>
          <a:solidFill>
            <a:srgbClr val="1F4E79"/>
          </a:solidFill>
          <a:ln w="17780">
            <a:solidFill>
              <a:srgbClr val="FFFFFF"/>
            </a:solidFill>
            <a:prstDash val="solid"/>
          </a:ln>
          <a:effectLst>
            <a:outerShdw blurRad="42672" dist="15240" dir="5400000" sx="100000" sy="100000" algn="ctr" rotWithShape="0">
              <a:srgbClr val="000000">
                <a:alpha val="2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</a:t>
            </a:r>
            <a:endParaRPr lang="en-US" sz="1100" dirty="0"/>
          </a:p>
        </p:txBody>
      </p:sp>
      <p:sp>
        <p:nvSpPr>
          <p:cNvPr id="52" name="線條"/>
          <p:cNvSpPr/>
          <p:nvPr/>
        </p:nvSpPr>
        <p:spPr>
          <a:xfrm>
            <a:off x="5362042" y="4315968"/>
            <a:ext cx="307238" cy="0"/>
          </a:xfrm>
          <a:prstGeom prst="line">
            <a:avLst/>
          </a:prstGeom>
          <a:noFill/>
          <a:ln w="10160">
            <a:solidFill>
              <a:srgbClr val="BFBFBF"/>
            </a:solidFill>
            <a:prstDash val="solid"/>
          </a:ln>
        </p:spPr>
      </p:sp>
      <p:sp>
        <p:nvSpPr>
          <p:cNvPr id="53" name="線條"/>
          <p:cNvSpPr/>
          <p:nvPr/>
        </p:nvSpPr>
        <p:spPr>
          <a:xfrm>
            <a:off x="6693408" y="2194560"/>
            <a:ext cx="182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54" name="連接線"/>
          <p:cNvSpPr/>
          <p:nvPr/>
        </p:nvSpPr>
        <p:spPr>
          <a:xfrm>
            <a:off x="6876288" y="196047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132320" y="1850746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流程操作、工具使用</a:t>
            </a:r>
            <a:endParaRPr lang="en-US" sz="900" dirty="0"/>
          </a:p>
        </p:txBody>
      </p:sp>
      <p:sp>
        <p:nvSpPr>
          <p:cNvPr id="56" name="連接線"/>
          <p:cNvSpPr/>
          <p:nvPr/>
        </p:nvSpPr>
        <p:spPr>
          <a:xfrm>
            <a:off x="6876288" y="2194560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132320" y="2318918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標準作業與規範</a:t>
            </a:r>
            <a:endParaRPr lang="en-US" sz="900" dirty="0"/>
          </a:p>
        </p:txBody>
      </p:sp>
      <p:sp>
        <p:nvSpPr>
          <p:cNvPr id="58" name="線條"/>
          <p:cNvSpPr/>
          <p:nvPr/>
        </p:nvSpPr>
        <p:spPr>
          <a:xfrm>
            <a:off x="6693408" y="3255264"/>
            <a:ext cx="182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59" name="連接線"/>
          <p:cNvSpPr/>
          <p:nvPr/>
        </p:nvSpPr>
        <p:spPr>
          <a:xfrm>
            <a:off x="6876288" y="302117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132320" y="2911450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表達、傾聽、協調</a:t>
            </a:r>
            <a:endParaRPr lang="en-US" sz="900" dirty="0"/>
          </a:p>
        </p:txBody>
      </p:sp>
      <p:sp>
        <p:nvSpPr>
          <p:cNvPr id="61" name="連接線"/>
          <p:cNvSpPr/>
          <p:nvPr/>
        </p:nvSpPr>
        <p:spPr>
          <a:xfrm>
            <a:off x="6876288" y="3255264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132320" y="3379622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提案、談判、領導</a:t>
            </a:r>
            <a:endParaRPr lang="en-US" sz="900" dirty="0"/>
          </a:p>
        </p:txBody>
      </p:sp>
      <p:sp>
        <p:nvSpPr>
          <p:cNvPr id="63" name="線條"/>
          <p:cNvSpPr/>
          <p:nvPr/>
        </p:nvSpPr>
        <p:spPr>
          <a:xfrm>
            <a:off x="6693408" y="4315968"/>
            <a:ext cx="182880" cy="0"/>
          </a:xfrm>
          <a:prstGeom prst="line">
            <a:avLst/>
          </a:prstGeom>
          <a:noFill/>
          <a:ln w="12700">
            <a:solidFill>
              <a:srgbClr val="7F7F7F"/>
            </a:solidFill>
            <a:prstDash val="solid"/>
          </a:ln>
        </p:spPr>
      </p:sp>
      <p:sp>
        <p:nvSpPr>
          <p:cNvPr id="64" name="連接線"/>
          <p:cNvSpPr/>
          <p:nvPr/>
        </p:nvSpPr>
        <p:spPr>
          <a:xfrm>
            <a:off x="6876288" y="4081882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234086"/>
                </a:moveTo>
                <a:lnTo>
                  <a:pt x="0" y="0"/>
                </a:lnTo>
                <a:lnTo>
                  <a:pt x="197510" y="0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132320" y="3972154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結構思考、問題解決</a:t>
            </a:r>
            <a:endParaRPr lang="en-US" sz="900" dirty="0"/>
          </a:p>
        </p:txBody>
      </p:sp>
      <p:sp>
        <p:nvSpPr>
          <p:cNvPr id="66" name="連接線"/>
          <p:cNvSpPr/>
          <p:nvPr/>
        </p:nvSpPr>
        <p:spPr>
          <a:xfrm>
            <a:off x="6876288" y="4315968"/>
            <a:ext cx="197510" cy="234086"/>
          </a:xfrm>
          <a:custGeom>
            <a:avLst/>
            <a:gdLst/>
            <a:ahLst/>
            <a:cxnLst/>
            <a:rect l="l" t="t" r="r" b="b"/>
            <a:pathLst>
              <a:path w="197510" h="234086">
                <a:moveTo>
                  <a:pt x="0" y="0"/>
                </a:moveTo>
                <a:lnTo>
                  <a:pt x="0" y="234086"/>
                </a:lnTo>
                <a:lnTo>
                  <a:pt x="197510" y="234086"/>
                </a:lnTo>
              </a:path>
            </a:pathLst>
          </a:custGeom>
          <a:noFill/>
          <a:ln w="12700">
            <a:solidFill>
              <a:srgbClr val="7F7F7F"/>
            </a:solidFill>
            <a:prstDash val="solid"/>
            <a:tailEnd type="triangle" w="lg" len="lg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7132320" y="4440326"/>
            <a:ext cx="16824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資源整合、創新</a:t>
            </a:r>
            <a:endParaRPr lang="en-US" sz="900" dirty="0"/>
          </a:p>
        </p:txBody>
      </p:sp>
      <p:sp>
        <p:nvSpPr>
          <p:cNvPr id="68" name="漸隱直條"/>
          <p:cNvSpPr/>
          <p:nvPr/>
        </p:nvSpPr>
        <p:spPr>
          <a:xfrm>
            <a:off x="9067190" y="1798808"/>
            <a:ext cx="138989" cy="281050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漸隱直條"/>
          <p:cNvSpPr/>
          <p:nvPr/>
        </p:nvSpPr>
        <p:spPr>
          <a:xfrm>
            <a:off x="9067190" y="2032406"/>
            <a:ext cx="138989" cy="2343302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漸隱直條"/>
          <p:cNvSpPr/>
          <p:nvPr/>
        </p:nvSpPr>
        <p:spPr>
          <a:xfrm>
            <a:off x="9067190" y="2266005"/>
            <a:ext cx="138989" cy="1876105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漸隱直條"/>
          <p:cNvSpPr/>
          <p:nvPr/>
        </p:nvSpPr>
        <p:spPr>
          <a:xfrm>
            <a:off x="9067190" y="2499604"/>
            <a:ext cx="138989" cy="1408908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漸隱直條"/>
          <p:cNvSpPr/>
          <p:nvPr/>
        </p:nvSpPr>
        <p:spPr>
          <a:xfrm>
            <a:off x="9067190" y="2733203"/>
            <a:ext cx="138989" cy="941710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漸隱直條"/>
          <p:cNvSpPr/>
          <p:nvPr/>
        </p:nvSpPr>
        <p:spPr>
          <a:xfrm>
            <a:off x="9067190" y="2966801"/>
            <a:ext cx="138989" cy="474513"/>
          </a:xfrm>
          <a:prstGeom prst="rect">
            <a:avLst/>
          </a:pr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8997696" y="1645920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152888"/>
                </a:moveTo>
                <a:lnTo>
                  <a:pt x="138989" y="0"/>
                </a:lnTo>
                <a:lnTo>
                  <a:pt x="277978" y="152888"/>
                </a:lnTo>
                <a:close/>
              </a:path>
            </a:pathLst>
          </a:custGeom>
          <a:solidFill>
            <a:srgbClr val="A6A6A6">
              <a:alpha val="11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8997696" y="4601992"/>
            <a:ext cx="277978" cy="152888"/>
          </a:xfrm>
          <a:custGeom>
            <a:avLst/>
            <a:gdLst/>
            <a:ahLst/>
            <a:cxnLst/>
            <a:rect l="l" t="t" r="r" b="b"/>
            <a:pathLst>
              <a:path w="277978" h="152888">
                <a:moveTo>
                  <a:pt x="0" y="0"/>
                </a:moveTo>
                <a:lnTo>
                  <a:pt x="277978" y="0"/>
                </a:lnTo>
                <a:lnTo>
                  <a:pt x="138989" y="152888"/>
                </a:lnTo>
                <a:close/>
              </a:path>
            </a:pathLst>
          </a:custGeom>
          <a:solidFill>
            <a:srgbClr val="A6A6A6">
              <a:alpha val="50000"/>
            </a:srgbClr>
          </a:solidFill>
          <a:ln>
            <a:noFill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8302752" y="140451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情境限定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302752" y="4791456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75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跨域通用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38912" y="5047488"/>
            <a:ext cx="438912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商務深藍卡片</a:t>
            </a: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｜精緻圖解元件庫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8217164" y="5047488"/>
            <a:ext cx="1097280" cy="175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/ 14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精緻圖解元件庫 · 商務深藍卡片</dc:title>
  <dc:subject>PptxGenJS Presentation</dc:subject>
  <dc:creator>PPT Style Studio</dc:creator>
  <cp:lastModifiedBy>PPT Style Studio</cp:lastModifiedBy>
  <cp:revision>1</cp:revision>
  <dcterms:created xsi:type="dcterms:W3CDTF">2026-10-09T04:47:35Z</dcterms:created>
  <dcterms:modified xsi:type="dcterms:W3CDTF">2026-10-09T04:47:35Z</dcterms:modified>
</cp:coreProperties>
</file>