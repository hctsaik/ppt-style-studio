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元件總表 Element Catalog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750" dirty="0"/>
          </a:p>
        </p:txBody>
      </p:sp>
      <p:sp>
        <p:nvSpPr>
          <p:cNvPr id="5" name="類別"/>
          <p:cNvSpPr/>
          <p:nvPr/>
        </p:nvSpPr>
        <p:spPr>
          <a:xfrm>
            <a:off x="685800" y="217741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6" name="流程方塊"/>
          <p:cNvSpPr/>
          <p:nvPr/>
        </p:nvSpPr>
        <p:spPr>
          <a:xfrm>
            <a:off x="2497700" y="2091690"/>
            <a:ext cx="1371600" cy="48006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7" name="圖說"/>
          <p:cNvSpPr/>
          <p:nvPr/>
        </p:nvSpPr>
        <p:spPr>
          <a:xfrm>
            <a:off x="234315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8" name="流程方塊"/>
          <p:cNvSpPr/>
          <p:nvPr/>
        </p:nvSpPr>
        <p:spPr>
          <a:xfrm>
            <a:off x="4246980" y="2091690"/>
            <a:ext cx="1371600" cy="480060"/>
          </a:xfrm>
          <a:prstGeom prst="rect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9" name="圖說"/>
          <p:cNvSpPr/>
          <p:nvPr/>
        </p:nvSpPr>
        <p:spPr>
          <a:xfrm>
            <a:off x="409243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0" name="流程方塊"/>
          <p:cNvSpPr/>
          <p:nvPr/>
        </p:nvSpPr>
        <p:spPr>
          <a:xfrm>
            <a:off x="5996260" y="2091690"/>
            <a:ext cx="1371600" cy="480060"/>
          </a:xfrm>
          <a:prstGeom prst="rect">
            <a:avLst/>
          </a:prstGeom>
          <a:solidFill>
            <a:srgbClr val="EEF0F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1" name="圖說"/>
          <p:cNvSpPr/>
          <p:nvPr/>
        </p:nvSpPr>
        <p:spPr>
          <a:xfrm>
            <a:off x="584171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2" name="流程方塊"/>
          <p:cNvSpPr/>
          <p:nvPr/>
        </p:nvSpPr>
        <p:spPr>
          <a:xfrm>
            <a:off x="7745540" y="2091690"/>
            <a:ext cx="1371600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3" name="圖說"/>
          <p:cNvSpPr/>
          <p:nvPr/>
        </p:nvSpPr>
        <p:spPr>
          <a:xfrm>
            <a:off x="759099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4" name="流程方塊"/>
          <p:cNvSpPr/>
          <p:nvPr/>
        </p:nvSpPr>
        <p:spPr>
          <a:xfrm>
            <a:off x="9494819" y="2091690"/>
            <a:ext cx="1371600" cy="480060"/>
          </a:xfrm>
          <a:prstGeom prst="rect">
            <a:avLst/>
          </a:prstGeom>
          <a:solidFill>
            <a:srgbClr val="FFFFFF"/>
          </a:solidFill>
          <a:ln w="27813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5" name="圖說"/>
          <p:cNvSpPr/>
          <p:nvPr/>
        </p:nvSpPr>
        <p:spPr>
          <a:xfrm>
            <a:off x="934026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6" name="流程方塊"/>
          <p:cNvSpPr/>
          <p:nvPr/>
        </p:nvSpPr>
        <p:spPr>
          <a:xfrm>
            <a:off x="11244099" y="2091690"/>
            <a:ext cx="1371600" cy="480060"/>
          </a:xfrm>
          <a:prstGeom prst="rect">
            <a:avLst/>
          </a:prstGeom>
          <a:solidFill>
            <a:srgbClr val="4F5BD5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7" name="圖說"/>
          <p:cNvSpPr/>
          <p:nvPr/>
        </p:nvSpPr>
        <p:spPr>
          <a:xfrm>
            <a:off x="1108954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8" name="流程方塊"/>
          <p:cNvSpPr/>
          <p:nvPr/>
        </p:nvSpPr>
        <p:spPr>
          <a:xfrm>
            <a:off x="12993379" y="2091690"/>
            <a:ext cx="1371600" cy="48006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19" name="圖說"/>
          <p:cNvSpPr/>
          <p:nvPr/>
        </p:nvSpPr>
        <p:spPr>
          <a:xfrm>
            <a:off x="1283882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685800" y="28289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685800" y="30346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2" name="判斷菱形"/>
          <p:cNvSpPr/>
          <p:nvPr/>
        </p:nvSpPr>
        <p:spPr>
          <a:xfrm>
            <a:off x="2583425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3" name="圖說"/>
          <p:cNvSpPr/>
          <p:nvPr/>
        </p:nvSpPr>
        <p:spPr>
          <a:xfrm>
            <a:off x="234315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4" name="判斷菱形"/>
          <p:cNvSpPr/>
          <p:nvPr/>
        </p:nvSpPr>
        <p:spPr>
          <a:xfrm>
            <a:off x="4332705" y="28917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5" name="圖說"/>
          <p:cNvSpPr/>
          <p:nvPr/>
        </p:nvSpPr>
        <p:spPr>
          <a:xfrm>
            <a:off x="409243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6" name="判斷菱形"/>
          <p:cNvSpPr/>
          <p:nvPr/>
        </p:nvSpPr>
        <p:spPr>
          <a:xfrm>
            <a:off x="6081985" y="2891790"/>
            <a:ext cx="1200150" cy="594360"/>
          </a:xfrm>
          <a:prstGeom prst="diamond">
            <a:avLst/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7" name="圖說"/>
          <p:cNvSpPr/>
          <p:nvPr/>
        </p:nvSpPr>
        <p:spPr>
          <a:xfrm>
            <a:off x="584171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8" name="判斷菱形"/>
          <p:cNvSpPr/>
          <p:nvPr/>
        </p:nvSpPr>
        <p:spPr>
          <a:xfrm>
            <a:off x="7831265" y="28917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9" name="圖說"/>
          <p:cNvSpPr/>
          <p:nvPr/>
        </p:nvSpPr>
        <p:spPr>
          <a:xfrm>
            <a:off x="759099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0" name="判斷菱形"/>
          <p:cNvSpPr/>
          <p:nvPr/>
        </p:nvSpPr>
        <p:spPr>
          <a:xfrm>
            <a:off x="9580544" y="2891790"/>
            <a:ext cx="1200150" cy="594360"/>
          </a:xfrm>
          <a:prstGeom prst="diamond">
            <a:avLst/>
          </a:prstGeom>
          <a:solidFill>
            <a:srgbClr val="4F5BD5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1" name="圖說"/>
          <p:cNvSpPr/>
          <p:nvPr/>
        </p:nvSpPr>
        <p:spPr>
          <a:xfrm>
            <a:off x="934026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2" name="判斷菱形"/>
          <p:cNvSpPr/>
          <p:nvPr/>
        </p:nvSpPr>
        <p:spPr>
          <a:xfrm>
            <a:off x="11329824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3" name="圖說"/>
          <p:cNvSpPr/>
          <p:nvPr/>
        </p:nvSpPr>
        <p:spPr>
          <a:xfrm>
            <a:off x="1108954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891790"/>
            <a:ext cx="1394460" cy="594360"/>
            <a:chOff x="12913369" y="2891790"/>
            <a:chExt cx="1394460" cy="594360"/>
          </a:xfrm>
        </p:grpSpPr>
        <p:sp>
          <p:nvSpPr>
            <p:cNvPr id="34" name="判斷菱形"/>
            <p:cNvSpPr/>
            <p:nvPr/>
          </p:nvSpPr>
          <p:spPr>
            <a:xfrm>
              <a:off x="12913369" y="28917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13622029" y="3188970"/>
              <a:ext cx="685800" cy="0"/>
            </a:xfrm>
            <a:prstGeom prst="line">
              <a:avLst/>
            </a:prstGeom>
            <a:noFill/>
            <a:ln w="11938">
              <a:solidFill>
                <a:srgbClr val="7F7F7F"/>
              </a:solidFill>
              <a:prstDash val="solid"/>
              <a:tailEnd type="arrow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13644889" y="2960370"/>
              <a:ext cx="3429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1283882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685800" y="37433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685800" y="3869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0" name="開始／結束"/>
          <p:cNvSpPr/>
          <p:nvPr/>
        </p:nvSpPr>
        <p:spPr>
          <a:xfrm>
            <a:off x="249770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1" name="圖說"/>
          <p:cNvSpPr/>
          <p:nvPr/>
        </p:nvSpPr>
        <p:spPr>
          <a:xfrm>
            <a:off x="234315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2" name="開始／結束"/>
          <p:cNvSpPr/>
          <p:nvPr/>
        </p:nvSpPr>
        <p:spPr>
          <a:xfrm>
            <a:off x="424698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3" name="圖說"/>
          <p:cNvSpPr/>
          <p:nvPr/>
        </p:nvSpPr>
        <p:spPr>
          <a:xfrm>
            <a:off x="409243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4" name="開始／結束"/>
          <p:cNvSpPr/>
          <p:nvPr/>
        </p:nvSpPr>
        <p:spPr>
          <a:xfrm>
            <a:off x="599626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5" name="圖說"/>
          <p:cNvSpPr/>
          <p:nvPr/>
        </p:nvSpPr>
        <p:spPr>
          <a:xfrm>
            <a:off x="584171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6" name="開始／結束"/>
          <p:cNvSpPr/>
          <p:nvPr/>
        </p:nvSpPr>
        <p:spPr>
          <a:xfrm>
            <a:off x="774554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7" name="圖說"/>
          <p:cNvSpPr/>
          <p:nvPr/>
        </p:nvSpPr>
        <p:spPr>
          <a:xfrm>
            <a:off x="759099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8" name="開始／結束"/>
          <p:cNvSpPr/>
          <p:nvPr/>
        </p:nvSpPr>
        <p:spPr>
          <a:xfrm>
            <a:off x="949481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49" name="圖說"/>
          <p:cNvSpPr/>
          <p:nvPr/>
        </p:nvSpPr>
        <p:spPr>
          <a:xfrm>
            <a:off x="934026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0" name="線條"/>
          <p:cNvSpPr/>
          <p:nvPr/>
        </p:nvSpPr>
        <p:spPr>
          <a:xfrm>
            <a:off x="685800" y="44977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1" name="類別"/>
          <p:cNvSpPr/>
          <p:nvPr/>
        </p:nvSpPr>
        <p:spPr>
          <a:xfrm>
            <a:off x="685800" y="46348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750" dirty="0"/>
          </a:p>
        </p:txBody>
      </p:sp>
      <p:sp>
        <p:nvSpPr>
          <p:cNvPr id="52" name="線條"/>
          <p:cNvSpPr/>
          <p:nvPr/>
        </p:nvSpPr>
        <p:spPr>
          <a:xfrm>
            <a:off x="2520560" y="4789170"/>
            <a:ext cx="132588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53" name="圖說"/>
          <p:cNvSpPr/>
          <p:nvPr/>
        </p:nvSpPr>
        <p:spPr>
          <a:xfrm>
            <a:off x="234315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4" name="線條"/>
          <p:cNvSpPr/>
          <p:nvPr/>
        </p:nvSpPr>
        <p:spPr>
          <a:xfrm>
            <a:off x="4269840" y="4789170"/>
            <a:ext cx="1325880" cy="0"/>
          </a:xfrm>
          <a:prstGeom prst="line">
            <a:avLst/>
          </a:prstGeom>
          <a:noFill/>
          <a:ln w="35687">
            <a:solidFill>
              <a:srgbClr val="4F5BD5"/>
            </a:solidFill>
            <a:prstDash val="solid"/>
            <a:tailEnd type="triangle"/>
          </a:ln>
        </p:spPr>
      </p:sp>
      <p:sp>
        <p:nvSpPr>
          <p:cNvPr id="55" name="圖說"/>
          <p:cNvSpPr/>
          <p:nvPr/>
        </p:nvSpPr>
        <p:spPr>
          <a:xfrm>
            <a:off x="409243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6" name="連接線"/>
          <p:cNvSpPr/>
          <p:nvPr/>
        </p:nvSpPr>
        <p:spPr>
          <a:xfrm>
            <a:off x="6019120" y="46177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584171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58" name="線條"/>
          <p:cNvSpPr/>
          <p:nvPr/>
        </p:nvSpPr>
        <p:spPr>
          <a:xfrm>
            <a:off x="7768400" y="4789170"/>
            <a:ext cx="1325880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59" name="圖說"/>
          <p:cNvSpPr/>
          <p:nvPr/>
        </p:nvSpPr>
        <p:spPr>
          <a:xfrm>
            <a:off x="759099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0" name="線條"/>
          <p:cNvSpPr/>
          <p:nvPr/>
        </p:nvSpPr>
        <p:spPr>
          <a:xfrm>
            <a:off x="9517679" y="4789170"/>
            <a:ext cx="132588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1" name="圖說"/>
          <p:cNvSpPr/>
          <p:nvPr/>
        </p:nvSpPr>
        <p:spPr>
          <a:xfrm>
            <a:off x="934026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629150"/>
            <a:ext cx="800100" cy="320040"/>
            <a:chOff x="11518419" y="4629150"/>
            <a:chExt cx="800100" cy="320040"/>
          </a:xfrm>
        </p:grpSpPr>
        <p:sp>
          <p:nvSpPr>
            <p:cNvPr id="62" name="三角分隔"/>
            <p:cNvSpPr/>
            <p:nvPr/>
          </p:nvSpPr>
          <p:spPr>
            <a:xfrm>
              <a:off x="11518419" y="46634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3" name="V 形分隔"/>
            <p:cNvSpPr/>
            <p:nvPr/>
          </p:nvSpPr>
          <p:spPr>
            <a:xfrm>
              <a:off x="12135639" y="46291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4" name="圖說"/>
          <p:cNvSpPr/>
          <p:nvPr/>
        </p:nvSpPr>
        <p:spPr>
          <a:xfrm>
            <a:off x="1108954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5" name="區塊箭頭"/>
          <p:cNvSpPr/>
          <p:nvPr/>
        </p:nvSpPr>
        <p:spPr>
          <a:xfrm>
            <a:off x="13050529" y="45605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1283882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67" name="線條"/>
          <p:cNvSpPr/>
          <p:nvPr/>
        </p:nvSpPr>
        <p:spPr>
          <a:xfrm>
            <a:off x="685800" y="52749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68" name="類別"/>
          <p:cNvSpPr/>
          <p:nvPr/>
        </p:nvSpPr>
        <p:spPr>
          <a:xfrm>
            <a:off x="685800" y="54349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69" name="警示方塊"/>
          <p:cNvSpPr/>
          <p:nvPr/>
        </p:nvSpPr>
        <p:spPr>
          <a:xfrm>
            <a:off x="2497700" y="5337810"/>
            <a:ext cx="1371600" cy="502920"/>
          </a:xfrm>
          <a:prstGeom prst="rect">
            <a:avLst/>
          </a:prstGeom>
          <a:solidFill>
            <a:srgbClr val="FFFFFF"/>
          </a:solidFill>
          <a:ln w="23876">
            <a:solidFill>
              <a:srgbClr val="C0504D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0" name="圖說"/>
          <p:cNvSpPr/>
          <p:nvPr/>
        </p:nvSpPr>
        <p:spPr>
          <a:xfrm>
            <a:off x="234315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1" name="警示方塊"/>
          <p:cNvSpPr/>
          <p:nvPr/>
        </p:nvSpPr>
        <p:spPr>
          <a:xfrm>
            <a:off x="4246980" y="5337810"/>
            <a:ext cx="1371600" cy="502920"/>
          </a:xfrm>
          <a:prstGeom prst="rect">
            <a:avLst/>
          </a:prstGeom>
          <a:solidFill>
            <a:srgbClr val="F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2" name="圖說"/>
          <p:cNvSpPr/>
          <p:nvPr/>
        </p:nvSpPr>
        <p:spPr>
          <a:xfrm>
            <a:off x="409243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3" name="警示方塊"/>
          <p:cNvSpPr/>
          <p:nvPr/>
        </p:nvSpPr>
        <p:spPr>
          <a:xfrm>
            <a:off x="5996260" y="5337810"/>
            <a:ext cx="1371600" cy="502920"/>
          </a:xfrm>
          <a:prstGeom prst="rect">
            <a:avLst/>
          </a:prstGeom>
          <a:solidFill>
            <a:srgbClr val="C0504D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4" name="圖說"/>
          <p:cNvSpPr/>
          <p:nvPr/>
        </p:nvSpPr>
        <p:spPr>
          <a:xfrm>
            <a:off x="584171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332781"/>
            <a:ext cx="595055" cy="512978"/>
            <a:chOff x="8133812" y="5332781"/>
            <a:chExt cx="595055" cy="512978"/>
          </a:xfrm>
        </p:grpSpPr>
        <p:sp>
          <p:nvSpPr>
            <p:cNvPr id="75" name="警告三角"/>
            <p:cNvSpPr/>
            <p:nvPr/>
          </p:nvSpPr>
          <p:spPr>
            <a:xfrm>
              <a:off x="8133812" y="53327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6" name="驚嘆號"/>
            <p:cNvSpPr/>
            <p:nvPr/>
          </p:nvSpPr>
          <p:spPr>
            <a:xfrm>
              <a:off x="8133812" y="5486674"/>
              <a:ext cx="595055" cy="348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77" name="圖說"/>
          <p:cNvSpPr/>
          <p:nvPr/>
        </p:nvSpPr>
        <p:spPr>
          <a:xfrm>
            <a:off x="759099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78" name="錯誤標記"/>
          <p:cNvSpPr/>
          <p:nvPr/>
        </p:nvSpPr>
        <p:spPr>
          <a:xfrm>
            <a:off x="9974422" y="5383073"/>
            <a:ext cx="412394" cy="412394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79" name="圖說"/>
          <p:cNvSpPr/>
          <p:nvPr/>
        </p:nvSpPr>
        <p:spPr>
          <a:xfrm>
            <a:off x="934026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263515"/>
            <a:ext cx="1445895" cy="577215"/>
            <a:chOff x="11244099" y="5263515"/>
            <a:chExt cx="1445895" cy="577215"/>
          </a:xfrm>
        </p:grpSpPr>
        <p:sp>
          <p:nvSpPr>
            <p:cNvPr id="80" name="流程方塊"/>
            <p:cNvSpPr/>
            <p:nvPr/>
          </p:nvSpPr>
          <p:spPr>
            <a:xfrm>
              <a:off x="11244099" y="5337810"/>
              <a:ext cx="1371600" cy="50292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1" name="提示紅點"/>
            <p:cNvSpPr/>
            <p:nvPr/>
          </p:nvSpPr>
          <p:spPr>
            <a:xfrm>
              <a:off x="12495684" y="5263515"/>
              <a:ext cx="194310" cy="194310"/>
            </a:xfrm>
            <a:prstGeom prst="ellipse">
              <a:avLst/>
            </a:prstGeom>
            <a:solidFill>
              <a:srgbClr val="C0504D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2" name="圖說"/>
          <p:cNvSpPr/>
          <p:nvPr/>
        </p:nvSpPr>
        <p:spPr>
          <a:xfrm>
            <a:off x="1108954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3" name="連接線"/>
          <p:cNvSpPr/>
          <p:nvPr/>
        </p:nvSpPr>
        <p:spPr>
          <a:xfrm>
            <a:off x="13016239" y="54063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noFill/>
          <a:ln w="19812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283882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5" name="線條"/>
          <p:cNvSpPr/>
          <p:nvPr/>
        </p:nvSpPr>
        <p:spPr>
          <a:xfrm>
            <a:off x="685800" y="60979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6" name="類別"/>
          <p:cNvSpPr/>
          <p:nvPr/>
        </p:nvSpPr>
        <p:spPr>
          <a:xfrm>
            <a:off x="685800" y="636079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750" dirty="0"/>
          </a:p>
        </p:txBody>
      </p:sp>
      <p:sp>
        <p:nvSpPr>
          <p:cNvPr id="87" name="大圓"/>
          <p:cNvSpPr/>
          <p:nvPr/>
        </p:nvSpPr>
        <p:spPr>
          <a:xfrm>
            <a:off x="2829170" y="6160770"/>
            <a:ext cx="708660" cy="7086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  <a:effectLst>
            <a:outerShdw blurRad="106680" dist="1905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234315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4509870" y="6092190"/>
            <a:ext cx="845820" cy="845820"/>
            <a:chOff x="4509870" y="6092190"/>
            <a:chExt cx="845820" cy="845820"/>
          </a:xfrm>
        </p:grpSpPr>
        <p:sp>
          <p:nvSpPr>
            <p:cNvPr id="89" name="外圈細環"/>
            <p:cNvSpPr/>
            <p:nvPr/>
          </p:nvSpPr>
          <p:spPr>
            <a:xfrm>
              <a:off x="4509870" y="6092190"/>
              <a:ext cx="845820" cy="845820"/>
            </a:xfrm>
            <a:prstGeom prst="ellipse">
              <a:avLst/>
            </a:prstGeom>
            <a:noFill/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大圓"/>
            <p:cNvSpPr/>
            <p:nvPr/>
          </p:nvSpPr>
          <p:spPr>
            <a:xfrm>
              <a:off x="4578450" y="61607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1" name="圖說"/>
          <p:cNvSpPr/>
          <p:nvPr/>
        </p:nvSpPr>
        <p:spPr>
          <a:xfrm>
            <a:off x="409243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2" name="外框圓"/>
          <p:cNvSpPr/>
          <p:nvPr/>
        </p:nvSpPr>
        <p:spPr>
          <a:xfrm>
            <a:off x="6327730" y="6160770"/>
            <a:ext cx="708660" cy="7086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584171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7756970" y="6320790"/>
            <a:ext cx="1348740" cy="388620"/>
            <a:chOff x="7756970" y="6320790"/>
            <a:chExt cx="1348740" cy="388620"/>
          </a:xfrm>
        </p:grpSpPr>
        <p:sp>
          <p:nvSpPr>
            <p:cNvPr id="94" name="編號"/>
            <p:cNvSpPr/>
            <p:nvPr/>
          </p:nvSpPr>
          <p:spPr>
            <a:xfrm>
              <a:off x="7756970" y="6320790"/>
              <a:ext cx="388620" cy="38862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95" name="編號"/>
            <p:cNvSpPr/>
            <p:nvPr/>
          </p:nvSpPr>
          <p:spPr>
            <a:xfrm>
              <a:off x="8237030" y="6320790"/>
              <a:ext cx="388620" cy="38862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8717090" y="6320790"/>
              <a:ext cx="388620" cy="38862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3A3A3A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3A3A3A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3</a:t>
              </a:r>
              <a:endParaRPr lang="en-US" sz="1250" dirty="0"/>
            </a:p>
          </p:txBody>
        </p:sp>
      </p:grpSp>
      <p:sp>
        <p:nvSpPr>
          <p:cNvPr id="97" name="圖說"/>
          <p:cNvSpPr/>
          <p:nvPr/>
        </p:nvSpPr>
        <p:spPr>
          <a:xfrm>
            <a:off x="759099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98" name="標籤"/>
          <p:cNvSpPr/>
          <p:nvPr/>
        </p:nvSpPr>
        <p:spPr>
          <a:xfrm>
            <a:off x="9677750" y="6332220"/>
            <a:ext cx="1005738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99" name="圖說"/>
          <p:cNvSpPr/>
          <p:nvPr/>
        </p:nvSpPr>
        <p:spPr>
          <a:xfrm>
            <a:off x="934026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11237749" y="6343650"/>
            <a:ext cx="1384300" cy="342900"/>
            <a:chOff x="11237749" y="6343650"/>
            <a:chExt cx="1384300" cy="342900"/>
          </a:xfrm>
        </p:grpSpPr>
        <p:sp>
          <p:nvSpPr>
            <p:cNvPr id="100" name="標籤"/>
            <p:cNvSpPr/>
            <p:nvPr/>
          </p:nvSpPr>
          <p:spPr>
            <a:xfrm>
              <a:off x="11237749" y="6343650"/>
              <a:ext cx="646430" cy="342900"/>
            </a:xfrm>
            <a:prstGeom prst="rect">
              <a:avLst/>
            </a:prstGeom>
            <a:noFill/>
            <a:ln w="11938">
              <a:solidFill>
                <a:srgbClr val="3A3A3A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1" name="標籤"/>
            <p:cNvSpPr/>
            <p:nvPr/>
          </p:nvSpPr>
          <p:spPr>
            <a:xfrm>
              <a:off x="11975619" y="6343650"/>
              <a:ext cx="646430" cy="342900"/>
            </a:xfrm>
            <a:prstGeom prst="rect">
              <a:avLst/>
            </a:prstGeom>
            <a:noFill/>
            <a:ln w="11938">
              <a:solidFill>
                <a:srgbClr val="A6A6A6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2" name="圖說"/>
          <p:cNvSpPr/>
          <p:nvPr/>
        </p:nvSpPr>
        <p:spPr>
          <a:xfrm>
            <a:off x="1108954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3250554" y="6429375"/>
            <a:ext cx="857250" cy="171450"/>
            <a:chOff x="13250554" y="6429375"/>
            <a:chExt cx="857250" cy="171450"/>
          </a:xfrm>
        </p:grpSpPr>
        <p:sp>
          <p:nvSpPr>
            <p:cNvPr id="103" name="圓點"/>
            <p:cNvSpPr/>
            <p:nvPr/>
          </p:nvSpPr>
          <p:spPr>
            <a:xfrm>
              <a:off x="13250554" y="6429375"/>
              <a:ext cx="171450" cy="171450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4" name="圓點"/>
            <p:cNvSpPr/>
            <p:nvPr/>
          </p:nvSpPr>
          <p:spPr>
            <a:xfrm>
              <a:off x="13593454" y="6429375"/>
              <a:ext cx="171450" cy="171450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13936354" y="6429375"/>
              <a:ext cx="171450" cy="17145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6" name="圖說"/>
          <p:cNvSpPr/>
          <p:nvPr/>
        </p:nvSpPr>
        <p:spPr>
          <a:xfrm>
            <a:off x="1283882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07" name="線條"/>
          <p:cNvSpPr/>
          <p:nvPr/>
        </p:nvSpPr>
        <p:spPr>
          <a:xfrm>
            <a:off x="685800" y="7126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08" name="類別"/>
          <p:cNvSpPr/>
          <p:nvPr/>
        </p:nvSpPr>
        <p:spPr>
          <a:xfrm>
            <a:off x="685800" y="7298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2497700" y="7155180"/>
            <a:ext cx="1371600" cy="560070"/>
            <a:chOff x="2497700" y="7155180"/>
            <a:chExt cx="1371600" cy="560070"/>
          </a:xfrm>
        </p:grpSpPr>
        <p:sp>
          <p:nvSpPr>
            <p:cNvPr id="109" name="群組框"/>
            <p:cNvSpPr/>
            <p:nvPr/>
          </p:nvSpPr>
          <p:spPr>
            <a:xfrm>
              <a:off x="2497700" y="7258050"/>
              <a:ext cx="1371600" cy="457200"/>
            </a:xfrm>
            <a:prstGeom prst="rect">
              <a:avLst/>
            </a:prstGeom>
            <a:noFill/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群組名稱"/>
            <p:cNvSpPr/>
            <p:nvPr/>
          </p:nvSpPr>
          <p:spPr>
            <a:xfrm>
              <a:off x="2612000" y="7155180"/>
              <a:ext cx="708660" cy="2057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1" name="圖說"/>
          <p:cNvSpPr/>
          <p:nvPr/>
        </p:nvSpPr>
        <p:spPr>
          <a:xfrm>
            <a:off x="234315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2" name="淺灰面板"/>
          <p:cNvSpPr/>
          <p:nvPr/>
        </p:nvSpPr>
        <p:spPr>
          <a:xfrm>
            <a:off x="4246980" y="7189470"/>
            <a:ext cx="1371600" cy="5257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409243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sp>
        <p:nvSpPr>
          <p:cNvPr id="114" name="卡片"/>
          <p:cNvSpPr/>
          <p:nvPr/>
        </p:nvSpPr>
        <p:spPr>
          <a:xfrm>
            <a:off x="5996260" y="7189470"/>
            <a:ext cx="13716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584171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sp>
        <p:nvSpPr>
          <p:cNvPr id="116" name="卡片"/>
          <p:cNvSpPr/>
          <p:nvPr/>
        </p:nvSpPr>
        <p:spPr>
          <a:xfrm>
            <a:off x="7745540" y="7189470"/>
            <a:ext cx="13716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59099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9494819" y="7189470"/>
            <a:ext cx="1371600" cy="525780"/>
            <a:chOff x="9494819" y="7189470"/>
            <a:chExt cx="1371600" cy="525780"/>
          </a:xfrm>
        </p:grpSpPr>
        <p:sp>
          <p:nvSpPr>
            <p:cNvPr id="118" name="卡片"/>
            <p:cNvSpPr/>
            <p:nvPr/>
          </p:nvSpPr>
          <p:spPr>
            <a:xfrm>
              <a:off x="949481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9" name="表頭"/>
            <p:cNvSpPr/>
            <p:nvPr/>
          </p:nvSpPr>
          <p:spPr>
            <a:xfrm>
              <a:off x="9494819" y="7189470"/>
              <a:ext cx="1371600" cy="18288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0" name="圖說"/>
          <p:cNvSpPr/>
          <p:nvPr/>
        </p:nvSpPr>
        <p:spPr>
          <a:xfrm>
            <a:off x="934026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11244099" y="7189470"/>
            <a:ext cx="1371600" cy="525780"/>
            <a:chOff x="11244099" y="7189470"/>
            <a:chExt cx="1371600" cy="525780"/>
          </a:xfrm>
        </p:grpSpPr>
        <p:sp>
          <p:nvSpPr>
            <p:cNvPr id="121" name="卡片"/>
            <p:cNvSpPr/>
            <p:nvPr/>
          </p:nvSpPr>
          <p:spPr>
            <a:xfrm>
              <a:off x="1124409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側邊色條"/>
            <p:cNvSpPr/>
            <p:nvPr/>
          </p:nvSpPr>
          <p:spPr>
            <a:xfrm>
              <a:off x="11244099" y="7189470"/>
              <a:ext cx="68580" cy="52578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1108954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3221979" y="7189470"/>
            <a:ext cx="914400" cy="525780"/>
            <a:chOff x="13221979" y="7189470"/>
            <a:chExt cx="914400" cy="525780"/>
          </a:xfrm>
        </p:grpSpPr>
        <p:sp>
          <p:nvSpPr>
            <p:cNvPr id="124" name="寬欄條"/>
            <p:cNvSpPr/>
            <p:nvPr/>
          </p:nvSpPr>
          <p:spPr>
            <a:xfrm>
              <a:off x="13221979" y="7189470"/>
              <a:ext cx="388620" cy="525780"/>
            </a:xfrm>
            <a:prstGeom prst="rect">
              <a:avLst/>
            </a:prstGeom>
            <a:noFill/>
            <a:ln w="11938">
              <a:solidFill>
                <a:srgbClr val="A6A6A6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寬欄條"/>
            <p:cNvSpPr/>
            <p:nvPr/>
          </p:nvSpPr>
          <p:spPr>
            <a:xfrm>
              <a:off x="13747759" y="7189470"/>
              <a:ext cx="388620" cy="525780"/>
            </a:xfrm>
            <a:prstGeom prst="rect">
              <a:avLst/>
            </a:prstGeom>
            <a:noFill/>
            <a:ln w="11938">
              <a:solidFill>
                <a:srgbClr val="A6A6A6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1283882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27" name="線條"/>
          <p:cNvSpPr/>
          <p:nvPr/>
        </p:nvSpPr>
        <p:spPr>
          <a:xfrm>
            <a:off x="2171700" y="2125980"/>
            <a:ext cx="0" cy="57835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29" name="Text 12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常見組合 Common Patterns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750" dirty="0"/>
          </a:p>
        </p:txBody>
      </p:sp>
      <p:sp>
        <p:nvSpPr>
          <p:cNvPr id="5" name="組合名稱"/>
          <p:cNvSpPr/>
          <p:nvPr/>
        </p:nvSpPr>
        <p:spPr>
          <a:xfrm>
            <a:off x="685800" y="217170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6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7" name="處理"/>
            <p:cNvSpPr/>
            <p:nvPr/>
          </p:nvSpPr>
          <p:spPr>
            <a:xfrm>
              <a:off x="685800" y="333756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8" name="編號"/>
            <p:cNvSpPr/>
            <p:nvPr/>
          </p:nvSpPr>
          <p:spPr>
            <a:xfrm>
              <a:off x="960120" y="2846070"/>
              <a:ext cx="297180" cy="29718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9" name="處理"/>
            <p:cNvSpPr/>
            <p:nvPr/>
          </p:nvSpPr>
          <p:spPr>
            <a:xfrm>
              <a:off x="1902095" y="333756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2176415" y="2846070"/>
              <a:ext cx="297180" cy="29718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3118390" y="3337560"/>
              <a:ext cx="84582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3392710" y="2846070"/>
              <a:ext cx="297180" cy="29718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4F5BD5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4F5BD5"/>
                  </a:solidFill>
                  <a:latin typeface="Microsoft JhengHei Light" pitchFamily="34" charset="0"/>
                  <a:ea typeface="Microsoft JhengHei Light" pitchFamily="34" charset="-122"/>
                  <a:cs typeface="Microsoft JhengHei Light" pitchFamily="34" charset="-120"/>
                </a:rPr>
                <a:t>3</a:t>
              </a:r>
              <a:endParaRPr lang="en-US" sz="1150" dirty="0"/>
            </a:p>
          </p:txBody>
        </p:sp>
        <p:cxnSp>
          <p:nvCxnSpPr>
            <p:cNvPr id="13" name="連接線"/>
            <p:cNvCxnSpPr>
              <a:stCxn id="7" idx="3"/>
              <a:endCxn id="9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14" name="連接線"/>
            <p:cNvCxnSpPr>
              <a:stCxn id="9" idx="3"/>
              <a:endCxn id="11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15" name="組合名稱"/>
          <p:cNvSpPr/>
          <p:nvPr/>
        </p:nvSpPr>
        <p:spPr>
          <a:xfrm>
            <a:off x="4215670" y="217170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6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17" name="處理"/>
            <p:cNvSpPr/>
            <p:nvPr/>
          </p:nvSpPr>
          <p:spPr>
            <a:xfrm>
              <a:off x="4215670" y="2903220"/>
              <a:ext cx="82296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18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19" name="連接線"/>
            <p:cNvCxnSpPr>
              <a:stCxn id="17" idx="3"/>
              <a:endCxn id="18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0" name="處理"/>
            <p:cNvSpPr/>
            <p:nvPr/>
          </p:nvSpPr>
          <p:spPr>
            <a:xfrm>
              <a:off x="6648260" y="2903220"/>
              <a:ext cx="84582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1" name="連接線"/>
            <p:cNvCxnSpPr>
              <a:stCxn id="18" idx="3"/>
              <a:endCxn id="20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2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3" name="處理"/>
            <p:cNvSpPr/>
            <p:nvPr/>
          </p:nvSpPr>
          <p:spPr>
            <a:xfrm>
              <a:off x="5392960" y="406908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4" name="連接線"/>
            <p:cNvCxnSpPr>
              <a:stCxn id="18" idx="2"/>
              <a:endCxn id="23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6" name="組合名稱"/>
          <p:cNvSpPr/>
          <p:nvPr/>
        </p:nvSpPr>
        <p:spPr>
          <a:xfrm>
            <a:off x="7745540" y="217170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27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28" name="處理"/>
            <p:cNvSpPr/>
            <p:nvPr/>
          </p:nvSpPr>
          <p:spPr>
            <a:xfrm>
              <a:off x="7745540" y="304038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29" name="處理"/>
            <p:cNvSpPr/>
            <p:nvPr/>
          </p:nvSpPr>
          <p:spPr>
            <a:xfrm>
              <a:off x="8961834" y="304038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0" name="處理"/>
            <p:cNvSpPr/>
            <p:nvPr/>
          </p:nvSpPr>
          <p:spPr>
            <a:xfrm>
              <a:off x="10178129" y="3040380"/>
              <a:ext cx="84582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1" name="連接線"/>
            <p:cNvCxnSpPr>
              <a:stCxn id="28" idx="3"/>
              <a:endCxn id="29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32" name="連接線"/>
            <p:cNvCxnSpPr>
              <a:stCxn id="29" idx="3"/>
              <a:endCxn id="30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33" name="連接線"/>
            <p:cNvCxnSpPr>
              <a:stCxn id="29" idx="2"/>
              <a:endCxn id="28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4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5" name="組合名稱"/>
          <p:cNvSpPr/>
          <p:nvPr/>
        </p:nvSpPr>
        <p:spPr>
          <a:xfrm>
            <a:off x="11275409" y="217170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36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37" name="處理"/>
            <p:cNvSpPr/>
            <p:nvPr/>
          </p:nvSpPr>
          <p:spPr>
            <a:xfrm>
              <a:off x="11275409" y="3520440"/>
              <a:ext cx="91440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38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39" name="連接線"/>
            <p:cNvCxnSpPr>
              <a:stCxn id="37" idx="3"/>
              <a:endCxn id="38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0" name="處理"/>
            <p:cNvSpPr/>
            <p:nvPr/>
          </p:nvSpPr>
          <p:spPr>
            <a:xfrm>
              <a:off x="13845159" y="3520440"/>
              <a:ext cx="70866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1" name="連接線"/>
            <p:cNvCxnSpPr>
              <a:stCxn id="38" idx="3"/>
              <a:endCxn id="40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2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3" name="連接線"/>
            <p:cNvCxnSpPr>
              <a:stCxn id="38" idx="0"/>
              <a:endCxn id="37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44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45" name="組合名稱"/>
          <p:cNvSpPr/>
          <p:nvPr/>
        </p:nvSpPr>
        <p:spPr>
          <a:xfrm>
            <a:off x="685800" y="505206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46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47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8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49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1" name="處理"/>
            <p:cNvSpPr/>
            <p:nvPr/>
          </p:nvSpPr>
          <p:spPr>
            <a:xfrm>
              <a:off x="1371600" y="5772150"/>
              <a:ext cx="80010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2" name="處理"/>
            <p:cNvSpPr/>
            <p:nvPr/>
          </p:nvSpPr>
          <p:spPr>
            <a:xfrm>
              <a:off x="2514600" y="6755130"/>
              <a:ext cx="80010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3" name="處理"/>
            <p:cNvSpPr/>
            <p:nvPr/>
          </p:nvSpPr>
          <p:spPr>
            <a:xfrm>
              <a:off x="3072670" y="5772150"/>
              <a:ext cx="80010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54" name="連接線"/>
            <p:cNvCxnSpPr>
              <a:stCxn id="51" idx="3"/>
              <a:endCxn id="52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55" name="連接線"/>
            <p:cNvCxnSpPr>
              <a:stCxn id="52" idx="3"/>
              <a:endCxn id="53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56" name="組合名稱"/>
          <p:cNvSpPr/>
          <p:nvPr/>
        </p:nvSpPr>
        <p:spPr>
          <a:xfrm>
            <a:off x="4215670" y="505206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57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58" name="處理"/>
            <p:cNvSpPr/>
            <p:nvPr/>
          </p:nvSpPr>
          <p:spPr>
            <a:xfrm>
              <a:off x="4215670" y="6229350"/>
              <a:ext cx="64008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59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處理"/>
            <p:cNvSpPr/>
            <p:nvPr/>
          </p:nvSpPr>
          <p:spPr>
            <a:xfrm>
              <a:off x="5404390" y="570357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5404390" y="675513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2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3" name="處理"/>
            <p:cNvSpPr/>
            <p:nvPr/>
          </p:nvSpPr>
          <p:spPr>
            <a:xfrm>
              <a:off x="6785420" y="6229350"/>
              <a:ext cx="70866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64" name="連接線"/>
            <p:cNvCxnSpPr>
              <a:stCxn id="58" idx="3"/>
              <a:endCxn id="59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5" name="連接線"/>
            <p:cNvCxnSpPr>
              <a:endCxn id="60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6" name="連接線"/>
            <p:cNvCxnSpPr>
              <a:endCxn id="61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7" name="連接線"/>
            <p:cNvCxnSpPr>
              <a:stCxn id="60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8" name="連接線"/>
            <p:cNvCxnSpPr>
              <a:stCxn id="61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69" name="連接線"/>
            <p:cNvCxnSpPr>
              <a:stCxn id="62" idx="3"/>
              <a:endCxn id="63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70" name="組合名稱"/>
          <p:cNvSpPr/>
          <p:nvPr/>
        </p:nvSpPr>
        <p:spPr>
          <a:xfrm>
            <a:off x="7745540" y="505206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1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72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73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74" name="處理"/>
            <p:cNvSpPr/>
            <p:nvPr/>
          </p:nvSpPr>
          <p:spPr>
            <a:xfrm>
              <a:off x="8984694" y="6080760"/>
              <a:ext cx="800100" cy="480060"/>
            </a:xfrm>
            <a:prstGeom prst="rect">
              <a:avLst/>
            </a:prstGeom>
            <a:solidFill>
              <a:srgbClr val="FFFFFF"/>
            </a:solidFill>
            <a:ln w="19812">
              <a:solidFill>
                <a:srgbClr val="4F5BD5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75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76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77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78" name="連接線"/>
            <p:cNvCxnSpPr>
              <a:stCxn id="72" idx="2"/>
              <a:endCxn id="74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79" name="連接線"/>
            <p:cNvCxnSpPr>
              <a:stCxn id="74" idx="3"/>
              <a:endCxn id="76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80" name="組合名稱"/>
          <p:cNvSpPr/>
          <p:nvPr/>
        </p:nvSpPr>
        <p:spPr>
          <a:xfrm>
            <a:off x="11275409" y="5052060"/>
            <a:ext cx="327841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81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82" name="卡片"/>
            <p:cNvSpPr/>
            <p:nvPr/>
          </p:nvSpPr>
          <p:spPr>
            <a:xfrm>
              <a:off x="11275409" y="5737860"/>
              <a:ext cx="1348740" cy="14859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84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85" name="線條"/>
            <p:cNvSpPr/>
            <p:nvPr/>
          </p:nvSpPr>
          <p:spPr>
            <a:xfrm>
              <a:off x="12617434" y="6480810"/>
              <a:ext cx="594360" cy="0"/>
            </a:xfrm>
            <a:prstGeom prst="line">
              <a:avLst/>
            </a:prstGeom>
            <a:noFill/>
            <a:ln w="11938">
              <a:solidFill>
                <a:srgbClr val="707070"/>
              </a:solidFill>
              <a:prstDash val="solid"/>
              <a:tailEnd type="arrow" w="lg" len="lg"/>
            </a:ln>
          </p:spPr>
        </p:sp>
        <p:sp>
          <p:nvSpPr>
            <p:cNvPr id="86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ect">
              <a:avLst/>
            </a:prstGeom>
            <a:solidFill>
              <a:srgbClr val="FFFFFF"/>
            </a:solidFill>
            <a:ln w="27813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88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89" name="Text 8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常見組合（二）Common Patterns II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750" dirty="0"/>
          </a:p>
        </p:txBody>
      </p:sp>
      <p:sp>
        <p:nvSpPr>
          <p:cNvPr id="5" name="組合名稱"/>
          <p:cNvSpPr/>
          <p:nvPr/>
        </p:nvSpPr>
        <p:spPr>
          <a:xfrm>
            <a:off x="685800" y="2171700"/>
            <a:ext cx="43635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6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0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1000" dirty="0"/>
          </a:p>
        </p:txBody>
      </p:sp>
      <p:sp>
        <p:nvSpPr>
          <p:cNvPr id="24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4F5BD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5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6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28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0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2" name="組合名稱"/>
          <p:cNvSpPr/>
          <p:nvPr/>
        </p:nvSpPr>
        <p:spPr>
          <a:xfrm>
            <a:off x="5438013" y="2171700"/>
            <a:ext cx="43635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3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4F5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BD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5BD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6" name="組合名稱"/>
          <p:cNvSpPr/>
          <p:nvPr/>
        </p:nvSpPr>
        <p:spPr>
          <a:xfrm>
            <a:off x="10190226" y="2171700"/>
            <a:ext cx="43635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37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38" name="問題"/>
            <p:cNvSpPr/>
            <p:nvPr/>
          </p:nvSpPr>
          <p:spPr>
            <a:xfrm>
              <a:off x="10190226" y="2880360"/>
              <a:ext cx="1165860" cy="1325880"/>
            </a:xfrm>
            <a:prstGeom prst="rect">
              <a:avLst/>
            </a:prstGeom>
            <a:solidFill>
              <a:srgbClr val="FFFFFF"/>
            </a:solidFill>
            <a:ln w="23876">
              <a:solidFill>
                <a:srgbClr val="C0504D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39" name="原因"/>
            <p:cNvSpPr/>
            <p:nvPr/>
          </p:nvSpPr>
          <p:spPr>
            <a:xfrm>
              <a:off x="11789093" y="2880360"/>
              <a:ext cx="1165860" cy="13258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0" name="對策"/>
            <p:cNvSpPr/>
            <p:nvPr/>
          </p:nvSpPr>
          <p:spPr>
            <a:xfrm>
              <a:off x="13387959" y="2880360"/>
              <a:ext cx="1165860" cy="132588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CACEF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1" name="連接線"/>
            <p:cNvCxnSpPr>
              <a:stCxn id="38" idx="3"/>
              <a:endCxn id="39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42" name="連接線"/>
            <p:cNvCxnSpPr>
              <a:stCxn id="39" idx="3"/>
              <a:endCxn id="40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43" name="組合名稱"/>
          <p:cNvSpPr/>
          <p:nvPr/>
        </p:nvSpPr>
        <p:spPr>
          <a:xfrm>
            <a:off x="685800" y="5029200"/>
            <a:ext cx="43635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4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45" name="方案"/>
            <p:cNvSpPr/>
            <p:nvPr/>
          </p:nvSpPr>
          <p:spPr>
            <a:xfrm>
              <a:off x="685800" y="5554980"/>
              <a:ext cx="1363091" cy="20574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6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48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49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0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1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4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ect">
              <a:avLst/>
            </a:prstGeom>
            <a:solidFill>
              <a:srgbClr val="FFFFFF"/>
            </a:solidFill>
            <a:ln w="27813">
              <a:solidFill>
                <a:srgbClr val="4F5BD5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5" name="表頭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CACEF2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59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0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3" name="標籤"/>
            <p:cNvSpPr/>
            <p:nvPr/>
          </p:nvSpPr>
          <p:spPr>
            <a:xfrm>
              <a:off x="2592007" y="7520940"/>
              <a:ext cx="551180" cy="251460"/>
            </a:xfrm>
            <a:prstGeom prst="rect">
              <a:avLst/>
            </a:prstGeom>
            <a:noFill/>
            <a:ln w="11938">
              <a:solidFill>
                <a:srgbClr val="3A3A3A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4" name="方案"/>
            <p:cNvSpPr/>
            <p:nvPr/>
          </p:nvSpPr>
          <p:spPr>
            <a:xfrm>
              <a:off x="3686302" y="5554980"/>
              <a:ext cx="1363091" cy="20574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67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8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69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0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3" name="組合名稱"/>
          <p:cNvSpPr/>
          <p:nvPr/>
        </p:nvSpPr>
        <p:spPr>
          <a:xfrm>
            <a:off x="5438013" y="5029200"/>
            <a:ext cx="43635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74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75" name="卡片"/>
            <p:cNvSpPr/>
            <p:nvPr/>
          </p:nvSpPr>
          <p:spPr>
            <a:xfrm>
              <a:off x="5438013" y="5737860"/>
              <a:ext cx="1347851" cy="15544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6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78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79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0" name="卡片"/>
            <p:cNvSpPr/>
            <p:nvPr/>
          </p:nvSpPr>
          <p:spPr>
            <a:xfrm>
              <a:off x="6945884" y="5737860"/>
              <a:ext cx="1347851" cy="15544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83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84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5" name="卡片"/>
            <p:cNvSpPr/>
            <p:nvPr/>
          </p:nvSpPr>
          <p:spPr>
            <a:xfrm>
              <a:off x="8453755" y="5737860"/>
              <a:ext cx="1347851" cy="15544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88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89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0" name="組合名稱"/>
          <p:cNvSpPr/>
          <p:nvPr/>
        </p:nvSpPr>
        <p:spPr>
          <a:xfrm>
            <a:off x="10190226" y="5029200"/>
            <a:ext cx="43635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91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92" name="PDCA Plan"/>
            <p:cNvSpPr/>
            <p:nvPr/>
          </p:nvSpPr>
          <p:spPr>
            <a:xfrm>
              <a:off x="10190226" y="555498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93" name="PDCA Do"/>
            <p:cNvSpPr/>
            <p:nvPr/>
          </p:nvSpPr>
          <p:spPr>
            <a:xfrm>
              <a:off x="12907899" y="555498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94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95" name="PDCA Act"/>
            <p:cNvSpPr/>
            <p:nvPr/>
          </p:nvSpPr>
          <p:spPr>
            <a:xfrm>
              <a:off x="10190226" y="683514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96" name="連接線"/>
            <p:cNvCxnSpPr>
              <a:stCxn id="92" idx="3"/>
              <a:endCxn id="93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7" name="連接線"/>
            <p:cNvCxnSpPr>
              <a:stCxn id="93" idx="2"/>
              <a:endCxn id="94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8" name="連接線"/>
            <p:cNvCxnSpPr>
              <a:stCxn id="94" idx="1"/>
              <a:endCxn id="95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99" name="連接線"/>
            <p:cNvCxnSpPr>
              <a:stCxn id="95" idx="0"/>
              <a:endCxn id="92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sp>
          <p:nvSpPr>
            <p:cNvPr id="100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01" name="Text 9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02" name="Text 9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圖示庫 Icon Library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118 個 Material Symbols 圖示：顏色、粗細跟著風格；每個都是可編輯的 PowerPoint 圖案</a:t>
            </a:r>
            <a:endParaRPr lang="en-US" sz="1750" dirty="0"/>
          </a:p>
        </p:txBody>
      </p:sp>
      <p:sp>
        <p:nvSpPr>
          <p:cNvPr id="5" name="圖示 人員"/>
          <p:cNvSpPr/>
          <p:nvPr/>
        </p:nvSpPr>
        <p:spPr>
          <a:xfrm>
            <a:off x="84390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1150" y="168833"/>
                </a:moveTo>
                <a:cubicBezTo>
                  <a:pt x="141355" y="159037"/>
                  <a:pt x="136451" y="146533"/>
                  <a:pt x="136451" y="131308"/>
                </a:cubicBezTo>
                <a:cubicBezTo>
                  <a:pt x="136451" y="116095"/>
                  <a:pt x="141355" y="103613"/>
                  <a:pt x="151150" y="93863"/>
                </a:cubicBezTo>
                <a:cubicBezTo>
                  <a:pt x="160946" y="84125"/>
                  <a:pt x="173427" y="79244"/>
                  <a:pt x="188595" y="79244"/>
                </a:cubicBezTo>
                <a:cubicBezTo>
                  <a:pt x="203763" y="79244"/>
                  <a:pt x="216244" y="84125"/>
                  <a:pt x="226040" y="93863"/>
                </a:cubicBezTo>
                <a:cubicBezTo>
                  <a:pt x="235835" y="103613"/>
                  <a:pt x="240739" y="116095"/>
                  <a:pt x="240739" y="131308"/>
                </a:cubicBezTo>
                <a:cubicBezTo>
                  <a:pt x="240739" y="146533"/>
                  <a:pt x="235835" y="159037"/>
                  <a:pt x="226040" y="168833"/>
                </a:cubicBezTo>
                <a:cubicBezTo>
                  <a:pt x="216244" y="178628"/>
                  <a:pt x="203763" y="183532"/>
                  <a:pt x="188595" y="183532"/>
                </a:cubicBezTo>
                <a:cubicBezTo>
                  <a:pt x="173427" y="183532"/>
                  <a:pt x="160946" y="178628"/>
                  <a:pt x="151150" y="168833"/>
                </a:cubicBezTo>
                <a:close/>
                <a:moveTo>
                  <a:pt x="70729" y="285327"/>
                </a:moveTo>
                <a:lnTo>
                  <a:pt x="70729" y="273623"/>
                </a:lnTo>
                <a:cubicBezTo>
                  <a:pt x="70729" y="265187"/>
                  <a:pt x="72958" y="257838"/>
                  <a:pt x="77438" y="251574"/>
                </a:cubicBezTo>
                <a:cubicBezTo>
                  <a:pt x="81919" y="245322"/>
                  <a:pt x="87737" y="240499"/>
                  <a:pt x="94892" y="237115"/>
                </a:cubicBezTo>
                <a:cubicBezTo>
                  <a:pt x="111443" y="229754"/>
                  <a:pt x="127399" y="224222"/>
                  <a:pt x="142738" y="220496"/>
                </a:cubicBezTo>
                <a:cubicBezTo>
                  <a:pt x="158088" y="216781"/>
                  <a:pt x="173393" y="214918"/>
                  <a:pt x="188629" y="214918"/>
                </a:cubicBezTo>
                <a:cubicBezTo>
                  <a:pt x="203877" y="214918"/>
                  <a:pt x="219136" y="216816"/>
                  <a:pt x="234406" y="220622"/>
                </a:cubicBezTo>
                <a:cubicBezTo>
                  <a:pt x="249677" y="224417"/>
                  <a:pt x="265587" y="229914"/>
                  <a:pt x="282150" y="237115"/>
                </a:cubicBezTo>
                <a:cubicBezTo>
                  <a:pt x="289453" y="240476"/>
                  <a:pt x="295351" y="245288"/>
                  <a:pt x="299832" y="251574"/>
                </a:cubicBezTo>
                <a:cubicBezTo>
                  <a:pt x="304301" y="257861"/>
                  <a:pt x="306518" y="265210"/>
                  <a:pt x="306473" y="273623"/>
                </a:cubicBezTo>
                <a:lnTo>
                  <a:pt x="306473" y="285327"/>
                </a:lnTo>
                <a:cubicBezTo>
                  <a:pt x="306473" y="290356"/>
                  <a:pt x="304701" y="294643"/>
                  <a:pt x="301158" y="298174"/>
                </a:cubicBezTo>
                <a:cubicBezTo>
                  <a:pt x="297626" y="301718"/>
                  <a:pt x="293340" y="303478"/>
                  <a:pt x="288310" y="303478"/>
                </a:cubicBezTo>
                <a:lnTo>
                  <a:pt x="88834" y="303478"/>
                </a:lnTo>
                <a:cubicBezTo>
                  <a:pt x="83805" y="303478"/>
                  <a:pt x="79530" y="301718"/>
                  <a:pt x="75987" y="298174"/>
                </a:cubicBezTo>
                <a:cubicBezTo>
                  <a:pt x="72478" y="294643"/>
                  <a:pt x="70729" y="290356"/>
                  <a:pt x="70729" y="285327"/>
                </a:cubicBezTo>
                <a:close/>
                <a:moveTo>
                  <a:pt x="88560" y="285647"/>
                </a:moveTo>
                <a:lnTo>
                  <a:pt x="288630" y="285647"/>
                </a:lnTo>
                <a:lnTo>
                  <a:pt x="288630" y="273657"/>
                </a:lnTo>
                <a:cubicBezTo>
                  <a:pt x="288630" y="269577"/>
                  <a:pt x="287327" y="265656"/>
                  <a:pt x="284744" y="261907"/>
                </a:cubicBezTo>
                <a:cubicBezTo>
                  <a:pt x="282150" y="258169"/>
                  <a:pt x="278766" y="255220"/>
                  <a:pt x="274606" y="253072"/>
                </a:cubicBezTo>
                <a:cubicBezTo>
                  <a:pt x="259152" y="245551"/>
                  <a:pt x="244579" y="240293"/>
                  <a:pt x="230909" y="237275"/>
                </a:cubicBezTo>
                <a:cubicBezTo>
                  <a:pt x="217239" y="234269"/>
                  <a:pt x="203134" y="232761"/>
                  <a:pt x="188595" y="232761"/>
                </a:cubicBezTo>
                <a:cubicBezTo>
                  <a:pt x="174056" y="232761"/>
                  <a:pt x="159849" y="234269"/>
                  <a:pt x="145961" y="237275"/>
                </a:cubicBezTo>
                <a:cubicBezTo>
                  <a:pt x="132085" y="240293"/>
                  <a:pt x="117546" y="245551"/>
                  <a:pt x="102356" y="253072"/>
                </a:cubicBezTo>
                <a:cubicBezTo>
                  <a:pt x="98184" y="255220"/>
                  <a:pt x="94846" y="258169"/>
                  <a:pt x="92332" y="261907"/>
                </a:cubicBezTo>
                <a:cubicBezTo>
                  <a:pt x="89817" y="265656"/>
                  <a:pt x="88560" y="269577"/>
                  <a:pt x="88560" y="273657"/>
                </a:cubicBezTo>
                <a:lnTo>
                  <a:pt x="88560" y="285647"/>
                </a:lnTo>
                <a:close/>
                <a:moveTo>
                  <a:pt x="213112" y="155939"/>
                </a:moveTo>
                <a:cubicBezTo>
                  <a:pt x="219639" y="149424"/>
                  <a:pt x="222896" y="141252"/>
                  <a:pt x="222896" y="131422"/>
                </a:cubicBezTo>
                <a:cubicBezTo>
                  <a:pt x="222896" y="121604"/>
                  <a:pt x="219639" y="113431"/>
                  <a:pt x="213112" y="106905"/>
                </a:cubicBezTo>
                <a:cubicBezTo>
                  <a:pt x="206586" y="100390"/>
                  <a:pt x="198413" y="97132"/>
                  <a:pt x="188595" y="97132"/>
                </a:cubicBezTo>
                <a:cubicBezTo>
                  <a:pt x="178777" y="97132"/>
                  <a:pt x="170604" y="100378"/>
                  <a:pt x="164078" y="106871"/>
                </a:cubicBezTo>
                <a:cubicBezTo>
                  <a:pt x="157551" y="113397"/>
                  <a:pt x="154294" y="121569"/>
                  <a:pt x="154294" y="131388"/>
                </a:cubicBezTo>
                <a:cubicBezTo>
                  <a:pt x="154294" y="141206"/>
                  <a:pt x="157551" y="149379"/>
                  <a:pt x="164078" y="155905"/>
                </a:cubicBezTo>
                <a:cubicBezTo>
                  <a:pt x="170604" y="162432"/>
                  <a:pt x="178777" y="165689"/>
                  <a:pt x="188595" y="165689"/>
                </a:cubicBezTo>
                <a:cubicBezTo>
                  <a:pt x="198413" y="165689"/>
                  <a:pt x="206586" y="162432"/>
                  <a:pt x="213112" y="155905"/>
                </a:cubicBezTo>
                <a:close/>
                <a:moveTo>
                  <a:pt x="188595" y="131388"/>
                </a:moveTo>
                <a:close/>
                <a:moveTo>
                  <a:pt x="188595" y="2856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66294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950" dirty="0"/>
          </a:p>
        </p:txBody>
      </p:sp>
      <p:sp>
        <p:nvSpPr>
          <p:cNvPr id="7" name="圖示 團隊"/>
          <p:cNvSpPr/>
          <p:nvPr/>
        </p:nvSpPr>
        <p:spPr>
          <a:xfrm>
            <a:off x="153730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7626" y="273623"/>
                </a:moveTo>
                <a:cubicBezTo>
                  <a:pt x="27626" y="265370"/>
                  <a:pt x="29752" y="258055"/>
                  <a:pt x="34027" y="251700"/>
                </a:cubicBezTo>
                <a:cubicBezTo>
                  <a:pt x="38291" y="245334"/>
                  <a:pt x="44257" y="240476"/>
                  <a:pt x="51904" y="237115"/>
                </a:cubicBezTo>
                <a:cubicBezTo>
                  <a:pt x="68934" y="229652"/>
                  <a:pt x="84456" y="224085"/>
                  <a:pt x="98504" y="220416"/>
                </a:cubicBezTo>
                <a:cubicBezTo>
                  <a:pt x="112563" y="216759"/>
                  <a:pt x="128222" y="214918"/>
                  <a:pt x="145458" y="214918"/>
                </a:cubicBezTo>
                <a:cubicBezTo>
                  <a:pt x="162797" y="214918"/>
                  <a:pt x="178434" y="216759"/>
                  <a:pt x="192367" y="220416"/>
                </a:cubicBezTo>
                <a:cubicBezTo>
                  <a:pt x="206300" y="224085"/>
                  <a:pt x="221822" y="229652"/>
                  <a:pt x="238921" y="237115"/>
                </a:cubicBezTo>
                <a:cubicBezTo>
                  <a:pt x="246499" y="240499"/>
                  <a:pt x="252454" y="245356"/>
                  <a:pt x="256809" y="251700"/>
                </a:cubicBezTo>
                <a:cubicBezTo>
                  <a:pt x="261153" y="258055"/>
                  <a:pt x="263324" y="265370"/>
                  <a:pt x="263324" y="273623"/>
                </a:cubicBezTo>
                <a:lnTo>
                  <a:pt x="263324" y="285327"/>
                </a:lnTo>
                <a:cubicBezTo>
                  <a:pt x="263324" y="290071"/>
                  <a:pt x="261587" y="294277"/>
                  <a:pt x="258101" y="297946"/>
                </a:cubicBezTo>
                <a:cubicBezTo>
                  <a:pt x="254615" y="301603"/>
                  <a:pt x="250306" y="303444"/>
                  <a:pt x="245174" y="303444"/>
                </a:cubicBezTo>
                <a:lnTo>
                  <a:pt x="45777" y="303444"/>
                </a:lnTo>
                <a:cubicBezTo>
                  <a:pt x="40748" y="303444"/>
                  <a:pt x="36462" y="301672"/>
                  <a:pt x="32930" y="298140"/>
                </a:cubicBezTo>
                <a:cubicBezTo>
                  <a:pt x="29387" y="294597"/>
                  <a:pt x="27626" y="290322"/>
                  <a:pt x="27626" y="285293"/>
                </a:cubicBezTo>
                <a:lnTo>
                  <a:pt x="27626" y="273577"/>
                </a:lnTo>
                <a:close/>
                <a:moveTo>
                  <a:pt x="331413" y="303444"/>
                </a:moveTo>
                <a:lnTo>
                  <a:pt x="285373" y="303444"/>
                </a:lnTo>
                <a:cubicBezTo>
                  <a:pt x="286184" y="300426"/>
                  <a:pt x="286996" y="297466"/>
                  <a:pt x="287807" y="294563"/>
                </a:cubicBezTo>
                <a:cubicBezTo>
                  <a:pt x="288619" y="291659"/>
                  <a:pt x="289019" y="288573"/>
                  <a:pt x="289019" y="285327"/>
                </a:cubicBezTo>
                <a:lnTo>
                  <a:pt x="289019" y="274091"/>
                </a:lnTo>
                <a:cubicBezTo>
                  <a:pt x="289019" y="260101"/>
                  <a:pt x="286059" y="248614"/>
                  <a:pt x="280138" y="239630"/>
                </a:cubicBezTo>
                <a:cubicBezTo>
                  <a:pt x="274217" y="230646"/>
                  <a:pt x="265416" y="223102"/>
                  <a:pt x="253735" y="216999"/>
                </a:cubicBezTo>
                <a:cubicBezTo>
                  <a:pt x="267702" y="218987"/>
                  <a:pt x="280949" y="221571"/>
                  <a:pt x="293500" y="224748"/>
                </a:cubicBezTo>
                <a:cubicBezTo>
                  <a:pt x="306050" y="227914"/>
                  <a:pt x="316554" y="231663"/>
                  <a:pt x="325012" y="235984"/>
                </a:cubicBezTo>
                <a:cubicBezTo>
                  <a:pt x="332453" y="240144"/>
                  <a:pt x="338408" y="245505"/>
                  <a:pt x="342889" y="252054"/>
                </a:cubicBezTo>
                <a:cubicBezTo>
                  <a:pt x="347369" y="258592"/>
                  <a:pt x="349609" y="265930"/>
                  <a:pt x="349609" y="274057"/>
                </a:cubicBezTo>
                <a:lnTo>
                  <a:pt x="349609" y="285293"/>
                </a:lnTo>
                <a:cubicBezTo>
                  <a:pt x="349609" y="290322"/>
                  <a:pt x="347838" y="294597"/>
                  <a:pt x="344306" y="298140"/>
                </a:cubicBezTo>
                <a:cubicBezTo>
                  <a:pt x="340763" y="301672"/>
                  <a:pt x="336488" y="303444"/>
                  <a:pt x="331459" y="303444"/>
                </a:cubicBezTo>
                <a:close/>
                <a:moveTo>
                  <a:pt x="108048" y="168833"/>
                </a:moveTo>
                <a:cubicBezTo>
                  <a:pt x="98252" y="159037"/>
                  <a:pt x="93360" y="146533"/>
                  <a:pt x="93360" y="131308"/>
                </a:cubicBezTo>
                <a:cubicBezTo>
                  <a:pt x="93360" y="116095"/>
                  <a:pt x="98252" y="103613"/>
                  <a:pt x="108048" y="93863"/>
                </a:cubicBezTo>
                <a:cubicBezTo>
                  <a:pt x="117843" y="84125"/>
                  <a:pt x="130348" y="79244"/>
                  <a:pt x="145572" y="79244"/>
                </a:cubicBezTo>
                <a:cubicBezTo>
                  <a:pt x="160786" y="79244"/>
                  <a:pt x="173267" y="84125"/>
                  <a:pt x="183017" y="93863"/>
                </a:cubicBezTo>
                <a:cubicBezTo>
                  <a:pt x="192756" y="103613"/>
                  <a:pt x="197636" y="116095"/>
                  <a:pt x="197636" y="131308"/>
                </a:cubicBezTo>
                <a:cubicBezTo>
                  <a:pt x="197636" y="146533"/>
                  <a:pt x="192756" y="159037"/>
                  <a:pt x="183017" y="168833"/>
                </a:cubicBezTo>
                <a:cubicBezTo>
                  <a:pt x="173267" y="178628"/>
                  <a:pt x="160786" y="183532"/>
                  <a:pt x="145572" y="183532"/>
                </a:cubicBezTo>
                <a:cubicBezTo>
                  <a:pt x="130348" y="183532"/>
                  <a:pt x="117843" y="178628"/>
                  <a:pt x="108048" y="168833"/>
                </a:cubicBezTo>
                <a:close/>
                <a:moveTo>
                  <a:pt x="255072" y="168833"/>
                </a:moveTo>
                <a:cubicBezTo>
                  <a:pt x="245299" y="178628"/>
                  <a:pt x="232806" y="183532"/>
                  <a:pt x="217593" y="183532"/>
                </a:cubicBezTo>
                <a:cubicBezTo>
                  <a:pt x="215810" y="183532"/>
                  <a:pt x="213912" y="183406"/>
                  <a:pt x="211889" y="183177"/>
                </a:cubicBezTo>
                <a:cubicBezTo>
                  <a:pt x="209878" y="182937"/>
                  <a:pt x="207980" y="182491"/>
                  <a:pt x="206197" y="181840"/>
                </a:cubicBezTo>
                <a:cubicBezTo>
                  <a:pt x="211798" y="175713"/>
                  <a:pt x="216061" y="168364"/>
                  <a:pt x="218965" y="159791"/>
                </a:cubicBezTo>
                <a:cubicBezTo>
                  <a:pt x="221879" y="151207"/>
                  <a:pt x="223331" y="141732"/>
                  <a:pt x="223331" y="131388"/>
                </a:cubicBezTo>
                <a:cubicBezTo>
                  <a:pt x="223331" y="121021"/>
                  <a:pt x="221822" y="111774"/>
                  <a:pt x="218804" y="103647"/>
                </a:cubicBezTo>
                <a:cubicBezTo>
                  <a:pt x="215798" y="95532"/>
                  <a:pt x="211592" y="87920"/>
                  <a:pt x="206197" y="80822"/>
                </a:cubicBezTo>
                <a:cubicBezTo>
                  <a:pt x="207877" y="80433"/>
                  <a:pt x="209775" y="80079"/>
                  <a:pt x="211889" y="79759"/>
                </a:cubicBezTo>
                <a:cubicBezTo>
                  <a:pt x="214015" y="79450"/>
                  <a:pt x="215913" y="79290"/>
                  <a:pt x="217593" y="79290"/>
                </a:cubicBezTo>
                <a:cubicBezTo>
                  <a:pt x="232806" y="79290"/>
                  <a:pt x="245299" y="84159"/>
                  <a:pt x="255072" y="93909"/>
                </a:cubicBezTo>
                <a:cubicBezTo>
                  <a:pt x="264845" y="103647"/>
                  <a:pt x="269725" y="116129"/>
                  <a:pt x="269725" y="131354"/>
                </a:cubicBezTo>
                <a:cubicBezTo>
                  <a:pt x="269725" y="146567"/>
                  <a:pt x="264845" y="159071"/>
                  <a:pt x="255072" y="168867"/>
                </a:cubicBezTo>
                <a:close/>
                <a:moveTo>
                  <a:pt x="45457" y="285601"/>
                </a:moveTo>
                <a:lnTo>
                  <a:pt x="245528" y="285601"/>
                </a:lnTo>
                <a:lnTo>
                  <a:pt x="245528" y="273623"/>
                </a:lnTo>
                <a:cubicBezTo>
                  <a:pt x="245528" y="269428"/>
                  <a:pt x="244339" y="265496"/>
                  <a:pt x="241950" y="261838"/>
                </a:cubicBezTo>
                <a:cubicBezTo>
                  <a:pt x="239573" y="258169"/>
                  <a:pt x="236132" y="255232"/>
                  <a:pt x="231652" y="253037"/>
                </a:cubicBezTo>
                <a:cubicBezTo>
                  <a:pt x="215204" y="245356"/>
                  <a:pt x="200722" y="240053"/>
                  <a:pt x="188206" y="237115"/>
                </a:cubicBezTo>
                <a:cubicBezTo>
                  <a:pt x="175679" y="234189"/>
                  <a:pt x="161449" y="232715"/>
                  <a:pt x="145492" y="232715"/>
                </a:cubicBezTo>
                <a:cubicBezTo>
                  <a:pt x="129650" y="232715"/>
                  <a:pt x="115420" y="234189"/>
                  <a:pt x="102824" y="237115"/>
                </a:cubicBezTo>
                <a:cubicBezTo>
                  <a:pt x="90228" y="240053"/>
                  <a:pt x="75701" y="245356"/>
                  <a:pt x="59253" y="253037"/>
                </a:cubicBezTo>
                <a:cubicBezTo>
                  <a:pt x="54773" y="255209"/>
                  <a:pt x="51355" y="258135"/>
                  <a:pt x="49000" y="261838"/>
                </a:cubicBezTo>
                <a:cubicBezTo>
                  <a:pt x="46634" y="265496"/>
                  <a:pt x="45457" y="269428"/>
                  <a:pt x="45457" y="273623"/>
                </a:cubicBezTo>
                <a:lnTo>
                  <a:pt x="45457" y="285601"/>
                </a:lnTo>
                <a:close/>
                <a:moveTo>
                  <a:pt x="170010" y="155905"/>
                </a:moveTo>
                <a:cubicBezTo>
                  <a:pt x="176536" y="149379"/>
                  <a:pt x="179794" y="141206"/>
                  <a:pt x="179794" y="131388"/>
                </a:cubicBezTo>
                <a:cubicBezTo>
                  <a:pt x="179794" y="121569"/>
                  <a:pt x="176536" y="113397"/>
                  <a:pt x="170010" y="106871"/>
                </a:cubicBezTo>
                <a:cubicBezTo>
                  <a:pt x="163483" y="100344"/>
                  <a:pt x="155311" y="97086"/>
                  <a:pt x="145492" y="97086"/>
                </a:cubicBezTo>
                <a:cubicBezTo>
                  <a:pt x="135674" y="97086"/>
                  <a:pt x="127502" y="100344"/>
                  <a:pt x="120975" y="106871"/>
                </a:cubicBezTo>
                <a:cubicBezTo>
                  <a:pt x="114449" y="113397"/>
                  <a:pt x="111191" y="121569"/>
                  <a:pt x="111191" y="131388"/>
                </a:cubicBezTo>
                <a:cubicBezTo>
                  <a:pt x="111191" y="141206"/>
                  <a:pt x="114449" y="149379"/>
                  <a:pt x="120975" y="155905"/>
                </a:cubicBezTo>
                <a:cubicBezTo>
                  <a:pt x="127502" y="162432"/>
                  <a:pt x="135674" y="165689"/>
                  <a:pt x="145492" y="165689"/>
                </a:cubicBezTo>
                <a:cubicBezTo>
                  <a:pt x="155311" y="165689"/>
                  <a:pt x="163483" y="162432"/>
                  <a:pt x="170010" y="155905"/>
                </a:cubicBezTo>
                <a:close/>
                <a:moveTo>
                  <a:pt x="145492" y="285601"/>
                </a:moveTo>
                <a:close/>
                <a:moveTo>
                  <a:pt x="145492" y="13138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135634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950" dirty="0"/>
          </a:p>
        </p:txBody>
      </p:sp>
      <p:sp>
        <p:nvSpPr>
          <p:cNvPr id="9" name="圖示 部門"/>
          <p:cNvSpPr/>
          <p:nvPr/>
        </p:nvSpPr>
        <p:spPr>
          <a:xfrm>
            <a:off x="223070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585" y="279555"/>
                </a:moveTo>
                <a:cubicBezTo>
                  <a:pt x="15648" y="279555"/>
                  <a:pt x="13122" y="278503"/>
                  <a:pt x="11007" y="276412"/>
                </a:cubicBezTo>
                <a:cubicBezTo>
                  <a:pt x="8881" y="274309"/>
                  <a:pt x="7830" y="271783"/>
                  <a:pt x="7864" y="268822"/>
                </a:cubicBezTo>
                <a:lnTo>
                  <a:pt x="7864" y="263244"/>
                </a:lnTo>
                <a:cubicBezTo>
                  <a:pt x="7864" y="253655"/>
                  <a:pt x="13076" y="245768"/>
                  <a:pt x="23500" y="239550"/>
                </a:cubicBezTo>
                <a:cubicBezTo>
                  <a:pt x="33924" y="233343"/>
                  <a:pt x="47503" y="230257"/>
                  <a:pt x="64237" y="230280"/>
                </a:cubicBezTo>
                <a:cubicBezTo>
                  <a:pt x="66934" y="230280"/>
                  <a:pt x="69700" y="230372"/>
                  <a:pt x="72535" y="230555"/>
                </a:cubicBezTo>
                <a:cubicBezTo>
                  <a:pt x="75358" y="230737"/>
                  <a:pt x="78227" y="231046"/>
                  <a:pt x="81130" y="231458"/>
                </a:cubicBezTo>
                <a:cubicBezTo>
                  <a:pt x="79358" y="235709"/>
                  <a:pt x="77975" y="239961"/>
                  <a:pt x="77015" y="244225"/>
                </a:cubicBezTo>
                <a:cubicBezTo>
                  <a:pt x="76067" y="248500"/>
                  <a:pt x="75598" y="252866"/>
                  <a:pt x="75598" y="257312"/>
                </a:cubicBezTo>
                <a:lnTo>
                  <a:pt x="75598" y="279509"/>
                </a:lnTo>
                <a:lnTo>
                  <a:pt x="18619" y="279509"/>
                </a:lnTo>
                <a:close/>
                <a:moveTo>
                  <a:pt x="113546" y="279555"/>
                </a:moveTo>
                <a:cubicBezTo>
                  <a:pt x="110277" y="279555"/>
                  <a:pt x="107556" y="278469"/>
                  <a:pt x="105373" y="276297"/>
                </a:cubicBezTo>
                <a:cubicBezTo>
                  <a:pt x="103201" y="274114"/>
                  <a:pt x="102127" y="271428"/>
                  <a:pt x="102161" y="268239"/>
                </a:cubicBezTo>
                <a:lnTo>
                  <a:pt x="102161" y="257987"/>
                </a:lnTo>
                <a:cubicBezTo>
                  <a:pt x="102161" y="250626"/>
                  <a:pt x="104230" y="243893"/>
                  <a:pt x="108368" y="237790"/>
                </a:cubicBezTo>
                <a:cubicBezTo>
                  <a:pt x="112505" y="231686"/>
                  <a:pt x="118461" y="226371"/>
                  <a:pt x="126244" y="221833"/>
                </a:cubicBezTo>
                <a:cubicBezTo>
                  <a:pt x="134017" y="217307"/>
                  <a:pt x="143218" y="213901"/>
                  <a:pt x="153825" y="211615"/>
                </a:cubicBezTo>
                <a:cubicBezTo>
                  <a:pt x="164432" y="209340"/>
                  <a:pt x="176022" y="208197"/>
                  <a:pt x="188595" y="208197"/>
                </a:cubicBezTo>
                <a:cubicBezTo>
                  <a:pt x="201408" y="208197"/>
                  <a:pt x="213112" y="209340"/>
                  <a:pt x="223719" y="211615"/>
                </a:cubicBezTo>
                <a:cubicBezTo>
                  <a:pt x="234326" y="213901"/>
                  <a:pt x="243528" y="217307"/>
                  <a:pt x="251300" y="221833"/>
                </a:cubicBezTo>
                <a:cubicBezTo>
                  <a:pt x="259084" y="226371"/>
                  <a:pt x="265005" y="231686"/>
                  <a:pt x="269062" y="237790"/>
                </a:cubicBezTo>
                <a:cubicBezTo>
                  <a:pt x="273040" y="243859"/>
                  <a:pt x="275040" y="250580"/>
                  <a:pt x="275040" y="257941"/>
                </a:cubicBezTo>
                <a:lnTo>
                  <a:pt x="275040" y="268194"/>
                </a:lnTo>
                <a:cubicBezTo>
                  <a:pt x="275040" y="271417"/>
                  <a:pt x="273943" y="274114"/>
                  <a:pt x="271771" y="276297"/>
                </a:cubicBezTo>
                <a:cubicBezTo>
                  <a:pt x="269599" y="278469"/>
                  <a:pt x="266902" y="279555"/>
                  <a:pt x="263679" y="279555"/>
                </a:cubicBezTo>
                <a:lnTo>
                  <a:pt x="113546" y="279555"/>
                </a:lnTo>
                <a:close/>
                <a:moveTo>
                  <a:pt x="301638" y="279555"/>
                </a:moveTo>
                <a:lnTo>
                  <a:pt x="301638" y="257358"/>
                </a:lnTo>
                <a:cubicBezTo>
                  <a:pt x="301638" y="252637"/>
                  <a:pt x="301226" y="248157"/>
                  <a:pt x="300415" y="243916"/>
                </a:cubicBezTo>
                <a:cubicBezTo>
                  <a:pt x="299603" y="239676"/>
                  <a:pt x="298254" y="235538"/>
                  <a:pt x="296368" y="231503"/>
                </a:cubicBezTo>
                <a:cubicBezTo>
                  <a:pt x="299455" y="231057"/>
                  <a:pt x="302392" y="230737"/>
                  <a:pt x="305170" y="230555"/>
                </a:cubicBezTo>
                <a:cubicBezTo>
                  <a:pt x="307947" y="230372"/>
                  <a:pt x="310656" y="230280"/>
                  <a:pt x="313308" y="230280"/>
                </a:cubicBezTo>
                <a:cubicBezTo>
                  <a:pt x="330064" y="230280"/>
                  <a:pt x="343609" y="233321"/>
                  <a:pt x="353930" y="239401"/>
                </a:cubicBezTo>
                <a:cubicBezTo>
                  <a:pt x="364194" y="245471"/>
                  <a:pt x="369338" y="253437"/>
                  <a:pt x="369338" y="263290"/>
                </a:cubicBezTo>
                <a:lnTo>
                  <a:pt x="369338" y="268868"/>
                </a:lnTo>
                <a:cubicBezTo>
                  <a:pt x="369338" y="271794"/>
                  <a:pt x="368286" y="274331"/>
                  <a:pt x="366194" y="276446"/>
                </a:cubicBezTo>
                <a:cubicBezTo>
                  <a:pt x="364091" y="278572"/>
                  <a:pt x="361565" y="279624"/>
                  <a:pt x="358605" y="279589"/>
                </a:cubicBezTo>
                <a:lnTo>
                  <a:pt x="301638" y="279589"/>
                </a:lnTo>
                <a:close/>
                <a:moveTo>
                  <a:pt x="119832" y="261713"/>
                </a:moveTo>
                <a:lnTo>
                  <a:pt x="257358" y="261713"/>
                </a:lnTo>
                <a:lnTo>
                  <a:pt x="257358" y="258295"/>
                </a:lnTo>
                <a:cubicBezTo>
                  <a:pt x="257644" y="248705"/>
                  <a:pt x="251460" y="240944"/>
                  <a:pt x="238807" y="235001"/>
                </a:cubicBezTo>
                <a:cubicBezTo>
                  <a:pt x="226131" y="229046"/>
                  <a:pt x="209398" y="226074"/>
                  <a:pt x="188595" y="226074"/>
                </a:cubicBezTo>
                <a:cubicBezTo>
                  <a:pt x="167907" y="226074"/>
                  <a:pt x="151196" y="229046"/>
                  <a:pt x="138463" y="235001"/>
                </a:cubicBezTo>
                <a:cubicBezTo>
                  <a:pt x="125730" y="240944"/>
                  <a:pt x="119524" y="248797"/>
                  <a:pt x="119832" y="258569"/>
                </a:cubicBezTo>
                <a:lnTo>
                  <a:pt x="119832" y="261758"/>
                </a:lnTo>
                <a:close/>
                <a:moveTo>
                  <a:pt x="63848" y="217902"/>
                </a:moveTo>
                <a:cubicBezTo>
                  <a:pt x="57299" y="217902"/>
                  <a:pt x="51698" y="215558"/>
                  <a:pt x="47034" y="210872"/>
                </a:cubicBezTo>
                <a:cubicBezTo>
                  <a:pt x="42371" y="206186"/>
                  <a:pt x="40039" y="200528"/>
                  <a:pt x="40039" y="193899"/>
                </a:cubicBezTo>
                <a:cubicBezTo>
                  <a:pt x="40039" y="187326"/>
                  <a:pt x="42382" y="181691"/>
                  <a:pt x="47069" y="177005"/>
                </a:cubicBezTo>
                <a:cubicBezTo>
                  <a:pt x="51755" y="172342"/>
                  <a:pt x="57413" y="170010"/>
                  <a:pt x="64042" y="170010"/>
                </a:cubicBezTo>
                <a:cubicBezTo>
                  <a:pt x="70615" y="170010"/>
                  <a:pt x="76261" y="172342"/>
                  <a:pt x="80982" y="177005"/>
                </a:cubicBezTo>
                <a:cubicBezTo>
                  <a:pt x="85691" y="181668"/>
                  <a:pt x="88045" y="187361"/>
                  <a:pt x="88045" y="194093"/>
                </a:cubicBezTo>
                <a:cubicBezTo>
                  <a:pt x="88045" y="200539"/>
                  <a:pt x="85714" y="206117"/>
                  <a:pt x="81062" y="210838"/>
                </a:cubicBezTo>
                <a:cubicBezTo>
                  <a:pt x="76398" y="215547"/>
                  <a:pt x="70649" y="217902"/>
                  <a:pt x="63802" y="217902"/>
                </a:cubicBezTo>
                <a:close/>
                <a:moveTo>
                  <a:pt x="313068" y="217902"/>
                </a:moveTo>
                <a:cubicBezTo>
                  <a:pt x="306598" y="217902"/>
                  <a:pt x="301009" y="215536"/>
                  <a:pt x="296288" y="210792"/>
                </a:cubicBezTo>
                <a:cubicBezTo>
                  <a:pt x="291579" y="206049"/>
                  <a:pt x="289213" y="200425"/>
                  <a:pt x="289213" y="193899"/>
                </a:cubicBezTo>
                <a:cubicBezTo>
                  <a:pt x="289213" y="187269"/>
                  <a:pt x="291591" y="181623"/>
                  <a:pt x="296334" y="176971"/>
                </a:cubicBezTo>
                <a:cubicBezTo>
                  <a:pt x="301066" y="172307"/>
                  <a:pt x="306724" y="169976"/>
                  <a:pt x="313308" y="169976"/>
                </a:cubicBezTo>
                <a:cubicBezTo>
                  <a:pt x="319983" y="169976"/>
                  <a:pt x="325652" y="172307"/>
                  <a:pt x="330316" y="176971"/>
                </a:cubicBezTo>
                <a:cubicBezTo>
                  <a:pt x="334979" y="181623"/>
                  <a:pt x="337311" y="187315"/>
                  <a:pt x="337311" y="194013"/>
                </a:cubicBezTo>
                <a:cubicBezTo>
                  <a:pt x="337311" y="200562"/>
                  <a:pt x="334979" y="206174"/>
                  <a:pt x="330316" y="210838"/>
                </a:cubicBezTo>
                <a:cubicBezTo>
                  <a:pt x="325652" y="215524"/>
                  <a:pt x="319914" y="217867"/>
                  <a:pt x="313102" y="217867"/>
                </a:cubicBezTo>
                <a:close/>
                <a:moveTo>
                  <a:pt x="188629" y="196459"/>
                </a:moveTo>
                <a:cubicBezTo>
                  <a:pt x="177314" y="196459"/>
                  <a:pt x="167678" y="192481"/>
                  <a:pt x="159711" y="184549"/>
                </a:cubicBezTo>
                <a:cubicBezTo>
                  <a:pt x="151756" y="176616"/>
                  <a:pt x="147767" y="166981"/>
                  <a:pt x="147767" y="155665"/>
                </a:cubicBezTo>
                <a:cubicBezTo>
                  <a:pt x="147767" y="144121"/>
                  <a:pt x="151745" y="134428"/>
                  <a:pt x="159677" y="126599"/>
                </a:cubicBezTo>
                <a:cubicBezTo>
                  <a:pt x="167610" y="118758"/>
                  <a:pt x="177256" y="114849"/>
                  <a:pt x="188595" y="114849"/>
                </a:cubicBezTo>
                <a:cubicBezTo>
                  <a:pt x="200151" y="114849"/>
                  <a:pt x="209843" y="118746"/>
                  <a:pt x="217673" y="126553"/>
                </a:cubicBezTo>
                <a:cubicBezTo>
                  <a:pt x="225502" y="134360"/>
                  <a:pt x="229423" y="144041"/>
                  <a:pt x="229423" y="155597"/>
                </a:cubicBezTo>
                <a:cubicBezTo>
                  <a:pt x="229423" y="166912"/>
                  <a:pt x="225514" y="176548"/>
                  <a:pt x="217707" y="184514"/>
                </a:cubicBezTo>
                <a:cubicBezTo>
                  <a:pt x="209878" y="192470"/>
                  <a:pt x="200185" y="196459"/>
                  <a:pt x="188629" y="196459"/>
                </a:cubicBezTo>
                <a:close/>
                <a:moveTo>
                  <a:pt x="188789" y="178617"/>
                </a:moveTo>
                <a:cubicBezTo>
                  <a:pt x="195259" y="178617"/>
                  <a:pt x="200665" y="176388"/>
                  <a:pt x="205020" y="171941"/>
                </a:cubicBezTo>
                <a:cubicBezTo>
                  <a:pt x="209363" y="167484"/>
                  <a:pt x="211546" y="161986"/>
                  <a:pt x="211546" y="155437"/>
                </a:cubicBezTo>
                <a:cubicBezTo>
                  <a:pt x="211546" y="148967"/>
                  <a:pt x="209352" y="143549"/>
                  <a:pt x="204974" y="139206"/>
                </a:cubicBezTo>
                <a:cubicBezTo>
                  <a:pt x="200608" y="134863"/>
                  <a:pt x="195179" y="132679"/>
                  <a:pt x="188709" y="132679"/>
                </a:cubicBezTo>
                <a:cubicBezTo>
                  <a:pt x="182274" y="132679"/>
                  <a:pt x="176811" y="134874"/>
                  <a:pt x="172330" y="139252"/>
                </a:cubicBezTo>
                <a:cubicBezTo>
                  <a:pt x="167850" y="143618"/>
                  <a:pt x="165609" y="149047"/>
                  <a:pt x="165609" y="155517"/>
                </a:cubicBezTo>
                <a:cubicBezTo>
                  <a:pt x="165609" y="161952"/>
                  <a:pt x="167838" y="167415"/>
                  <a:pt x="172284" y="171896"/>
                </a:cubicBezTo>
                <a:cubicBezTo>
                  <a:pt x="176742" y="176376"/>
                  <a:pt x="182240" y="178617"/>
                  <a:pt x="188789" y="178617"/>
                </a:cubicBezTo>
                <a:close/>
                <a:moveTo>
                  <a:pt x="188595" y="261713"/>
                </a:moveTo>
                <a:close/>
                <a:moveTo>
                  <a:pt x="188595" y="15563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204974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950" dirty="0"/>
          </a:p>
        </p:txBody>
      </p:sp>
      <p:sp>
        <p:nvSpPr>
          <p:cNvPr id="11" name="圖示 組織架構"/>
          <p:cNvSpPr/>
          <p:nvPr/>
        </p:nvSpPr>
        <p:spPr>
          <a:xfrm>
            <a:off x="292410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40807" y="307958"/>
                </a:moveTo>
                <a:lnTo>
                  <a:pt x="240807" y="277429"/>
                </a:lnTo>
                <a:lnTo>
                  <a:pt x="202345" y="277429"/>
                </a:lnTo>
                <a:cubicBezTo>
                  <a:pt x="196162" y="277429"/>
                  <a:pt x="190847" y="275223"/>
                  <a:pt x="186400" y="270788"/>
                </a:cubicBezTo>
                <a:cubicBezTo>
                  <a:pt x="181920" y="266365"/>
                  <a:pt x="179680" y="261015"/>
                  <a:pt x="179680" y="254763"/>
                </a:cubicBezTo>
                <a:lnTo>
                  <a:pt x="179680" y="117398"/>
                </a:lnTo>
                <a:lnTo>
                  <a:pt x="136657" y="117398"/>
                </a:lnTo>
                <a:lnTo>
                  <a:pt x="136657" y="149310"/>
                </a:lnTo>
                <a:cubicBezTo>
                  <a:pt x="136657" y="154385"/>
                  <a:pt x="134874" y="158683"/>
                  <a:pt x="131308" y="162192"/>
                </a:cubicBezTo>
                <a:cubicBezTo>
                  <a:pt x="127742" y="165701"/>
                  <a:pt x="123478" y="167461"/>
                  <a:pt x="118506" y="167461"/>
                </a:cubicBezTo>
                <a:lnTo>
                  <a:pt x="53515" y="167461"/>
                </a:lnTo>
                <a:cubicBezTo>
                  <a:pt x="48532" y="167461"/>
                  <a:pt x="44268" y="165701"/>
                  <a:pt x="40702" y="162192"/>
                </a:cubicBezTo>
                <a:cubicBezTo>
                  <a:pt x="37148" y="158683"/>
                  <a:pt x="35364" y="154385"/>
                  <a:pt x="35364" y="149310"/>
                </a:cubicBezTo>
                <a:lnTo>
                  <a:pt x="35364" y="69232"/>
                </a:lnTo>
                <a:cubicBezTo>
                  <a:pt x="35364" y="64248"/>
                  <a:pt x="37148" y="59985"/>
                  <a:pt x="40702" y="56418"/>
                </a:cubicBezTo>
                <a:cubicBezTo>
                  <a:pt x="44268" y="52864"/>
                  <a:pt x="48532" y="51081"/>
                  <a:pt x="53515" y="51081"/>
                </a:cubicBezTo>
                <a:lnTo>
                  <a:pt x="118541" y="51081"/>
                </a:lnTo>
                <a:cubicBezTo>
                  <a:pt x="123513" y="51081"/>
                  <a:pt x="127787" y="52864"/>
                  <a:pt x="131354" y="56418"/>
                </a:cubicBezTo>
                <a:cubicBezTo>
                  <a:pt x="134908" y="59985"/>
                  <a:pt x="136691" y="64248"/>
                  <a:pt x="136691" y="69232"/>
                </a:cubicBezTo>
                <a:lnTo>
                  <a:pt x="136691" y="99601"/>
                </a:lnTo>
                <a:lnTo>
                  <a:pt x="240853" y="99601"/>
                </a:lnTo>
                <a:lnTo>
                  <a:pt x="240853" y="69232"/>
                </a:lnTo>
                <a:cubicBezTo>
                  <a:pt x="240853" y="64248"/>
                  <a:pt x="242636" y="59985"/>
                  <a:pt x="246191" y="56418"/>
                </a:cubicBezTo>
                <a:cubicBezTo>
                  <a:pt x="249700" y="52864"/>
                  <a:pt x="253952" y="51081"/>
                  <a:pt x="258924" y="51081"/>
                </a:cubicBezTo>
                <a:lnTo>
                  <a:pt x="323675" y="51081"/>
                </a:lnTo>
                <a:cubicBezTo>
                  <a:pt x="328658" y="51081"/>
                  <a:pt x="332922" y="52864"/>
                  <a:pt x="336488" y="56418"/>
                </a:cubicBezTo>
                <a:cubicBezTo>
                  <a:pt x="340042" y="59985"/>
                  <a:pt x="341826" y="64237"/>
                  <a:pt x="341826" y="69186"/>
                </a:cubicBezTo>
                <a:lnTo>
                  <a:pt x="341826" y="149310"/>
                </a:lnTo>
                <a:cubicBezTo>
                  <a:pt x="341826" y="154385"/>
                  <a:pt x="340042" y="158683"/>
                  <a:pt x="336488" y="162192"/>
                </a:cubicBezTo>
                <a:cubicBezTo>
                  <a:pt x="332922" y="165701"/>
                  <a:pt x="328658" y="167461"/>
                  <a:pt x="323675" y="167461"/>
                </a:cubicBezTo>
                <a:lnTo>
                  <a:pt x="258924" y="167461"/>
                </a:lnTo>
                <a:cubicBezTo>
                  <a:pt x="253952" y="167461"/>
                  <a:pt x="249677" y="165701"/>
                  <a:pt x="246122" y="162192"/>
                </a:cubicBezTo>
                <a:cubicBezTo>
                  <a:pt x="242556" y="158683"/>
                  <a:pt x="240773" y="154385"/>
                  <a:pt x="240773" y="149310"/>
                </a:cubicBezTo>
                <a:lnTo>
                  <a:pt x="240773" y="117398"/>
                </a:lnTo>
                <a:lnTo>
                  <a:pt x="197510" y="117398"/>
                </a:lnTo>
                <a:lnTo>
                  <a:pt x="197510" y="254763"/>
                </a:lnTo>
                <a:cubicBezTo>
                  <a:pt x="197510" y="256181"/>
                  <a:pt x="197968" y="257324"/>
                  <a:pt x="198893" y="258215"/>
                </a:cubicBezTo>
                <a:cubicBezTo>
                  <a:pt x="199808" y="259130"/>
                  <a:pt x="200962" y="259598"/>
                  <a:pt x="202345" y="259598"/>
                </a:cubicBezTo>
                <a:lnTo>
                  <a:pt x="240773" y="259598"/>
                </a:lnTo>
                <a:lnTo>
                  <a:pt x="240773" y="227686"/>
                </a:lnTo>
                <a:cubicBezTo>
                  <a:pt x="240773" y="222714"/>
                  <a:pt x="242556" y="218439"/>
                  <a:pt x="246122" y="214884"/>
                </a:cubicBezTo>
                <a:cubicBezTo>
                  <a:pt x="249677" y="211318"/>
                  <a:pt x="253952" y="209535"/>
                  <a:pt x="258924" y="209535"/>
                </a:cubicBezTo>
                <a:lnTo>
                  <a:pt x="323675" y="209535"/>
                </a:lnTo>
                <a:cubicBezTo>
                  <a:pt x="328658" y="209535"/>
                  <a:pt x="332922" y="211318"/>
                  <a:pt x="336488" y="214884"/>
                </a:cubicBezTo>
                <a:cubicBezTo>
                  <a:pt x="340042" y="218473"/>
                  <a:pt x="341826" y="222748"/>
                  <a:pt x="341826" y="227731"/>
                </a:cubicBezTo>
                <a:lnTo>
                  <a:pt x="341826" y="307958"/>
                </a:lnTo>
                <a:cubicBezTo>
                  <a:pt x="341826" y="312942"/>
                  <a:pt x="340042" y="317205"/>
                  <a:pt x="336488" y="320772"/>
                </a:cubicBezTo>
                <a:cubicBezTo>
                  <a:pt x="332922" y="324326"/>
                  <a:pt x="328670" y="326109"/>
                  <a:pt x="323720" y="326109"/>
                </a:cubicBezTo>
                <a:lnTo>
                  <a:pt x="258924" y="326109"/>
                </a:lnTo>
                <a:cubicBezTo>
                  <a:pt x="253952" y="326109"/>
                  <a:pt x="249677" y="324326"/>
                  <a:pt x="246122" y="320772"/>
                </a:cubicBezTo>
                <a:cubicBezTo>
                  <a:pt x="242556" y="317205"/>
                  <a:pt x="240773" y="312942"/>
                  <a:pt x="240773" y="307958"/>
                </a:cubicBezTo>
                <a:close/>
                <a:moveTo>
                  <a:pt x="53195" y="68911"/>
                </a:moveTo>
                <a:lnTo>
                  <a:pt x="53195" y="149619"/>
                </a:lnTo>
                <a:lnTo>
                  <a:pt x="53195" y="68911"/>
                </a:lnTo>
                <a:close/>
                <a:moveTo>
                  <a:pt x="258649" y="227457"/>
                </a:moveTo>
                <a:lnTo>
                  <a:pt x="258649" y="308313"/>
                </a:lnTo>
                <a:lnTo>
                  <a:pt x="258649" y="227457"/>
                </a:lnTo>
                <a:close/>
                <a:moveTo>
                  <a:pt x="258649" y="68911"/>
                </a:moveTo>
                <a:lnTo>
                  <a:pt x="258649" y="149619"/>
                </a:lnTo>
                <a:lnTo>
                  <a:pt x="258649" y="68911"/>
                </a:lnTo>
                <a:close/>
                <a:moveTo>
                  <a:pt x="258649" y="149619"/>
                </a:moveTo>
                <a:lnTo>
                  <a:pt x="324029" y="149619"/>
                </a:lnTo>
                <a:lnTo>
                  <a:pt x="324029" y="68911"/>
                </a:lnTo>
                <a:lnTo>
                  <a:pt x="258615" y="68911"/>
                </a:lnTo>
                <a:lnTo>
                  <a:pt x="258615" y="149619"/>
                </a:lnTo>
                <a:close/>
                <a:moveTo>
                  <a:pt x="258649" y="308313"/>
                </a:moveTo>
                <a:lnTo>
                  <a:pt x="324029" y="308313"/>
                </a:lnTo>
                <a:lnTo>
                  <a:pt x="324029" y="227457"/>
                </a:lnTo>
                <a:lnTo>
                  <a:pt x="258615" y="227457"/>
                </a:lnTo>
                <a:lnTo>
                  <a:pt x="258615" y="308313"/>
                </a:lnTo>
                <a:close/>
                <a:moveTo>
                  <a:pt x="53195" y="149619"/>
                </a:moveTo>
                <a:lnTo>
                  <a:pt x="118815" y="149619"/>
                </a:lnTo>
                <a:lnTo>
                  <a:pt x="118815" y="68911"/>
                </a:lnTo>
                <a:lnTo>
                  <a:pt x="53195" y="68911"/>
                </a:lnTo>
                <a:lnTo>
                  <a:pt x="53195" y="14961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274314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950" dirty="0"/>
          </a:p>
        </p:txBody>
      </p:sp>
      <p:sp>
        <p:nvSpPr>
          <p:cNvPr id="13" name="圖示 員工"/>
          <p:cNvSpPr/>
          <p:nvPr/>
        </p:nvSpPr>
        <p:spPr>
          <a:xfrm>
            <a:off x="361750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492" y="276366"/>
                </a:moveTo>
                <a:lnTo>
                  <a:pt x="183566" y="276366"/>
                </a:lnTo>
                <a:lnTo>
                  <a:pt x="183566" y="272834"/>
                </a:lnTo>
                <a:cubicBezTo>
                  <a:pt x="183566" y="268616"/>
                  <a:pt x="182514" y="264856"/>
                  <a:pt x="180423" y="261553"/>
                </a:cubicBezTo>
                <a:cubicBezTo>
                  <a:pt x="178297" y="258227"/>
                  <a:pt x="175553" y="255918"/>
                  <a:pt x="172170" y="254603"/>
                </a:cubicBezTo>
                <a:cubicBezTo>
                  <a:pt x="164706" y="251929"/>
                  <a:pt x="158568" y="250134"/>
                  <a:pt x="153745" y="249220"/>
                </a:cubicBezTo>
                <a:cubicBezTo>
                  <a:pt x="148921" y="248305"/>
                  <a:pt x="144235" y="247848"/>
                  <a:pt x="139675" y="247848"/>
                </a:cubicBezTo>
                <a:cubicBezTo>
                  <a:pt x="134805" y="247848"/>
                  <a:pt x="129628" y="248408"/>
                  <a:pt x="124164" y="249540"/>
                </a:cubicBezTo>
                <a:cubicBezTo>
                  <a:pt x="118689" y="250660"/>
                  <a:pt x="112711" y="252352"/>
                  <a:pt x="106242" y="254603"/>
                </a:cubicBezTo>
                <a:cubicBezTo>
                  <a:pt x="102630" y="255918"/>
                  <a:pt x="99761" y="258215"/>
                  <a:pt x="97635" y="261518"/>
                </a:cubicBezTo>
                <a:cubicBezTo>
                  <a:pt x="95543" y="264845"/>
                  <a:pt x="94492" y="268605"/>
                  <a:pt x="94492" y="272800"/>
                </a:cubicBezTo>
                <a:lnTo>
                  <a:pt x="94492" y="276332"/>
                </a:lnTo>
                <a:close/>
                <a:moveTo>
                  <a:pt x="230280" y="250511"/>
                </a:moveTo>
                <a:lnTo>
                  <a:pt x="280138" y="250511"/>
                </a:lnTo>
                <a:cubicBezTo>
                  <a:pt x="282447" y="250511"/>
                  <a:pt x="284333" y="249768"/>
                  <a:pt x="285796" y="248282"/>
                </a:cubicBezTo>
                <a:cubicBezTo>
                  <a:pt x="287270" y="246785"/>
                  <a:pt x="288002" y="244888"/>
                  <a:pt x="288002" y="242579"/>
                </a:cubicBezTo>
                <a:cubicBezTo>
                  <a:pt x="288002" y="240247"/>
                  <a:pt x="287270" y="238350"/>
                  <a:pt x="285796" y="236887"/>
                </a:cubicBezTo>
                <a:cubicBezTo>
                  <a:pt x="284333" y="235389"/>
                  <a:pt x="282447" y="234646"/>
                  <a:pt x="280138" y="234646"/>
                </a:cubicBezTo>
                <a:lnTo>
                  <a:pt x="230280" y="234646"/>
                </a:lnTo>
                <a:cubicBezTo>
                  <a:pt x="228006" y="234646"/>
                  <a:pt x="226108" y="235389"/>
                  <a:pt x="224588" y="236887"/>
                </a:cubicBezTo>
                <a:cubicBezTo>
                  <a:pt x="223068" y="238373"/>
                  <a:pt x="222302" y="240270"/>
                  <a:pt x="222302" y="242579"/>
                </a:cubicBezTo>
                <a:cubicBezTo>
                  <a:pt x="222302" y="244911"/>
                  <a:pt x="223068" y="246808"/>
                  <a:pt x="224588" y="248282"/>
                </a:cubicBezTo>
                <a:cubicBezTo>
                  <a:pt x="226108" y="249768"/>
                  <a:pt x="228006" y="250511"/>
                  <a:pt x="230280" y="250511"/>
                </a:cubicBezTo>
                <a:close/>
                <a:moveTo>
                  <a:pt x="153551" y="229023"/>
                </a:moveTo>
                <a:cubicBezTo>
                  <a:pt x="157265" y="225274"/>
                  <a:pt x="159128" y="220668"/>
                  <a:pt x="159128" y="215193"/>
                </a:cubicBezTo>
                <a:cubicBezTo>
                  <a:pt x="159128" y="209718"/>
                  <a:pt x="157265" y="205111"/>
                  <a:pt x="153551" y="201362"/>
                </a:cubicBezTo>
                <a:cubicBezTo>
                  <a:pt x="149824" y="197568"/>
                  <a:pt x="145230" y="195670"/>
                  <a:pt x="139755" y="195670"/>
                </a:cubicBezTo>
                <a:cubicBezTo>
                  <a:pt x="134280" y="195670"/>
                  <a:pt x="129673" y="197545"/>
                  <a:pt x="125924" y="201282"/>
                </a:cubicBezTo>
                <a:cubicBezTo>
                  <a:pt x="122175" y="205031"/>
                  <a:pt x="120312" y="209638"/>
                  <a:pt x="120312" y="215113"/>
                </a:cubicBezTo>
                <a:cubicBezTo>
                  <a:pt x="120312" y="220588"/>
                  <a:pt x="122175" y="225205"/>
                  <a:pt x="125924" y="228943"/>
                </a:cubicBezTo>
                <a:cubicBezTo>
                  <a:pt x="129673" y="232692"/>
                  <a:pt x="134280" y="234566"/>
                  <a:pt x="139755" y="234566"/>
                </a:cubicBezTo>
                <a:cubicBezTo>
                  <a:pt x="145230" y="234566"/>
                  <a:pt x="149813" y="232692"/>
                  <a:pt x="153505" y="228943"/>
                </a:cubicBezTo>
                <a:close/>
                <a:moveTo>
                  <a:pt x="230280" y="210209"/>
                </a:moveTo>
                <a:lnTo>
                  <a:pt x="280138" y="210209"/>
                </a:lnTo>
                <a:cubicBezTo>
                  <a:pt x="282447" y="210209"/>
                  <a:pt x="284333" y="209455"/>
                  <a:pt x="285796" y="207969"/>
                </a:cubicBezTo>
                <a:cubicBezTo>
                  <a:pt x="287270" y="206472"/>
                  <a:pt x="288002" y="204574"/>
                  <a:pt x="288002" y="202265"/>
                </a:cubicBezTo>
                <a:cubicBezTo>
                  <a:pt x="288002" y="199934"/>
                  <a:pt x="287270" y="198025"/>
                  <a:pt x="285796" y="196527"/>
                </a:cubicBezTo>
                <a:cubicBezTo>
                  <a:pt x="284333" y="195042"/>
                  <a:pt x="282447" y="194287"/>
                  <a:pt x="280138" y="194287"/>
                </a:cubicBezTo>
                <a:lnTo>
                  <a:pt x="230280" y="194287"/>
                </a:lnTo>
                <a:cubicBezTo>
                  <a:pt x="228006" y="194287"/>
                  <a:pt x="226108" y="195042"/>
                  <a:pt x="224588" y="196527"/>
                </a:cubicBezTo>
                <a:cubicBezTo>
                  <a:pt x="223068" y="198025"/>
                  <a:pt x="222302" y="199922"/>
                  <a:pt x="222302" y="202231"/>
                </a:cubicBezTo>
                <a:cubicBezTo>
                  <a:pt x="222302" y="204563"/>
                  <a:pt x="223068" y="206460"/>
                  <a:pt x="224588" y="207923"/>
                </a:cubicBezTo>
                <a:cubicBezTo>
                  <a:pt x="226108" y="209420"/>
                  <a:pt x="228006" y="210163"/>
                  <a:pt x="230280" y="210163"/>
                </a:cubicBezTo>
                <a:close/>
                <a:moveTo>
                  <a:pt x="61962" y="337905"/>
                </a:moveTo>
                <a:cubicBezTo>
                  <a:pt x="55801" y="337905"/>
                  <a:pt x="50486" y="335665"/>
                  <a:pt x="46006" y="331184"/>
                </a:cubicBezTo>
                <a:cubicBezTo>
                  <a:pt x="41525" y="326704"/>
                  <a:pt x="39296" y="321389"/>
                  <a:pt x="39296" y="315228"/>
                </a:cubicBezTo>
                <a:lnTo>
                  <a:pt x="39296" y="140543"/>
                </a:lnTo>
                <a:cubicBezTo>
                  <a:pt x="39296" y="134383"/>
                  <a:pt x="41525" y="129068"/>
                  <a:pt x="46006" y="124587"/>
                </a:cubicBezTo>
                <a:cubicBezTo>
                  <a:pt x="50486" y="120106"/>
                  <a:pt x="55801" y="117878"/>
                  <a:pt x="61962" y="117878"/>
                </a:cubicBezTo>
                <a:lnTo>
                  <a:pt x="157905" y="117878"/>
                </a:lnTo>
                <a:lnTo>
                  <a:pt x="157905" y="57127"/>
                </a:lnTo>
                <a:cubicBezTo>
                  <a:pt x="157905" y="52384"/>
                  <a:pt x="159689" y="48223"/>
                  <a:pt x="163255" y="44634"/>
                </a:cubicBezTo>
                <a:cubicBezTo>
                  <a:pt x="166844" y="41068"/>
                  <a:pt x="171004" y="39296"/>
                  <a:pt x="175748" y="39296"/>
                </a:cubicBezTo>
                <a:lnTo>
                  <a:pt x="201442" y="39296"/>
                </a:lnTo>
                <a:cubicBezTo>
                  <a:pt x="206209" y="39296"/>
                  <a:pt x="210358" y="41068"/>
                  <a:pt x="213901" y="44634"/>
                </a:cubicBezTo>
                <a:cubicBezTo>
                  <a:pt x="217456" y="48200"/>
                  <a:pt x="219239" y="52361"/>
                  <a:pt x="219239" y="57127"/>
                </a:cubicBezTo>
                <a:lnTo>
                  <a:pt x="219239" y="117878"/>
                </a:lnTo>
                <a:lnTo>
                  <a:pt x="315194" y="117878"/>
                </a:lnTo>
                <a:cubicBezTo>
                  <a:pt x="321343" y="117878"/>
                  <a:pt x="326658" y="120106"/>
                  <a:pt x="331139" y="124587"/>
                </a:cubicBezTo>
                <a:cubicBezTo>
                  <a:pt x="335619" y="129068"/>
                  <a:pt x="337871" y="134383"/>
                  <a:pt x="337905" y="140543"/>
                </a:cubicBezTo>
                <a:lnTo>
                  <a:pt x="337905" y="315228"/>
                </a:lnTo>
                <a:cubicBezTo>
                  <a:pt x="337905" y="321389"/>
                  <a:pt x="335665" y="326704"/>
                  <a:pt x="331184" y="331184"/>
                </a:cubicBezTo>
                <a:cubicBezTo>
                  <a:pt x="326704" y="335665"/>
                  <a:pt x="321389" y="337905"/>
                  <a:pt x="315228" y="337905"/>
                </a:cubicBezTo>
                <a:lnTo>
                  <a:pt x="61962" y="337905"/>
                </a:lnTo>
                <a:close/>
                <a:moveTo>
                  <a:pt x="61962" y="320063"/>
                </a:moveTo>
                <a:lnTo>
                  <a:pt x="315228" y="320063"/>
                </a:lnTo>
                <a:cubicBezTo>
                  <a:pt x="316645" y="320063"/>
                  <a:pt x="317800" y="319606"/>
                  <a:pt x="318691" y="318691"/>
                </a:cubicBezTo>
                <a:cubicBezTo>
                  <a:pt x="319571" y="317765"/>
                  <a:pt x="320040" y="316622"/>
                  <a:pt x="320063" y="315228"/>
                </a:cubicBezTo>
                <a:lnTo>
                  <a:pt x="320063" y="140543"/>
                </a:lnTo>
                <a:cubicBezTo>
                  <a:pt x="320063" y="139126"/>
                  <a:pt x="319606" y="137972"/>
                  <a:pt x="318691" y="137080"/>
                </a:cubicBezTo>
                <a:cubicBezTo>
                  <a:pt x="317765" y="136200"/>
                  <a:pt x="316622" y="135731"/>
                  <a:pt x="315228" y="135708"/>
                </a:cubicBezTo>
                <a:lnTo>
                  <a:pt x="219285" y="135708"/>
                </a:lnTo>
                <a:lnTo>
                  <a:pt x="219285" y="150362"/>
                </a:lnTo>
                <a:cubicBezTo>
                  <a:pt x="219285" y="155894"/>
                  <a:pt x="217501" y="160237"/>
                  <a:pt x="213935" y="163415"/>
                </a:cubicBezTo>
                <a:cubicBezTo>
                  <a:pt x="210381" y="166604"/>
                  <a:pt x="206209" y="168204"/>
                  <a:pt x="201442" y="168204"/>
                </a:cubicBezTo>
                <a:lnTo>
                  <a:pt x="175748" y="168204"/>
                </a:lnTo>
                <a:cubicBezTo>
                  <a:pt x="170981" y="168204"/>
                  <a:pt x="166809" y="166604"/>
                  <a:pt x="163255" y="163415"/>
                </a:cubicBezTo>
                <a:cubicBezTo>
                  <a:pt x="159689" y="160214"/>
                  <a:pt x="157905" y="155871"/>
                  <a:pt x="157905" y="150362"/>
                </a:cubicBezTo>
                <a:lnTo>
                  <a:pt x="157905" y="135708"/>
                </a:lnTo>
                <a:lnTo>
                  <a:pt x="61962" y="135708"/>
                </a:lnTo>
                <a:cubicBezTo>
                  <a:pt x="60545" y="135708"/>
                  <a:pt x="59390" y="136166"/>
                  <a:pt x="58499" y="137080"/>
                </a:cubicBezTo>
                <a:cubicBezTo>
                  <a:pt x="57619" y="138006"/>
                  <a:pt x="57150" y="139149"/>
                  <a:pt x="57127" y="140543"/>
                </a:cubicBezTo>
                <a:lnTo>
                  <a:pt x="57127" y="315228"/>
                </a:lnTo>
                <a:cubicBezTo>
                  <a:pt x="57127" y="316645"/>
                  <a:pt x="57584" y="317800"/>
                  <a:pt x="58499" y="318691"/>
                </a:cubicBezTo>
                <a:cubicBezTo>
                  <a:pt x="59425" y="319571"/>
                  <a:pt x="60568" y="320040"/>
                  <a:pt x="61962" y="320063"/>
                </a:cubicBezTo>
                <a:close/>
                <a:moveTo>
                  <a:pt x="175748" y="150362"/>
                </a:moveTo>
                <a:lnTo>
                  <a:pt x="201442" y="150362"/>
                </a:lnTo>
                <a:lnTo>
                  <a:pt x="201442" y="57127"/>
                </a:lnTo>
                <a:lnTo>
                  <a:pt x="175748" y="57127"/>
                </a:lnTo>
                <a:lnTo>
                  <a:pt x="175748" y="150362"/>
                </a:lnTo>
                <a:close/>
                <a:moveTo>
                  <a:pt x="188595" y="22789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343654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950" dirty="0"/>
          </a:p>
        </p:txBody>
      </p:sp>
      <p:sp>
        <p:nvSpPr>
          <p:cNvPr id="15" name="圖示 合作"/>
          <p:cNvSpPr/>
          <p:nvPr/>
        </p:nvSpPr>
        <p:spPr>
          <a:xfrm>
            <a:off x="431091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5257" y="319629"/>
                </a:moveTo>
                <a:cubicBezTo>
                  <a:pt x="187063" y="319629"/>
                  <a:pt x="189006" y="319228"/>
                  <a:pt x="191075" y="318417"/>
                </a:cubicBezTo>
                <a:cubicBezTo>
                  <a:pt x="193110" y="317594"/>
                  <a:pt x="194767" y="316531"/>
                  <a:pt x="196025" y="315194"/>
                </a:cubicBezTo>
                <a:lnTo>
                  <a:pt x="324349" y="186629"/>
                </a:lnTo>
                <a:cubicBezTo>
                  <a:pt x="328064" y="182914"/>
                  <a:pt x="330921" y="178902"/>
                  <a:pt x="332910" y="174605"/>
                </a:cubicBezTo>
                <a:cubicBezTo>
                  <a:pt x="334922" y="170284"/>
                  <a:pt x="335939" y="165701"/>
                  <a:pt x="335939" y="160854"/>
                </a:cubicBezTo>
                <a:cubicBezTo>
                  <a:pt x="335939" y="156008"/>
                  <a:pt x="334922" y="151230"/>
                  <a:pt x="332910" y="146510"/>
                </a:cubicBezTo>
                <a:cubicBezTo>
                  <a:pt x="330887" y="141801"/>
                  <a:pt x="328041" y="137594"/>
                  <a:pt x="324349" y="133902"/>
                </a:cubicBezTo>
                <a:lnTo>
                  <a:pt x="258615" y="68169"/>
                </a:lnTo>
                <a:cubicBezTo>
                  <a:pt x="254889" y="64454"/>
                  <a:pt x="250831" y="61676"/>
                  <a:pt x="246431" y="59836"/>
                </a:cubicBezTo>
                <a:cubicBezTo>
                  <a:pt x="242030" y="57984"/>
                  <a:pt x="237390" y="57047"/>
                  <a:pt x="232520" y="57047"/>
                </a:cubicBezTo>
                <a:cubicBezTo>
                  <a:pt x="227674" y="57047"/>
                  <a:pt x="223068" y="57984"/>
                  <a:pt x="218690" y="59836"/>
                </a:cubicBezTo>
                <a:cubicBezTo>
                  <a:pt x="214313" y="61699"/>
                  <a:pt x="210323" y="64477"/>
                  <a:pt x="206712" y="68169"/>
                </a:cubicBezTo>
                <a:lnTo>
                  <a:pt x="195704" y="79176"/>
                </a:lnTo>
                <a:lnTo>
                  <a:pt x="226828" y="110402"/>
                </a:lnTo>
                <a:cubicBezTo>
                  <a:pt x="229914" y="113683"/>
                  <a:pt x="232600" y="117535"/>
                  <a:pt x="234875" y="121958"/>
                </a:cubicBezTo>
                <a:cubicBezTo>
                  <a:pt x="237161" y="126416"/>
                  <a:pt x="238293" y="131171"/>
                  <a:pt x="238293" y="136223"/>
                </a:cubicBezTo>
                <a:cubicBezTo>
                  <a:pt x="238293" y="145070"/>
                  <a:pt x="234989" y="152739"/>
                  <a:pt x="228360" y="159208"/>
                </a:cubicBezTo>
                <a:cubicBezTo>
                  <a:pt x="221731" y="165701"/>
                  <a:pt x="214038" y="168947"/>
                  <a:pt x="205294" y="168947"/>
                </a:cubicBezTo>
                <a:cubicBezTo>
                  <a:pt x="199659" y="168947"/>
                  <a:pt x="194859" y="168124"/>
                  <a:pt x="190870" y="166478"/>
                </a:cubicBezTo>
                <a:cubicBezTo>
                  <a:pt x="186892" y="164821"/>
                  <a:pt x="183223" y="162363"/>
                  <a:pt x="179874" y="159083"/>
                </a:cubicBezTo>
                <a:lnTo>
                  <a:pt x="154214" y="133274"/>
                </a:lnTo>
                <a:cubicBezTo>
                  <a:pt x="153299" y="132359"/>
                  <a:pt x="152145" y="131902"/>
                  <a:pt x="150762" y="131902"/>
                </a:cubicBezTo>
                <a:cubicBezTo>
                  <a:pt x="149344" y="131902"/>
                  <a:pt x="148190" y="132359"/>
                  <a:pt x="147298" y="133274"/>
                </a:cubicBezTo>
                <a:lnTo>
                  <a:pt x="80707" y="199831"/>
                </a:lnTo>
                <a:cubicBezTo>
                  <a:pt x="79187" y="201351"/>
                  <a:pt x="78067" y="203054"/>
                  <a:pt x="77358" y="204940"/>
                </a:cubicBezTo>
                <a:cubicBezTo>
                  <a:pt x="76627" y="206826"/>
                  <a:pt x="76261" y="208712"/>
                  <a:pt x="76261" y="210598"/>
                </a:cubicBezTo>
                <a:cubicBezTo>
                  <a:pt x="76261" y="214495"/>
                  <a:pt x="77507" y="217673"/>
                  <a:pt x="79999" y="220108"/>
                </a:cubicBezTo>
                <a:cubicBezTo>
                  <a:pt x="82479" y="222542"/>
                  <a:pt x="85622" y="223765"/>
                  <a:pt x="89428" y="223765"/>
                </a:cubicBezTo>
                <a:cubicBezTo>
                  <a:pt x="91394" y="223765"/>
                  <a:pt x="93326" y="223285"/>
                  <a:pt x="95246" y="222348"/>
                </a:cubicBezTo>
                <a:cubicBezTo>
                  <a:pt x="97132" y="221399"/>
                  <a:pt x="98698" y="220313"/>
                  <a:pt x="99955" y="219079"/>
                </a:cubicBezTo>
                <a:lnTo>
                  <a:pt x="145927" y="173119"/>
                </a:lnTo>
                <a:cubicBezTo>
                  <a:pt x="147676" y="171359"/>
                  <a:pt x="149744" y="170456"/>
                  <a:pt x="152133" y="170398"/>
                </a:cubicBezTo>
                <a:cubicBezTo>
                  <a:pt x="154522" y="170353"/>
                  <a:pt x="156637" y="171256"/>
                  <a:pt x="158500" y="173119"/>
                </a:cubicBezTo>
                <a:cubicBezTo>
                  <a:pt x="160363" y="174970"/>
                  <a:pt x="161289" y="177074"/>
                  <a:pt x="161289" y="179405"/>
                </a:cubicBezTo>
                <a:cubicBezTo>
                  <a:pt x="161289" y="181737"/>
                  <a:pt x="160363" y="183829"/>
                  <a:pt x="158500" y="185692"/>
                </a:cubicBezTo>
                <a:lnTo>
                  <a:pt x="112768" y="231263"/>
                </a:lnTo>
                <a:cubicBezTo>
                  <a:pt x="111248" y="232886"/>
                  <a:pt x="110128" y="234658"/>
                  <a:pt x="109419" y="236567"/>
                </a:cubicBezTo>
                <a:cubicBezTo>
                  <a:pt x="108688" y="238476"/>
                  <a:pt x="108322" y="240430"/>
                  <a:pt x="108322" y="242419"/>
                </a:cubicBezTo>
                <a:cubicBezTo>
                  <a:pt x="108322" y="245962"/>
                  <a:pt x="109637" y="249037"/>
                  <a:pt x="112254" y="251654"/>
                </a:cubicBezTo>
                <a:cubicBezTo>
                  <a:pt x="114872" y="254272"/>
                  <a:pt x="117946" y="255586"/>
                  <a:pt x="121489" y="255586"/>
                </a:cubicBezTo>
                <a:cubicBezTo>
                  <a:pt x="123455" y="255586"/>
                  <a:pt x="125387" y="255175"/>
                  <a:pt x="127307" y="254363"/>
                </a:cubicBezTo>
                <a:cubicBezTo>
                  <a:pt x="129193" y="253552"/>
                  <a:pt x="130759" y="252477"/>
                  <a:pt x="132017" y="251140"/>
                </a:cubicBezTo>
                <a:lnTo>
                  <a:pt x="179794" y="203363"/>
                </a:lnTo>
                <a:cubicBezTo>
                  <a:pt x="181554" y="201614"/>
                  <a:pt x="183623" y="200711"/>
                  <a:pt x="186000" y="200654"/>
                </a:cubicBezTo>
                <a:cubicBezTo>
                  <a:pt x="188389" y="200608"/>
                  <a:pt x="190504" y="201511"/>
                  <a:pt x="192367" y="203363"/>
                </a:cubicBezTo>
                <a:cubicBezTo>
                  <a:pt x="194230" y="205226"/>
                  <a:pt x="195156" y="207329"/>
                  <a:pt x="195156" y="209649"/>
                </a:cubicBezTo>
                <a:cubicBezTo>
                  <a:pt x="195156" y="211981"/>
                  <a:pt x="194230" y="214084"/>
                  <a:pt x="192367" y="215947"/>
                </a:cubicBezTo>
                <a:lnTo>
                  <a:pt x="144830" y="263324"/>
                </a:lnTo>
                <a:cubicBezTo>
                  <a:pt x="143572" y="264685"/>
                  <a:pt x="142521" y="266388"/>
                  <a:pt x="141686" y="268434"/>
                </a:cubicBezTo>
                <a:cubicBezTo>
                  <a:pt x="140818" y="270480"/>
                  <a:pt x="140383" y="272491"/>
                  <a:pt x="140383" y="274480"/>
                </a:cubicBezTo>
                <a:cubicBezTo>
                  <a:pt x="140383" y="278023"/>
                  <a:pt x="141698" y="281098"/>
                  <a:pt x="144315" y="283715"/>
                </a:cubicBezTo>
                <a:cubicBezTo>
                  <a:pt x="146933" y="286333"/>
                  <a:pt x="150007" y="287647"/>
                  <a:pt x="153551" y="287647"/>
                </a:cubicBezTo>
                <a:cubicBezTo>
                  <a:pt x="155517" y="287647"/>
                  <a:pt x="157380" y="287282"/>
                  <a:pt x="159163" y="286550"/>
                </a:cubicBezTo>
                <a:cubicBezTo>
                  <a:pt x="160923" y="285819"/>
                  <a:pt x="162557" y="284698"/>
                  <a:pt x="164078" y="283213"/>
                </a:cubicBezTo>
                <a:lnTo>
                  <a:pt x="211775" y="235355"/>
                </a:lnTo>
                <a:cubicBezTo>
                  <a:pt x="213535" y="233595"/>
                  <a:pt x="215604" y="232692"/>
                  <a:pt x="217982" y="232635"/>
                </a:cubicBezTo>
                <a:cubicBezTo>
                  <a:pt x="220370" y="232589"/>
                  <a:pt x="222485" y="233492"/>
                  <a:pt x="224348" y="235355"/>
                </a:cubicBezTo>
                <a:cubicBezTo>
                  <a:pt x="226211" y="237207"/>
                  <a:pt x="227137" y="239310"/>
                  <a:pt x="227137" y="241642"/>
                </a:cubicBezTo>
                <a:cubicBezTo>
                  <a:pt x="227137" y="243973"/>
                  <a:pt x="226211" y="246065"/>
                  <a:pt x="224348" y="247928"/>
                </a:cubicBezTo>
                <a:lnTo>
                  <a:pt x="176571" y="295706"/>
                </a:lnTo>
                <a:cubicBezTo>
                  <a:pt x="175050" y="297226"/>
                  <a:pt x="173942" y="298986"/>
                  <a:pt x="173233" y="301009"/>
                </a:cubicBezTo>
                <a:cubicBezTo>
                  <a:pt x="172502" y="303021"/>
                  <a:pt x="172136" y="304895"/>
                  <a:pt x="172136" y="306621"/>
                </a:cubicBezTo>
                <a:cubicBezTo>
                  <a:pt x="172136" y="310610"/>
                  <a:pt x="173347" y="313765"/>
                  <a:pt x="175782" y="316097"/>
                </a:cubicBezTo>
                <a:cubicBezTo>
                  <a:pt x="178228" y="318451"/>
                  <a:pt x="181383" y="319629"/>
                  <a:pt x="185257" y="319629"/>
                </a:cubicBezTo>
                <a:close/>
                <a:moveTo>
                  <a:pt x="185257" y="337471"/>
                </a:moveTo>
                <a:cubicBezTo>
                  <a:pt x="177108" y="337471"/>
                  <a:pt x="169987" y="334419"/>
                  <a:pt x="163883" y="328315"/>
                </a:cubicBezTo>
                <a:cubicBezTo>
                  <a:pt x="157780" y="322189"/>
                  <a:pt x="154568" y="314565"/>
                  <a:pt x="154259" y="305444"/>
                </a:cubicBezTo>
                <a:cubicBezTo>
                  <a:pt x="145344" y="304952"/>
                  <a:pt x="137914" y="301832"/>
                  <a:pt x="131936" y="296094"/>
                </a:cubicBezTo>
                <a:cubicBezTo>
                  <a:pt x="125970" y="290356"/>
                  <a:pt x="122735" y="282790"/>
                  <a:pt x="122232" y="273383"/>
                </a:cubicBezTo>
                <a:cubicBezTo>
                  <a:pt x="112940" y="272777"/>
                  <a:pt x="105407" y="269542"/>
                  <a:pt x="99647" y="263679"/>
                </a:cubicBezTo>
                <a:cubicBezTo>
                  <a:pt x="93909" y="257838"/>
                  <a:pt x="90823" y="250386"/>
                  <a:pt x="90411" y="241322"/>
                </a:cubicBezTo>
                <a:cubicBezTo>
                  <a:pt x="81313" y="240830"/>
                  <a:pt x="73712" y="237744"/>
                  <a:pt x="67586" y="232086"/>
                </a:cubicBezTo>
                <a:cubicBezTo>
                  <a:pt x="61448" y="226463"/>
                  <a:pt x="58384" y="219205"/>
                  <a:pt x="58384" y="210323"/>
                </a:cubicBezTo>
                <a:cubicBezTo>
                  <a:pt x="58384" y="206186"/>
                  <a:pt x="59185" y="202037"/>
                  <a:pt x="60785" y="197865"/>
                </a:cubicBezTo>
                <a:cubicBezTo>
                  <a:pt x="62385" y="193727"/>
                  <a:pt x="64740" y="190104"/>
                  <a:pt x="67860" y="186983"/>
                </a:cubicBezTo>
                <a:lnTo>
                  <a:pt x="134965" y="119992"/>
                </a:lnTo>
                <a:cubicBezTo>
                  <a:pt x="139206" y="115649"/>
                  <a:pt x="144464" y="113477"/>
                  <a:pt x="150716" y="113477"/>
                </a:cubicBezTo>
                <a:cubicBezTo>
                  <a:pt x="156980" y="113477"/>
                  <a:pt x="162283" y="115649"/>
                  <a:pt x="166627" y="119992"/>
                </a:cubicBezTo>
                <a:lnTo>
                  <a:pt x="190801" y="144201"/>
                </a:lnTo>
                <a:cubicBezTo>
                  <a:pt x="192790" y="146190"/>
                  <a:pt x="195076" y="147801"/>
                  <a:pt x="197670" y="149024"/>
                </a:cubicBezTo>
                <a:cubicBezTo>
                  <a:pt x="200265" y="150259"/>
                  <a:pt x="202883" y="150876"/>
                  <a:pt x="205534" y="150876"/>
                </a:cubicBezTo>
                <a:cubicBezTo>
                  <a:pt x="209249" y="150876"/>
                  <a:pt x="212655" y="149344"/>
                  <a:pt x="215741" y="146281"/>
                </a:cubicBezTo>
                <a:cubicBezTo>
                  <a:pt x="218862" y="143218"/>
                  <a:pt x="220416" y="139777"/>
                  <a:pt x="220416" y="135983"/>
                </a:cubicBezTo>
                <a:cubicBezTo>
                  <a:pt x="220416" y="133914"/>
                  <a:pt x="219879" y="131799"/>
                  <a:pt x="218804" y="129616"/>
                </a:cubicBezTo>
                <a:cubicBezTo>
                  <a:pt x="217730" y="127445"/>
                  <a:pt x="216198" y="125307"/>
                  <a:pt x="214210" y="123215"/>
                </a:cubicBezTo>
                <a:lnTo>
                  <a:pt x="159128" y="68089"/>
                </a:lnTo>
                <a:cubicBezTo>
                  <a:pt x="155402" y="64374"/>
                  <a:pt x="151333" y="61596"/>
                  <a:pt x="146910" y="59756"/>
                </a:cubicBezTo>
                <a:cubicBezTo>
                  <a:pt x="142452" y="57904"/>
                  <a:pt x="137800" y="56967"/>
                  <a:pt x="132965" y="56967"/>
                </a:cubicBezTo>
                <a:cubicBezTo>
                  <a:pt x="128119" y="56967"/>
                  <a:pt x="123547" y="57904"/>
                  <a:pt x="119249" y="59756"/>
                </a:cubicBezTo>
                <a:cubicBezTo>
                  <a:pt x="114974" y="61619"/>
                  <a:pt x="110985" y="64397"/>
                  <a:pt x="107259" y="68089"/>
                </a:cubicBezTo>
                <a:lnTo>
                  <a:pt x="52532" y="122827"/>
                </a:lnTo>
                <a:cubicBezTo>
                  <a:pt x="46692" y="128553"/>
                  <a:pt x="43160" y="135537"/>
                  <a:pt x="41925" y="143767"/>
                </a:cubicBezTo>
                <a:cubicBezTo>
                  <a:pt x="40691" y="151985"/>
                  <a:pt x="41765" y="159803"/>
                  <a:pt x="45149" y="167221"/>
                </a:cubicBezTo>
                <a:cubicBezTo>
                  <a:pt x="46246" y="169393"/>
                  <a:pt x="46349" y="171656"/>
                  <a:pt x="45457" y="174022"/>
                </a:cubicBezTo>
                <a:cubicBezTo>
                  <a:pt x="44543" y="176376"/>
                  <a:pt x="43045" y="178102"/>
                  <a:pt x="40977" y="179200"/>
                </a:cubicBezTo>
                <a:cubicBezTo>
                  <a:pt x="38805" y="180308"/>
                  <a:pt x="36473" y="180411"/>
                  <a:pt x="33981" y="179520"/>
                </a:cubicBezTo>
                <a:cubicBezTo>
                  <a:pt x="31501" y="178605"/>
                  <a:pt x="29707" y="177062"/>
                  <a:pt x="28598" y="174879"/>
                </a:cubicBezTo>
                <a:cubicBezTo>
                  <a:pt x="24049" y="163483"/>
                  <a:pt x="22563" y="152042"/>
                  <a:pt x="24163" y="140543"/>
                </a:cubicBezTo>
                <a:cubicBezTo>
                  <a:pt x="25740" y="129045"/>
                  <a:pt x="31010" y="118803"/>
                  <a:pt x="39994" y="109819"/>
                </a:cubicBezTo>
                <a:lnTo>
                  <a:pt x="94298" y="55516"/>
                </a:lnTo>
                <a:cubicBezTo>
                  <a:pt x="99772" y="50041"/>
                  <a:pt x="105853" y="45983"/>
                  <a:pt x="112528" y="43343"/>
                </a:cubicBezTo>
                <a:cubicBezTo>
                  <a:pt x="119203" y="40691"/>
                  <a:pt x="126153" y="39365"/>
                  <a:pt x="133354" y="39365"/>
                </a:cubicBezTo>
                <a:cubicBezTo>
                  <a:pt x="140555" y="39365"/>
                  <a:pt x="147436" y="40691"/>
                  <a:pt x="153985" y="43343"/>
                </a:cubicBezTo>
                <a:cubicBezTo>
                  <a:pt x="160523" y="45983"/>
                  <a:pt x="166524" y="50041"/>
                  <a:pt x="171976" y="55516"/>
                </a:cubicBezTo>
                <a:lnTo>
                  <a:pt x="182971" y="66523"/>
                </a:lnTo>
                <a:lnTo>
                  <a:pt x="193979" y="55516"/>
                </a:lnTo>
                <a:cubicBezTo>
                  <a:pt x="199431" y="50041"/>
                  <a:pt x="205466" y="45983"/>
                  <a:pt x="212095" y="43343"/>
                </a:cubicBezTo>
                <a:cubicBezTo>
                  <a:pt x="218713" y="40691"/>
                  <a:pt x="225628" y="39365"/>
                  <a:pt x="232841" y="39365"/>
                </a:cubicBezTo>
                <a:cubicBezTo>
                  <a:pt x="240041" y="39365"/>
                  <a:pt x="246934" y="40691"/>
                  <a:pt x="253506" y="43343"/>
                </a:cubicBezTo>
                <a:cubicBezTo>
                  <a:pt x="260101" y="45983"/>
                  <a:pt x="266125" y="50041"/>
                  <a:pt x="271577" y="55516"/>
                </a:cubicBezTo>
                <a:lnTo>
                  <a:pt x="336922" y="120861"/>
                </a:lnTo>
                <a:cubicBezTo>
                  <a:pt x="342363" y="126302"/>
                  <a:pt x="346535" y="132531"/>
                  <a:pt x="349415" y="139526"/>
                </a:cubicBezTo>
                <a:cubicBezTo>
                  <a:pt x="352295" y="146487"/>
                  <a:pt x="353736" y="153573"/>
                  <a:pt x="353736" y="160774"/>
                </a:cubicBezTo>
                <a:cubicBezTo>
                  <a:pt x="353736" y="167975"/>
                  <a:pt x="352295" y="174856"/>
                  <a:pt x="349415" y="181406"/>
                </a:cubicBezTo>
                <a:cubicBezTo>
                  <a:pt x="346535" y="187955"/>
                  <a:pt x="342363" y="193967"/>
                  <a:pt x="336922" y="199442"/>
                </a:cubicBezTo>
                <a:lnTo>
                  <a:pt x="208598" y="327767"/>
                </a:lnTo>
                <a:cubicBezTo>
                  <a:pt x="205397" y="331059"/>
                  <a:pt x="201808" y="333516"/>
                  <a:pt x="197830" y="335105"/>
                </a:cubicBezTo>
                <a:cubicBezTo>
                  <a:pt x="193841" y="336682"/>
                  <a:pt x="189658" y="337471"/>
                  <a:pt x="185257" y="337471"/>
                </a:cubicBezTo>
                <a:close/>
                <a:moveTo>
                  <a:pt x="141412" y="13229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412994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950" dirty="0"/>
          </a:p>
        </p:txBody>
      </p:sp>
      <p:sp>
        <p:nvSpPr>
          <p:cNvPr id="17" name="圖示 工程師"/>
          <p:cNvSpPr/>
          <p:nvPr/>
        </p:nvSpPr>
        <p:spPr>
          <a:xfrm>
            <a:off x="500431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3294" y="312359"/>
                </a:moveTo>
                <a:lnTo>
                  <a:pt x="23294" y="294483"/>
                </a:lnTo>
                <a:cubicBezTo>
                  <a:pt x="23294" y="286596"/>
                  <a:pt x="25226" y="280035"/>
                  <a:pt x="29078" y="274800"/>
                </a:cubicBezTo>
                <a:cubicBezTo>
                  <a:pt x="32930" y="269565"/>
                  <a:pt x="38382" y="265210"/>
                  <a:pt x="45457" y="261758"/>
                </a:cubicBezTo>
                <a:cubicBezTo>
                  <a:pt x="59105" y="255152"/>
                  <a:pt x="73769" y="249768"/>
                  <a:pt x="89463" y="245608"/>
                </a:cubicBezTo>
                <a:cubicBezTo>
                  <a:pt x="105179" y="241470"/>
                  <a:pt x="122038" y="239401"/>
                  <a:pt x="140029" y="239401"/>
                </a:cubicBezTo>
                <a:cubicBezTo>
                  <a:pt x="158054" y="239401"/>
                  <a:pt x="174879" y="241470"/>
                  <a:pt x="190515" y="245608"/>
                </a:cubicBezTo>
                <a:cubicBezTo>
                  <a:pt x="206186" y="249746"/>
                  <a:pt x="220873" y="255129"/>
                  <a:pt x="234601" y="261758"/>
                </a:cubicBezTo>
                <a:cubicBezTo>
                  <a:pt x="241596" y="265210"/>
                  <a:pt x="247037" y="269565"/>
                  <a:pt x="250911" y="274800"/>
                </a:cubicBezTo>
                <a:cubicBezTo>
                  <a:pt x="254786" y="280035"/>
                  <a:pt x="256729" y="286596"/>
                  <a:pt x="256729" y="294483"/>
                </a:cubicBezTo>
                <a:lnTo>
                  <a:pt x="256729" y="312359"/>
                </a:lnTo>
                <a:cubicBezTo>
                  <a:pt x="256729" y="315662"/>
                  <a:pt x="255643" y="318371"/>
                  <a:pt x="253460" y="320497"/>
                </a:cubicBezTo>
                <a:cubicBezTo>
                  <a:pt x="251289" y="322612"/>
                  <a:pt x="248602" y="323675"/>
                  <a:pt x="245414" y="323675"/>
                </a:cubicBezTo>
                <a:lnTo>
                  <a:pt x="34656" y="323675"/>
                </a:lnTo>
                <a:cubicBezTo>
                  <a:pt x="31352" y="323675"/>
                  <a:pt x="28644" y="322612"/>
                  <a:pt x="26518" y="320497"/>
                </a:cubicBezTo>
                <a:cubicBezTo>
                  <a:pt x="24403" y="318371"/>
                  <a:pt x="23340" y="315662"/>
                  <a:pt x="23340" y="312359"/>
                </a:cubicBezTo>
                <a:close/>
                <a:moveTo>
                  <a:pt x="41137" y="305878"/>
                </a:moveTo>
                <a:lnTo>
                  <a:pt x="238967" y="305878"/>
                </a:lnTo>
                <a:lnTo>
                  <a:pt x="238967" y="294528"/>
                </a:lnTo>
                <a:cubicBezTo>
                  <a:pt x="238967" y="290196"/>
                  <a:pt x="237698" y="286687"/>
                  <a:pt x="235149" y="283990"/>
                </a:cubicBezTo>
                <a:cubicBezTo>
                  <a:pt x="232612" y="281292"/>
                  <a:pt x="229572" y="279143"/>
                  <a:pt x="226040" y="277555"/>
                </a:cubicBezTo>
                <a:cubicBezTo>
                  <a:pt x="215090" y="272571"/>
                  <a:pt x="202540" y="267931"/>
                  <a:pt x="188401" y="263644"/>
                </a:cubicBezTo>
                <a:cubicBezTo>
                  <a:pt x="174250" y="259370"/>
                  <a:pt x="158134" y="257232"/>
                  <a:pt x="140029" y="257232"/>
                </a:cubicBezTo>
                <a:cubicBezTo>
                  <a:pt x="121935" y="257232"/>
                  <a:pt x="105785" y="259370"/>
                  <a:pt x="91589" y="263644"/>
                </a:cubicBezTo>
                <a:cubicBezTo>
                  <a:pt x="77415" y="267931"/>
                  <a:pt x="64900" y="272571"/>
                  <a:pt x="54030" y="277555"/>
                </a:cubicBezTo>
                <a:cubicBezTo>
                  <a:pt x="50486" y="279178"/>
                  <a:pt x="47446" y="281327"/>
                  <a:pt x="44908" y="283990"/>
                </a:cubicBezTo>
                <a:cubicBezTo>
                  <a:pt x="42371" y="286687"/>
                  <a:pt x="41102" y="290196"/>
                  <a:pt x="41102" y="294528"/>
                </a:cubicBezTo>
                <a:lnTo>
                  <a:pt x="41102" y="305878"/>
                </a:lnTo>
                <a:close/>
                <a:moveTo>
                  <a:pt x="102470" y="193464"/>
                </a:moveTo>
                <a:cubicBezTo>
                  <a:pt x="92777" y="183623"/>
                  <a:pt x="87931" y="170867"/>
                  <a:pt x="87931" y="155197"/>
                </a:cubicBezTo>
                <a:lnTo>
                  <a:pt x="84319" y="155197"/>
                </a:lnTo>
                <a:cubicBezTo>
                  <a:pt x="82433" y="155197"/>
                  <a:pt x="80799" y="154522"/>
                  <a:pt x="79404" y="153151"/>
                </a:cubicBezTo>
                <a:cubicBezTo>
                  <a:pt x="78021" y="151790"/>
                  <a:pt x="77335" y="150179"/>
                  <a:pt x="77358" y="148327"/>
                </a:cubicBezTo>
                <a:cubicBezTo>
                  <a:pt x="77358" y="146487"/>
                  <a:pt x="78044" y="144852"/>
                  <a:pt x="79404" y="143412"/>
                </a:cubicBezTo>
                <a:cubicBezTo>
                  <a:pt x="80764" y="141995"/>
                  <a:pt x="82410" y="141286"/>
                  <a:pt x="84319" y="141286"/>
                </a:cubicBezTo>
                <a:lnTo>
                  <a:pt x="87931" y="141286"/>
                </a:lnTo>
                <a:cubicBezTo>
                  <a:pt x="88034" y="132405"/>
                  <a:pt x="90103" y="124370"/>
                  <a:pt x="94137" y="117169"/>
                </a:cubicBezTo>
                <a:cubicBezTo>
                  <a:pt x="98172" y="109934"/>
                  <a:pt x="103784" y="103613"/>
                  <a:pt x="110962" y="98184"/>
                </a:cubicBezTo>
                <a:lnTo>
                  <a:pt x="110962" y="113351"/>
                </a:lnTo>
                <a:cubicBezTo>
                  <a:pt x="110962" y="114826"/>
                  <a:pt x="111523" y="116095"/>
                  <a:pt x="112643" y="117169"/>
                </a:cubicBezTo>
                <a:cubicBezTo>
                  <a:pt x="113774" y="118243"/>
                  <a:pt x="115066" y="118781"/>
                  <a:pt x="116540" y="118781"/>
                </a:cubicBezTo>
                <a:cubicBezTo>
                  <a:pt x="118163" y="118781"/>
                  <a:pt x="119466" y="118243"/>
                  <a:pt x="120461" y="117169"/>
                </a:cubicBezTo>
                <a:cubicBezTo>
                  <a:pt x="121455" y="116095"/>
                  <a:pt x="121958" y="114826"/>
                  <a:pt x="121958" y="113351"/>
                </a:cubicBezTo>
                <a:lnTo>
                  <a:pt x="121958" y="93074"/>
                </a:lnTo>
                <a:cubicBezTo>
                  <a:pt x="124050" y="92446"/>
                  <a:pt x="126827" y="91886"/>
                  <a:pt x="130291" y="91394"/>
                </a:cubicBezTo>
                <a:cubicBezTo>
                  <a:pt x="133742" y="90891"/>
                  <a:pt x="137080" y="90640"/>
                  <a:pt x="140303" y="90640"/>
                </a:cubicBezTo>
                <a:cubicBezTo>
                  <a:pt x="143527" y="90640"/>
                  <a:pt x="146864" y="90891"/>
                  <a:pt x="150327" y="91394"/>
                </a:cubicBezTo>
                <a:cubicBezTo>
                  <a:pt x="153779" y="91886"/>
                  <a:pt x="156557" y="92446"/>
                  <a:pt x="158660" y="93074"/>
                </a:cubicBezTo>
                <a:lnTo>
                  <a:pt x="158660" y="113351"/>
                </a:lnTo>
                <a:cubicBezTo>
                  <a:pt x="158660" y="114826"/>
                  <a:pt x="159151" y="116095"/>
                  <a:pt x="160146" y="117169"/>
                </a:cubicBezTo>
                <a:cubicBezTo>
                  <a:pt x="161140" y="118243"/>
                  <a:pt x="162455" y="118781"/>
                  <a:pt x="164078" y="118781"/>
                </a:cubicBezTo>
                <a:cubicBezTo>
                  <a:pt x="165541" y="118781"/>
                  <a:pt x="166844" y="118243"/>
                  <a:pt x="167964" y="117169"/>
                </a:cubicBezTo>
                <a:cubicBezTo>
                  <a:pt x="169095" y="116095"/>
                  <a:pt x="169655" y="114826"/>
                  <a:pt x="169655" y="113351"/>
                </a:cubicBezTo>
                <a:lnTo>
                  <a:pt x="169655" y="98184"/>
                </a:lnTo>
                <a:cubicBezTo>
                  <a:pt x="176936" y="103636"/>
                  <a:pt x="182457" y="109957"/>
                  <a:pt x="186195" y="117169"/>
                </a:cubicBezTo>
                <a:cubicBezTo>
                  <a:pt x="189967" y="124393"/>
                  <a:pt x="191955" y="132439"/>
                  <a:pt x="192173" y="141286"/>
                </a:cubicBezTo>
                <a:lnTo>
                  <a:pt x="195784" y="141286"/>
                </a:lnTo>
                <a:cubicBezTo>
                  <a:pt x="197670" y="141286"/>
                  <a:pt x="199305" y="141995"/>
                  <a:pt x="200699" y="143412"/>
                </a:cubicBezTo>
                <a:cubicBezTo>
                  <a:pt x="202060" y="144830"/>
                  <a:pt x="202745" y="146464"/>
                  <a:pt x="202745" y="148327"/>
                </a:cubicBezTo>
                <a:cubicBezTo>
                  <a:pt x="202745" y="150156"/>
                  <a:pt x="202060" y="151768"/>
                  <a:pt x="200699" y="153151"/>
                </a:cubicBezTo>
                <a:cubicBezTo>
                  <a:pt x="199339" y="154522"/>
                  <a:pt x="197693" y="155197"/>
                  <a:pt x="195784" y="155197"/>
                </a:cubicBezTo>
                <a:lnTo>
                  <a:pt x="192173" y="155197"/>
                </a:lnTo>
                <a:cubicBezTo>
                  <a:pt x="192173" y="170867"/>
                  <a:pt x="187303" y="183623"/>
                  <a:pt x="177554" y="193464"/>
                </a:cubicBezTo>
                <a:cubicBezTo>
                  <a:pt x="167838" y="203317"/>
                  <a:pt x="155311" y="208243"/>
                  <a:pt x="139995" y="208243"/>
                </a:cubicBezTo>
                <a:cubicBezTo>
                  <a:pt x="124667" y="208243"/>
                  <a:pt x="112163" y="203317"/>
                  <a:pt x="102470" y="193464"/>
                </a:cubicBezTo>
                <a:close/>
                <a:moveTo>
                  <a:pt x="165095" y="180891"/>
                </a:moveTo>
                <a:cubicBezTo>
                  <a:pt x="171279" y="174559"/>
                  <a:pt x="174376" y="166295"/>
                  <a:pt x="174376" y="156100"/>
                </a:cubicBezTo>
                <a:lnTo>
                  <a:pt x="105728" y="156100"/>
                </a:lnTo>
                <a:cubicBezTo>
                  <a:pt x="105728" y="166261"/>
                  <a:pt x="108825" y="174525"/>
                  <a:pt x="115009" y="180891"/>
                </a:cubicBezTo>
                <a:cubicBezTo>
                  <a:pt x="121181" y="187235"/>
                  <a:pt x="129525" y="190401"/>
                  <a:pt x="140029" y="190401"/>
                </a:cubicBezTo>
                <a:cubicBezTo>
                  <a:pt x="150533" y="190401"/>
                  <a:pt x="158877" y="187235"/>
                  <a:pt x="165061" y="180891"/>
                </a:cubicBezTo>
                <a:close/>
                <a:moveTo>
                  <a:pt x="258489" y="227571"/>
                </a:moveTo>
                <a:lnTo>
                  <a:pt x="258261" y="223056"/>
                </a:lnTo>
                <a:cubicBezTo>
                  <a:pt x="256318" y="222211"/>
                  <a:pt x="254249" y="221090"/>
                  <a:pt x="252054" y="219673"/>
                </a:cubicBezTo>
                <a:cubicBezTo>
                  <a:pt x="249826" y="218256"/>
                  <a:pt x="247928" y="216850"/>
                  <a:pt x="246351" y="215433"/>
                </a:cubicBezTo>
                <a:lnTo>
                  <a:pt x="241436" y="217947"/>
                </a:lnTo>
                <a:cubicBezTo>
                  <a:pt x="239927" y="218885"/>
                  <a:pt x="238373" y="219125"/>
                  <a:pt x="236807" y="218656"/>
                </a:cubicBezTo>
                <a:cubicBezTo>
                  <a:pt x="235264" y="218176"/>
                  <a:pt x="233926" y="217216"/>
                  <a:pt x="232795" y="215741"/>
                </a:cubicBezTo>
                <a:lnTo>
                  <a:pt x="232566" y="215273"/>
                </a:lnTo>
                <a:cubicBezTo>
                  <a:pt x="231355" y="213650"/>
                  <a:pt x="230955" y="211946"/>
                  <a:pt x="231343" y="210163"/>
                </a:cubicBezTo>
                <a:cubicBezTo>
                  <a:pt x="231732" y="208415"/>
                  <a:pt x="232669" y="206974"/>
                  <a:pt x="234132" y="205843"/>
                </a:cubicBezTo>
                <a:lnTo>
                  <a:pt x="238773" y="202700"/>
                </a:lnTo>
                <a:cubicBezTo>
                  <a:pt x="238247" y="201545"/>
                  <a:pt x="237961" y="200436"/>
                  <a:pt x="237904" y="199362"/>
                </a:cubicBezTo>
                <a:cubicBezTo>
                  <a:pt x="237847" y="198288"/>
                  <a:pt x="237824" y="197202"/>
                  <a:pt x="237824" y="196105"/>
                </a:cubicBezTo>
                <a:cubicBezTo>
                  <a:pt x="237824" y="194996"/>
                  <a:pt x="237847" y="193967"/>
                  <a:pt x="237904" y="192996"/>
                </a:cubicBezTo>
                <a:cubicBezTo>
                  <a:pt x="237961" y="192024"/>
                  <a:pt x="238247" y="190915"/>
                  <a:pt x="238773" y="189658"/>
                </a:cubicBezTo>
                <a:lnTo>
                  <a:pt x="234132" y="186355"/>
                </a:lnTo>
                <a:cubicBezTo>
                  <a:pt x="232669" y="185257"/>
                  <a:pt x="231732" y="183886"/>
                  <a:pt x="231343" y="182228"/>
                </a:cubicBezTo>
                <a:cubicBezTo>
                  <a:pt x="230955" y="180583"/>
                  <a:pt x="231355" y="178948"/>
                  <a:pt x="232566" y="177314"/>
                </a:cubicBezTo>
                <a:lnTo>
                  <a:pt x="232795" y="176456"/>
                </a:lnTo>
                <a:cubicBezTo>
                  <a:pt x="233892" y="175096"/>
                  <a:pt x="235229" y="174147"/>
                  <a:pt x="236807" y="173622"/>
                </a:cubicBezTo>
                <a:cubicBezTo>
                  <a:pt x="238350" y="173096"/>
                  <a:pt x="239893" y="173313"/>
                  <a:pt x="241436" y="174250"/>
                </a:cubicBezTo>
                <a:lnTo>
                  <a:pt x="246351" y="176765"/>
                </a:lnTo>
                <a:cubicBezTo>
                  <a:pt x="248191" y="175359"/>
                  <a:pt x="250146" y="173965"/>
                  <a:pt x="252249" y="172604"/>
                </a:cubicBezTo>
                <a:cubicBezTo>
                  <a:pt x="254340" y="171244"/>
                  <a:pt x="256341" y="170090"/>
                  <a:pt x="258261" y="169141"/>
                </a:cubicBezTo>
                <a:lnTo>
                  <a:pt x="258489" y="164352"/>
                </a:lnTo>
                <a:cubicBezTo>
                  <a:pt x="258752" y="162569"/>
                  <a:pt x="259530" y="161060"/>
                  <a:pt x="260810" y="159837"/>
                </a:cubicBezTo>
                <a:cubicBezTo>
                  <a:pt x="262090" y="158626"/>
                  <a:pt x="263644" y="158031"/>
                  <a:pt x="265450" y="158031"/>
                </a:cubicBezTo>
                <a:lnTo>
                  <a:pt x="266079" y="158031"/>
                </a:lnTo>
                <a:cubicBezTo>
                  <a:pt x="267862" y="158031"/>
                  <a:pt x="269405" y="158671"/>
                  <a:pt x="270708" y="159951"/>
                </a:cubicBezTo>
                <a:cubicBezTo>
                  <a:pt x="272000" y="161232"/>
                  <a:pt x="272766" y="162832"/>
                  <a:pt x="273028" y="164741"/>
                </a:cubicBezTo>
                <a:lnTo>
                  <a:pt x="273268" y="169141"/>
                </a:lnTo>
                <a:cubicBezTo>
                  <a:pt x="275200" y="170090"/>
                  <a:pt x="277212" y="171244"/>
                  <a:pt x="279281" y="172604"/>
                </a:cubicBezTo>
                <a:cubicBezTo>
                  <a:pt x="281349" y="173965"/>
                  <a:pt x="283315" y="175359"/>
                  <a:pt x="285167" y="176765"/>
                </a:cubicBezTo>
                <a:lnTo>
                  <a:pt x="290082" y="174250"/>
                </a:lnTo>
                <a:cubicBezTo>
                  <a:pt x="291602" y="173313"/>
                  <a:pt x="293145" y="173096"/>
                  <a:pt x="294723" y="173622"/>
                </a:cubicBezTo>
                <a:cubicBezTo>
                  <a:pt x="296266" y="174147"/>
                  <a:pt x="297603" y="175096"/>
                  <a:pt x="298723" y="176456"/>
                </a:cubicBezTo>
                <a:lnTo>
                  <a:pt x="298963" y="176925"/>
                </a:lnTo>
                <a:cubicBezTo>
                  <a:pt x="300060" y="178548"/>
                  <a:pt x="300438" y="180251"/>
                  <a:pt x="300106" y="182034"/>
                </a:cubicBezTo>
                <a:cubicBezTo>
                  <a:pt x="299763" y="183783"/>
                  <a:pt x="298860" y="185235"/>
                  <a:pt x="297386" y="186355"/>
                </a:cubicBezTo>
                <a:lnTo>
                  <a:pt x="292757" y="189658"/>
                </a:lnTo>
                <a:cubicBezTo>
                  <a:pt x="293282" y="190915"/>
                  <a:pt x="293545" y="192024"/>
                  <a:pt x="293545" y="192996"/>
                </a:cubicBezTo>
                <a:lnTo>
                  <a:pt x="293545" y="199316"/>
                </a:lnTo>
                <a:cubicBezTo>
                  <a:pt x="293545" y="200391"/>
                  <a:pt x="293282" y="201511"/>
                  <a:pt x="292757" y="202665"/>
                </a:cubicBezTo>
                <a:lnTo>
                  <a:pt x="297386" y="205809"/>
                </a:lnTo>
                <a:cubicBezTo>
                  <a:pt x="298860" y="206906"/>
                  <a:pt x="299763" y="208300"/>
                  <a:pt x="300106" y="210003"/>
                </a:cubicBezTo>
                <a:cubicBezTo>
                  <a:pt x="300438" y="211684"/>
                  <a:pt x="300060" y="213352"/>
                  <a:pt x="298963" y="214998"/>
                </a:cubicBezTo>
                <a:lnTo>
                  <a:pt x="298723" y="215741"/>
                </a:lnTo>
                <a:cubicBezTo>
                  <a:pt x="297626" y="217216"/>
                  <a:pt x="296288" y="218176"/>
                  <a:pt x="294723" y="218656"/>
                </a:cubicBezTo>
                <a:cubicBezTo>
                  <a:pt x="293168" y="219125"/>
                  <a:pt x="291625" y="218885"/>
                  <a:pt x="290082" y="217947"/>
                </a:cubicBezTo>
                <a:lnTo>
                  <a:pt x="285167" y="215433"/>
                </a:lnTo>
                <a:cubicBezTo>
                  <a:pt x="283601" y="216850"/>
                  <a:pt x="281704" y="218256"/>
                  <a:pt x="279475" y="219673"/>
                </a:cubicBezTo>
                <a:cubicBezTo>
                  <a:pt x="277246" y="221090"/>
                  <a:pt x="275177" y="222211"/>
                  <a:pt x="273268" y="223056"/>
                </a:cubicBezTo>
                <a:lnTo>
                  <a:pt x="273028" y="227846"/>
                </a:lnTo>
                <a:cubicBezTo>
                  <a:pt x="272766" y="229732"/>
                  <a:pt x="272000" y="231275"/>
                  <a:pt x="270708" y="232486"/>
                </a:cubicBezTo>
                <a:cubicBezTo>
                  <a:pt x="269428" y="233686"/>
                  <a:pt x="267885" y="234292"/>
                  <a:pt x="266079" y="234292"/>
                </a:cubicBezTo>
                <a:lnTo>
                  <a:pt x="265450" y="234292"/>
                </a:lnTo>
                <a:cubicBezTo>
                  <a:pt x="263667" y="234292"/>
                  <a:pt x="262124" y="233618"/>
                  <a:pt x="260810" y="232292"/>
                </a:cubicBezTo>
                <a:cubicBezTo>
                  <a:pt x="259530" y="230955"/>
                  <a:pt x="258752" y="229377"/>
                  <a:pt x="258489" y="227571"/>
                </a:cubicBezTo>
                <a:close/>
                <a:moveTo>
                  <a:pt x="276606" y="207020"/>
                </a:moveTo>
                <a:cubicBezTo>
                  <a:pt x="279589" y="204094"/>
                  <a:pt x="281087" y="200471"/>
                  <a:pt x="281087" y="196173"/>
                </a:cubicBezTo>
                <a:cubicBezTo>
                  <a:pt x="281087" y="191887"/>
                  <a:pt x="279589" y="188241"/>
                  <a:pt x="276606" y="185257"/>
                </a:cubicBezTo>
                <a:cubicBezTo>
                  <a:pt x="273623" y="182274"/>
                  <a:pt x="269977" y="180777"/>
                  <a:pt x="265679" y="180777"/>
                </a:cubicBezTo>
                <a:cubicBezTo>
                  <a:pt x="261393" y="180777"/>
                  <a:pt x="257769" y="182274"/>
                  <a:pt x="254843" y="185257"/>
                </a:cubicBezTo>
                <a:cubicBezTo>
                  <a:pt x="251906" y="188241"/>
                  <a:pt x="250443" y="191887"/>
                  <a:pt x="250443" y="196173"/>
                </a:cubicBezTo>
                <a:cubicBezTo>
                  <a:pt x="250443" y="200471"/>
                  <a:pt x="251906" y="204094"/>
                  <a:pt x="254843" y="207020"/>
                </a:cubicBezTo>
                <a:cubicBezTo>
                  <a:pt x="257769" y="209958"/>
                  <a:pt x="261393" y="211421"/>
                  <a:pt x="265679" y="211421"/>
                </a:cubicBezTo>
                <a:cubicBezTo>
                  <a:pt x="269977" y="211421"/>
                  <a:pt x="273623" y="209958"/>
                  <a:pt x="276606" y="207020"/>
                </a:cubicBezTo>
                <a:close/>
                <a:moveTo>
                  <a:pt x="299317" y="142464"/>
                </a:moveTo>
                <a:lnTo>
                  <a:pt x="297946" y="135125"/>
                </a:lnTo>
                <a:cubicBezTo>
                  <a:pt x="295111" y="134280"/>
                  <a:pt x="292071" y="132839"/>
                  <a:pt x="288825" y="130793"/>
                </a:cubicBezTo>
                <a:cubicBezTo>
                  <a:pt x="285579" y="128759"/>
                  <a:pt x="283041" y="126542"/>
                  <a:pt x="281201" y="124153"/>
                </a:cubicBezTo>
                <a:lnTo>
                  <a:pt x="271737" y="127776"/>
                </a:lnTo>
                <a:cubicBezTo>
                  <a:pt x="270297" y="128302"/>
                  <a:pt x="268856" y="128325"/>
                  <a:pt x="267416" y="127856"/>
                </a:cubicBezTo>
                <a:cubicBezTo>
                  <a:pt x="265976" y="127376"/>
                  <a:pt x="264765" y="126462"/>
                  <a:pt x="263793" y="125101"/>
                </a:cubicBezTo>
                <a:lnTo>
                  <a:pt x="262661" y="123650"/>
                </a:lnTo>
                <a:cubicBezTo>
                  <a:pt x="261816" y="122130"/>
                  <a:pt x="261576" y="120541"/>
                  <a:pt x="261907" y="118895"/>
                </a:cubicBezTo>
                <a:cubicBezTo>
                  <a:pt x="262250" y="117272"/>
                  <a:pt x="263107" y="115946"/>
                  <a:pt x="264467" y="114929"/>
                </a:cubicBezTo>
                <a:lnTo>
                  <a:pt x="272045" y="109305"/>
                </a:lnTo>
                <a:cubicBezTo>
                  <a:pt x="271520" y="107888"/>
                  <a:pt x="271062" y="106322"/>
                  <a:pt x="270674" y="104596"/>
                </a:cubicBezTo>
                <a:cubicBezTo>
                  <a:pt x="270285" y="102859"/>
                  <a:pt x="270079" y="101190"/>
                  <a:pt x="270079" y="99567"/>
                </a:cubicBezTo>
                <a:cubicBezTo>
                  <a:pt x="270079" y="97944"/>
                  <a:pt x="270285" y="96241"/>
                  <a:pt x="270674" y="94458"/>
                </a:cubicBezTo>
                <a:cubicBezTo>
                  <a:pt x="271062" y="92674"/>
                  <a:pt x="271520" y="91074"/>
                  <a:pt x="272045" y="89657"/>
                </a:cubicBezTo>
                <a:lnTo>
                  <a:pt x="264467" y="84205"/>
                </a:lnTo>
                <a:cubicBezTo>
                  <a:pt x="263107" y="83096"/>
                  <a:pt x="262250" y="81713"/>
                  <a:pt x="261907" y="80033"/>
                </a:cubicBezTo>
                <a:cubicBezTo>
                  <a:pt x="261576" y="78387"/>
                  <a:pt x="261816" y="76867"/>
                  <a:pt x="262661" y="75472"/>
                </a:cubicBezTo>
                <a:lnTo>
                  <a:pt x="263793" y="74101"/>
                </a:lnTo>
                <a:cubicBezTo>
                  <a:pt x="264742" y="72843"/>
                  <a:pt x="265942" y="71906"/>
                  <a:pt x="267416" y="71277"/>
                </a:cubicBezTo>
                <a:cubicBezTo>
                  <a:pt x="268856" y="70672"/>
                  <a:pt x="270297" y="70626"/>
                  <a:pt x="271737" y="71152"/>
                </a:cubicBezTo>
                <a:lnTo>
                  <a:pt x="281201" y="74775"/>
                </a:lnTo>
                <a:cubicBezTo>
                  <a:pt x="283041" y="72363"/>
                  <a:pt x="285579" y="70112"/>
                  <a:pt x="288825" y="68009"/>
                </a:cubicBezTo>
                <a:cubicBezTo>
                  <a:pt x="292071" y="65894"/>
                  <a:pt x="295111" y="64545"/>
                  <a:pt x="297946" y="63962"/>
                </a:cubicBezTo>
                <a:lnTo>
                  <a:pt x="299317" y="56613"/>
                </a:lnTo>
                <a:cubicBezTo>
                  <a:pt x="299740" y="55150"/>
                  <a:pt x="300495" y="53950"/>
                  <a:pt x="301592" y="53001"/>
                </a:cubicBezTo>
                <a:cubicBezTo>
                  <a:pt x="302689" y="52064"/>
                  <a:pt x="303981" y="51584"/>
                  <a:pt x="305444" y="51584"/>
                </a:cubicBezTo>
                <a:lnTo>
                  <a:pt x="308153" y="51584"/>
                </a:lnTo>
                <a:cubicBezTo>
                  <a:pt x="309513" y="51584"/>
                  <a:pt x="310759" y="52064"/>
                  <a:pt x="311890" y="53001"/>
                </a:cubicBezTo>
                <a:cubicBezTo>
                  <a:pt x="312988" y="53950"/>
                  <a:pt x="313754" y="55150"/>
                  <a:pt x="314165" y="56613"/>
                </a:cubicBezTo>
                <a:lnTo>
                  <a:pt x="315548" y="63962"/>
                </a:lnTo>
                <a:cubicBezTo>
                  <a:pt x="318371" y="64545"/>
                  <a:pt x="321412" y="65894"/>
                  <a:pt x="324658" y="68009"/>
                </a:cubicBezTo>
                <a:cubicBezTo>
                  <a:pt x="327904" y="70134"/>
                  <a:pt x="330498" y="72386"/>
                  <a:pt x="332442" y="74775"/>
                </a:cubicBezTo>
                <a:lnTo>
                  <a:pt x="341791" y="71152"/>
                </a:lnTo>
                <a:cubicBezTo>
                  <a:pt x="343231" y="70626"/>
                  <a:pt x="344672" y="70603"/>
                  <a:pt x="346112" y="71072"/>
                </a:cubicBezTo>
                <a:cubicBezTo>
                  <a:pt x="347552" y="71552"/>
                  <a:pt x="348752" y="72466"/>
                  <a:pt x="349724" y="73826"/>
                </a:cubicBezTo>
                <a:lnTo>
                  <a:pt x="350821" y="75438"/>
                </a:lnTo>
                <a:cubicBezTo>
                  <a:pt x="351667" y="76958"/>
                  <a:pt x="351918" y="78513"/>
                  <a:pt x="351575" y="80113"/>
                </a:cubicBezTo>
                <a:cubicBezTo>
                  <a:pt x="351232" y="81690"/>
                  <a:pt x="350375" y="83039"/>
                  <a:pt x="349015" y="84159"/>
                </a:cubicBezTo>
                <a:lnTo>
                  <a:pt x="341437" y="89623"/>
                </a:lnTo>
                <a:cubicBezTo>
                  <a:pt x="341963" y="91040"/>
                  <a:pt x="342420" y="92629"/>
                  <a:pt x="342809" y="94412"/>
                </a:cubicBezTo>
                <a:cubicBezTo>
                  <a:pt x="343209" y="96195"/>
                  <a:pt x="343403" y="97898"/>
                  <a:pt x="343403" y="99521"/>
                </a:cubicBezTo>
                <a:cubicBezTo>
                  <a:pt x="343403" y="101144"/>
                  <a:pt x="343209" y="102824"/>
                  <a:pt x="342809" y="104550"/>
                </a:cubicBezTo>
                <a:cubicBezTo>
                  <a:pt x="342420" y="106276"/>
                  <a:pt x="341963" y="107853"/>
                  <a:pt x="341437" y="109271"/>
                </a:cubicBezTo>
                <a:lnTo>
                  <a:pt x="349015" y="114883"/>
                </a:lnTo>
                <a:cubicBezTo>
                  <a:pt x="350375" y="115877"/>
                  <a:pt x="351232" y="117238"/>
                  <a:pt x="351575" y="118975"/>
                </a:cubicBezTo>
                <a:cubicBezTo>
                  <a:pt x="351918" y="120678"/>
                  <a:pt x="351667" y="122221"/>
                  <a:pt x="350821" y="123604"/>
                </a:cubicBezTo>
                <a:lnTo>
                  <a:pt x="349724" y="124827"/>
                </a:lnTo>
                <a:cubicBezTo>
                  <a:pt x="348786" y="126187"/>
                  <a:pt x="347575" y="127147"/>
                  <a:pt x="346112" y="127696"/>
                </a:cubicBezTo>
                <a:cubicBezTo>
                  <a:pt x="344672" y="128245"/>
                  <a:pt x="343231" y="128256"/>
                  <a:pt x="341791" y="127730"/>
                </a:cubicBezTo>
                <a:lnTo>
                  <a:pt x="332442" y="124164"/>
                </a:lnTo>
                <a:cubicBezTo>
                  <a:pt x="330498" y="126564"/>
                  <a:pt x="327904" y="128782"/>
                  <a:pt x="324658" y="130793"/>
                </a:cubicBezTo>
                <a:cubicBezTo>
                  <a:pt x="321412" y="132839"/>
                  <a:pt x="318371" y="134280"/>
                  <a:pt x="315548" y="135125"/>
                </a:cubicBezTo>
                <a:lnTo>
                  <a:pt x="314165" y="142464"/>
                </a:lnTo>
                <a:cubicBezTo>
                  <a:pt x="313754" y="143835"/>
                  <a:pt x="312988" y="145012"/>
                  <a:pt x="311890" y="146007"/>
                </a:cubicBezTo>
                <a:cubicBezTo>
                  <a:pt x="310793" y="147001"/>
                  <a:pt x="309547" y="147493"/>
                  <a:pt x="308153" y="147493"/>
                </a:cubicBezTo>
                <a:lnTo>
                  <a:pt x="305444" y="147493"/>
                </a:lnTo>
                <a:cubicBezTo>
                  <a:pt x="303981" y="147493"/>
                  <a:pt x="302701" y="147001"/>
                  <a:pt x="301592" y="146007"/>
                </a:cubicBezTo>
                <a:cubicBezTo>
                  <a:pt x="300495" y="145012"/>
                  <a:pt x="299740" y="143835"/>
                  <a:pt x="299317" y="142464"/>
                </a:cubicBezTo>
                <a:close/>
                <a:moveTo>
                  <a:pt x="323160" y="115980"/>
                </a:moveTo>
                <a:cubicBezTo>
                  <a:pt x="327492" y="111660"/>
                  <a:pt x="329653" y="106208"/>
                  <a:pt x="329653" y="99601"/>
                </a:cubicBezTo>
                <a:cubicBezTo>
                  <a:pt x="329653" y="93006"/>
                  <a:pt x="327492" y="87542"/>
                  <a:pt x="323160" y="83222"/>
                </a:cubicBezTo>
                <a:cubicBezTo>
                  <a:pt x="318840" y="78890"/>
                  <a:pt x="313388" y="76730"/>
                  <a:pt x="306781" y="76730"/>
                </a:cubicBezTo>
                <a:cubicBezTo>
                  <a:pt x="300175" y="76730"/>
                  <a:pt x="294723" y="78890"/>
                  <a:pt x="290402" y="83222"/>
                </a:cubicBezTo>
                <a:cubicBezTo>
                  <a:pt x="286070" y="87542"/>
                  <a:pt x="283910" y="93006"/>
                  <a:pt x="283910" y="99601"/>
                </a:cubicBezTo>
                <a:cubicBezTo>
                  <a:pt x="283910" y="106208"/>
                  <a:pt x="286070" y="111660"/>
                  <a:pt x="290402" y="115980"/>
                </a:cubicBezTo>
                <a:cubicBezTo>
                  <a:pt x="294723" y="120312"/>
                  <a:pt x="300175" y="122472"/>
                  <a:pt x="306781" y="122472"/>
                </a:cubicBezTo>
                <a:cubicBezTo>
                  <a:pt x="313388" y="122472"/>
                  <a:pt x="318840" y="120312"/>
                  <a:pt x="323160" y="115980"/>
                </a:cubicBezTo>
                <a:close/>
                <a:moveTo>
                  <a:pt x="140075" y="30587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482334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950" dirty="0"/>
          </a:p>
        </p:txBody>
      </p:sp>
      <p:sp>
        <p:nvSpPr>
          <p:cNvPr id="19" name="圖示 客服"/>
          <p:cNvSpPr/>
          <p:nvPr/>
        </p:nvSpPr>
        <p:spPr>
          <a:xfrm>
            <a:off x="569771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7852" y="322189"/>
                </a:moveTo>
                <a:cubicBezTo>
                  <a:pt x="185303" y="322189"/>
                  <a:pt x="183189" y="321320"/>
                  <a:pt x="181486" y="319594"/>
                </a:cubicBezTo>
                <a:cubicBezTo>
                  <a:pt x="179782" y="317857"/>
                  <a:pt x="178925" y="315731"/>
                  <a:pt x="178925" y="313182"/>
                </a:cubicBezTo>
                <a:cubicBezTo>
                  <a:pt x="178925" y="310645"/>
                  <a:pt x="179782" y="308541"/>
                  <a:pt x="181486" y="306861"/>
                </a:cubicBezTo>
                <a:cubicBezTo>
                  <a:pt x="183189" y="305181"/>
                  <a:pt x="185303" y="304347"/>
                  <a:pt x="187852" y="304347"/>
                </a:cubicBezTo>
                <a:lnTo>
                  <a:pt x="299512" y="304347"/>
                </a:lnTo>
                <a:cubicBezTo>
                  <a:pt x="300826" y="304347"/>
                  <a:pt x="301958" y="303935"/>
                  <a:pt x="302929" y="303124"/>
                </a:cubicBezTo>
                <a:cubicBezTo>
                  <a:pt x="303878" y="302312"/>
                  <a:pt x="304347" y="301249"/>
                  <a:pt x="304347" y="299946"/>
                </a:cubicBezTo>
                <a:lnTo>
                  <a:pt x="304347" y="184274"/>
                </a:lnTo>
                <a:cubicBezTo>
                  <a:pt x="304347" y="152945"/>
                  <a:pt x="293042" y="126553"/>
                  <a:pt x="270434" y="105099"/>
                </a:cubicBezTo>
                <a:cubicBezTo>
                  <a:pt x="247837" y="83679"/>
                  <a:pt x="220553" y="72958"/>
                  <a:pt x="188595" y="72958"/>
                </a:cubicBezTo>
                <a:cubicBezTo>
                  <a:pt x="156637" y="72958"/>
                  <a:pt x="129353" y="83679"/>
                  <a:pt x="106756" y="105099"/>
                </a:cubicBezTo>
                <a:cubicBezTo>
                  <a:pt x="84148" y="126530"/>
                  <a:pt x="72843" y="152922"/>
                  <a:pt x="72843" y="184274"/>
                </a:cubicBezTo>
                <a:lnTo>
                  <a:pt x="72843" y="270788"/>
                </a:lnTo>
                <a:cubicBezTo>
                  <a:pt x="72843" y="272628"/>
                  <a:pt x="72295" y="274091"/>
                  <a:pt x="71197" y="275189"/>
                </a:cubicBezTo>
                <a:cubicBezTo>
                  <a:pt x="70100" y="276297"/>
                  <a:pt x="68626" y="276846"/>
                  <a:pt x="66797" y="276846"/>
                </a:cubicBezTo>
                <a:cubicBezTo>
                  <a:pt x="59253" y="276846"/>
                  <a:pt x="52784" y="274217"/>
                  <a:pt x="47389" y="268982"/>
                </a:cubicBezTo>
                <a:cubicBezTo>
                  <a:pt x="41994" y="263724"/>
                  <a:pt x="39296" y="257324"/>
                  <a:pt x="39296" y="249814"/>
                </a:cubicBezTo>
                <a:lnTo>
                  <a:pt x="39296" y="219285"/>
                </a:lnTo>
                <a:cubicBezTo>
                  <a:pt x="39296" y="214175"/>
                  <a:pt x="40748" y="209500"/>
                  <a:pt x="43651" y="205260"/>
                </a:cubicBezTo>
                <a:cubicBezTo>
                  <a:pt x="46554" y="201008"/>
                  <a:pt x="50349" y="197602"/>
                  <a:pt x="55013" y="195042"/>
                </a:cubicBezTo>
                <a:lnTo>
                  <a:pt x="55756" y="174959"/>
                </a:lnTo>
                <a:cubicBezTo>
                  <a:pt x="57036" y="157860"/>
                  <a:pt x="61482" y="142006"/>
                  <a:pt x="69071" y="127422"/>
                </a:cubicBezTo>
                <a:cubicBezTo>
                  <a:pt x="76672" y="112826"/>
                  <a:pt x="86411" y="100127"/>
                  <a:pt x="98309" y="89303"/>
                </a:cubicBezTo>
                <a:cubicBezTo>
                  <a:pt x="110197" y="78490"/>
                  <a:pt x="123924" y="70066"/>
                  <a:pt x="139480" y="64042"/>
                </a:cubicBezTo>
                <a:cubicBezTo>
                  <a:pt x="155014" y="58019"/>
                  <a:pt x="171381" y="55013"/>
                  <a:pt x="188595" y="55013"/>
                </a:cubicBezTo>
                <a:cubicBezTo>
                  <a:pt x="205809" y="55013"/>
                  <a:pt x="222153" y="58019"/>
                  <a:pt x="237630" y="64042"/>
                </a:cubicBezTo>
                <a:cubicBezTo>
                  <a:pt x="253106" y="70066"/>
                  <a:pt x="266833" y="78456"/>
                  <a:pt x="278801" y="89188"/>
                </a:cubicBezTo>
                <a:cubicBezTo>
                  <a:pt x="290779" y="99932"/>
                  <a:pt x="300518" y="112597"/>
                  <a:pt x="308039" y="127182"/>
                </a:cubicBezTo>
                <a:cubicBezTo>
                  <a:pt x="315559" y="141778"/>
                  <a:pt x="320040" y="157620"/>
                  <a:pt x="321480" y="174730"/>
                </a:cubicBezTo>
                <a:lnTo>
                  <a:pt x="322223" y="194413"/>
                </a:lnTo>
                <a:cubicBezTo>
                  <a:pt x="326807" y="196562"/>
                  <a:pt x="330567" y="199636"/>
                  <a:pt x="333505" y="203648"/>
                </a:cubicBezTo>
                <a:cubicBezTo>
                  <a:pt x="336431" y="207649"/>
                  <a:pt x="337905" y="212129"/>
                  <a:pt x="337905" y="217079"/>
                </a:cubicBezTo>
                <a:lnTo>
                  <a:pt x="337905" y="252169"/>
                </a:lnTo>
                <a:cubicBezTo>
                  <a:pt x="337905" y="257095"/>
                  <a:pt x="336419" y="261553"/>
                  <a:pt x="333459" y="265565"/>
                </a:cubicBezTo>
                <a:cubicBezTo>
                  <a:pt x="330498" y="269577"/>
                  <a:pt x="326738" y="272651"/>
                  <a:pt x="322189" y="274800"/>
                </a:cubicBezTo>
                <a:lnTo>
                  <a:pt x="322189" y="299946"/>
                </a:lnTo>
                <a:cubicBezTo>
                  <a:pt x="322189" y="306095"/>
                  <a:pt x="319949" y="311342"/>
                  <a:pt x="315468" y="315662"/>
                </a:cubicBezTo>
                <a:cubicBezTo>
                  <a:pt x="311010" y="320006"/>
                  <a:pt x="305695" y="322189"/>
                  <a:pt x="299512" y="322189"/>
                </a:cubicBezTo>
                <a:lnTo>
                  <a:pt x="187852" y="322189"/>
                </a:lnTo>
                <a:close/>
                <a:moveTo>
                  <a:pt x="136611" y="210438"/>
                </a:moveTo>
                <a:cubicBezTo>
                  <a:pt x="134497" y="208369"/>
                  <a:pt x="133434" y="205809"/>
                  <a:pt x="133434" y="202745"/>
                </a:cubicBezTo>
                <a:cubicBezTo>
                  <a:pt x="133434" y="199671"/>
                  <a:pt x="134520" y="197110"/>
                  <a:pt x="136691" y="195042"/>
                </a:cubicBezTo>
                <a:cubicBezTo>
                  <a:pt x="138863" y="192973"/>
                  <a:pt x="141481" y="191933"/>
                  <a:pt x="144555" y="191933"/>
                </a:cubicBezTo>
                <a:cubicBezTo>
                  <a:pt x="147618" y="191933"/>
                  <a:pt x="150213" y="192996"/>
                  <a:pt x="152328" y="195122"/>
                </a:cubicBezTo>
                <a:cubicBezTo>
                  <a:pt x="154454" y="197236"/>
                  <a:pt x="155517" y="199831"/>
                  <a:pt x="155517" y="202894"/>
                </a:cubicBezTo>
                <a:cubicBezTo>
                  <a:pt x="155517" y="205957"/>
                  <a:pt x="154431" y="208506"/>
                  <a:pt x="152248" y="210518"/>
                </a:cubicBezTo>
                <a:cubicBezTo>
                  <a:pt x="150076" y="212541"/>
                  <a:pt x="147458" y="213547"/>
                  <a:pt x="144395" y="213547"/>
                </a:cubicBezTo>
                <a:cubicBezTo>
                  <a:pt x="141332" y="213547"/>
                  <a:pt x="138737" y="212507"/>
                  <a:pt x="136611" y="210438"/>
                </a:cubicBezTo>
                <a:close/>
                <a:moveTo>
                  <a:pt x="224862" y="210438"/>
                </a:moveTo>
                <a:cubicBezTo>
                  <a:pt x="222736" y="208369"/>
                  <a:pt x="221673" y="205809"/>
                  <a:pt x="221673" y="202745"/>
                </a:cubicBezTo>
                <a:cubicBezTo>
                  <a:pt x="221673" y="199671"/>
                  <a:pt x="222759" y="197110"/>
                  <a:pt x="224942" y="195042"/>
                </a:cubicBezTo>
                <a:cubicBezTo>
                  <a:pt x="227114" y="192973"/>
                  <a:pt x="229732" y="191933"/>
                  <a:pt x="232795" y="191933"/>
                </a:cubicBezTo>
                <a:cubicBezTo>
                  <a:pt x="235858" y="191933"/>
                  <a:pt x="238453" y="192996"/>
                  <a:pt x="240579" y="195122"/>
                </a:cubicBezTo>
                <a:cubicBezTo>
                  <a:pt x="242693" y="197236"/>
                  <a:pt x="243756" y="199831"/>
                  <a:pt x="243756" y="202894"/>
                </a:cubicBezTo>
                <a:cubicBezTo>
                  <a:pt x="243756" y="205957"/>
                  <a:pt x="242670" y="208506"/>
                  <a:pt x="240499" y="210518"/>
                </a:cubicBezTo>
                <a:cubicBezTo>
                  <a:pt x="238327" y="212541"/>
                  <a:pt x="235709" y="213547"/>
                  <a:pt x="232635" y="213547"/>
                </a:cubicBezTo>
                <a:cubicBezTo>
                  <a:pt x="229572" y="213547"/>
                  <a:pt x="226977" y="212507"/>
                  <a:pt x="224862" y="210438"/>
                </a:cubicBezTo>
                <a:close/>
                <a:moveTo>
                  <a:pt x="100115" y="191738"/>
                </a:moveTo>
                <a:cubicBezTo>
                  <a:pt x="98492" y="166089"/>
                  <a:pt x="106459" y="144144"/>
                  <a:pt x="124038" y="125890"/>
                </a:cubicBezTo>
                <a:cubicBezTo>
                  <a:pt x="141641" y="107625"/>
                  <a:pt x="163438" y="98504"/>
                  <a:pt x="189418" y="98504"/>
                </a:cubicBezTo>
                <a:cubicBezTo>
                  <a:pt x="210769" y="98504"/>
                  <a:pt x="229446" y="105350"/>
                  <a:pt x="245448" y="119055"/>
                </a:cubicBezTo>
                <a:cubicBezTo>
                  <a:pt x="261450" y="132748"/>
                  <a:pt x="271234" y="150099"/>
                  <a:pt x="274800" y="171107"/>
                </a:cubicBezTo>
                <a:cubicBezTo>
                  <a:pt x="252900" y="170844"/>
                  <a:pt x="232772" y="164878"/>
                  <a:pt x="214404" y="153196"/>
                </a:cubicBezTo>
                <a:cubicBezTo>
                  <a:pt x="196070" y="141515"/>
                  <a:pt x="181886" y="125901"/>
                  <a:pt x="171861" y="106356"/>
                </a:cubicBezTo>
                <a:cubicBezTo>
                  <a:pt x="167907" y="125901"/>
                  <a:pt x="159563" y="143172"/>
                  <a:pt x="146830" y="158180"/>
                </a:cubicBezTo>
                <a:cubicBezTo>
                  <a:pt x="134097" y="173187"/>
                  <a:pt x="118518" y="184354"/>
                  <a:pt x="100070" y="19165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551674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950" dirty="0"/>
          </a:p>
        </p:txBody>
      </p:sp>
      <p:sp>
        <p:nvSpPr>
          <p:cNvPr id="21" name="圖示 訓練"/>
          <p:cNvSpPr/>
          <p:nvPr/>
        </p:nvSpPr>
        <p:spPr>
          <a:xfrm>
            <a:off x="639111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892" y="260810"/>
                </a:moveTo>
                <a:cubicBezTo>
                  <a:pt x="91429" y="258821"/>
                  <a:pt x="88628" y="256066"/>
                  <a:pt x="86479" y="252557"/>
                </a:cubicBezTo>
                <a:cubicBezTo>
                  <a:pt x="84353" y="249048"/>
                  <a:pt x="83302" y="245105"/>
                  <a:pt x="83302" y="240739"/>
                </a:cubicBezTo>
                <a:lnTo>
                  <a:pt x="83302" y="169187"/>
                </a:lnTo>
                <a:lnTo>
                  <a:pt x="50806" y="151196"/>
                </a:lnTo>
                <a:cubicBezTo>
                  <a:pt x="48818" y="149984"/>
                  <a:pt x="47297" y="148556"/>
                  <a:pt x="46246" y="146910"/>
                </a:cubicBezTo>
                <a:cubicBezTo>
                  <a:pt x="45194" y="145252"/>
                  <a:pt x="44668" y="143435"/>
                  <a:pt x="44668" y="141446"/>
                </a:cubicBezTo>
                <a:cubicBezTo>
                  <a:pt x="44668" y="139457"/>
                  <a:pt x="45194" y="137617"/>
                  <a:pt x="46246" y="135948"/>
                </a:cubicBezTo>
                <a:cubicBezTo>
                  <a:pt x="47297" y="134291"/>
                  <a:pt x="48818" y="132862"/>
                  <a:pt x="50806" y="131662"/>
                </a:cubicBezTo>
                <a:lnTo>
                  <a:pt x="177279" y="62156"/>
                </a:lnTo>
                <a:cubicBezTo>
                  <a:pt x="179085" y="61242"/>
                  <a:pt x="180880" y="60590"/>
                  <a:pt x="182663" y="60190"/>
                </a:cubicBezTo>
                <a:cubicBezTo>
                  <a:pt x="184446" y="59802"/>
                  <a:pt x="186332" y="59607"/>
                  <a:pt x="188321" y="59607"/>
                </a:cubicBezTo>
                <a:cubicBezTo>
                  <a:pt x="190310" y="59607"/>
                  <a:pt x="192195" y="59802"/>
                  <a:pt x="193979" y="60190"/>
                </a:cubicBezTo>
                <a:cubicBezTo>
                  <a:pt x="195762" y="60590"/>
                  <a:pt x="197499" y="61242"/>
                  <a:pt x="199202" y="62156"/>
                </a:cubicBezTo>
                <a:lnTo>
                  <a:pt x="339117" y="138063"/>
                </a:lnTo>
                <a:cubicBezTo>
                  <a:pt x="341003" y="139275"/>
                  <a:pt x="342466" y="140749"/>
                  <a:pt x="343517" y="142509"/>
                </a:cubicBezTo>
                <a:cubicBezTo>
                  <a:pt x="344569" y="144258"/>
                  <a:pt x="345095" y="146167"/>
                  <a:pt x="345095" y="148201"/>
                </a:cubicBezTo>
                <a:lnTo>
                  <a:pt x="345095" y="244659"/>
                </a:lnTo>
                <a:cubicBezTo>
                  <a:pt x="345095" y="247174"/>
                  <a:pt x="344226" y="249300"/>
                  <a:pt x="342500" y="251026"/>
                </a:cubicBezTo>
                <a:cubicBezTo>
                  <a:pt x="340763" y="252729"/>
                  <a:pt x="338637" y="253586"/>
                  <a:pt x="336088" y="253586"/>
                </a:cubicBezTo>
                <a:cubicBezTo>
                  <a:pt x="333550" y="253586"/>
                  <a:pt x="331447" y="252729"/>
                  <a:pt x="329767" y="251026"/>
                </a:cubicBezTo>
                <a:cubicBezTo>
                  <a:pt x="328087" y="249323"/>
                  <a:pt x="327252" y="247208"/>
                  <a:pt x="327252" y="244659"/>
                </a:cubicBezTo>
                <a:lnTo>
                  <a:pt x="327252" y="151859"/>
                </a:lnTo>
                <a:lnTo>
                  <a:pt x="293305" y="169187"/>
                </a:lnTo>
                <a:lnTo>
                  <a:pt x="293305" y="240739"/>
                </a:lnTo>
                <a:cubicBezTo>
                  <a:pt x="293305" y="245105"/>
                  <a:pt x="292242" y="249048"/>
                  <a:pt x="290128" y="252557"/>
                </a:cubicBezTo>
                <a:cubicBezTo>
                  <a:pt x="288002" y="256066"/>
                  <a:pt x="285156" y="258821"/>
                  <a:pt x="281601" y="260810"/>
                </a:cubicBezTo>
                <a:lnTo>
                  <a:pt x="199282" y="305764"/>
                </a:lnTo>
                <a:cubicBezTo>
                  <a:pt x="197556" y="306804"/>
                  <a:pt x="195796" y="307524"/>
                  <a:pt x="194013" y="307924"/>
                </a:cubicBezTo>
                <a:cubicBezTo>
                  <a:pt x="192241" y="308313"/>
                  <a:pt x="190355" y="308507"/>
                  <a:pt x="188355" y="308507"/>
                </a:cubicBezTo>
                <a:cubicBezTo>
                  <a:pt x="186366" y="308507"/>
                  <a:pt x="184480" y="308313"/>
                  <a:pt x="182697" y="307924"/>
                </a:cubicBezTo>
                <a:cubicBezTo>
                  <a:pt x="180925" y="307524"/>
                  <a:pt x="179108" y="306804"/>
                  <a:pt x="177279" y="305764"/>
                </a:cubicBezTo>
                <a:lnTo>
                  <a:pt x="94892" y="260810"/>
                </a:lnTo>
                <a:close/>
                <a:moveTo>
                  <a:pt x="186515" y="205569"/>
                </a:moveTo>
                <a:cubicBezTo>
                  <a:pt x="187121" y="205957"/>
                  <a:pt x="187715" y="206163"/>
                  <a:pt x="188321" y="206163"/>
                </a:cubicBezTo>
                <a:cubicBezTo>
                  <a:pt x="188926" y="206163"/>
                  <a:pt x="189578" y="205957"/>
                  <a:pt x="190287" y="205569"/>
                </a:cubicBezTo>
                <a:lnTo>
                  <a:pt x="307604" y="141446"/>
                </a:lnTo>
                <a:lnTo>
                  <a:pt x="190321" y="78387"/>
                </a:lnTo>
                <a:cubicBezTo>
                  <a:pt x="189612" y="77987"/>
                  <a:pt x="188961" y="77793"/>
                  <a:pt x="188355" y="77793"/>
                </a:cubicBezTo>
                <a:cubicBezTo>
                  <a:pt x="187761" y="77793"/>
                  <a:pt x="187155" y="77987"/>
                  <a:pt x="186549" y="78387"/>
                </a:cubicBezTo>
                <a:lnTo>
                  <a:pt x="69620" y="141446"/>
                </a:lnTo>
                <a:lnTo>
                  <a:pt x="186549" y="205569"/>
                </a:lnTo>
                <a:close/>
                <a:moveTo>
                  <a:pt x="186355" y="290631"/>
                </a:moveTo>
                <a:cubicBezTo>
                  <a:pt x="186961" y="291031"/>
                  <a:pt x="187589" y="291225"/>
                  <a:pt x="188241" y="291225"/>
                </a:cubicBezTo>
                <a:cubicBezTo>
                  <a:pt x="188892" y="291225"/>
                  <a:pt x="189578" y="291031"/>
                  <a:pt x="190287" y="290631"/>
                </a:cubicBezTo>
                <a:lnTo>
                  <a:pt x="273268" y="244979"/>
                </a:lnTo>
                <a:cubicBezTo>
                  <a:pt x="274080" y="244579"/>
                  <a:pt x="274651" y="244030"/>
                  <a:pt x="274994" y="243322"/>
                </a:cubicBezTo>
                <a:cubicBezTo>
                  <a:pt x="275360" y="242625"/>
                  <a:pt x="275543" y="241767"/>
                  <a:pt x="275543" y="240773"/>
                </a:cubicBezTo>
                <a:lnTo>
                  <a:pt x="275543" y="180068"/>
                </a:lnTo>
                <a:lnTo>
                  <a:pt x="199282" y="221090"/>
                </a:lnTo>
                <a:cubicBezTo>
                  <a:pt x="197556" y="222028"/>
                  <a:pt x="195796" y="222702"/>
                  <a:pt x="194013" y="223091"/>
                </a:cubicBezTo>
                <a:cubicBezTo>
                  <a:pt x="192241" y="223479"/>
                  <a:pt x="190355" y="223685"/>
                  <a:pt x="188355" y="223685"/>
                </a:cubicBezTo>
                <a:cubicBezTo>
                  <a:pt x="186366" y="223685"/>
                  <a:pt x="184526" y="223479"/>
                  <a:pt x="182823" y="223091"/>
                </a:cubicBezTo>
                <a:cubicBezTo>
                  <a:pt x="181120" y="222702"/>
                  <a:pt x="179405" y="222028"/>
                  <a:pt x="177668" y="221090"/>
                </a:cubicBezTo>
                <a:lnTo>
                  <a:pt x="101178" y="179360"/>
                </a:lnTo>
                <a:lnTo>
                  <a:pt x="101178" y="240739"/>
                </a:lnTo>
                <a:cubicBezTo>
                  <a:pt x="101178" y="241653"/>
                  <a:pt x="101361" y="242476"/>
                  <a:pt x="101727" y="243208"/>
                </a:cubicBezTo>
                <a:cubicBezTo>
                  <a:pt x="102058" y="243973"/>
                  <a:pt x="102641" y="244545"/>
                  <a:pt x="103453" y="244933"/>
                </a:cubicBezTo>
                <a:lnTo>
                  <a:pt x="186435" y="290596"/>
                </a:lnTo>
                <a:close/>
                <a:moveTo>
                  <a:pt x="188595" y="206312"/>
                </a:moveTo>
                <a:close/>
                <a:moveTo>
                  <a:pt x="188355" y="234406"/>
                </a:moveTo>
                <a:close/>
                <a:moveTo>
                  <a:pt x="188355" y="234406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621014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950" dirty="0"/>
          </a:p>
        </p:txBody>
      </p:sp>
      <p:sp>
        <p:nvSpPr>
          <p:cNvPr id="23" name="圖示 工廠"/>
          <p:cNvSpPr/>
          <p:nvPr/>
        </p:nvSpPr>
        <p:spPr>
          <a:xfrm>
            <a:off x="708451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1962" y="337905"/>
                </a:moveTo>
                <a:cubicBezTo>
                  <a:pt x="55778" y="337905"/>
                  <a:pt x="50463" y="335665"/>
                  <a:pt x="46006" y="331184"/>
                </a:cubicBezTo>
                <a:cubicBezTo>
                  <a:pt x="41559" y="326704"/>
                  <a:pt x="39319" y="321389"/>
                  <a:pt x="39296" y="315228"/>
                </a:cubicBezTo>
                <a:lnTo>
                  <a:pt x="39296" y="177165"/>
                </a:lnTo>
                <a:cubicBezTo>
                  <a:pt x="39296" y="172547"/>
                  <a:pt x="40554" y="168295"/>
                  <a:pt x="43068" y="164398"/>
                </a:cubicBezTo>
                <a:cubicBezTo>
                  <a:pt x="45583" y="160489"/>
                  <a:pt x="48920" y="157677"/>
                  <a:pt x="53081" y="155939"/>
                </a:cubicBezTo>
                <a:lnTo>
                  <a:pt x="117718" y="128759"/>
                </a:lnTo>
                <a:cubicBezTo>
                  <a:pt x="121535" y="127284"/>
                  <a:pt x="125136" y="127559"/>
                  <a:pt x="128519" y="129582"/>
                </a:cubicBezTo>
                <a:cubicBezTo>
                  <a:pt x="131902" y="131594"/>
                  <a:pt x="133594" y="134703"/>
                  <a:pt x="133594" y="138897"/>
                </a:cubicBezTo>
                <a:lnTo>
                  <a:pt x="133594" y="153116"/>
                </a:lnTo>
                <a:lnTo>
                  <a:pt x="196653" y="127650"/>
                </a:lnTo>
                <a:cubicBezTo>
                  <a:pt x="200471" y="126187"/>
                  <a:pt x="204014" y="126576"/>
                  <a:pt x="207260" y="128839"/>
                </a:cubicBezTo>
                <a:cubicBezTo>
                  <a:pt x="210529" y="131091"/>
                  <a:pt x="212175" y="134200"/>
                  <a:pt x="212175" y="138189"/>
                </a:cubicBezTo>
                <a:lnTo>
                  <a:pt x="212175" y="165026"/>
                </a:lnTo>
                <a:lnTo>
                  <a:pt x="337905" y="165026"/>
                </a:lnTo>
                <a:lnTo>
                  <a:pt x="337905" y="315228"/>
                </a:lnTo>
                <a:cubicBezTo>
                  <a:pt x="337905" y="321412"/>
                  <a:pt x="335665" y="326727"/>
                  <a:pt x="331184" y="331184"/>
                </a:cubicBezTo>
                <a:cubicBezTo>
                  <a:pt x="326704" y="335631"/>
                  <a:pt x="321389" y="337871"/>
                  <a:pt x="315228" y="337905"/>
                </a:cubicBezTo>
                <a:lnTo>
                  <a:pt x="61962" y="337905"/>
                </a:lnTo>
                <a:close/>
                <a:moveTo>
                  <a:pt x="61962" y="320063"/>
                </a:moveTo>
                <a:lnTo>
                  <a:pt x="315228" y="320063"/>
                </a:lnTo>
                <a:cubicBezTo>
                  <a:pt x="316645" y="320063"/>
                  <a:pt x="317800" y="319606"/>
                  <a:pt x="318691" y="318691"/>
                </a:cubicBezTo>
                <a:cubicBezTo>
                  <a:pt x="319571" y="317765"/>
                  <a:pt x="320040" y="316622"/>
                  <a:pt x="320063" y="315228"/>
                </a:cubicBezTo>
                <a:lnTo>
                  <a:pt x="320063" y="182903"/>
                </a:lnTo>
                <a:lnTo>
                  <a:pt x="194333" y="182903"/>
                </a:lnTo>
                <a:lnTo>
                  <a:pt x="194333" y="147733"/>
                </a:lnTo>
                <a:lnTo>
                  <a:pt x="115752" y="179165"/>
                </a:lnTo>
                <a:lnTo>
                  <a:pt x="115752" y="148281"/>
                </a:lnTo>
                <a:lnTo>
                  <a:pt x="59996" y="172993"/>
                </a:lnTo>
                <a:cubicBezTo>
                  <a:pt x="59082" y="173393"/>
                  <a:pt x="58373" y="173965"/>
                  <a:pt x="57870" y="174730"/>
                </a:cubicBezTo>
                <a:cubicBezTo>
                  <a:pt x="57379" y="175485"/>
                  <a:pt x="57127" y="176365"/>
                  <a:pt x="57127" y="177359"/>
                </a:cubicBezTo>
                <a:lnTo>
                  <a:pt x="57127" y="315194"/>
                </a:lnTo>
                <a:cubicBezTo>
                  <a:pt x="57127" y="316600"/>
                  <a:pt x="57584" y="317754"/>
                  <a:pt x="58499" y="318646"/>
                </a:cubicBezTo>
                <a:cubicBezTo>
                  <a:pt x="59425" y="319537"/>
                  <a:pt x="60568" y="319994"/>
                  <a:pt x="61962" y="320017"/>
                </a:cubicBezTo>
                <a:close/>
                <a:moveTo>
                  <a:pt x="177554" y="279281"/>
                </a:moveTo>
                <a:lnTo>
                  <a:pt x="199636" y="279281"/>
                </a:lnTo>
                <a:lnTo>
                  <a:pt x="199636" y="223685"/>
                </a:lnTo>
                <a:lnTo>
                  <a:pt x="177554" y="223685"/>
                </a:lnTo>
                <a:lnTo>
                  <a:pt x="177554" y="279281"/>
                </a:lnTo>
                <a:close/>
                <a:moveTo>
                  <a:pt x="114689" y="279281"/>
                </a:moveTo>
                <a:lnTo>
                  <a:pt x="136771" y="279281"/>
                </a:lnTo>
                <a:lnTo>
                  <a:pt x="136771" y="223685"/>
                </a:lnTo>
                <a:lnTo>
                  <a:pt x="114689" y="223685"/>
                </a:lnTo>
                <a:lnTo>
                  <a:pt x="114689" y="279281"/>
                </a:lnTo>
                <a:close/>
                <a:moveTo>
                  <a:pt x="240419" y="279281"/>
                </a:moveTo>
                <a:lnTo>
                  <a:pt x="262501" y="279281"/>
                </a:lnTo>
                <a:lnTo>
                  <a:pt x="262501" y="223685"/>
                </a:lnTo>
                <a:lnTo>
                  <a:pt x="240419" y="223685"/>
                </a:lnTo>
                <a:lnTo>
                  <a:pt x="240419" y="279281"/>
                </a:lnTo>
                <a:close/>
                <a:moveTo>
                  <a:pt x="337905" y="165026"/>
                </a:moveTo>
                <a:lnTo>
                  <a:pt x="279864" y="165026"/>
                </a:lnTo>
                <a:lnTo>
                  <a:pt x="294563" y="53435"/>
                </a:lnTo>
                <a:cubicBezTo>
                  <a:pt x="294985" y="51161"/>
                  <a:pt x="296071" y="49229"/>
                  <a:pt x="297820" y="47663"/>
                </a:cubicBezTo>
                <a:cubicBezTo>
                  <a:pt x="299580" y="46086"/>
                  <a:pt x="301581" y="45297"/>
                  <a:pt x="303832" y="45297"/>
                </a:cubicBezTo>
                <a:lnTo>
                  <a:pt x="315422" y="45297"/>
                </a:lnTo>
                <a:cubicBezTo>
                  <a:pt x="317571" y="45297"/>
                  <a:pt x="319423" y="46040"/>
                  <a:pt x="320966" y="47503"/>
                </a:cubicBezTo>
                <a:cubicBezTo>
                  <a:pt x="322509" y="48966"/>
                  <a:pt x="323503" y="50795"/>
                  <a:pt x="323949" y="52967"/>
                </a:cubicBezTo>
                <a:lnTo>
                  <a:pt x="337905" y="165026"/>
                </a:lnTo>
                <a:close/>
                <a:moveTo>
                  <a:pt x="61962" y="320063"/>
                </a:moveTo>
                <a:lnTo>
                  <a:pt x="57127" y="320063"/>
                </a:lnTo>
                <a:lnTo>
                  <a:pt x="320063" y="320063"/>
                </a:lnTo>
                <a:lnTo>
                  <a:pt x="61962" y="32006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6903549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950" dirty="0"/>
          </a:p>
        </p:txBody>
      </p:sp>
      <p:sp>
        <p:nvSpPr>
          <p:cNvPr id="25" name="圖示 機台"/>
          <p:cNvSpPr/>
          <p:nvPr/>
        </p:nvSpPr>
        <p:spPr>
          <a:xfrm>
            <a:off x="777791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5062" y="317937"/>
                </a:moveTo>
                <a:cubicBezTo>
                  <a:pt x="81027" y="317937"/>
                  <a:pt x="77621" y="316554"/>
                  <a:pt x="74844" y="313776"/>
                </a:cubicBezTo>
                <a:cubicBezTo>
                  <a:pt x="72078" y="310999"/>
                  <a:pt x="70683" y="307593"/>
                  <a:pt x="70683" y="303558"/>
                </a:cubicBezTo>
                <a:cubicBezTo>
                  <a:pt x="70683" y="299523"/>
                  <a:pt x="72078" y="296117"/>
                  <a:pt x="74844" y="293340"/>
                </a:cubicBezTo>
                <a:cubicBezTo>
                  <a:pt x="77621" y="290562"/>
                  <a:pt x="81027" y="289179"/>
                  <a:pt x="85062" y="289179"/>
                </a:cubicBezTo>
                <a:lnTo>
                  <a:pt x="119684" y="289179"/>
                </a:lnTo>
                <a:lnTo>
                  <a:pt x="78147" y="148910"/>
                </a:lnTo>
                <a:cubicBezTo>
                  <a:pt x="70260" y="145298"/>
                  <a:pt x="64099" y="140372"/>
                  <a:pt x="59642" y="134142"/>
                </a:cubicBezTo>
                <a:cubicBezTo>
                  <a:pt x="55195" y="127902"/>
                  <a:pt x="52967" y="119798"/>
                  <a:pt x="52967" y="109819"/>
                </a:cubicBezTo>
                <a:cubicBezTo>
                  <a:pt x="52967" y="98321"/>
                  <a:pt x="57104" y="88434"/>
                  <a:pt x="65380" y="80159"/>
                </a:cubicBezTo>
                <a:cubicBezTo>
                  <a:pt x="73655" y="71872"/>
                  <a:pt x="83542" y="67734"/>
                  <a:pt x="95040" y="67734"/>
                </a:cubicBezTo>
                <a:cubicBezTo>
                  <a:pt x="105865" y="67734"/>
                  <a:pt x="114872" y="70786"/>
                  <a:pt x="122072" y="76890"/>
                </a:cubicBezTo>
                <a:cubicBezTo>
                  <a:pt x="129285" y="82993"/>
                  <a:pt x="134028" y="90994"/>
                  <a:pt x="136337" y="100904"/>
                </a:cubicBezTo>
                <a:lnTo>
                  <a:pt x="195350" y="100904"/>
                </a:lnTo>
                <a:lnTo>
                  <a:pt x="195350" y="75747"/>
                </a:lnTo>
                <a:cubicBezTo>
                  <a:pt x="195350" y="73312"/>
                  <a:pt x="196253" y="71220"/>
                  <a:pt x="198059" y="69460"/>
                </a:cubicBezTo>
                <a:cubicBezTo>
                  <a:pt x="199876" y="67711"/>
                  <a:pt x="201945" y="66831"/>
                  <a:pt x="204277" y="66831"/>
                </a:cubicBezTo>
                <a:cubicBezTo>
                  <a:pt x="206757" y="66831"/>
                  <a:pt x="208780" y="67791"/>
                  <a:pt x="210323" y="69700"/>
                </a:cubicBezTo>
                <a:cubicBezTo>
                  <a:pt x="211889" y="71609"/>
                  <a:pt x="212575" y="73815"/>
                  <a:pt x="212369" y="76307"/>
                </a:cubicBezTo>
                <a:lnTo>
                  <a:pt x="212369" y="78421"/>
                </a:lnTo>
                <a:lnTo>
                  <a:pt x="242145" y="50292"/>
                </a:lnTo>
                <a:cubicBezTo>
                  <a:pt x="244133" y="48303"/>
                  <a:pt x="246625" y="47034"/>
                  <a:pt x="249608" y="46486"/>
                </a:cubicBezTo>
                <a:cubicBezTo>
                  <a:pt x="252569" y="45926"/>
                  <a:pt x="255609" y="46394"/>
                  <a:pt x="258729" y="47857"/>
                </a:cubicBezTo>
                <a:lnTo>
                  <a:pt x="319594" y="76970"/>
                </a:lnTo>
                <a:cubicBezTo>
                  <a:pt x="321560" y="77964"/>
                  <a:pt x="323000" y="79450"/>
                  <a:pt x="323915" y="81404"/>
                </a:cubicBezTo>
                <a:cubicBezTo>
                  <a:pt x="324829" y="83370"/>
                  <a:pt x="324738" y="85462"/>
                  <a:pt x="323640" y="87657"/>
                </a:cubicBezTo>
                <a:cubicBezTo>
                  <a:pt x="322532" y="89783"/>
                  <a:pt x="320966" y="91051"/>
                  <a:pt x="318920" y="91474"/>
                </a:cubicBezTo>
                <a:cubicBezTo>
                  <a:pt x="316874" y="91886"/>
                  <a:pt x="314885" y="91543"/>
                  <a:pt x="312953" y="90446"/>
                </a:cubicBezTo>
                <a:lnTo>
                  <a:pt x="251574" y="60979"/>
                </a:lnTo>
                <a:lnTo>
                  <a:pt x="213227" y="98812"/>
                </a:lnTo>
                <a:lnTo>
                  <a:pt x="213227" y="119718"/>
                </a:lnTo>
                <a:lnTo>
                  <a:pt x="251540" y="158340"/>
                </a:lnTo>
                <a:lnTo>
                  <a:pt x="312908" y="128633"/>
                </a:lnTo>
                <a:cubicBezTo>
                  <a:pt x="315137" y="127536"/>
                  <a:pt x="317171" y="127239"/>
                  <a:pt x="319000" y="127730"/>
                </a:cubicBezTo>
                <a:cubicBezTo>
                  <a:pt x="320863" y="128233"/>
                  <a:pt x="322395" y="129536"/>
                  <a:pt x="323595" y="131662"/>
                </a:cubicBezTo>
                <a:cubicBezTo>
                  <a:pt x="324623" y="133891"/>
                  <a:pt x="324681" y="136051"/>
                  <a:pt x="323789" y="138143"/>
                </a:cubicBezTo>
                <a:cubicBezTo>
                  <a:pt x="322932" y="140269"/>
                  <a:pt x="321434" y="141881"/>
                  <a:pt x="319320" y="142978"/>
                </a:cubicBezTo>
                <a:lnTo>
                  <a:pt x="259792" y="170798"/>
                </a:lnTo>
                <a:cubicBezTo>
                  <a:pt x="256512" y="172422"/>
                  <a:pt x="253357" y="173142"/>
                  <a:pt x="250317" y="172959"/>
                </a:cubicBezTo>
                <a:cubicBezTo>
                  <a:pt x="247254" y="172776"/>
                  <a:pt x="244522" y="171530"/>
                  <a:pt x="242110" y="169221"/>
                </a:cubicBezTo>
                <a:lnTo>
                  <a:pt x="212324" y="141412"/>
                </a:lnTo>
                <a:lnTo>
                  <a:pt x="212324" y="143527"/>
                </a:lnTo>
                <a:cubicBezTo>
                  <a:pt x="212541" y="146693"/>
                  <a:pt x="211855" y="149070"/>
                  <a:pt x="210289" y="150636"/>
                </a:cubicBezTo>
                <a:cubicBezTo>
                  <a:pt x="208712" y="152213"/>
                  <a:pt x="206700" y="153002"/>
                  <a:pt x="204231" y="153002"/>
                </a:cubicBezTo>
                <a:cubicBezTo>
                  <a:pt x="201900" y="153002"/>
                  <a:pt x="199831" y="152099"/>
                  <a:pt x="198025" y="150282"/>
                </a:cubicBezTo>
                <a:cubicBezTo>
                  <a:pt x="196219" y="148476"/>
                  <a:pt x="195316" y="146407"/>
                  <a:pt x="195316" y="144075"/>
                </a:cubicBezTo>
                <a:lnTo>
                  <a:pt x="195316" y="118701"/>
                </a:lnTo>
                <a:lnTo>
                  <a:pt x="135708" y="118701"/>
                </a:lnTo>
                <a:cubicBezTo>
                  <a:pt x="135503" y="122232"/>
                  <a:pt x="134428" y="125844"/>
                  <a:pt x="132485" y="129536"/>
                </a:cubicBezTo>
                <a:cubicBezTo>
                  <a:pt x="130519" y="133205"/>
                  <a:pt x="128325" y="136143"/>
                  <a:pt x="125890" y="138337"/>
                </a:cubicBezTo>
                <a:lnTo>
                  <a:pt x="204746" y="289179"/>
                </a:lnTo>
                <a:lnTo>
                  <a:pt x="252752" y="289179"/>
                </a:lnTo>
                <a:cubicBezTo>
                  <a:pt x="256786" y="289179"/>
                  <a:pt x="260193" y="290562"/>
                  <a:pt x="262970" y="293340"/>
                </a:cubicBezTo>
                <a:cubicBezTo>
                  <a:pt x="265748" y="296117"/>
                  <a:pt x="267142" y="299523"/>
                  <a:pt x="267142" y="303558"/>
                </a:cubicBezTo>
                <a:cubicBezTo>
                  <a:pt x="267142" y="307593"/>
                  <a:pt x="265748" y="310999"/>
                  <a:pt x="262970" y="313776"/>
                </a:cubicBezTo>
                <a:cubicBezTo>
                  <a:pt x="260193" y="316554"/>
                  <a:pt x="256786" y="317937"/>
                  <a:pt x="252752" y="317937"/>
                </a:cubicBezTo>
                <a:lnTo>
                  <a:pt x="85062" y="317937"/>
                </a:lnTo>
                <a:close/>
                <a:moveTo>
                  <a:pt x="112288" y="127022"/>
                </a:moveTo>
                <a:cubicBezTo>
                  <a:pt x="116986" y="122335"/>
                  <a:pt x="119329" y="116586"/>
                  <a:pt x="119329" y="109774"/>
                </a:cubicBezTo>
                <a:cubicBezTo>
                  <a:pt x="119329" y="102893"/>
                  <a:pt x="116986" y="97132"/>
                  <a:pt x="112288" y="92492"/>
                </a:cubicBezTo>
                <a:cubicBezTo>
                  <a:pt x="107602" y="87851"/>
                  <a:pt x="101841" y="85531"/>
                  <a:pt x="95006" y="85531"/>
                </a:cubicBezTo>
                <a:cubicBezTo>
                  <a:pt x="88171" y="85531"/>
                  <a:pt x="82422" y="87851"/>
                  <a:pt x="77758" y="92492"/>
                </a:cubicBezTo>
                <a:cubicBezTo>
                  <a:pt x="73118" y="97132"/>
                  <a:pt x="70797" y="102893"/>
                  <a:pt x="70797" y="109774"/>
                </a:cubicBezTo>
                <a:cubicBezTo>
                  <a:pt x="70797" y="116563"/>
                  <a:pt x="73118" y="122312"/>
                  <a:pt x="77758" y="127022"/>
                </a:cubicBezTo>
                <a:cubicBezTo>
                  <a:pt x="82387" y="131719"/>
                  <a:pt x="88137" y="134062"/>
                  <a:pt x="95006" y="134062"/>
                </a:cubicBezTo>
                <a:cubicBezTo>
                  <a:pt x="101841" y="134062"/>
                  <a:pt x="107602" y="131719"/>
                  <a:pt x="112288" y="127022"/>
                </a:cubicBezTo>
                <a:close/>
                <a:moveTo>
                  <a:pt x="139400" y="289179"/>
                </a:moveTo>
                <a:lnTo>
                  <a:pt x="184789" y="289179"/>
                </a:lnTo>
                <a:lnTo>
                  <a:pt x="110528" y="146635"/>
                </a:lnTo>
                <a:cubicBezTo>
                  <a:pt x="109237" y="147447"/>
                  <a:pt x="107225" y="148213"/>
                  <a:pt x="104470" y="148956"/>
                </a:cubicBezTo>
                <a:cubicBezTo>
                  <a:pt x="101727" y="149687"/>
                  <a:pt x="99384" y="150076"/>
                  <a:pt x="97441" y="150133"/>
                </a:cubicBezTo>
                <a:lnTo>
                  <a:pt x="139400" y="289179"/>
                </a:lnTo>
                <a:close/>
                <a:moveTo>
                  <a:pt x="184789" y="28917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75969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950" dirty="0"/>
          </a:p>
        </p:txBody>
      </p:sp>
      <p:sp>
        <p:nvSpPr>
          <p:cNvPr id="27" name="圖示 產線"/>
          <p:cNvSpPr/>
          <p:nvPr/>
        </p:nvSpPr>
        <p:spPr>
          <a:xfrm>
            <a:off x="847131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8821" y="314325"/>
                </a:moveTo>
                <a:cubicBezTo>
                  <a:pt x="67951" y="314325"/>
                  <a:pt x="58670" y="310530"/>
                  <a:pt x="51001" y="302929"/>
                </a:cubicBezTo>
                <a:cubicBezTo>
                  <a:pt x="43354" y="295340"/>
                  <a:pt x="39525" y="286036"/>
                  <a:pt x="39525" y="275040"/>
                </a:cubicBezTo>
                <a:cubicBezTo>
                  <a:pt x="39525" y="264056"/>
                  <a:pt x="43354" y="254763"/>
                  <a:pt x="51001" y="247139"/>
                </a:cubicBezTo>
                <a:cubicBezTo>
                  <a:pt x="58670" y="239539"/>
                  <a:pt x="67951" y="235744"/>
                  <a:pt x="78821" y="235744"/>
                </a:cubicBezTo>
                <a:lnTo>
                  <a:pt x="298849" y="235744"/>
                </a:lnTo>
                <a:cubicBezTo>
                  <a:pt x="309822" y="235744"/>
                  <a:pt x="319114" y="239539"/>
                  <a:pt x="326738" y="247139"/>
                </a:cubicBezTo>
                <a:cubicBezTo>
                  <a:pt x="334339" y="254729"/>
                  <a:pt x="338134" y="264033"/>
                  <a:pt x="338134" y="275040"/>
                </a:cubicBezTo>
                <a:cubicBezTo>
                  <a:pt x="338134" y="286013"/>
                  <a:pt x="334339" y="295305"/>
                  <a:pt x="326738" y="302929"/>
                </a:cubicBezTo>
                <a:cubicBezTo>
                  <a:pt x="319114" y="310530"/>
                  <a:pt x="309822" y="314325"/>
                  <a:pt x="298849" y="314325"/>
                </a:cubicBezTo>
                <a:lnTo>
                  <a:pt x="78821" y="314325"/>
                </a:lnTo>
                <a:close/>
                <a:moveTo>
                  <a:pt x="78821" y="296483"/>
                </a:moveTo>
                <a:lnTo>
                  <a:pt x="298849" y="296483"/>
                </a:lnTo>
                <a:cubicBezTo>
                  <a:pt x="304918" y="296483"/>
                  <a:pt x="310016" y="294403"/>
                  <a:pt x="314131" y="290242"/>
                </a:cubicBezTo>
                <a:cubicBezTo>
                  <a:pt x="318245" y="286070"/>
                  <a:pt x="320303" y="281007"/>
                  <a:pt x="320303" y="275040"/>
                </a:cubicBezTo>
                <a:cubicBezTo>
                  <a:pt x="320303" y="269085"/>
                  <a:pt x="318245" y="264022"/>
                  <a:pt x="314131" y="259827"/>
                </a:cubicBezTo>
                <a:cubicBezTo>
                  <a:pt x="310016" y="255643"/>
                  <a:pt x="304918" y="253540"/>
                  <a:pt x="298849" y="253540"/>
                </a:cubicBezTo>
                <a:lnTo>
                  <a:pt x="78821" y="253540"/>
                </a:lnTo>
                <a:cubicBezTo>
                  <a:pt x="72741" y="253540"/>
                  <a:pt x="67643" y="255621"/>
                  <a:pt x="63528" y="259792"/>
                </a:cubicBezTo>
                <a:cubicBezTo>
                  <a:pt x="59425" y="263953"/>
                  <a:pt x="57367" y="269028"/>
                  <a:pt x="57367" y="274994"/>
                </a:cubicBezTo>
                <a:cubicBezTo>
                  <a:pt x="57367" y="280938"/>
                  <a:pt x="59425" y="286013"/>
                  <a:pt x="63528" y="290196"/>
                </a:cubicBezTo>
                <a:cubicBezTo>
                  <a:pt x="67643" y="294391"/>
                  <a:pt x="72741" y="296483"/>
                  <a:pt x="78821" y="296483"/>
                </a:cubicBezTo>
                <a:close/>
                <a:moveTo>
                  <a:pt x="168364" y="204311"/>
                </a:moveTo>
                <a:cubicBezTo>
                  <a:pt x="165266" y="204311"/>
                  <a:pt x="162615" y="203225"/>
                  <a:pt x="160386" y="201054"/>
                </a:cubicBezTo>
                <a:cubicBezTo>
                  <a:pt x="158157" y="198871"/>
                  <a:pt x="157060" y="196207"/>
                  <a:pt x="157082" y="193030"/>
                </a:cubicBezTo>
                <a:lnTo>
                  <a:pt x="157082" y="74146"/>
                </a:lnTo>
                <a:cubicBezTo>
                  <a:pt x="157082" y="70946"/>
                  <a:pt x="158180" y="68271"/>
                  <a:pt x="160386" y="66123"/>
                </a:cubicBezTo>
                <a:cubicBezTo>
                  <a:pt x="162580" y="63951"/>
                  <a:pt x="165244" y="62865"/>
                  <a:pt x="168364" y="62865"/>
                </a:cubicBezTo>
                <a:lnTo>
                  <a:pt x="287259" y="62865"/>
                </a:lnTo>
                <a:cubicBezTo>
                  <a:pt x="290448" y="62865"/>
                  <a:pt x="293122" y="63951"/>
                  <a:pt x="295271" y="66123"/>
                </a:cubicBezTo>
                <a:cubicBezTo>
                  <a:pt x="297443" y="68306"/>
                  <a:pt x="298529" y="70969"/>
                  <a:pt x="298529" y="74146"/>
                </a:cubicBezTo>
                <a:lnTo>
                  <a:pt x="298529" y="193030"/>
                </a:lnTo>
                <a:cubicBezTo>
                  <a:pt x="298529" y="196230"/>
                  <a:pt x="297443" y="198905"/>
                  <a:pt x="295271" y="201054"/>
                </a:cubicBezTo>
                <a:cubicBezTo>
                  <a:pt x="293099" y="203225"/>
                  <a:pt x="290425" y="204311"/>
                  <a:pt x="287259" y="204311"/>
                </a:cubicBezTo>
                <a:lnTo>
                  <a:pt x="168364" y="204311"/>
                </a:lnTo>
                <a:close/>
                <a:moveTo>
                  <a:pt x="174925" y="186469"/>
                </a:moveTo>
                <a:lnTo>
                  <a:pt x="280698" y="186469"/>
                </a:lnTo>
                <a:lnTo>
                  <a:pt x="280698" y="80707"/>
                </a:lnTo>
                <a:lnTo>
                  <a:pt x="174925" y="80707"/>
                </a:lnTo>
                <a:lnTo>
                  <a:pt x="174925" y="186469"/>
                </a:lnTo>
                <a:close/>
                <a:moveTo>
                  <a:pt x="47972" y="174102"/>
                </a:moveTo>
                <a:cubicBezTo>
                  <a:pt x="45457" y="174102"/>
                  <a:pt x="43354" y="173222"/>
                  <a:pt x="41651" y="171461"/>
                </a:cubicBezTo>
                <a:cubicBezTo>
                  <a:pt x="39914" y="169713"/>
                  <a:pt x="39056" y="167552"/>
                  <a:pt x="39056" y="164981"/>
                </a:cubicBezTo>
                <a:cubicBezTo>
                  <a:pt x="39056" y="162409"/>
                  <a:pt x="39879" y="160294"/>
                  <a:pt x="41525" y="158614"/>
                </a:cubicBezTo>
                <a:cubicBezTo>
                  <a:pt x="43183" y="156945"/>
                  <a:pt x="45331" y="156100"/>
                  <a:pt x="47972" y="156100"/>
                </a:cubicBezTo>
                <a:lnTo>
                  <a:pt x="122267" y="156100"/>
                </a:lnTo>
                <a:cubicBezTo>
                  <a:pt x="124758" y="156100"/>
                  <a:pt x="126896" y="156945"/>
                  <a:pt x="128679" y="158614"/>
                </a:cubicBezTo>
                <a:cubicBezTo>
                  <a:pt x="130462" y="160294"/>
                  <a:pt x="131354" y="162432"/>
                  <a:pt x="131354" y="165015"/>
                </a:cubicBezTo>
                <a:cubicBezTo>
                  <a:pt x="131354" y="167610"/>
                  <a:pt x="130462" y="169770"/>
                  <a:pt x="128679" y="171507"/>
                </a:cubicBezTo>
                <a:cubicBezTo>
                  <a:pt x="126896" y="173233"/>
                  <a:pt x="124758" y="174102"/>
                  <a:pt x="122267" y="174102"/>
                </a:cubicBezTo>
                <a:lnTo>
                  <a:pt x="47972" y="174102"/>
                </a:lnTo>
                <a:close/>
                <a:moveTo>
                  <a:pt x="205054" y="126793"/>
                </a:moveTo>
                <a:lnTo>
                  <a:pt x="250557" y="126793"/>
                </a:lnTo>
                <a:cubicBezTo>
                  <a:pt x="253197" y="126793"/>
                  <a:pt x="255380" y="125924"/>
                  <a:pt x="257084" y="124198"/>
                </a:cubicBezTo>
                <a:cubicBezTo>
                  <a:pt x="258787" y="122472"/>
                  <a:pt x="259632" y="120335"/>
                  <a:pt x="259632" y="117798"/>
                </a:cubicBezTo>
                <a:cubicBezTo>
                  <a:pt x="259632" y="115249"/>
                  <a:pt x="258787" y="113146"/>
                  <a:pt x="257084" y="111465"/>
                </a:cubicBezTo>
                <a:cubicBezTo>
                  <a:pt x="255380" y="109797"/>
                  <a:pt x="253197" y="108951"/>
                  <a:pt x="250557" y="108951"/>
                </a:cubicBezTo>
                <a:lnTo>
                  <a:pt x="205054" y="108951"/>
                </a:lnTo>
                <a:cubicBezTo>
                  <a:pt x="202460" y="108951"/>
                  <a:pt x="200334" y="109774"/>
                  <a:pt x="198653" y="111431"/>
                </a:cubicBezTo>
                <a:cubicBezTo>
                  <a:pt x="196973" y="113077"/>
                  <a:pt x="196139" y="115214"/>
                  <a:pt x="196139" y="117832"/>
                </a:cubicBezTo>
                <a:cubicBezTo>
                  <a:pt x="196139" y="120449"/>
                  <a:pt x="196985" y="122598"/>
                  <a:pt x="198688" y="124278"/>
                </a:cubicBezTo>
                <a:cubicBezTo>
                  <a:pt x="200391" y="125947"/>
                  <a:pt x="202517" y="126793"/>
                  <a:pt x="205054" y="126793"/>
                </a:cubicBezTo>
                <a:close/>
                <a:moveTo>
                  <a:pt x="80033" y="126793"/>
                </a:moveTo>
                <a:cubicBezTo>
                  <a:pt x="77393" y="126793"/>
                  <a:pt x="75221" y="125924"/>
                  <a:pt x="73518" y="124198"/>
                </a:cubicBezTo>
                <a:cubicBezTo>
                  <a:pt x="71815" y="122472"/>
                  <a:pt x="70957" y="120335"/>
                  <a:pt x="70957" y="117798"/>
                </a:cubicBezTo>
                <a:cubicBezTo>
                  <a:pt x="70957" y="115249"/>
                  <a:pt x="71815" y="113146"/>
                  <a:pt x="73518" y="111465"/>
                </a:cubicBezTo>
                <a:cubicBezTo>
                  <a:pt x="75221" y="109797"/>
                  <a:pt x="77335" y="108951"/>
                  <a:pt x="79873" y="108951"/>
                </a:cubicBezTo>
                <a:lnTo>
                  <a:pt x="124633" y="108951"/>
                </a:lnTo>
                <a:cubicBezTo>
                  <a:pt x="127227" y="108951"/>
                  <a:pt x="129353" y="109774"/>
                  <a:pt x="131034" y="111431"/>
                </a:cubicBezTo>
                <a:cubicBezTo>
                  <a:pt x="132714" y="113077"/>
                  <a:pt x="133548" y="115214"/>
                  <a:pt x="133548" y="117832"/>
                </a:cubicBezTo>
                <a:cubicBezTo>
                  <a:pt x="133548" y="120449"/>
                  <a:pt x="132714" y="122598"/>
                  <a:pt x="131034" y="124278"/>
                </a:cubicBezTo>
                <a:cubicBezTo>
                  <a:pt x="129353" y="125947"/>
                  <a:pt x="127227" y="126793"/>
                  <a:pt x="124633" y="126793"/>
                </a:cubicBezTo>
                <a:lnTo>
                  <a:pt x="80033" y="126793"/>
                </a:lnTo>
                <a:close/>
                <a:moveTo>
                  <a:pt x="174925" y="186469"/>
                </a:moveTo>
                <a:lnTo>
                  <a:pt x="174925" y="80707"/>
                </a:lnTo>
                <a:lnTo>
                  <a:pt x="174925" y="18646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82903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950" dirty="0"/>
          </a:p>
        </p:txBody>
      </p:sp>
      <p:sp>
        <p:nvSpPr>
          <p:cNvPr id="29" name="圖示 晶圓"/>
          <p:cNvSpPr/>
          <p:nvPr/>
        </p:nvSpPr>
        <p:spPr>
          <a:xfrm>
            <a:off x="916471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839" y="334762"/>
                </a:moveTo>
                <a:cubicBezTo>
                  <a:pt x="60659" y="307021"/>
                  <a:pt x="20094" y="233321"/>
                  <a:pt x="34210" y="159197"/>
                </a:cubicBezTo>
                <a:cubicBezTo>
                  <a:pt x="48326" y="85062"/>
                  <a:pt x="113134" y="31433"/>
                  <a:pt x="188595" y="31433"/>
                </a:cubicBezTo>
                <a:cubicBezTo>
                  <a:pt x="264056" y="31433"/>
                  <a:pt x="328864" y="85062"/>
                  <a:pt x="342980" y="159197"/>
                </a:cubicBezTo>
                <a:cubicBezTo>
                  <a:pt x="357096" y="233321"/>
                  <a:pt x="316531" y="307021"/>
                  <a:pt x="246351" y="334762"/>
                </a:cubicBezTo>
                <a:close/>
                <a:moveTo>
                  <a:pt x="243288" y="319046"/>
                </a:moveTo>
                <a:cubicBezTo>
                  <a:pt x="305410" y="292997"/>
                  <a:pt x="340545" y="226748"/>
                  <a:pt x="327264" y="160706"/>
                </a:cubicBezTo>
                <a:cubicBezTo>
                  <a:pt x="313982" y="94663"/>
                  <a:pt x="255963" y="47149"/>
                  <a:pt x="188595" y="47149"/>
                </a:cubicBezTo>
                <a:cubicBezTo>
                  <a:pt x="121227" y="47149"/>
                  <a:pt x="63208" y="94663"/>
                  <a:pt x="49926" y="160706"/>
                </a:cubicBezTo>
                <a:cubicBezTo>
                  <a:pt x="36645" y="226748"/>
                  <a:pt x="71780" y="292997"/>
                  <a:pt x="133902" y="319046"/>
                </a:cubicBezTo>
                <a:close/>
                <a:moveTo>
                  <a:pt x="129662" y="121798"/>
                </a:moveTo>
                <a:lnTo>
                  <a:pt x="168947" y="121798"/>
                </a:lnTo>
                <a:cubicBezTo>
                  <a:pt x="173290" y="121798"/>
                  <a:pt x="176811" y="125319"/>
                  <a:pt x="176811" y="129662"/>
                </a:cubicBezTo>
                <a:lnTo>
                  <a:pt x="176811" y="168947"/>
                </a:lnTo>
                <a:cubicBezTo>
                  <a:pt x="176811" y="173290"/>
                  <a:pt x="173290" y="176811"/>
                  <a:pt x="168947" y="176811"/>
                </a:cubicBezTo>
                <a:lnTo>
                  <a:pt x="129662" y="176811"/>
                </a:lnTo>
                <a:cubicBezTo>
                  <a:pt x="125319" y="176811"/>
                  <a:pt x="121798" y="173290"/>
                  <a:pt x="121798" y="168947"/>
                </a:cubicBezTo>
                <a:lnTo>
                  <a:pt x="121798" y="129662"/>
                </a:lnTo>
                <a:cubicBezTo>
                  <a:pt x="121798" y="125319"/>
                  <a:pt x="125319" y="121798"/>
                  <a:pt x="129662" y="121798"/>
                </a:cubicBezTo>
                <a:close/>
                <a:moveTo>
                  <a:pt x="208243" y="121798"/>
                </a:moveTo>
                <a:lnTo>
                  <a:pt x="247528" y="121798"/>
                </a:lnTo>
                <a:cubicBezTo>
                  <a:pt x="251871" y="121798"/>
                  <a:pt x="255392" y="125319"/>
                  <a:pt x="255392" y="129662"/>
                </a:cubicBezTo>
                <a:lnTo>
                  <a:pt x="255392" y="168947"/>
                </a:lnTo>
                <a:cubicBezTo>
                  <a:pt x="255392" y="173290"/>
                  <a:pt x="251871" y="176811"/>
                  <a:pt x="247528" y="176811"/>
                </a:cubicBezTo>
                <a:lnTo>
                  <a:pt x="208243" y="176811"/>
                </a:lnTo>
                <a:cubicBezTo>
                  <a:pt x="203900" y="176811"/>
                  <a:pt x="200379" y="173290"/>
                  <a:pt x="200379" y="168947"/>
                </a:cubicBezTo>
                <a:lnTo>
                  <a:pt x="200379" y="129662"/>
                </a:lnTo>
                <a:cubicBezTo>
                  <a:pt x="200379" y="125319"/>
                  <a:pt x="203900" y="121798"/>
                  <a:pt x="208243" y="121798"/>
                </a:cubicBezTo>
                <a:close/>
                <a:moveTo>
                  <a:pt x="129662" y="200379"/>
                </a:moveTo>
                <a:lnTo>
                  <a:pt x="168947" y="200379"/>
                </a:lnTo>
                <a:cubicBezTo>
                  <a:pt x="173290" y="200379"/>
                  <a:pt x="176811" y="203900"/>
                  <a:pt x="176811" y="208243"/>
                </a:cubicBezTo>
                <a:lnTo>
                  <a:pt x="176811" y="247528"/>
                </a:lnTo>
                <a:cubicBezTo>
                  <a:pt x="176811" y="251871"/>
                  <a:pt x="173290" y="255392"/>
                  <a:pt x="168947" y="255392"/>
                </a:cubicBezTo>
                <a:lnTo>
                  <a:pt x="129662" y="255392"/>
                </a:lnTo>
                <a:cubicBezTo>
                  <a:pt x="125319" y="255392"/>
                  <a:pt x="121798" y="251871"/>
                  <a:pt x="121798" y="247528"/>
                </a:cubicBezTo>
                <a:lnTo>
                  <a:pt x="121798" y="208243"/>
                </a:lnTo>
                <a:cubicBezTo>
                  <a:pt x="121798" y="203900"/>
                  <a:pt x="125319" y="200379"/>
                  <a:pt x="129662" y="200379"/>
                </a:cubicBezTo>
                <a:close/>
                <a:moveTo>
                  <a:pt x="208243" y="200379"/>
                </a:moveTo>
                <a:lnTo>
                  <a:pt x="247528" y="200379"/>
                </a:lnTo>
                <a:cubicBezTo>
                  <a:pt x="251871" y="200379"/>
                  <a:pt x="255392" y="203900"/>
                  <a:pt x="255392" y="208243"/>
                </a:cubicBezTo>
                <a:lnTo>
                  <a:pt x="255392" y="247528"/>
                </a:lnTo>
                <a:cubicBezTo>
                  <a:pt x="255392" y="251871"/>
                  <a:pt x="251871" y="255392"/>
                  <a:pt x="247528" y="255392"/>
                </a:cubicBezTo>
                <a:lnTo>
                  <a:pt x="208243" y="255392"/>
                </a:lnTo>
                <a:cubicBezTo>
                  <a:pt x="203900" y="255392"/>
                  <a:pt x="200379" y="251871"/>
                  <a:pt x="200379" y="247528"/>
                </a:cubicBezTo>
                <a:lnTo>
                  <a:pt x="200379" y="208243"/>
                </a:lnTo>
                <a:cubicBezTo>
                  <a:pt x="200379" y="203900"/>
                  <a:pt x="203900" y="200379"/>
                  <a:pt x="208243" y="20037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898375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950" dirty="0"/>
          </a:p>
        </p:txBody>
      </p:sp>
      <p:sp>
        <p:nvSpPr>
          <p:cNvPr id="31" name="圖示 晶片"/>
          <p:cNvSpPr/>
          <p:nvPr/>
        </p:nvSpPr>
        <p:spPr>
          <a:xfrm>
            <a:off x="985811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4179" y="211695"/>
                </a:moveTo>
                <a:lnTo>
                  <a:pt x="154179" y="165769"/>
                </a:lnTo>
                <a:cubicBezTo>
                  <a:pt x="154179" y="162649"/>
                  <a:pt x="155265" y="159974"/>
                  <a:pt x="157437" y="157757"/>
                </a:cubicBezTo>
                <a:cubicBezTo>
                  <a:pt x="159609" y="155528"/>
                  <a:pt x="162306" y="154408"/>
                  <a:pt x="165529" y="154408"/>
                </a:cubicBezTo>
                <a:lnTo>
                  <a:pt x="211466" y="154408"/>
                </a:lnTo>
                <a:cubicBezTo>
                  <a:pt x="214575" y="154408"/>
                  <a:pt x="217250" y="155528"/>
                  <a:pt x="219479" y="157757"/>
                </a:cubicBezTo>
                <a:cubicBezTo>
                  <a:pt x="221708" y="159974"/>
                  <a:pt x="222816" y="162649"/>
                  <a:pt x="222816" y="165769"/>
                </a:cubicBezTo>
                <a:lnTo>
                  <a:pt x="222816" y="211695"/>
                </a:lnTo>
                <a:cubicBezTo>
                  <a:pt x="222816" y="214918"/>
                  <a:pt x="221708" y="217616"/>
                  <a:pt x="219479" y="219787"/>
                </a:cubicBezTo>
                <a:cubicBezTo>
                  <a:pt x="217250" y="221971"/>
                  <a:pt x="214575" y="223056"/>
                  <a:pt x="211466" y="223056"/>
                </a:cubicBezTo>
                <a:lnTo>
                  <a:pt x="165495" y="223056"/>
                </a:lnTo>
                <a:cubicBezTo>
                  <a:pt x="162272" y="223056"/>
                  <a:pt x="159574" y="221971"/>
                  <a:pt x="157403" y="219787"/>
                </a:cubicBezTo>
                <a:cubicBezTo>
                  <a:pt x="155219" y="217616"/>
                  <a:pt x="154134" y="214918"/>
                  <a:pt x="154134" y="211695"/>
                </a:cubicBezTo>
                <a:close/>
                <a:moveTo>
                  <a:pt x="172010" y="205214"/>
                </a:moveTo>
                <a:lnTo>
                  <a:pt x="204940" y="205214"/>
                </a:lnTo>
                <a:lnTo>
                  <a:pt x="204940" y="172284"/>
                </a:lnTo>
                <a:lnTo>
                  <a:pt x="172010" y="172284"/>
                </a:lnTo>
                <a:lnTo>
                  <a:pt x="172010" y="205214"/>
                </a:lnTo>
                <a:close/>
                <a:moveTo>
                  <a:pt x="145378" y="309650"/>
                </a:moveTo>
                <a:lnTo>
                  <a:pt x="145378" y="290756"/>
                </a:lnTo>
                <a:lnTo>
                  <a:pt x="109111" y="290756"/>
                </a:lnTo>
                <a:cubicBezTo>
                  <a:pt x="102950" y="290756"/>
                  <a:pt x="97635" y="288516"/>
                  <a:pt x="93155" y="284036"/>
                </a:cubicBezTo>
                <a:cubicBezTo>
                  <a:pt x="88674" y="279555"/>
                  <a:pt x="86445" y="274240"/>
                  <a:pt x="86445" y="268079"/>
                </a:cubicBezTo>
                <a:lnTo>
                  <a:pt x="86445" y="231812"/>
                </a:lnTo>
                <a:lnTo>
                  <a:pt x="67540" y="231812"/>
                </a:lnTo>
                <a:cubicBezTo>
                  <a:pt x="65025" y="231812"/>
                  <a:pt x="62899" y="230955"/>
                  <a:pt x="61173" y="229217"/>
                </a:cubicBezTo>
                <a:cubicBezTo>
                  <a:pt x="59470" y="227491"/>
                  <a:pt x="58624" y="225354"/>
                  <a:pt x="58624" y="222816"/>
                </a:cubicBezTo>
                <a:cubicBezTo>
                  <a:pt x="58624" y="220279"/>
                  <a:pt x="59470" y="218164"/>
                  <a:pt x="61173" y="216496"/>
                </a:cubicBezTo>
                <a:cubicBezTo>
                  <a:pt x="62876" y="214815"/>
                  <a:pt x="65002" y="213981"/>
                  <a:pt x="67540" y="213981"/>
                </a:cubicBezTo>
                <a:lnTo>
                  <a:pt x="86445" y="213981"/>
                </a:lnTo>
                <a:lnTo>
                  <a:pt x="86445" y="162077"/>
                </a:lnTo>
                <a:lnTo>
                  <a:pt x="67540" y="162077"/>
                </a:lnTo>
                <a:cubicBezTo>
                  <a:pt x="65025" y="162077"/>
                  <a:pt x="62899" y="161209"/>
                  <a:pt x="61173" y="159483"/>
                </a:cubicBezTo>
                <a:cubicBezTo>
                  <a:pt x="59470" y="157757"/>
                  <a:pt x="58624" y="155619"/>
                  <a:pt x="58624" y="153082"/>
                </a:cubicBezTo>
                <a:cubicBezTo>
                  <a:pt x="58624" y="150533"/>
                  <a:pt x="59470" y="148430"/>
                  <a:pt x="61173" y="146750"/>
                </a:cubicBezTo>
                <a:cubicBezTo>
                  <a:pt x="62876" y="145070"/>
                  <a:pt x="65002" y="144235"/>
                  <a:pt x="67540" y="144235"/>
                </a:cubicBezTo>
                <a:lnTo>
                  <a:pt x="86445" y="144235"/>
                </a:lnTo>
                <a:lnTo>
                  <a:pt x="86445" y="107968"/>
                </a:lnTo>
                <a:cubicBezTo>
                  <a:pt x="86445" y="101818"/>
                  <a:pt x="88674" y="96503"/>
                  <a:pt x="93155" y="92023"/>
                </a:cubicBezTo>
                <a:cubicBezTo>
                  <a:pt x="97635" y="87542"/>
                  <a:pt x="102950" y="85302"/>
                  <a:pt x="109111" y="85302"/>
                </a:cubicBezTo>
                <a:lnTo>
                  <a:pt x="145378" y="85302"/>
                </a:lnTo>
                <a:lnTo>
                  <a:pt x="145378" y="67540"/>
                </a:lnTo>
                <a:cubicBezTo>
                  <a:pt x="145378" y="65025"/>
                  <a:pt x="146235" y="62899"/>
                  <a:pt x="147973" y="61173"/>
                </a:cubicBezTo>
                <a:cubicBezTo>
                  <a:pt x="149699" y="59470"/>
                  <a:pt x="151836" y="58624"/>
                  <a:pt x="154374" y="58624"/>
                </a:cubicBezTo>
                <a:cubicBezTo>
                  <a:pt x="156911" y="58624"/>
                  <a:pt x="159026" y="59470"/>
                  <a:pt x="160694" y="61173"/>
                </a:cubicBezTo>
                <a:cubicBezTo>
                  <a:pt x="162375" y="62876"/>
                  <a:pt x="163209" y="65002"/>
                  <a:pt x="163209" y="67540"/>
                </a:cubicBezTo>
                <a:lnTo>
                  <a:pt x="163209" y="85302"/>
                </a:lnTo>
                <a:lnTo>
                  <a:pt x="215113" y="85302"/>
                </a:lnTo>
                <a:lnTo>
                  <a:pt x="215113" y="67540"/>
                </a:lnTo>
                <a:cubicBezTo>
                  <a:pt x="215113" y="65025"/>
                  <a:pt x="215981" y="62899"/>
                  <a:pt x="217707" y="61173"/>
                </a:cubicBezTo>
                <a:cubicBezTo>
                  <a:pt x="219433" y="59470"/>
                  <a:pt x="221571" y="58624"/>
                  <a:pt x="224119" y="58624"/>
                </a:cubicBezTo>
                <a:cubicBezTo>
                  <a:pt x="226657" y="58624"/>
                  <a:pt x="228760" y="59470"/>
                  <a:pt x="230440" y="61173"/>
                </a:cubicBezTo>
                <a:cubicBezTo>
                  <a:pt x="232120" y="62876"/>
                  <a:pt x="232955" y="65002"/>
                  <a:pt x="232955" y="67540"/>
                </a:cubicBezTo>
                <a:lnTo>
                  <a:pt x="232955" y="85302"/>
                </a:lnTo>
                <a:lnTo>
                  <a:pt x="269222" y="85302"/>
                </a:lnTo>
                <a:cubicBezTo>
                  <a:pt x="275372" y="85302"/>
                  <a:pt x="280698" y="87542"/>
                  <a:pt x="285167" y="92023"/>
                </a:cubicBezTo>
                <a:cubicBezTo>
                  <a:pt x="289648" y="96503"/>
                  <a:pt x="291888" y="101818"/>
                  <a:pt x="291888" y="107968"/>
                </a:cubicBezTo>
                <a:lnTo>
                  <a:pt x="291888" y="144235"/>
                </a:lnTo>
                <a:lnTo>
                  <a:pt x="309650" y="144235"/>
                </a:lnTo>
                <a:cubicBezTo>
                  <a:pt x="312165" y="144235"/>
                  <a:pt x="314291" y="145104"/>
                  <a:pt x="316017" y="146830"/>
                </a:cubicBezTo>
                <a:cubicBezTo>
                  <a:pt x="317720" y="148556"/>
                  <a:pt x="318566" y="150693"/>
                  <a:pt x="318566" y="153231"/>
                </a:cubicBezTo>
                <a:cubicBezTo>
                  <a:pt x="318566" y="155779"/>
                  <a:pt x="317720" y="157883"/>
                  <a:pt x="316017" y="159563"/>
                </a:cubicBezTo>
                <a:cubicBezTo>
                  <a:pt x="314314" y="161232"/>
                  <a:pt x="312188" y="162077"/>
                  <a:pt x="309650" y="162077"/>
                </a:cubicBezTo>
                <a:lnTo>
                  <a:pt x="291888" y="162077"/>
                </a:lnTo>
                <a:lnTo>
                  <a:pt x="291888" y="213981"/>
                </a:lnTo>
                <a:lnTo>
                  <a:pt x="309650" y="213981"/>
                </a:lnTo>
                <a:cubicBezTo>
                  <a:pt x="312165" y="213981"/>
                  <a:pt x="314291" y="214838"/>
                  <a:pt x="316017" y="216576"/>
                </a:cubicBezTo>
                <a:cubicBezTo>
                  <a:pt x="317720" y="218302"/>
                  <a:pt x="318566" y="220439"/>
                  <a:pt x="318566" y="222976"/>
                </a:cubicBezTo>
                <a:cubicBezTo>
                  <a:pt x="318566" y="225514"/>
                  <a:pt x="317720" y="227628"/>
                  <a:pt x="316017" y="229297"/>
                </a:cubicBezTo>
                <a:cubicBezTo>
                  <a:pt x="314314" y="230977"/>
                  <a:pt x="312188" y="231812"/>
                  <a:pt x="309650" y="231812"/>
                </a:cubicBezTo>
                <a:lnTo>
                  <a:pt x="291888" y="231812"/>
                </a:lnTo>
                <a:lnTo>
                  <a:pt x="291888" y="268079"/>
                </a:lnTo>
                <a:cubicBezTo>
                  <a:pt x="291888" y="274240"/>
                  <a:pt x="289648" y="279555"/>
                  <a:pt x="285167" y="284036"/>
                </a:cubicBezTo>
                <a:cubicBezTo>
                  <a:pt x="280698" y="288516"/>
                  <a:pt x="275360" y="290756"/>
                  <a:pt x="269177" y="290756"/>
                </a:cubicBezTo>
                <a:lnTo>
                  <a:pt x="232921" y="290756"/>
                </a:lnTo>
                <a:lnTo>
                  <a:pt x="232921" y="309650"/>
                </a:lnTo>
                <a:cubicBezTo>
                  <a:pt x="232921" y="312165"/>
                  <a:pt x="232052" y="314291"/>
                  <a:pt x="230326" y="316017"/>
                </a:cubicBezTo>
                <a:cubicBezTo>
                  <a:pt x="228589" y="317720"/>
                  <a:pt x="226463" y="318566"/>
                  <a:pt x="223914" y="318566"/>
                </a:cubicBezTo>
                <a:cubicBezTo>
                  <a:pt x="221376" y="318566"/>
                  <a:pt x="219273" y="317720"/>
                  <a:pt x="217593" y="316017"/>
                </a:cubicBezTo>
                <a:cubicBezTo>
                  <a:pt x="215913" y="314314"/>
                  <a:pt x="215078" y="312188"/>
                  <a:pt x="215078" y="309650"/>
                </a:cubicBezTo>
                <a:lnTo>
                  <a:pt x="215078" y="290756"/>
                </a:lnTo>
                <a:lnTo>
                  <a:pt x="163209" y="290756"/>
                </a:lnTo>
                <a:lnTo>
                  <a:pt x="163209" y="309650"/>
                </a:lnTo>
                <a:cubicBezTo>
                  <a:pt x="163209" y="312165"/>
                  <a:pt x="162352" y="314291"/>
                  <a:pt x="160614" y="316017"/>
                </a:cubicBezTo>
                <a:cubicBezTo>
                  <a:pt x="158888" y="317720"/>
                  <a:pt x="156751" y="318566"/>
                  <a:pt x="154214" y="318566"/>
                </a:cubicBezTo>
                <a:cubicBezTo>
                  <a:pt x="151676" y="318566"/>
                  <a:pt x="149562" y="317720"/>
                  <a:pt x="147893" y="316017"/>
                </a:cubicBezTo>
                <a:cubicBezTo>
                  <a:pt x="146213" y="314314"/>
                  <a:pt x="145378" y="312188"/>
                  <a:pt x="145378" y="309650"/>
                </a:cubicBezTo>
                <a:close/>
                <a:moveTo>
                  <a:pt x="269177" y="272914"/>
                </a:moveTo>
                <a:cubicBezTo>
                  <a:pt x="270388" y="272914"/>
                  <a:pt x="271497" y="272411"/>
                  <a:pt x="272525" y="271417"/>
                </a:cubicBezTo>
                <a:cubicBezTo>
                  <a:pt x="273543" y="270400"/>
                  <a:pt x="274057" y="269279"/>
                  <a:pt x="274057" y="268079"/>
                </a:cubicBezTo>
                <a:lnTo>
                  <a:pt x="274057" y="107968"/>
                </a:lnTo>
                <a:cubicBezTo>
                  <a:pt x="274057" y="106768"/>
                  <a:pt x="273543" y="105647"/>
                  <a:pt x="272525" y="104630"/>
                </a:cubicBezTo>
                <a:cubicBezTo>
                  <a:pt x="271520" y="103613"/>
                  <a:pt x="270411" y="103099"/>
                  <a:pt x="269177" y="103099"/>
                </a:cubicBezTo>
                <a:lnTo>
                  <a:pt x="109111" y="103099"/>
                </a:lnTo>
                <a:cubicBezTo>
                  <a:pt x="107911" y="103099"/>
                  <a:pt x="106790" y="103613"/>
                  <a:pt x="105773" y="104630"/>
                </a:cubicBezTo>
                <a:cubicBezTo>
                  <a:pt x="104779" y="105625"/>
                  <a:pt x="104276" y="106745"/>
                  <a:pt x="104276" y="107968"/>
                </a:cubicBezTo>
                <a:lnTo>
                  <a:pt x="104276" y="268079"/>
                </a:lnTo>
                <a:cubicBezTo>
                  <a:pt x="104276" y="269279"/>
                  <a:pt x="104779" y="270400"/>
                  <a:pt x="105773" y="271417"/>
                </a:cubicBezTo>
                <a:cubicBezTo>
                  <a:pt x="106790" y="272411"/>
                  <a:pt x="107911" y="272914"/>
                  <a:pt x="109111" y="272914"/>
                </a:cubicBezTo>
                <a:lnTo>
                  <a:pt x="269222" y="272914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967715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950" dirty="0"/>
          </a:p>
        </p:txBody>
      </p:sp>
      <p:sp>
        <p:nvSpPr>
          <p:cNvPr id="33" name="圖示 電路板"/>
          <p:cNvSpPr/>
          <p:nvPr/>
        </p:nvSpPr>
        <p:spPr>
          <a:xfrm>
            <a:off x="1055151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6637" y="322189"/>
                </a:moveTo>
                <a:cubicBezTo>
                  <a:pt x="60476" y="322189"/>
                  <a:pt x="55161" y="319949"/>
                  <a:pt x="50681" y="315468"/>
                </a:cubicBezTo>
                <a:cubicBezTo>
                  <a:pt x="46211" y="310987"/>
                  <a:pt x="43971" y="305672"/>
                  <a:pt x="43971" y="299512"/>
                </a:cubicBezTo>
                <a:lnTo>
                  <a:pt x="43971" y="77678"/>
                </a:lnTo>
                <a:cubicBezTo>
                  <a:pt x="43971" y="71518"/>
                  <a:pt x="46211" y="66203"/>
                  <a:pt x="50681" y="61722"/>
                </a:cubicBezTo>
                <a:cubicBezTo>
                  <a:pt x="55161" y="57241"/>
                  <a:pt x="60476" y="55013"/>
                  <a:pt x="66637" y="55013"/>
                </a:cubicBezTo>
                <a:lnTo>
                  <a:pt x="288470" y="55013"/>
                </a:lnTo>
                <a:cubicBezTo>
                  <a:pt x="294631" y="55013"/>
                  <a:pt x="299946" y="57241"/>
                  <a:pt x="304427" y="61722"/>
                </a:cubicBezTo>
                <a:cubicBezTo>
                  <a:pt x="308907" y="66203"/>
                  <a:pt x="311147" y="71518"/>
                  <a:pt x="311147" y="77678"/>
                </a:cubicBezTo>
                <a:lnTo>
                  <a:pt x="311147" y="104630"/>
                </a:lnTo>
                <a:lnTo>
                  <a:pt x="324303" y="104630"/>
                </a:lnTo>
                <a:cubicBezTo>
                  <a:pt x="326841" y="104630"/>
                  <a:pt x="328967" y="105487"/>
                  <a:pt x="330670" y="107191"/>
                </a:cubicBezTo>
                <a:cubicBezTo>
                  <a:pt x="332373" y="108882"/>
                  <a:pt x="333219" y="111008"/>
                  <a:pt x="333219" y="113546"/>
                </a:cubicBezTo>
                <a:cubicBezTo>
                  <a:pt x="333219" y="116095"/>
                  <a:pt x="332373" y="118198"/>
                  <a:pt x="330670" y="119878"/>
                </a:cubicBezTo>
                <a:cubicBezTo>
                  <a:pt x="328967" y="121547"/>
                  <a:pt x="326841" y="122392"/>
                  <a:pt x="324303" y="122392"/>
                </a:cubicBezTo>
                <a:lnTo>
                  <a:pt x="311147" y="122392"/>
                </a:lnTo>
                <a:lnTo>
                  <a:pt x="311147" y="179680"/>
                </a:lnTo>
                <a:lnTo>
                  <a:pt x="324349" y="179680"/>
                </a:lnTo>
                <a:cubicBezTo>
                  <a:pt x="326887" y="179680"/>
                  <a:pt x="328990" y="180537"/>
                  <a:pt x="330670" y="182274"/>
                </a:cubicBezTo>
                <a:cubicBezTo>
                  <a:pt x="332350" y="184000"/>
                  <a:pt x="333185" y="186138"/>
                  <a:pt x="333185" y="188675"/>
                </a:cubicBezTo>
                <a:cubicBezTo>
                  <a:pt x="333185" y="191212"/>
                  <a:pt x="332339" y="193327"/>
                  <a:pt x="330636" y="194996"/>
                </a:cubicBezTo>
                <a:cubicBezTo>
                  <a:pt x="328933" y="196676"/>
                  <a:pt x="326807" y="197510"/>
                  <a:pt x="324269" y="197510"/>
                </a:cubicBezTo>
                <a:lnTo>
                  <a:pt x="311102" y="197510"/>
                </a:lnTo>
                <a:lnTo>
                  <a:pt x="311102" y="254798"/>
                </a:lnTo>
                <a:lnTo>
                  <a:pt x="324303" y="254798"/>
                </a:lnTo>
                <a:cubicBezTo>
                  <a:pt x="326841" y="254798"/>
                  <a:pt x="328955" y="255666"/>
                  <a:pt x="330636" y="257392"/>
                </a:cubicBezTo>
                <a:cubicBezTo>
                  <a:pt x="332304" y="259118"/>
                  <a:pt x="333150" y="261256"/>
                  <a:pt x="333150" y="263793"/>
                </a:cubicBezTo>
                <a:cubicBezTo>
                  <a:pt x="333150" y="266342"/>
                  <a:pt x="332293" y="268456"/>
                  <a:pt x="330590" y="270159"/>
                </a:cubicBezTo>
                <a:cubicBezTo>
                  <a:pt x="328887" y="271863"/>
                  <a:pt x="326772" y="272720"/>
                  <a:pt x="324223" y="272720"/>
                </a:cubicBezTo>
                <a:lnTo>
                  <a:pt x="311067" y="272720"/>
                </a:lnTo>
                <a:lnTo>
                  <a:pt x="311067" y="299557"/>
                </a:lnTo>
                <a:cubicBezTo>
                  <a:pt x="311067" y="305707"/>
                  <a:pt x="308827" y="311022"/>
                  <a:pt x="304347" y="315502"/>
                </a:cubicBezTo>
                <a:cubicBezTo>
                  <a:pt x="299866" y="319983"/>
                  <a:pt x="294574" y="322212"/>
                  <a:pt x="288470" y="322189"/>
                </a:cubicBezTo>
                <a:lnTo>
                  <a:pt x="66637" y="322189"/>
                </a:lnTo>
                <a:close/>
                <a:moveTo>
                  <a:pt x="66637" y="304347"/>
                </a:moveTo>
                <a:lnTo>
                  <a:pt x="288470" y="304347"/>
                </a:lnTo>
                <a:cubicBezTo>
                  <a:pt x="289682" y="304347"/>
                  <a:pt x="290791" y="303844"/>
                  <a:pt x="291808" y="302849"/>
                </a:cubicBezTo>
                <a:cubicBezTo>
                  <a:pt x="292837" y="301832"/>
                  <a:pt x="293340" y="300712"/>
                  <a:pt x="293340" y="299512"/>
                </a:cubicBezTo>
                <a:lnTo>
                  <a:pt x="293340" y="77678"/>
                </a:lnTo>
                <a:cubicBezTo>
                  <a:pt x="293340" y="76478"/>
                  <a:pt x="292837" y="75358"/>
                  <a:pt x="291808" y="74341"/>
                </a:cubicBezTo>
                <a:cubicBezTo>
                  <a:pt x="290813" y="73346"/>
                  <a:pt x="289705" y="72843"/>
                  <a:pt x="288470" y="72843"/>
                </a:cubicBezTo>
                <a:lnTo>
                  <a:pt x="66637" y="72843"/>
                </a:lnTo>
                <a:cubicBezTo>
                  <a:pt x="65437" y="72843"/>
                  <a:pt x="64317" y="73346"/>
                  <a:pt x="63299" y="74341"/>
                </a:cubicBezTo>
                <a:cubicBezTo>
                  <a:pt x="62305" y="75358"/>
                  <a:pt x="61802" y="76478"/>
                  <a:pt x="61802" y="77678"/>
                </a:cubicBezTo>
                <a:lnTo>
                  <a:pt x="61802" y="299512"/>
                </a:lnTo>
                <a:cubicBezTo>
                  <a:pt x="61802" y="300712"/>
                  <a:pt x="62305" y="301832"/>
                  <a:pt x="63299" y="302849"/>
                </a:cubicBezTo>
                <a:cubicBezTo>
                  <a:pt x="64317" y="303844"/>
                  <a:pt x="65437" y="304347"/>
                  <a:pt x="66637" y="304347"/>
                </a:cubicBezTo>
                <a:close/>
                <a:moveTo>
                  <a:pt x="104870" y="272594"/>
                </a:moveTo>
                <a:lnTo>
                  <a:pt x="168478" y="272594"/>
                </a:lnTo>
                <a:cubicBezTo>
                  <a:pt x="171701" y="272594"/>
                  <a:pt x="174388" y="271508"/>
                  <a:pt x="176536" y="269337"/>
                </a:cubicBezTo>
                <a:cubicBezTo>
                  <a:pt x="178685" y="267165"/>
                  <a:pt x="179760" y="264467"/>
                  <a:pt x="179760" y="261244"/>
                </a:cubicBezTo>
                <a:lnTo>
                  <a:pt x="179760" y="217124"/>
                </a:lnTo>
                <a:cubicBezTo>
                  <a:pt x="179760" y="213901"/>
                  <a:pt x="178662" y="211204"/>
                  <a:pt x="176491" y="209032"/>
                </a:cubicBezTo>
                <a:cubicBezTo>
                  <a:pt x="174319" y="206849"/>
                  <a:pt x="171621" y="205763"/>
                  <a:pt x="168398" y="205763"/>
                </a:cubicBezTo>
                <a:lnTo>
                  <a:pt x="104825" y="205763"/>
                </a:lnTo>
                <a:cubicBezTo>
                  <a:pt x="101601" y="205763"/>
                  <a:pt x="98915" y="206849"/>
                  <a:pt x="96778" y="209032"/>
                </a:cubicBezTo>
                <a:cubicBezTo>
                  <a:pt x="94629" y="211204"/>
                  <a:pt x="93555" y="213901"/>
                  <a:pt x="93555" y="217124"/>
                </a:cubicBezTo>
                <a:lnTo>
                  <a:pt x="93555" y="261278"/>
                </a:lnTo>
                <a:cubicBezTo>
                  <a:pt x="93555" y="264502"/>
                  <a:pt x="94640" y="267199"/>
                  <a:pt x="96812" y="269382"/>
                </a:cubicBezTo>
                <a:cubicBezTo>
                  <a:pt x="98984" y="271554"/>
                  <a:pt x="101681" y="272640"/>
                  <a:pt x="104905" y="272640"/>
                </a:cubicBezTo>
                <a:close/>
                <a:moveTo>
                  <a:pt x="206986" y="150990"/>
                </a:moveTo>
                <a:lnTo>
                  <a:pt x="250237" y="150990"/>
                </a:lnTo>
                <a:cubicBezTo>
                  <a:pt x="253460" y="150990"/>
                  <a:pt x="256158" y="149904"/>
                  <a:pt x="258341" y="147733"/>
                </a:cubicBezTo>
                <a:cubicBezTo>
                  <a:pt x="260513" y="145561"/>
                  <a:pt x="261598" y="142864"/>
                  <a:pt x="261598" y="139640"/>
                </a:cubicBezTo>
                <a:lnTo>
                  <a:pt x="261598" y="115912"/>
                </a:lnTo>
                <a:cubicBezTo>
                  <a:pt x="261598" y="112688"/>
                  <a:pt x="260513" y="109991"/>
                  <a:pt x="258341" y="107819"/>
                </a:cubicBezTo>
                <a:cubicBezTo>
                  <a:pt x="256158" y="105636"/>
                  <a:pt x="253460" y="104550"/>
                  <a:pt x="250237" y="104550"/>
                </a:cubicBezTo>
                <a:lnTo>
                  <a:pt x="207020" y="104550"/>
                </a:lnTo>
                <a:cubicBezTo>
                  <a:pt x="203797" y="104550"/>
                  <a:pt x="201099" y="105636"/>
                  <a:pt x="198928" y="107819"/>
                </a:cubicBezTo>
                <a:cubicBezTo>
                  <a:pt x="196756" y="109991"/>
                  <a:pt x="195670" y="112688"/>
                  <a:pt x="195670" y="115912"/>
                </a:cubicBezTo>
                <a:lnTo>
                  <a:pt x="195670" y="139675"/>
                </a:lnTo>
                <a:cubicBezTo>
                  <a:pt x="195670" y="142898"/>
                  <a:pt x="196756" y="145595"/>
                  <a:pt x="198928" y="147767"/>
                </a:cubicBezTo>
                <a:cubicBezTo>
                  <a:pt x="201099" y="149950"/>
                  <a:pt x="203797" y="151036"/>
                  <a:pt x="207020" y="151036"/>
                </a:cubicBezTo>
                <a:close/>
                <a:moveTo>
                  <a:pt x="104870" y="189932"/>
                </a:moveTo>
                <a:lnTo>
                  <a:pt x="168478" y="189932"/>
                </a:lnTo>
                <a:cubicBezTo>
                  <a:pt x="171701" y="189932"/>
                  <a:pt x="174388" y="188846"/>
                  <a:pt x="176536" y="186675"/>
                </a:cubicBezTo>
                <a:cubicBezTo>
                  <a:pt x="178685" y="184492"/>
                  <a:pt x="179760" y="181794"/>
                  <a:pt x="179760" y="178571"/>
                </a:cubicBezTo>
                <a:lnTo>
                  <a:pt x="179760" y="115832"/>
                </a:lnTo>
                <a:cubicBezTo>
                  <a:pt x="179760" y="112608"/>
                  <a:pt x="178662" y="109922"/>
                  <a:pt x="176491" y="107773"/>
                </a:cubicBezTo>
                <a:cubicBezTo>
                  <a:pt x="174319" y="105625"/>
                  <a:pt x="171621" y="104550"/>
                  <a:pt x="168398" y="104550"/>
                </a:cubicBezTo>
                <a:lnTo>
                  <a:pt x="104825" y="104550"/>
                </a:lnTo>
                <a:cubicBezTo>
                  <a:pt x="101601" y="104550"/>
                  <a:pt x="98915" y="105636"/>
                  <a:pt x="96778" y="107808"/>
                </a:cubicBezTo>
                <a:cubicBezTo>
                  <a:pt x="94629" y="109991"/>
                  <a:pt x="93555" y="112688"/>
                  <a:pt x="93555" y="115912"/>
                </a:cubicBezTo>
                <a:lnTo>
                  <a:pt x="93555" y="178651"/>
                </a:lnTo>
                <a:cubicBezTo>
                  <a:pt x="93555" y="181874"/>
                  <a:pt x="94640" y="184560"/>
                  <a:pt x="96812" y="186709"/>
                </a:cubicBezTo>
                <a:cubicBezTo>
                  <a:pt x="98984" y="188858"/>
                  <a:pt x="101681" y="189932"/>
                  <a:pt x="104905" y="189932"/>
                </a:cubicBezTo>
                <a:close/>
                <a:moveTo>
                  <a:pt x="206986" y="272594"/>
                </a:moveTo>
                <a:lnTo>
                  <a:pt x="250237" y="272594"/>
                </a:lnTo>
                <a:cubicBezTo>
                  <a:pt x="253460" y="272594"/>
                  <a:pt x="256158" y="271508"/>
                  <a:pt x="258341" y="269337"/>
                </a:cubicBezTo>
                <a:cubicBezTo>
                  <a:pt x="260513" y="267165"/>
                  <a:pt x="261598" y="264467"/>
                  <a:pt x="261598" y="261244"/>
                </a:cubicBezTo>
                <a:lnTo>
                  <a:pt x="261598" y="178182"/>
                </a:lnTo>
                <a:cubicBezTo>
                  <a:pt x="261598" y="175062"/>
                  <a:pt x="260513" y="172399"/>
                  <a:pt x="258341" y="170170"/>
                </a:cubicBezTo>
                <a:cubicBezTo>
                  <a:pt x="256158" y="167941"/>
                  <a:pt x="253460" y="166832"/>
                  <a:pt x="250237" y="166832"/>
                </a:cubicBezTo>
                <a:lnTo>
                  <a:pt x="207020" y="166832"/>
                </a:lnTo>
                <a:cubicBezTo>
                  <a:pt x="203797" y="166832"/>
                  <a:pt x="201099" y="167941"/>
                  <a:pt x="198928" y="170170"/>
                </a:cubicBezTo>
                <a:cubicBezTo>
                  <a:pt x="196756" y="172399"/>
                  <a:pt x="195670" y="175062"/>
                  <a:pt x="195670" y="178182"/>
                </a:cubicBezTo>
                <a:lnTo>
                  <a:pt x="195670" y="261278"/>
                </a:lnTo>
                <a:cubicBezTo>
                  <a:pt x="195670" y="264502"/>
                  <a:pt x="196756" y="267199"/>
                  <a:pt x="198928" y="269382"/>
                </a:cubicBezTo>
                <a:cubicBezTo>
                  <a:pt x="201099" y="271554"/>
                  <a:pt x="203797" y="272640"/>
                  <a:pt x="207020" y="272640"/>
                </a:cubicBezTo>
                <a:close/>
                <a:moveTo>
                  <a:pt x="61802" y="72843"/>
                </a:moveTo>
                <a:lnTo>
                  <a:pt x="61802" y="304347"/>
                </a:lnTo>
                <a:lnTo>
                  <a:pt x="61802" y="7284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1037055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950" dirty="0"/>
          </a:p>
        </p:txBody>
      </p:sp>
      <p:sp>
        <p:nvSpPr>
          <p:cNvPr id="35" name="圖示 檢測"/>
          <p:cNvSpPr/>
          <p:nvPr/>
        </p:nvSpPr>
        <p:spPr>
          <a:xfrm>
            <a:off x="1124492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5134" y="205214"/>
                </a:moveTo>
                <a:cubicBezTo>
                  <a:pt x="213330" y="197065"/>
                  <a:pt x="217433" y="187121"/>
                  <a:pt x="217433" y="175359"/>
                </a:cubicBezTo>
                <a:cubicBezTo>
                  <a:pt x="217433" y="163598"/>
                  <a:pt x="213364" y="153608"/>
                  <a:pt x="205214" y="145412"/>
                </a:cubicBezTo>
                <a:cubicBezTo>
                  <a:pt x="197065" y="137217"/>
                  <a:pt x="187121" y="133114"/>
                  <a:pt x="175359" y="133114"/>
                </a:cubicBezTo>
                <a:cubicBezTo>
                  <a:pt x="163598" y="133114"/>
                  <a:pt x="153608" y="137194"/>
                  <a:pt x="145412" y="145332"/>
                </a:cubicBezTo>
                <a:cubicBezTo>
                  <a:pt x="137217" y="153482"/>
                  <a:pt x="133114" y="163438"/>
                  <a:pt x="133114" y="175199"/>
                </a:cubicBezTo>
                <a:cubicBezTo>
                  <a:pt x="133114" y="186961"/>
                  <a:pt x="137194" y="196939"/>
                  <a:pt x="145332" y="205134"/>
                </a:cubicBezTo>
                <a:cubicBezTo>
                  <a:pt x="153482" y="213330"/>
                  <a:pt x="163438" y="217433"/>
                  <a:pt x="175199" y="217433"/>
                </a:cubicBezTo>
                <a:cubicBezTo>
                  <a:pt x="186961" y="217433"/>
                  <a:pt x="196939" y="213364"/>
                  <a:pt x="205134" y="205214"/>
                </a:cubicBezTo>
                <a:close/>
                <a:moveTo>
                  <a:pt x="175473" y="235275"/>
                </a:moveTo>
                <a:cubicBezTo>
                  <a:pt x="158763" y="235275"/>
                  <a:pt x="144555" y="229423"/>
                  <a:pt x="132839" y="217707"/>
                </a:cubicBezTo>
                <a:cubicBezTo>
                  <a:pt x="121135" y="206003"/>
                  <a:pt x="115283" y="191853"/>
                  <a:pt x="115283" y="175279"/>
                </a:cubicBezTo>
                <a:cubicBezTo>
                  <a:pt x="115283" y="158694"/>
                  <a:pt x="121135" y="144555"/>
                  <a:pt x="132839" y="132839"/>
                </a:cubicBezTo>
                <a:cubicBezTo>
                  <a:pt x="144555" y="121135"/>
                  <a:pt x="158694" y="115283"/>
                  <a:pt x="175279" y="115283"/>
                </a:cubicBezTo>
                <a:cubicBezTo>
                  <a:pt x="191853" y="115283"/>
                  <a:pt x="206003" y="121135"/>
                  <a:pt x="217707" y="132839"/>
                </a:cubicBezTo>
                <a:cubicBezTo>
                  <a:pt x="229423" y="144555"/>
                  <a:pt x="235275" y="158763"/>
                  <a:pt x="235275" y="175473"/>
                </a:cubicBezTo>
                <a:cubicBezTo>
                  <a:pt x="235275" y="181440"/>
                  <a:pt x="234212" y="187418"/>
                  <a:pt x="232086" y="193384"/>
                </a:cubicBezTo>
                <a:cubicBezTo>
                  <a:pt x="229972" y="199362"/>
                  <a:pt x="226966" y="205123"/>
                  <a:pt x="223091" y="210678"/>
                </a:cubicBezTo>
                <a:lnTo>
                  <a:pt x="259324" y="246751"/>
                </a:lnTo>
                <a:cubicBezTo>
                  <a:pt x="261073" y="248522"/>
                  <a:pt x="261941" y="250591"/>
                  <a:pt x="261907" y="252957"/>
                </a:cubicBezTo>
                <a:cubicBezTo>
                  <a:pt x="261884" y="255335"/>
                  <a:pt x="260947" y="257484"/>
                  <a:pt x="259084" y="259392"/>
                </a:cubicBezTo>
                <a:cubicBezTo>
                  <a:pt x="257221" y="261210"/>
                  <a:pt x="255129" y="262113"/>
                  <a:pt x="252797" y="262113"/>
                </a:cubicBezTo>
                <a:cubicBezTo>
                  <a:pt x="250466" y="262113"/>
                  <a:pt x="248374" y="261176"/>
                  <a:pt x="246511" y="259324"/>
                </a:cubicBezTo>
                <a:lnTo>
                  <a:pt x="210712" y="223365"/>
                </a:lnTo>
                <a:cubicBezTo>
                  <a:pt x="205157" y="227240"/>
                  <a:pt x="199396" y="230189"/>
                  <a:pt x="193430" y="232212"/>
                </a:cubicBezTo>
                <a:cubicBezTo>
                  <a:pt x="187452" y="234246"/>
                  <a:pt x="181486" y="235275"/>
                  <a:pt x="175508" y="235275"/>
                </a:cubicBezTo>
                <a:close/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246899"/>
                </a:lnTo>
                <a:cubicBezTo>
                  <a:pt x="55013" y="244362"/>
                  <a:pt x="55870" y="242236"/>
                  <a:pt x="57596" y="240533"/>
                </a:cubicBezTo>
                <a:cubicBezTo>
                  <a:pt x="59333" y="238830"/>
                  <a:pt x="61459" y="237984"/>
                  <a:pt x="64008" y="237984"/>
                </a:cubicBezTo>
                <a:cubicBezTo>
                  <a:pt x="66545" y="237984"/>
                  <a:pt x="68649" y="238830"/>
                  <a:pt x="70329" y="240533"/>
                </a:cubicBezTo>
                <a:cubicBezTo>
                  <a:pt x="72009" y="242236"/>
                  <a:pt x="72843" y="244362"/>
                  <a:pt x="72843" y="246899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lnTo>
                  <a:pt x="130291" y="304347"/>
                </a:lnTo>
                <a:cubicBezTo>
                  <a:pt x="132828" y="304347"/>
                  <a:pt x="134954" y="305215"/>
                  <a:pt x="136657" y="306941"/>
                </a:cubicBezTo>
                <a:cubicBezTo>
                  <a:pt x="138360" y="308667"/>
                  <a:pt x="139206" y="310805"/>
                  <a:pt x="139206" y="313342"/>
                </a:cubicBezTo>
                <a:cubicBezTo>
                  <a:pt x="139206" y="315879"/>
                  <a:pt x="138360" y="317994"/>
                  <a:pt x="136657" y="319674"/>
                </a:cubicBezTo>
                <a:cubicBezTo>
                  <a:pt x="134954" y="321343"/>
                  <a:pt x="132828" y="322189"/>
                  <a:pt x="130291" y="322189"/>
                </a:cubicBezTo>
                <a:lnTo>
                  <a:pt x="77678" y="322189"/>
                </a:lnTo>
                <a:close/>
                <a:moveTo>
                  <a:pt x="299512" y="322189"/>
                </a:moveTo>
                <a:lnTo>
                  <a:pt x="246899" y="322189"/>
                </a:lnTo>
                <a:cubicBezTo>
                  <a:pt x="244362" y="322189"/>
                  <a:pt x="242236" y="321320"/>
                  <a:pt x="240533" y="319594"/>
                </a:cubicBezTo>
                <a:cubicBezTo>
                  <a:pt x="238830" y="317857"/>
                  <a:pt x="237984" y="315731"/>
                  <a:pt x="237984" y="313182"/>
                </a:cubicBezTo>
                <a:cubicBezTo>
                  <a:pt x="237984" y="310645"/>
                  <a:pt x="238830" y="308541"/>
                  <a:pt x="240533" y="306861"/>
                </a:cubicBezTo>
                <a:cubicBezTo>
                  <a:pt x="242236" y="305181"/>
                  <a:pt x="244362" y="304347"/>
                  <a:pt x="246899" y="304347"/>
                </a:cubicBez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246899"/>
                </a:lnTo>
                <a:cubicBezTo>
                  <a:pt x="304347" y="244362"/>
                  <a:pt x="305215" y="242236"/>
                  <a:pt x="306941" y="240533"/>
                </a:cubicBezTo>
                <a:cubicBezTo>
                  <a:pt x="308667" y="238830"/>
                  <a:pt x="310805" y="237984"/>
                  <a:pt x="313342" y="237984"/>
                </a:cubicBezTo>
                <a:cubicBezTo>
                  <a:pt x="315879" y="237984"/>
                  <a:pt x="317994" y="238830"/>
                  <a:pt x="319674" y="240533"/>
                </a:cubicBezTo>
                <a:cubicBezTo>
                  <a:pt x="321343" y="242236"/>
                  <a:pt x="322189" y="244362"/>
                  <a:pt x="322189" y="246899"/>
                </a:cubicBezTo>
                <a:lnTo>
                  <a:pt x="322189" y="299512"/>
                </a:lnTo>
                <a:cubicBezTo>
                  <a:pt x="322189" y="305672"/>
                  <a:pt x="319949" y="310987"/>
                  <a:pt x="315468" y="315468"/>
                </a:cubicBezTo>
                <a:cubicBezTo>
                  <a:pt x="310987" y="319949"/>
                  <a:pt x="305672" y="322189"/>
                  <a:pt x="299512" y="322189"/>
                </a:cubicBezTo>
                <a:close/>
                <a:moveTo>
                  <a:pt x="55013" y="130291"/>
                </a:move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130291" y="55013"/>
                </a:lnTo>
                <a:cubicBezTo>
                  <a:pt x="132828" y="55013"/>
                  <a:pt x="134954" y="55870"/>
                  <a:pt x="136657" y="57596"/>
                </a:cubicBezTo>
                <a:cubicBezTo>
                  <a:pt x="138360" y="59333"/>
                  <a:pt x="139206" y="61459"/>
                  <a:pt x="139206" y="64008"/>
                </a:cubicBezTo>
                <a:cubicBezTo>
                  <a:pt x="139206" y="66545"/>
                  <a:pt x="138360" y="68649"/>
                  <a:pt x="136657" y="70329"/>
                </a:cubicBezTo>
                <a:cubicBezTo>
                  <a:pt x="134954" y="72009"/>
                  <a:pt x="132828" y="72843"/>
                  <a:pt x="130291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130291"/>
                </a:lnTo>
                <a:cubicBezTo>
                  <a:pt x="72843" y="132828"/>
                  <a:pt x="71986" y="134954"/>
                  <a:pt x="70249" y="136657"/>
                </a:cubicBezTo>
                <a:cubicBezTo>
                  <a:pt x="68523" y="138360"/>
                  <a:pt x="66385" y="139206"/>
                  <a:pt x="63848" y="139206"/>
                </a:cubicBezTo>
                <a:cubicBezTo>
                  <a:pt x="61311" y="139206"/>
                  <a:pt x="59196" y="138360"/>
                  <a:pt x="57527" y="136657"/>
                </a:cubicBezTo>
                <a:cubicBezTo>
                  <a:pt x="55847" y="134954"/>
                  <a:pt x="55001" y="132828"/>
                  <a:pt x="55001" y="130291"/>
                </a:cubicBezTo>
                <a:close/>
                <a:moveTo>
                  <a:pt x="304347" y="130291"/>
                </a:move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246899" y="72843"/>
                </a:lnTo>
                <a:cubicBezTo>
                  <a:pt x="244362" y="72843"/>
                  <a:pt x="242236" y="71986"/>
                  <a:pt x="240533" y="70249"/>
                </a:cubicBezTo>
                <a:cubicBezTo>
                  <a:pt x="238830" y="68523"/>
                  <a:pt x="237984" y="66385"/>
                  <a:pt x="237984" y="63848"/>
                </a:cubicBezTo>
                <a:cubicBezTo>
                  <a:pt x="237984" y="61311"/>
                  <a:pt x="238830" y="59196"/>
                  <a:pt x="240533" y="57527"/>
                </a:cubicBezTo>
                <a:cubicBezTo>
                  <a:pt x="242236" y="55847"/>
                  <a:pt x="244362" y="55013"/>
                  <a:pt x="246899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130291"/>
                </a:lnTo>
                <a:cubicBezTo>
                  <a:pt x="322189" y="132828"/>
                  <a:pt x="321320" y="134954"/>
                  <a:pt x="319594" y="136657"/>
                </a:cubicBezTo>
                <a:cubicBezTo>
                  <a:pt x="317857" y="138360"/>
                  <a:pt x="315731" y="139206"/>
                  <a:pt x="313182" y="139206"/>
                </a:cubicBezTo>
                <a:cubicBezTo>
                  <a:pt x="310645" y="139206"/>
                  <a:pt x="308541" y="138360"/>
                  <a:pt x="306861" y="136657"/>
                </a:cubicBezTo>
                <a:cubicBezTo>
                  <a:pt x="305181" y="134954"/>
                  <a:pt x="304347" y="132828"/>
                  <a:pt x="304347" y="13029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1106395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950" dirty="0"/>
          </a:p>
        </p:txBody>
      </p:sp>
      <p:sp>
        <p:nvSpPr>
          <p:cNvPr id="37" name="圖示 顯微分析"/>
          <p:cNvSpPr/>
          <p:nvPr/>
        </p:nvSpPr>
        <p:spPr>
          <a:xfrm>
            <a:off x="1193832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352" y="308279"/>
                </a:moveTo>
                <a:lnTo>
                  <a:pt x="166352" y="262113"/>
                </a:lnTo>
                <a:lnTo>
                  <a:pt x="158180" y="262113"/>
                </a:lnTo>
                <a:cubicBezTo>
                  <a:pt x="137834" y="262113"/>
                  <a:pt x="120632" y="255083"/>
                  <a:pt x="106596" y="241047"/>
                </a:cubicBezTo>
                <a:cubicBezTo>
                  <a:pt x="92560" y="227011"/>
                  <a:pt x="85531" y="209809"/>
                  <a:pt x="85531" y="189464"/>
                </a:cubicBezTo>
                <a:cubicBezTo>
                  <a:pt x="85531" y="174216"/>
                  <a:pt x="89954" y="160329"/>
                  <a:pt x="98778" y="147813"/>
                </a:cubicBezTo>
                <a:cubicBezTo>
                  <a:pt x="107579" y="135320"/>
                  <a:pt x="119192" y="126507"/>
                  <a:pt x="133628" y="121364"/>
                </a:cubicBezTo>
                <a:cubicBezTo>
                  <a:pt x="134177" y="110391"/>
                  <a:pt x="138760" y="101658"/>
                  <a:pt x="147378" y="95166"/>
                </a:cubicBezTo>
                <a:cubicBezTo>
                  <a:pt x="155997" y="88663"/>
                  <a:pt x="165621" y="86571"/>
                  <a:pt x="176262" y="88880"/>
                </a:cubicBezTo>
                <a:lnTo>
                  <a:pt x="170718" y="73986"/>
                </a:lnTo>
                <a:cubicBezTo>
                  <a:pt x="169518" y="71026"/>
                  <a:pt x="169621" y="68191"/>
                  <a:pt x="171027" y="65494"/>
                </a:cubicBezTo>
                <a:cubicBezTo>
                  <a:pt x="172444" y="62796"/>
                  <a:pt x="174593" y="60853"/>
                  <a:pt x="177474" y="59642"/>
                </a:cubicBezTo>
                <a:lnTo>
                  <a:pt x="182743" y="57527"/>
                </a:lnTo>
                <a:lnTo>
                  <a:pt x="181440" y="53515"/>
                </a:lnTo>
                <a:cubicBezTo>
                  <a:pt x="180343" y="50555"/>
                  <a:pt x="180400" y="47663"/>
                  <a:pt x="181600" y="44828"/>
                </a:cubicBezTo>
                <a:cubicBezTo>
                  <a:pt x="182811" y="42005"/>
                  <a:pt x="184880" y="40016"/>
                  <a:pt x="187806" y="38862"/>
                </a:cubicBezTo>
                <a:cubicBezTo>
                  <a:pt x="190664" y="37753"/>
                  <a:pt x="193556" y="37822"/>
                  <a:pt x="196493" y="39056"/>
                </a:cubicBezTo>
                <a:cubicBezTo>
                  <a:pt x="199396" y="40291"/>
                  <a:pt x="201385" y="42394"/>
                  <a:pt x="202460" y="45377"/>
                </a:cubicBezTo>
                <a:lnTo>
                  <a:pt x="203991" y="49778"/>
                </a:lnTo>
                <a:lnTo>
                  <a:pt x="208403" y="48212"/>
                </a:lnTo>
                <a:cubicBezTo>
                  <a:pt x="211169" y="47263"/>
                  <a:pt x="213947" y="47423"/>
                  <a:pt x="216724" y="48680"/>
                </a:cubicBezTo>
                <a:cubicBezTo>
                  <a:pt x="219502" y="49938"/>
                  <a:pt x="221491" y="51961"/>
                  <a:pt x="222702" y="54727"/>
                </a:cubicBezTo>
                <a:lnTo>
                  <a:pt x="256878" y="144555"/>
                </a:lnTo>
                <a:cubicBezTo>
                  <a:pt x="258089" y="147481"/>
                  <a:pt x="257998" y="150339"/>
                  <a:pt x="256604" y="153116"/>
                </a:cubicBezTo>
                <a:cubicBezTo>
                  <a:pt x="255220" y="155917"/>
                  <a:pt x="253060" y="157917"/>
                  <a:pt x="250123" y="159128"/>
                </a:cubicBezTo>
                <a:lnTo>
                  <a:pt x="245093" y="160934"/>
                </a:lnTo>
                <a:lnTo>
                  <a:pt x="246785" y="165335"/>
                </a:lnTo>
                <a:cubicBezTo>
                  <a:pt x="247882" y="168295"/>
                  <a:pt x="247837" y="171141"/>
                  <a:pt x="246625" y="173862"/>
                </a:cubicBezTo>
                <a:cubicBezTo>
                  <a:pt x="245391" y="176559"/>
                  <a:pt x="243208" y="178457"/>
                  <a:pt x="240064" y="179554"/>
                </a:cubicBezTo>
                <a:cubicBezTo>
                  <a:pt x="237264" y="180583"/>
                  <a:pt x="234509" y="180434"/>
                  <a:pt x="231812" y="179131"/>
                </a:cubicBezTo>
                <a:cubicBezTo>
                  <a:pt x="229091" y="177817"/>
                  <a:pt x="227160" y="175805"/>
                  <a:pt x="226040" y="173073"/>
                </a:cubicBezTo>
                <a:lnTo>
                  <a:pt x="224348" y="168444"/>
                </a:lnTo>
                <a:lnTo>
                  <a:pt x="218930" y="170398"/>
                </a:lnTo>
                <a:cubicBezTo>
                  <a:pt x="215890" y="171713"/>
                  <a:pt x="212987" y="171747"/>
                  <a:pt x="210209" y="170524"/>
                </a:cubicBezTo>
                <a:cubicBezTo>
                  <a:pt x="207432" y="169267"/>
                  <a:pt x="205454" y="167107"/>
                  <a:pt x="204277" y="164043"/>
                </a:cubicBezTo>
                <a:lnTo>
                  <a:pt x="198059" y="146795"/>
                </a:lnTo>
                <a:cubicBezTo>
                  <a:pt x="194447" y="151448"/>
                  <a:pt x="190047" y="154934"/>
                  <a:pt x="184857" y="157243"/>
                </a:cubicBezTo>
                <a:cubicBezTo>
                  <a:pt x="179702" y="159551"/>
                  <a:pt x="174056" y="160626"/>
                  <a:pt x="167930" y="160466"/>
                </a:cubicBezTo>
                <a:cubicBezTo>
                  <a:pt x="161094" y="160409"/>
                  <a:pt x="154819" y="158363"/>
                  <a:pt x="149104" y="154339"/>
                </a:cubicBezTo>
                <a:cubicBezTo>
                  <a:pt x="143401" y="150305"/>
                  <a:pt x="139035" y="145127"/>
                  <a:pt x="136028" y="138817"/>
                </a:cubicBezTo>
                <a:cubicBezTo>
                  <a:pt x="126039" y="143264"/>
                  <a:pt x="118095" y="150064"/>
                  <a:pt x="112174" y="159208"/>
                </a:cubicBezTo>
                <a:cubicBezTo>
                  <a:pt x="106253" y="168352"/>
                  <a:pt x="103293" y="178445"/>
                  <a:pt x="103293" y="189498"/>
                </a:cubicBezTo>
                <a:cubicBezTo>
                  <a:pt x="103293" y="204791"/>
                  <a:pt x="108596" y="217764"/>
                  <a:pt x="119203" y="228394"/>
                </a:cubicBezTo>
                <a:cubicBezTo>
                  <a:pt x="129845" y="239001"/>
                  <a:pt x="142806" y="244305"/>
                  <a:pt x="158111" y="244305"/>
                </a:cubicBezTo>
                <a:lnTo>
                  <a:pt x="278732" y="244305"/>
                </a:lnTo>
                <a:cubicBezTo>
                  <a:pt x="281247" y="244305"/>
                  <a:pt x="283361" y="245174"/>
                  <a:pt x="285087" y="246899"/>
                </a:cubicBezTo>
                <a:cubicBezTo>
                  <a:pt x="286790" y="248637"/>
                  <a:pt x="287647" y="250763"/>
                  <a:pt x="287647" y="253312"/>
                </a:cubicBezTo>
                <a:cubicBezTo>
                  <a:pt x="287647" y="255849"/>
                  <a:pt x="286790" y="257952"/>
                  <a:pt x="285087" y="259632"/>
                </a:cubicBezTo>
                <a:cubicBezTo>
                  <a:pt x="283395" y="261313"/>
                  <a:pt x="281269" y="262147"/>
                  <a:pt x="278732" y="262147"/>
                </a:cubicBezTo>
                <a:lnTo>
                  <a:pt x="193864" y="262147"/>
                </a:lnTo>
                <a:lnTo>
                  <a:pt x="193864" y="308313"/>
                </a:lnTo>
                <a:lnTo>
                  <a:pt x="282732" y="308313"/>
                </a:lnTo>
                <a:cubicBezTo>
                  <a:pt x="285281" y="308313"/>
                  <a:pt x="287396" y="309182"/>
                  <a:pt x="289099" y="310907"/>
                </a:cubicBezTo>
                <a:cubicBezTo>
                  <a:pt x="290802" y="312633"/>
                  <a:pt x="291659" y="314771"/>
                  <a:pt x="291659" y="317308"/>
                </a:cubicBezTo>
                <a:cubicBezTo>
                  <a:pt x="291659" y="319857"/>
                  <a:pt x="290802" y="321960"/>
                  <a:pt x="289099" y="323640"/>
                </a:cubicBezTo>
                <a:cubicBezTo>
                  <a:pt x="287396" y="325309"/>
                  <a:pt x="285281" y="326155"/>
                  <a:pt x="282732" y="326155"/>
                </a:cubicBezTo>
                <a:lnTo>
                  <a:pt x="94458" y="326155"/>
                </a:lnTo>
                <a:cubicBezTo>
                  <a:pt x="91909" y="326155"/>
                  <a:pt x="89794" y="325286"/>
                  <a:pt x="88091" y="323560"/>
                </a:cubicBezTo>
                <a:cubicBezTo>
                  <a:pt x="86388" y="321835"/>
                  <a:pt x="85531" y="319697"/>
                  <a:pt x="85531" y="317160"/>
                </a:cubicBezTo>
                <a:cubicBezTo>
                  <a:pt x="85531" y="314611"/>
                  <a:pt x="86388" y="312508"/>
                  <a:pt x="88091" y="310827"/>
                </a:cubicBezTo>
                <a:cubicBezTo>
                  <a:pt x="89794" y="309147"/>
                  <a:pt x="91909" y="308313"/>
                  <a:pt x="94458" y="308313"/>
                </a:cubicBezTo>
                <a:lnTo>
                  <a:pt x="166352" y="308313"/>
                </a:lnTo>
                <a:close/>
                <a:moveTo>
                  <a:pt x="218610" y="154259"/>
                </a:moveTo>
                <a:lnTo>
                  <a:pt x="240659" y="146041"/>
                </a:lnTo>
                <a:lnTo>
                  <a:pt x="209375" y="63734"/>
                </a:lnTo>
                <a:lnTo>
                  <a:pt x="187029" y="71506"/>
                </a:lnTo>
                <a:lnTo>
                  <a:pt x="218610" y="154259"/>
                </a:lnTo>
                <a:close/>
                <a:moveTo>
                  <a:pt x="184274" y="138852"/>
                </a:moveTo>
                <a:cubicBezTo>
                  <a:pt x="188229" y="135000"/>
                  <a:pt x="190207" y="130188"/>
                  <a:pt x="190207" y="124393"/>
                </a:cubicBezTo>
                <a:cubicBezTo>
                  <a:pt x="190207" y="118609"/>
                  <a:pt x="188252" y="113729"/>
                  <a:pt x="184354" y="109774"/>
                </a:cubicBezTo>
                <a:cubicBezTo>
                  <a:pt x="180445" y="105796"/>
                  <a:pt x="175611" y="103807"/>
                  <a:pt x="169850" y="103807"/>
                </a:cubicBezTo>
                <a:cubicBezTo>
                  <a:pt x="164089" y="103807"/>
                  <a:pt x="159243" y="105762"/>
                  <a:pt x="155311" y="109659"/>
                </a:cubicBezTo>
                <a:cubicBezTo>
                  <a:pt x="151356" y="113568"/>
                  <a:pt x="149379" y="118403"/>
                  <a:pt x="149379" y="124198"/>
                </a:cubicBezTo>
                <a:cubicBezTo>
                  <a:pt x="149379" y="129982"/>
                  <a:pt x="151333" y="134828"/>
                  <a:pt x="155242" y="138737"/>
                </a:cubicBezTo>
                <a:cubicBezTo>
                  <a:pt x="159140" y="142635"/>
                  <a:pt x="163975" y="144590"/>
                  <a:pt x="169736" y="144590"/>
                </a:cubicBezTo>
                <a:cubicBezTo>
                  <a:pt x="175496" y="144590"/>
                  <a:pt x="180343" y="142669"/>
                  <a:pt x="184274" y="138817"/>
                </a:cubicBezTo>
                <a:close/>
                <a:moveTo>
                  <a:pt x="218610" y="154259"/>
                </a:moveTo>
                <a:close/>
                <a:moveTo>
                  <a:pt x="169816" y="123730"/>
                </a:moveTo>
                <a:close/>
                <a:moveTo>
                  <a:pt x="170284" y="12373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1175735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950" dirty="0"/>
          </a:p>
        </p:txBody>
      </p:sp>
      <p:sp>
        <p:nvSpPr>
          <p:cNvPr id="39" name="圖示 實驗"/>
          <p:cNvSpPr/>
          <p:nvPr/>
        </p:nvSpPr>
        <p:spPr>
          <a:xfrm>
            <a:off x="1263172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603" y="322189"/>
                </a:moveTo>
                <a:cubicBezTo>
                  <a:pt x="62271" y="322189"/>
                  <a:pt x="56373" y="318337"/>
                  <a:pt x="52887" y="310633"/>
                </a:cubicBezTo>
                <a:cubicBezTo>
                  <a:pt x="49378" y="302929"/>
                  <a:pt x="50509" y="295900"/>
                  <a:pt x="56304" y="289533"/>
                </a:cubicBezTo>
                <a:lnTo>
                  <a:pt x="152842" y="178457"/>
                </a:lnTo>
                <a:lnTo>
                  <a:pt x="152842" y="72843"/>
                </a:lnTo>
                <a:lnTo>
                  <a:pt x="130599" y="72843"/>
                </a:lnTo>
                <a:cubicBezTo>
                  <a:pt x="128062" y="72843"/>
                  <a:pt x="125936" y="71975"/>
                  <a:pt x="124233" y="70249"/>
                </a:cubicBezTo>
                <a:cubicBezTo>
                  <a:pt x="122530" y="68523"/>
                  <a:pt x="121684" y="66385"/>
                  <a:pt x="121684" y="63848"/>
                </a:cubicBezTo>
                <a:cubicBezTo>
                  <a:pt x="121684" y="61311"/>
                  <a:pt x="122530" y="59196"/>
                  <a:pt x="124233" y="57527"/>
                </a:cubicBezTo>
                <a:cubicBezTo>
                  <a:pt x="125936" y="55847"/>
                  <a:pt x="128062" y="55013"/>
                  <a:pt x="130599" y="55013"/>
                </a:cubicBezTo>
                <a:lnTo>
                  <a:pt x="246671" y="55013"/>
                </a:lnTo>
                <a:cubicBezTo>
                  <a:pt x="249208" y="55013"/>
                  <a:pt x="251334" y="55870"/>
                  <a:pt x="253037" y="57596"/>
                </a:cubicBezTo>
                <a:cubicBezTo>
                  <a:pt x="254729" y="59333"/>
                  <a:pt x="255586" y="61459"/>
                  <a:pt x="255586" y="64008"/>
                </a:cubicBezTo>
                <a:cubicBezTo>
                  <a:pt x="255586" y="66545"/>
                  <a:pt x="254729" y="68649"/>
                  <a:pt x="253037" y="70329"/>
                </a:cubicBezTo>
                <a:cubicBezTo>
                  <a:pt x="251334" y="72009"/>
                  <a:pt x="249208" y="72843"/>
                  <a:pt x="246671" y="72843"/>
                </a:cubicBezTo>
                <a:lnTo>
                  <a:pt x="224428" y="72843"/>
                </a:lnTo>
                <a:lnTo>
                  <a:pt x="224428" y="178457"/>
                </a:lnTo>
                <a:lnTo>
                  <a:pt x="320966" y="289533"/>
                </a:lnTo>
                <a:cubicBezTo>
                  <a:pt x="326749" y="295900"/>
                  <a:pt x="327892" y="302929"/>
                  <a:pt x="324383" y="310633"/>
                </a:cubicBezTo>
                <a:cubicBezTo>
                  <a:pt x="320852" y="318337"/>
                  <a:pt x="314919" y="322189"/>
                  <a:pt x="306587" y="322189"/>
                </a:cubicBezTo>
                <a:lnTo>
                  <a:pt x="70603" y="322189"/>
                </a:lnTo>
                <a:close/>
                <a:moveTo>
                  <a:pt x="67106" y="304347"/>
                </a:moveTo>
                <a:lnTo>
                  <a:pt x="310119" y="304347"/>
                </a:lnTo>
                <a:lnTo>
                  <a:pt x="206552" y="185017"/>
                </a:lnTo>
                <a:lnTo>
                  <a:pt x="206552" y="72843"/>
                </a:lnTo>
                <a:lnTo>
                  <a:pt x="170638" y="72843"/>
                </a:lnTo>
                <a:lnTo>
                  <a:pt x="170638" y="185017"/>
                </a:lnTo>
                <a:lnTo>
                  <a:pt x="67106" y="304347"/>
                </a:lnTo>
                <a:close/>
                <a:moveTo>
                  <a:pt x="187966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1245075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950" dirty="0"/>
          </a:p>
        </p:txBody>
      </p:sp>
      <p:sp>
        <p:nvSpPr>
          <p:cNvPr id="41" name="圖示 維修"/>
          <p:cNvSpPr/>
          <p:nvPr/>
        </p:nvSpPr>
        <p:spPr>
          <a:xfrm>
            <a:off x="1332512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8737" y="228943"/>
                </a:moveTo>
                <a:cubicBezTo>
                  <a:pt x="114197" y="228943"/>
                  <a:pt x="93337" y="220382"/>
                  <a:pt x="76181" y="203248"/>
                </a:cubicBezTo>
                <a:cubicBezTo>
                  <a:pt x="59025" y="186115"/>
                  <a:pt x="50452" y="165324"/>
                  <a:pt x="50452" y="140852"/>
                </a:cubicBezTo>
                <a:cubicBezTo>
                  <a:pt x="50452" y="136451"/>
                  <a:pt x="50761" y="132291"/>
                  <a:pt x="51389" y="128359"/>
                </a:cubicBezTo>
                <a:cubicBezTo>
                  <a:pt x="52018" y="124461"/>
                  <a:pt x="53081" y="120461"/>
                  <a:pt x="54578" y="116380"/>
                </a:cubicBezTo>
                <a:cubicBezTo>
                  <a:pt x="55253" y="114391"/>
                  <a:pt x="56304" y="112871"/>
                  <a:pt x="57722" y="111820"/>
                </a:cubicBezTo>
                <a:cubicBezTo>
                  <a:pt x="59127" y="110768"/>
                  <a:pt x="60682" y="110014"/>
                  <a:pt x="62351" y="109545"/>
                </a:cubicBezTo>
                <a:cubicBezTo>
                  <a:pt x="64031" y="109076"/>
                  <a:pt x="65757" y="109076"/>
                  <a:pt x="67540" y="109545"/>
                </a:cubicBezTo>
                <a:cubicBezTo>
                  <a:pt x="69323" y="110014"/>
                  <a:pt x="70946" y="110985"/>
                  <a:pt x="72409" y="112448"/>
                </a:cubicBezTo>
                <a:lnTo>
                  <a:pt x="116495" y="156260"/>
                </a:lnTo>
                <a:lnTo>
                  <a:pt x="155985" y="118541"/>
                </a:lnTo>
                <a:lnTo>
                  <a:pt x="110837" y="73243"/>
                </a:lnTo>
                <a:cubicBezTo>
                  <a:pt x="109317" y="71792"/>
                  <a:pt x="108334" y="70192"/>
                  <a:pt x="107888" y="68409"/>
                </a:cubicBezTo>
                <a:cubicBezTo>
                  <a:pt x="107442" y="66648"/>
                  <a:pt x="107465" y="64911"/>
                  <a:pt x="107933" y="63185"/>
                </a:cubicBezTo>
                <a:cubicBezTo>
                  <a:pt x="108402" y="61482"/>
                  <a:pt x="109191" y="59985"/>
                  <a:pt x="110288" y="58704"/>
                </a:cubicBezTo>
                <a:cubicBezTo>
                  <a:pt x="111385" y="57413"/>
                  <a:pt x="112883" y="56373"/>
                  <a:pt x="114769" y="55561"/>
                </a:cubicBezTo>
                <a:cubicBezTo>
                  <a:pt x="118826" y="54064"/>
                  <a:pt x="122758" y="52932"/>
                  <a:pt x="126553" y="52178"/>
                </a:cubicBezTo>
                <a:cubicBezTo>
                  <a:pt x="130348" y="51424"/>
                  <a:pt x="134405" y="51035"/>
                  <a:pt x="138692" y="51035"/>
                </a:cubicBezTo>
                <a:cubicBezTo>
                  <a:pt x="163689" y="51035"/>
                  <a:pt x="184915" y="59756"/>
                  <a:pt x="202391" y="77210"/>
                </a:cubicBezTo>
                <a:cubicBezTo>
                  <a:pt x="219913" y="94675"/>
                  <a:pt x="228669" y="115877"/>
                  <a:pt x="228669" y="140818"/>
                </a:cubicBezTo>
                <a:cubicBezTo>
                  <a:pt x="228669" y="147710"/>
                  <a:pt x="227937" y="154236"/>
                  <a:pt x="226474" y="160420"/>
                </a:cubicBezTo>
                <a:cubicBezTo>
                  <a:pt x="225000" y="166604"/>
                  <a:pt x="223022" y="172684"/>
                  <a:pt x="220542" y="178651"/>
                </a:cubicBezTo>
                <a:lnTo>
                  <a:pt x="311456" y="269497"/>
                </a:lnTo>
                <a:cubicBezTo>
                  <a:pt x="317617" y="275463"/>
                  <a:pt x="320646" y="282801"/>
                  <a:pt x="320577" y="291499"/>
                </a:cubicBezTo>
                <a:cubicBezTo>
                  <a:pt x="320497" y="300163"/>
                  <a:pt x="317251" y="307501"/>
                  <a:pt x="310827" y="313502"/>
                </a:cubicBezTo>
                <a:cubicBezTo>
                  <a:pt x="304861" y="319080"/>
                  <a:pt x="297729" y="321835"/>
                  <a:pt x="289453" y="321754"/>
                </a:cubicBezTo>
                <a:cubicBezTo>
                  <a:pt x="281201" y="321674"/>
                  <a:pt x="274069" y="318634"/>
                  <a:pt x="268045" y="312633"/>
                </a:cubicBezTo>
                <a:lnTo>
                  <a:pt x="176571" y="220816"/>
                </a:lnTo>
                <a:cubicBezTo>
                  <a:pt x="170421" y="223228"/>
                  <a:pt x="164249" y="225171"/>
                  <a:pt x="158065" y="226668"/>
                </a:cubicBezTo>
                <a:cubicBezTo>
                  <a:pt x="151882" y="228189"/>
                  <a:pt x="145424" y="228943"/>
                  <a:pt x="138692" y="228943"/>
                </a:cubicBezTo>
                <a:close/>
                <a:moveTo>
                  <a:pt x="138817" y="211112"/>
                </a:moveTo>
                <a:cubicBezTo>
                  <a:pt x="145515" y="211112"/>
                  <a:pt x="152499" y="210083"/>
                  <a:pt x="159757" y="208049"/>
                </a:cubicBezTo>
                <a:cubicBezTo>
                  <a:pt x="167015" y="206003"/>
                  <a:pt x="173485" y="202883"/>
                  <a:pt x="179165" y="198688"/>
                </a:cubicBezTo>
                <a:lnTo>
                  <a:pt x="280732" y="300255"/>
                </a:lnTo>
                <a:cubicBezTo>
                  <a:pt x="283224" y="302746"/>
                  <a:pt x="286276" y="303992"/>
                  <a:pt x="289888" y="303992"/>
                </a:cubicBezTo>
                <a:cubicBezTo>
                  <a:pt x="293500" y="303992"/>
                  <a:pt x="296506" y="302792"/>
                  <a:pt x="298883" y="300380"/>
                </a:cubicBezTo>
                <a:cubicBezTo>
                  <a:pt x="301375" y="297889"/>
                  <a:pt x="302621" y="294837"/>
                  <a:pt x="302621" y="291225"/>
                </a:cubicBezTo>
                <a:cubicBezTo>
                  <a:pt x="302621" y="287613"/>
                  <a:pt x="301375" y="284607"/>
                  <a:pt x="298883" y="282230"/>
                </a:cubicBezTo>
                <a:lnTo>
                  <a:pt x="198413" y="181840"/>
                </a:lnTo>
                <a:cubicBezTo>
                  <a:pt x="202505" y="176125"/>
                  <a:pt x="205591" y="169621"/>
                  <a:pt x="207695" y="162306"/>
                </a:cubicBezTo>
                <a:cubicBezTo>
                  <a:pt x="209786" y="155002"/>
                  <a:pt x="210838" y="147836"/>
                  <a:pt x="210838" y="140818"/>
                </a:cubicBezTo>
                <a:cubicBezTo>
                  <a:pt x="210838" y="120575"/>
                  <a:pt x="202963" y="103030"/>
                  <a:pt x="187223" y="88205"/>
                </a:cubicBezTo>
                <a:cubicBezTo>
                  <a:pt x="171473" y="73381"/>
                  <a:pt x="152751" y="66843"/>
                  <a:pt x="131034" y="68603"/>
                </a:cubicBezTo>
                <a:lnTo>
                  <a:pt x="173233" y="111271"/>
                </a:lnTo>
                <a:cubicBezTo>
                  <a:pt x="175485" y="113523"/>
                  <a:pt x="176548" y="116209"/>
                  <a:pt x="176411" y="119329"/>
                </a:cubicBezTo>
                <a:cubicBezTo>
                  <a:pt x="176285" y="122438"/>
                  <a:pt x="175096" y="125136"/>
                  <a:pt x="172844" y="127422"/>
                </a:cubicBezTo>
                <a:lnTo>
                  <a:pt x="124507" y="173507"/>
                </a:lnTo>
                <a:cubicBezTo>
                  <a:pt x="122175" y="175599"/>
                  <a:pt x="119466" y="176651"/>
                  <a:pt x="116380" y="176651"/>
                </a:cubicBezTo>
                <a:cubicBezTo>
                  <a:pt x="113283" y="176651"/>
                  <a:pt x="110700" y="175599"/>
                  <a:pt x="108596" y="173507"/>
                </a:cubicBezTo>
                <a:lnTo>
                  <a:pt x="67654" y="132805"/>
                </a:lnTo>
                <a:cubicBezTo>
                  <a:pt x="66534" y="156797"/>
                  <a:pt x="73403" y="175851"/>
                  <a:pt x="88285" y="189967"/>
                </a:cubicBezTo>
                <a:cubicBezTo>
                  <a:pt x="103167" y="204094"/>
                  <a:pt x="119992" y="211146"/>
                  <a:pt x="138772" y="211146"/>
                </a:cubicBezTo>
                <a:close/>
                <a:moveTo>
                  <a:pt x="184469" y="185292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1314415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950" dirty="0"/>
          </a:p>
        </p:txBody>
      </p:sp>
      <p:sp>
        <p:nvSpPr>
          <p:cNvPr id="43" name="圖示 庫存"/>
          <p:cNvSpPr/>
          <p:nvPr/>
        </p:nvSpPr>
        <p:spPr>
          <a:xfrm>
            <a:off x="1401852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37905"/>
                </a:moveTo>
                <a:cubicBezTo>
                  <a:pt x="71495" y="337905"/>
                  <a:pt x="66180" y="335665"/>
                  <a:pt x="61722" y="331184"/>
                </a:cubicBezTo>
                <a:cubicBezTo>
                  <a:pt x="57276" y="326704"/>
                  <a:pt x="55035" y="321389"/>
                  <a:pt x="55013" y="315228"/>
                </a:cubicBezTo>
                <a:lnTo>
                  <a:pt x="55013" y="129971"/>
                </a:lnTo>
                <a:cubicBezTo>
                  <a:pt x="50555" y="128610"/>
                  <a:pt x="46817" y="125936"/>
                  <a:pt x="43811" y="121958"/>
                </a:cubicBezTo>
                <a:cubicBezTo>
                  <a:pt x="40794" y="117980"/>
                  <a:pt x="39296" y="113397"/>
                  <a:pt x="39296" y="108208"/>
                </a:cubicBezTo>
                <a:lnTo>
                  <a:pt x="39296" y="61962"/>
                </a:lnTo>
                <a:cubicBezTo>
                  <a:pt x="39296" y="55778"/>
                  <a:pt x="41525" y="50463"/>
                  <a:pt x="46006" y="46006"/>
                </a:cubicBezTo>
                <a:cubicBezTo>
                  <a:pt x="50486" y="41559"/>
                  <a:pt x="55801" y="39319"/>
                  <a:pt x="61962" y="39296"/>
                </a:cubicBezTo>
                <a:lnTo>
                  <a:pt x="315228" y="39296"/>
                </a:lnTo>
                <a:cubicBezTo>
                  <a:pt x="321412" y="39296"/>
                  <a:pt x="326727" y="41525"/>
                  <a:pt x="331184" y="46006"/>
                </a:cubicBezTo>
                <a:cubicBezTo>
                  <a:pt x="335631" y="50486"/>
                  <a:pt x="337871" y="55801"/>
                  <a:pt x="337905" y="61962"/>
                </a:cubicBezTo>
                <a:lnTo>
                  <a:pt x="337905" y="108208"/>
                </a:lnTo>
                <a:cubicBezTo>
                  <a:pt x="337905" y="113397"/>
                  <a:pt x="336396" y="117980"/>
                  <a:pt x="333379" y="121958"/>
                </a:cubicBezTo>
                <a:cubicBezTo>
                  <a:pt x="330373" y="125936"/>
                  <a:pt x="326635" y="128610"/>
                  <a:pt x="322189" y="129971"/>
                </a:cubicBezTo>
                <a:lnTo>
                  <a:pt x="322189" y="315228"/>
                </a:lnTo>
                <a:cubicBezTo>
                  <a:pt x="322189" y="321412"/>
                  <a:pt x="319949" y="326727"/>
                  <a:pt x="315468" y="331184"/>
                </a:cubicBezTo>
                <a:cubicBezTo>
                  <a:pt x="310987" y="335631"/>
                  <a:pt x="305672" y="337871"/>
                  <a:pt x="299512" y="337905"/>
                </a:cubicBezTo>
                <a:lnTo>
                  <a:pt x="77678" y="337905"/>
                </a:lnTo>
                <a:close/>
                <a:moveTo>
                  <a:pt x="72843" y="130874"/>
                </a:moveTo>
                <a:lnTo>
                  <a:pt x="72843" y="314485"/>
                </a:lnTo>
                <a:cubicBezTo>
                  <a:pt x="72843" y="316108"/>
                  <a:pt x="73426" y="317445"/>
                  <a:pt x="74569" y="318486"/>
                </a:cubicBezTo>
                <a:cubicBezTo>
                  <a:pt x="75724" y="319537"/>
                  <a:pt x="77164" y="320063"/>
                  <a:pt x="78890" y="320063"/>
                </a:cubicBezTo>
                <a:lnTo>
                  <a:pt x="299512" y="320063"/>
                </a:lnTo>
                <a:cubicBezTo>
                  <a:pt x="300929" y="320063"/>
                  <a:pt x="302083" y="319606"/>
                  <a:pt x="302975" y="318691"/>
                </a:cubicBezTo>
                <a:cubicBezTo>
                  <a:pt x="303855" y="317765"/>
                  <a:pt x="304324" y="316622"/>
                  <a:pt x="304347" y="315228"/>
                </a:cubicBezTo>
                <a:lnTo>
                  <a:pt x="304347" y="130874"/>
                </a:lnTo>
                <a:lnTo>
                  <a:pt x="72843" y="130874"/>
                </a:lnTo>
                <a:close/>
                <a:moveTo>
                  <a:pt x="61962" y="113043"/>
                </a:moveTo>
                <a:lnTo>
                  <a:pt x="315228" y="113043"/>
                </a:lnTo>
                <a:cubicBezTo>
                  <a:pt x="316645" y="113043"/>
                  <a:pt x="317800" y="112586"/>
                  <a:pt x="318691" y="111660"/>
                </a:cubicBezTo>
                <a:cubicBezTo>
                  <a:pt x="319571" y="110745"/>
                  <a:pt x="320040" y="109591"/>
                  <a:pt x="320063" y="108208"/>
                </a:cubicBezTo>
                <a:lnTo>
                  <a:pt x="320063" y="61962"/>
                </a:lnTo>
                <a:cubicBezTo>
                  <a:pt x="320063" y="60545"/>
                  <a:pt x="319606" y="59390"/>
                  <a:pt x="318691" y="58499"/>
                </a:cubicBezTo>
                <a:cubicBezTo>
                  <a:pt x="317765" y="57619"/>
                  <a:pt x="316622" y="57150"/>
                  <a:pt x="315228" y="57127"/>
                </a:cubicBezTo>
                <a:lnTo>
                  <a:pt x="61962" y="57127"/>
                </a:lnTo>
                <a:cubicBezTo>
                  <a:pt x="60545" y="57127"/>
                  <a:pt x="59390" y="57584"/>
                  <a:pt x="58499" y="58499"/>
                </a:cubicBezTo>
                <a:cubicBezTo>
                  <a:pt x="57619" y="59425"/>
                  <a:pt x="57150" y="60568"/>
                  <a:pt x="57127" y="61962"/>
                </a:cubicBezTo>
                <a:lnTo>
                  <a:pt x="57127" y="108208"/>
                </a:lnTo>
                <a:cubicBezTo>
                  <a:pt x="57127" y="109625"/>
                  <a:pt x="57584" y="110768"/>
                  <a:pt x="58499" y="111660"/>
                </a:cubicBezTo>
                <a:cubicBezTo>
                  <a:pt x="59425" y="112551"/>
                  <a:pt x="60568" y="113008"/>
                  <a:pt x="61962" y="113043"/>
                </a:cubicBezTo>
                <a:close/>
                <a:moveTo>
                  <a:pt x="152922" y="205374"/>
                </a:moveTo>
                <a:lnTo>
                  <a:pt x="224394" y="205374"/>
                </a:lnTo>
                <a:cubicBezTo>
                  <a:pt x="226725" y="205374"/>
                  <a:pt x="228680" y="204528"/>
                  <a:pt x="230280" y="202860"/>
                </a:cubicBezTo>
                <a:cubicBezTo>
                  <a:pt x="231880" y="201179"/>
                  <a:pt x="232681" y="199179"/>
                  <a:pt x="232681" y="196847"/>
                </a:cubicBezTo>
                <a:cubicBezTo>
                  <a:pt x="232681" y="194516"/>
                  <a:pt x="231892" y="192550"/>
                  <a:pt x="230326" y="190950"/>
                </a:cubicBezTo>
                <a:cubicBezTo>
                  <a:pt x="228726" y="189384"/>
                  <a:pt x="226760" y="188595"/>
                  <a:pt x="224428" y="188595"/>
                </a:cubicBezTo>
                <a:lnTo>
                  <a:pt x="152796" y="188595"/>
                </a:lnTo>
                <a:cubicBezTo>
                  <a:pt x="150465" y="188595"/>
                  <a:pt x="148510" y="189407"/>
                  <a:pt x="146910" y="191030"/>
                </a:cubicBezTo>
                <a:cubicBezTo>
                  <a:pt x="145310" y="192653"/>
                  <a:pt x="144509" y="194641"/>
                  <a:pt x="144509" y="197007"/>
                </a:cubicBezTo>
                <a:cubicBezTo>
                  <a:pt x="144509" y="199362"/>
                  <a:pt x="145332" y="201351"/>
                  <a:pt x="146990" y="202974"/>
                </a:cubicBezTo>
                <a:cubicBezTo>
                  <a:pt x="148636" y="204597"/>
                  <a:pt x="150625" y="205409"/>
                  <a:pt x="152956" y="205409"/>
                </a:cubicBezTo>
                <a:close/>
                <a:moveTo>
                  <a:pt x="188595" y="22549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1383755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950" dirty="0"/>
          </a:p>
        </p:txBody>
      </p:sp>
      <p:sp>
        <p:nvSpPr>
          <p:cNvPr id="45" name="圖示 倉儲"/>
          <p:cNvSpPr/>
          <p:nvPr/>
        </p:nvSpPr>
        <p:spPr>
          <a:xfrm>
            <a:off x="84390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74569"/>
                </a:moveTo>
                <a:lnTo>
                  <a:pt x="60156" y="126050"/>
                </a:lnTo>
                <a:cubicBezTo>
                  <a:pt x="59242" y="126439"/>
                  <a:pt x="58499" y="127044"/>
                  <a:pt x="57950" y="127856"/>
                </a:cubicBezTo>
                <a:cubicBezTo>
                  <a:pt x="57401" y="128668"/>
                  <a:pt x="57127" y="129570"/>
                  <a:pt x="57127" y="130565"/>
                </a:cubicBezTo>
                <a:lnTo>
                  <a:pt x="57127" y="299512"/>
                </a:lnTo>
                <a:cubicBezTo>
                  <a:pt x="57127" y="300609"/>
                  <a:pt x="57653" y="301695"/>
                  <a:pt x="58704" y="302769"/>
                </a:cubicBezTo>
                <a:cubicBezTo>
                  <a:pt x="59745" y="303821"/>
                  <a:pt x="60830" y="304347"/>
                  <a:pt x="61962" y="304347"/>
                </a:cubicBezTo>
                <a:lnTo>
                  <a:pt x="107888" y="304347"/>
                </a:lnTo>
                <a:lnTo>
                  <a:pt x="107888" y="201282"/>
                </a:lnTo>
                <a:cubicBezTo>
                  <a:pt x="107888" y="195099"/>
                  <a:pt x="110117" y="189784"/>
                  <a:pt x="114574" y="185337"/>
                </a:cubicBezTo>
                <a:cubicBezTo>
                  <a:pt x="119055" y="180857"/>
                  <a:pt x="124370" y="178617"/>
                  <a:pt x="130519" y="178617"/>
                </a:cubicBezTo>
                <a:lnTo>
                  <a:pt x="246591" y="178617"/>
                </a:lnTo>
                <a:cubicBezTo>
                  <a:pt x="252774" y="178617"/>
                  <a:pt x="258089" y="180857"/>
                  <a:pt x="262536" y="185337"/>
                </a:cubicBezTo>
                <a:cubicBezTo>
                  <a:pt x="266993" y="189818"/>
                  <a:pt x="269222" y="195133"/>
                  <a:pt x="269222" y="201282"/>
                </a:cubicBezTo>
                <a:lnTo>
                  <a:pt x="269222" y="304347"/>
                </a:lnTo>
                <a:lnTo>
                  <a:pt x="315148" y="304347"/>
                </a:lnTo>
                <a:cubicBezTo>
                  <a:pt x="316245" y="304347"/>
                  <a:pt x="317343" y="303821"/>
                  <a:pt x="318417" y="302769"/>
                </a:cubicBezTo>
                <a:cubicBezTo>
                  <a:pt x="319457" y="301729"/>
                  <a:pt x="319983" y="300643"/>
                  <a:pt x="319983" y="299512"/>
                </a:cubicBezTo>
                <a:lnTo>
                  <a:pt x="319983" y="130565"/>
                </a:lnTo>
                <a:cubicBezTo>
                  <a:pt x="319983" y="129536"/>
                  <a:pt x="319709" y="128633"/>
                  <a:pt x="319160" y="127856"/>
                </a:cubicBezTo>
                <a:cubicBezTo>
                  <a:pt x="318611" y="127044"/>
                  <a:pt x="317880" y="126439"/>
                  <a:pt x="316954" y="126050"/>
                </a:cubicBezTo>
                <a:lnTo>
                  <a:pt x="188595" y="74569"/>
                </a:lnTo>
                <a:close/>
                <a:moveTo>
                  <a:pt x="39296" y="299512"/>
                </a:moveTo>
                <a:lnTo>
                  <a:pt x="39296" y="130793"/>
                </a:lnTo>
                <a:cubicBezTo>
                  <a:pt x="39296" y="126027"/>
                  <a:pt x="40611" y="121764"/>
                  <a:pt x="43263" y="117992"/>
                </a:cubicBezTo>
                <a:cubicBezTo>
                  <a:pt x="45903" y="114220"/>
                  <a:pt x="49355" y="111420"/>
                  <a:pt x="53595" y="109579"/>
                </a:cubicBezTo>
                <a:lnTo>
                  <a:pt x="180228" y="59013"/>
                </a:lnTo>
                <a:cubicBezTo>
                  <a:pt x="183006" y="57813"/>
                  <a:pt x="185783" y="57207"/>
                  <a:pt x="188561" y="57207"/>
                </a:cubicBezTo>
                <a:cubicBezTo>
                  <a:pt x="191327" y="57207"/>
                  <a:pt x="194104" y="57813"/>
                  <a:pt x="196882" y="59013"/>
                </a:cubicBezTo>
                <a:lnTo>
                  <a:pt x="323515" y="109579"/>
                </a:lnTo>
                <a:cubicBezTo>
                  <a:pt x="327732" y="111385"/>
                  <a:pt x="331184" y="114197"/>
                  <a:pt x="333847" y="117992"/>
                </a:cubicBezTo>
                <a:cubicBezTo>
                  <a:pt x="336522" y="121787"/>
                  <a:pt x="337871" y="126061"/>
                  <a:pt x="337905" y="130793"/>
                </a:cubicBezTo>
                <a:lnTo>
                  <a:pt x="337905" y="299512"/>
                </a:lnTo>
                <a:cubicBezTo>
                  <a:pt x="337905" y="305695"/>
                  <a:pt x="335665" y="311010"/>
                  <a:pt x="331184" y="315468"/>
                </a:cubicBezTo>
                <a:cubicBezTo>
                  <a:pt x="326704" y="319914"/>
                  <a:pt x="321389" y="322155"/>
                  <a:pt x="315228" y="322189"/>
                </a:cubicBezTo>
                <a:lnTo>
                  <a:pt x="251460" y="322189"/>
                </a:lnTo>
                <a:lnTo>
                  <a:pt x="251460" y="201282"/>
                </a:lnTo>
                <a:cubicBezTo>
                  <a:pt x="251460" y="199876"/>
                  <a:pt x="251003" y="198722"/>
                  <a:pt x="250088" y="197830"/>
                </a:cubicBezTo>
                <a:cubicBezTo>
                  <a:pt x="249163" y="196939"/>
                  <a:pt x="248020" y="196482"/>
                  <a:pt x="246625" y="196459"/>
                </a:cubicBezTo>
                <a:lnTo>
                  <a:pt x="130565" y="196459"/>
                </a:lnTo>
                <a:cubicBezTo>
                  <a:pt x="129148" y="196459"/>
                  <a:pt x="127993" y="196916"/>
                  <a:pt x="127102" y="197830"/>
                </a:cubicBezTo>
                <a:cubicBezTo>
                  <a:pt x="126210" y="198745"/>
                  <a:pt x="125753" y="199899"/>
                  <a:pt x="125730" y="201282"/>
                </a:cubicBezTo>
                <a:lnTo>
                  <a:pt x="125730" y="322189"/>
                </a:lnTo>
                <a:lnTo>
                  <a:pt x="61962" y="322189"/>
                </a:lnTo>
                <a:cubicBezTo>
                  <a:pt x="55778" y="322189"/>
                  <a:pt x="50463" y="319949"/>
                  <a:pt x="46006" y="315468"/>
                </a:cubicBezTo>
                <a:cubicBezTo>
                  <a:pt x="41559" y="310987"/>
                  <a:pt x="39319" y="305672"/>
                  <a:pt x="39296" y="299512"/>
                </a:cubicBezTo>
                <a:close/>
                <a:moveTo>
                  <a:pt x="148716" y="322189"/>
                </a:moveTo>
                <a:lnTo>
                  <a:pt x="148716" y="300106"/>
                </a:lnTo>
                <a:lnTo>
                  <a:pt x="170798" y="300106"/>
                </a:lnTo>
                <a:lnTo>
                  <a:pt x="170798" y="322189"/>
                </a:lnTo>
                <a:lnTo>
                  <a:pt x="148716" y="322189"/>
                </a:lnTo>
                <a:close/>
                <a:moveTo>
                  <a:pt x="177599" y="275040"/>
                </a:moveTo>
                <a:lnTo>
                  <a:pt x="177599" y="252957"/>
                </a:lnTo>
                <a:lnTo>
                  <a:pt x="199671" y="252957"/>
                </a:lnTo>
                <a:lnTo>
                  <a:pt x="199671" y="275040"/>
                </a:lnTo>
                <a:lnTo>
                  <a:pt x="177599" y="275040"/>
                </a:lnTo>
                <a:close/>
                <a:moveTo>
                  <a:pt x="206472" y="322189"/>
                </a:moveTo>
                <a:lnTo>
                  <a:pt x="206472" y="300106"/>
                </a:lnTo>
                <a:lnTo>
                  <a:pt x="228554" y="300106"/>
                </a:lnTo>
                <a:lnTo>
                  <a:pt x="228554" y="322189"/>
                </a:lnTo>
                <a:lnTo>
                  <a:pt x="206472" y="32218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66294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950" dirty="0"/>
          </a:p>
        </p:txBody>
      </p:sp>
      <p:sp>
        <p:nvSpPr>
          <p:cNvPr id="47" name="圖示 物流"/>
          <p:cNvSpPr/>
          <p:nvPr/>
        </p:nvSpPr>
        <p:spPr>
          <a:xfrm>
            <a:off x="153730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6498" y="294403"/>
                </a:moveTo>
                <a:cubicBezTo>
                  <a:pt x="48017" y="285921"/>
                  <a:pt x="43765" y="275612"/>
                  <a:pt x="43765" y="263484"/>
                </a:cubicBezTo>
                <a:lnTo>
                  <a:pt x="32495" y="263484"/>
                </a:lnTo>
                <a:cubicBezTo>
                  <a:pt x="29272" y="263484"/>
                  <a:pt x="26575" y="262399"/>
                  <a:pt x="24403" y="260227"/>
                </a:cubicBezTo>
                <a:cubicBezTo>
                  <a:pt x="22220" y="258044"/>
                  <a:pt x="21134" y="255346"/>
                  <a:pt x="21134" y="252123"/>
                </a:cubicBezTo>
                <a:lnTo>
                  <a:pt x="21134" y="93349"/>
                </a:lnTo>
                <a:cubicBezTo>
                  <a:pt x="21134" y="87177"/>
                  <a:pt x="23363" y="81850"/>
                  <a:pt x="27821" y="77404"/>
                </a:cubicBezTo>
                <a:cubicBezTo>
                  <a:pt x="32301" y="72946"/>
                  <a:pt x="37628" y="70729"/>
                  <a:pt x="43811" y="70729"/>
                </a:cubicBezTo>
                <a:lnTo>
                  <a:pt x="240613" y="70729"/>
                </a:lnTo>
                <a:cubicBezTo>
                  <a:pt x="246774" y="70729"/>
                  <a:pt x="252089" y="72958"/>
                  <a:pt x="256569" y="77438"/>
                </a:cubicBezTo>
                <a:cubicBezTo>
                  <a:pt x="261050" y="81919"/>
                  <a:pt x="263290" y="87234"/>
                  <a:pt x="263290" y="93395"/>
                </a:cubicBezTo>
                <a:lnTo>
                  <a:pt x="263290" y="132565"/>
                </a:lnTo>
                <a:lnTo>
                  <a:pt x="289293" y="132565"/>
                </a:lnTo>
                <a:cubicBezTo>
                  <a:pt x="292962" y="132565"/>
                  <a:pt x="296368" y="133365"/>
                  <a:pt x="299512" y="134965"/>
                </a:cubicBezTo>
                <a:cubicBezTo>
                  <a:pt x="302678" y="136566"/>
                  <a:pt x="305307" y="138806"/>
                  <a:pt x="307376" y="141686"/>
                </a:cubicBezTo>
                <a:lnTo>
                  <a:pt x="353816" y="203568"/>
                </a:lnTo>
                <a:cubicBezTo>
                  <a:pt x="354490" y="204506"/>
                  <a:pt x="355027" y="205557"/>
                  <a:pt x="355427" y="206712"/>
                </a:cubicBezTo>
                <a:cubicBezTo>
                  <a:pt x="355816" y="207832"/>
                  <a:pt x="356010" y="209055"/>
                  <a:pt x="356010" y="210358"/>
                </a:cubicBezTo>
                <a:lnTo>
                  <a:pt x="356010" y="252203"/>
                </a:lnTo>
                <a:cubicBezTo>
                  <a:pt x="356010" y="255426"/>
                  <a:pt x="354924" y="258124"/>
                  <a:pt x="352753" y="260295"/>
                </a:cubicBezTo>
                <a:cubicBezTo>
                  <a:pt x="350581" y="262479"/>
                  <a:pt x="347883" y="263564"/>
                  <a:pt x="344660" y="263564"/>
                </a:cubicBezTo>
                <a:lnTo>
                  <a:pt x="330201" y="263564"/>
                </a:lnTo>
                <a:cubicBezTo>
                  <a:pt x="330201" y="275669"/>
                  <a:pt x="325961" y="285956"/>
                  <a:pt x="317468" y="294448"/>
                </a:cubicBezTo>
                <a:cubicBezTo>
                  <a:pt x="308987" y="302952"/>
                  <a:pt x="298677" y="307216"/>
                  <a:pt x="286550" y="307216"/>
                </a:cubicBezTo>
                <a:cubicBezTo>
                  <a:pt x="274503" y="307216"/>
                  <a:pt x="264239" y="302975"/>
                  <a:pt x="255781" y="294483"/>
                </a:cubicBezTo>
                <a:cubicBezTo>
                  <a:pt x="247299" y="286001"/>
                  <a:pt x="243048" y="275692"/>
                  <a:pt x="243048" y="263564"/>
                </a:cubicBezTo>
                <a:lnTo>
                  <a:pt x="130874" y="263564"/>
                </a:lnTo>
                <a:cubicBezTo>
                  <a:pt x="130874" y="275692"/>
                  <a:pt x="126622" y="286001"/>
                  <a:pt x="118106" y="294483"/>
                </a:cubicBezTo>
                <a:cubicBezTo>
                  <a:pt x="109591" y="302975"/>
                  <a:pt x="99315" y="307216"/>
                  <a:pt x="87268" y="307216"/>
                </a:cubicBezTo>
                <a:cubicBezTo>
                  <a:pt x="75221" y="307216"/>
                  <a:pt x="64957" y="302975"/>
                  <a:pt x="56498" y="294483"/>
                </a:cubicBezTo>
                <a:close/>
                <a:moveTo>
                  <a:pt x="105579" y="281795"/>
                </a:moveTo>
                <a:cubicBezTo>
                  <a:pt x="110574" y="276789"/>
                  <a:pt x="113077" y="270708"/>
                  <a:pt x="113077" y="263564"/>
                </a:cubicBezTo>
                <a:cubicBezTo>
                  <a:pt x="113077" y="256409"/>
                  <a:pt x="110574" y="250328"/>
                  <a:pt x="105579" y="245334"/>
                </a:cubicBezTo>
                <a:cubicBezTo>
                  <a:pt x="100573" y="240327"/>
                  <a:pt x="94492" y="237824"/>
                  <a:pt x="87348" y="237824"/>
                </a:cubicBezTo>
                <a:cubicBezTo>
                  <a:pt x="80193" y="237824"/>
                  <a:pt x="74112" y="240327"/>
                  <a:pt x="69117" y="245334"/>
                </a:cubicBezTo>
                <a:cubicBezTo>
                  <a:pt x="64111" y="250328"/>
                  <a:pt x="61608" y="256409"/>
                  <a:pt x="61608" y="263564"/>
                </a:cubicBezTo>
                <a:cubicBezTo>
                  <a:pt x="61608" y="270708"/>
                  <a:pt x="64111" y="276789"/>
                  <a:pt x="69117" y="281795"/>
                </a:cubicBezTo>
                <a:cubicBezTo>
                  <a:pt x="74112" y="286790"/>
                  <a:pt x="80193" y="289293"/>
                  <a:pt x="87348" y="289293"/>
                </a:cubicBezTo>
                <a:cubicBezTo>
                  <a:pt x="94492" y="289293"/>
                  <a:pt x="100573" y="286790"/>
                  <a:pt x="105579" y="281795"/>
                </a:cubicBezTo>
                <a:close/>
                <a:moveTo>
                  <a:pt x="38976" y="245642"/>
                </a:moveTo>
                <a:lnTo>
                  <a:pt x="47469" y="245642"/>
                </a:lnTo>
                <a:cubicBezTo>
                  <a:pt x="50818" y="238178"/>
                  <a:pt x="56053" y="231995"/>
                  <a:pt x="63185" y="227103"/>
                </a:cubicBezTo>
                <a:cubicBezTo>
                  <a:pt x="70306" y="222199"/>
                  <a:pt x="78250" y="219753"/>
                  <a:pt x="87028" y="219753"/>
                </a:cubicBezTo>
                <a:cubicBezTo>
                  <a:pt x="95589" y="219753"/>
                  <a:pt x="103533" y="222211"/>
                  <a:pt x="110837" y="227137"/>
                </a:cubicBezTo>
                <a:cubicBezTo>
                  <a:pt x="118118" y="232063"/>
                  <a:pt x="123433" y="238235"/>
                  <a:pt x="126793" y="245642"/>
                </a:cubicBezTo>
                <a:lnTo>
                  <a:pt x="245494" y="245642"/>
                </a:lnTo>
                <a:lnTo>
                  <a:pt x="245494" y="93395"/>
                </a:lnTo>
                <a:cubicBezTo>
                  <a:pt x="245494" y="91977"/>
                  <a:pt x="245013" y="90823"/>
                  <a:pt x="244076" y="89931"/>
                </a:cubicBezTo>
                <a:cubicBezTo>
                  <a:pt x="243105" y="89017"/>
                  <a:pt x="241962" y="88560"/>
                  <a:pt x="240659" y="88560"/>
                </a:cubicBezTo>
                <a:lnTo>
                  <a:pt x="43811" y="88560"/>
                </a:lnTo>
                <a:cubicBezTo>
                  <a:pt x="42600" y="88560"/>
                  <a:pt x="41491" y="89063"/>
                  <a:pt x="40474" y="90057"/>
                </a:cubicBezTo>
                <a:cubicBezTo>
                  <a:pt x="39445" y="91074"/>
                  <a:pt x="38942" y="92194"/>
                  <a:pt x="38942" y="93395"/>
                </a:cubicBezTo>
                <a:lnTo>
                  <a:pt x="38942" y="245642"/>
                </a:lnTo>
                <a:close/>
                <a:moveTo>
                  <a:pt x="304895" y="281795"/>
                </a:moveTo>
                <a:cubicBezTo>
                  <a:pt x="309902" y="276789"/>
                  <a:pt x="312405" y="270708"/>
                  <a:pt x="312405" y="263564"/>
                </a:cubicBezTo>
                <a:cubicBezTo>
                  <a:pt x="312405" y="256409"/>
                  <a:pt x="309902" y="250328"/>
                  <a:pt x="304895" y="245334"/>
                </a:cubicBezTo>
                <a:cubicBezTo>
                  <a:pt x="299889" y="240327"/>
                  <a:pt x="293820" y="237824"/>
                  <a:pt x="286664" y="237824"/>
                </a:cubicBezTo>
                <a:cubicBezTo>
                  <a:pt x="279509" y="237824"/>
                  <a:pt x="273440" y="240327"/>
                  <a:pt x="268434" y="245334"/>
                </a:cubicBezTo>
                <a:cubicBezTo>
                  <a:pt x="263427" y="250328"/>
                  <a:pt x="260924" y="256409"/>
                  <a:pt x="260924" y="263564"/>
                </a:cubicBezTo>
                <a:cubicBezTo>
                  <a:pt x="260924" y="270708"/>
                  <a:pt x="263427" y="276789"/>
                  <a:pt x="268434" y="281795"/>
                </a:cubicBezTo>
                <a:cubicBezTo>
                  <a:pt x="273440" y="286790"/>
                  <a:pt x="279509" y="289293"/>
                  <a:pt x="286664" y="289293"/>
                </a:cubicBezTo>
                <a:cubicBezTo>
                  <a:pt x="293820" y="289293"/>
                  <a:pt x="299889" y="286790"/>
                  <a:pt x="304895" y="281795"/>
                </a:cubicBezTo>
                <a:close/>
                <a:moveTo>
                  <a:pt x="263290" y="212484"/>
                </a:moveTo>
                <a:lnTo>
                  <a:pt x="338328" y="212484"/>
                </a:lnTo>
                <a:lnTo>
                  <a:pt x="292917" y="152373"/>
                </a:lnTo>
                <a:cubicBezTo>
                  <a:pt x="292517" y="151768"/>
                  <a:pt x="291968" y="151299"/>
                  <a:pt x="291259" y="150956"/>
                </a:cubicBezTo>
                <a:cubicBezTo>
                  <a:pt x="290551" y="150590"/>
                  <a:pt x="289796" y="150407"/>
                  <a:pt x="288985" y="150407"/>
                </a:cubicBezTo>
                <a:lnTo>
                  <a:pt x="263290" y="150407"/>
                </a:lnTo>
                <a:lnTo>
                  <a:pt x="263290" y="212484"/>
                </a:lnTo>
                <a:close/>
                <a:moveTo>
                  <a:pt x="142349" y="16698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135634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950" dirty="0"/>
          </a:p>
        </p:txBody>
      </p:sp>
      <p:sp>
        <p:nvSpPr>
          <p:cNvPr id="49" name="圖示 包裝"/>
          <p:cNvSpPr/>
          <p:nvPr/>
        </p:nvSpPr>
        <p:spPr>
          <a:xfrm>
            <a:off x="223070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15937"/>
                </a:moveTo>
                <a:lnTo>
                  <a:pt x="179680" y="193624"/>
                </a:lnTo>
                <a:lnTo>
                  <a:pt x="72843" y="131856"/>
                </a:lnTo>
                <a:lnTo>
                  <a:pt x="72843" y="251460"/>
                </a:lnTo>
                <a:cubicBezTo>
                  <a:pt x="72843" y="252272"/>
                  <a:pt x="73038" y="253037"/>
                  <a:pt x="73438" y="253735"/>
                </a:cubicBezTo>
                <a:cubicBezTo>
                  <a:pt x="73826" y="254443"/>
                  <a:pt x="74432" y="255049"/>
                  <a:pt x="75244" y="255552"/>
                </a:cubicBezTo>
                <a:lnTo>
                  <a:pt x="179680" y="315937"/>
                </a:lnTo>
                <a:close/>
                <a:moveTo>
                  <a:pt x="197510" y="315937"/>
                </a:moveTo>
                <a:lnTo>
                  <a:pt x="301946" y="255552"/>
                </a:lnTo>
                <a:cubicBezTo>
                  <a:pt x="302758" y="255049"/>
                  <a:pt x="303364" y="254443"/>
                  <a:pt x="303752" y="253735"/>
                </a:cubicBezTo>
                <a:cubicBezTo>
                  <a:pt x="304152" y="253037"/>
                  <a:pt x="304347" y="252272"/>
                  <a:pt x="304347" y="251460"/>
                </a:cubicBezTo>
                <a:lnTo>
                  <a:pt x="304347" y="131628"/>
                </a:lnTo>
                <a:lnTo>
                  <a:pt x="197510" y="193624"/>
                </a:lnTo>
                <a:lnTo>
                  <a:pt x="197510" y="315937"/>
                </a:lnTo>
                <a:close/>
                <a:moveTo>
                  <a:pt x="177279" y="335036"/>
                </a:moveTo>
                <a:lnTo>
                  <a:pt x="66363" y="270982"/>
                </a:lnTo>
                <a:cubicBezTo>
                  <a:pt x="62796" y="268994"/>
                  <a:pt x="60019" y="266216"/>
                  <a:pt x="58030" y="262661"/>
                </a:cubicBezTo>
                <a:cubicBezTo>
                  <a:pt x="56041" y="259095"/>
                  <a:pt x="55047" y="255312"/>
                  <a:pt x="55047" y="251300"/>
                </a:cubicBezTo>
                <a:lnTo>
                  <a:pt x="55047" y="125890"/>
                </a:lnTo>
                <a:cubicBezTo>
                  <a:pt x="55047" y="121901"/>
                  <a:pt x="56041" y="118118"/>
                  <a:pt x="58030" y="114529"/>
                </a:cubicBezTo>
                <a:cubicBezTo>
                  <a:pt x="60019" y="110974"/>
                  <a:pt x="62796" y="108196"/>
                  <a:pt x="66363" y="106208"/>
                </a:cubicBezTo>
                <a:lnTo>
                  <a:pt x="177279" y="42154"/>
                </a:lnTo>
                <a:cubicBezTo>
                  <a:pt x="180845" y="40165"/>
                  <a:pt x="184629" y="39171"/>
                  <a:pt x="188629" y="39171"/>
                </a:cubicBezTo>
                <a:cubicBezTo>
                  <a:pt x="192618" y="39171"/>
                  <a:pt x="196402" y="40165"/>
                  <a:pt x="199991" y="42154"/>
                </a:cubicBezTo>
                <a:lnTo>
                  <a:pt x="310907" y="106208"/>
                </a:lnTo>
                <a:cubicBezTo>
                  <a:pt x="314474" y="108196"/>
                  <a:pt x="317251" y="110974"/>
                  <a:pt x="319240" y="114529"/>
                </a:cubicBezTo>
                <a:cubicBezTo>
                  <a:pt x="321229" y="118095"/>
                  <a:pt x="322223" y="121878"/>
                  <a:pt x="322223" y="125890"/>
                </a:cubicBezTo>
                <a:lnTo>
                  <a:pt x="322223" y="251300"/>
                </a:lnTo>
                <a:cubicBezTo>
                  <a:pt x="322223" y="255289"/>
                  <a:pt x="321229" y="259072"/>
                  <a:pt x="319240" y="262661"/>
                </a:cubicBezTo>
                <a:cubicBezTo>
                  <a:pt x="317251" y="266216"/>
                  <a:pt x="314474" y="268994"/>
                  <a:pt x="310907" y="270982"/>
                </a:cubicBezTo>
                <a:lnTo>
                  <a:pt x="199991" y="335036"/>
                </a:lnTo>
                <a:cubicBezTo>
                  <a:pt x="196425" y="337025"/>
                  <a:pt x="192641" y="338019"/>
                  <a:pt x="188629" y="338019"/>
                </a:cubicBezTo>
                <a:cubicBezTo>
                  <a:pt x="184652" y="338019"/>
                  <a:pt x="180868" y="337025"/>
                  <a:pt x="177279" y="335036"/>
                </a:cubicBezTo>
                <a:close/>
                <a:moveTo>
                  <a:pt x="250317" y="142509"/>
                </a:moveTo>
                <a:lnTo>
                  <a:pt x="294014" y="117203"/>
                </a:lnTo>
                <a:lnTo>
                  <a:pt x="190995" y="57596"/>
                </a:lnTo>
                <a:cubicBezTo>
                  <a:pt x="190184" y="57207"/>
                  <a:pt x="189372" y="57013"/>
                  <a:pt x="188561" y="57013"/>
                </a:cubicBezTo>
                <a:cubicBezTo>
                  <a:pt x="187749" y="57013"/>
                  <a:pt x="186926" y="57207"/>
                  <a:pt x="186115" y="57596"/>
                </a:cubicBezTo>
                <a:lnTo>
                  <a:pt x="145138" y="81210"/>
                </a:lnTo>
                <a:lnTo>
                  <a:pt x="250237" y="142464"/>
                </a:lnTo>
                <a:close/>
                <a:moveTo>
                  <a:pt x="188595" y="178571"/>
                </a:moveTo>
                <a:lnTo>
                  <a:pt x="232635" y="152796"/>
                </a:lnTo>
                <a:lnTo>
                  <a:pt x="126987" y="91817"/>
                </a:lnTo>
                <a:lnTo>
                  <a:pt x="82948" y="117203"/>
                </a:lnTo>
                <a:lnTo>
                  <a:pt x="188595" y="17857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204974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950" dirty="0"/>
          </a:p>
        </p:txBody>
      </p:sp>
      <p:sp>
        <p:nvSpPr>
          <p:cNvPr id="51" name="圖示 資料庫"/>
          <p:cNvSpPr/>
          <p:nvPr/>
        </p:nvSpPr>
        <p:spPr>
          <a:xfrm>
            <a:off x="292410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22189"/>
                </a:moveTo>
                <a:cubicBezTo>
                  <a:pt x="150453" y="322189"/>
                  <a:pt x="118655" y="316805"/>
                  <a:pt x="93200" y="306038"/>
                </a:cubicBezTo>
                <a:cubicBezTo>
                  <a:pt x="67734" y="295271"/>
                  <a:pt x="55013" y="281807"/>
                  <a:pt x="55013" y="265645"/>
                </a:cubicBezTo>
                <a:lnTo>
                  <a:pt x="55013" y="110014"/>
                </a:lnTo>
                <a:cubicBezTo>
                  <a:pt x="55013" y="94846"/>
                  <a:pt x="68043" y="81885"/>
                  <a:pt x="94103" y="71117"/>
                </a:cubicBezTo>
                <a:cubicBezTo>
                  <a:pt x="120186" y="60373"/>
                  <a:pt x="151688" y="55013"/>
                  <a:pt x="188595" y="55013"/>
                </a:cubicBezTo>
                <a:cubicBezTo>
                  <a:pt x="225502" y="55013"/>
                  <a:pt x="257004" y="60373"/>
                  <a:pt x="283087" y="71117"/>
                </a:cubicBezTo>
                <a:cubicBezTo>
                  <a:pt x="309147" y="81885"/>
                  <a:pt x="322189" y="94846"/>
                  <a:pt x="322189" y="110014"/>
                </a:cubicBezTo>
                <a:lnTo>
                  <a:pt x="322189" y="265645"/>
                </a:lnTo>
                <a:cubicBezTo>
                  <a:pt x="322189" y="281784"/>
                  <a:pt x="309456" y="295225"/>
                  <a:pt x="283990" y="305993"/>
                </a:cubicBezTo>
                <a:cubicBezTo>
                  <a:pt x="258535" y="316782"/>
                  <a:pt x="226737" y="322189"/>
                  <a:pt x="188595" y="322189"/>
                </a:cubicBezTo>
                <a:close/>
                <a:moveTo>
                  <a:pt x="188595" y="138143"/>
                </a:moveTo>
                <a:cubicBezTo>
                  <a:pt x="210918" y="138143"/>
                  <a:pt x="233755" y="134817"/>
                  <a:pt x="257118" y="128165"/>
                </a:cubicBezTo>
                <a:cubicBezTo>
                  <a:pt x="280481" y="121512"/>
                  <a:pt x="295408" y="114026"/>
                  <a:pt x="301912" y="105693"/>
                </a:cubicBezTo>
                <a:cubicBezTo>
                  <a:pt x="295225" y="97418"/>
                  <a:pt x="280275" y="89863"/>
                  <a:pt x="257038" y="83016"/>
                </a:cubicBezTo>
                <a:cubicBezTo>
                  <a:pt x="233778" y="76215"/>
                  <a:pt x="210964" y="72809"/>
                  <a:pt x="188595" y="72809"/>
                </a:cubicBezTo>
                <a:cubicBezTo>
                  <a:pt x="165861" y="72809"/>
                  <a:pt x="142875" y="76078"/>
                  <a:pt x="119638" y="82627"/>
                </a:cubicBezTo>
                <a:cubicBezTo>
                  <a:pt x="96435" y="89177"/>
                  <a:pt x="81462" y="96652"/>
                  <a:pt x="74729" y="105065"/>
                </a:cubicBezTo>
                <a:cubicBezTo>
                  <a:pt x="81359" y="113911"/>
                  <a:pt x="96115" y="121649"/>
                  <a:pt x="119009" y="128245"/>
                </a:cubicBezTo>
                <a:cubicBezTo>
                  <a:pt x="141903" y="134817"/>
                  <a:pt x="165083" y="138109"/>
                  <a:pt x="188561" y="138109"/>
                </a:cubicBezTo>
                <a:close/>
                <a:moveTo>
                  <a:pt x="188355" y="221171"/>
                </a:moveTo>
                <a:cubicBezTo>
                  <a:pt x="199259" y="221171"/>
                  <a:pt x="210152" y="220576"/>
                  <a:pt x="221045" y="219399"/>
                </a:cubicBezTo>
                <a:cubicBezTo>
                  <a:pt x="231949" y="218222"/>
                  <a:pt x="242362" y="216473"/>
                  <a:pt x="252283" y="214175"/>
                </a:cubicBezTo>
                <a:cubicBezTo>
                  <a:pt x="262216" y="211866"/>
                  <a:pt x="271645" y="209043"/>
                  <a:pt x="280572" y="205683"/>
                </a:cubicBezTo>
                <a:cubicBezTo>
                  <a:pt x="289476" y="202334"/>
                  <a:pt x="297409" y="198619"/>
                  <a:pt x="304347" y="194527"/>
                </a:cubicBezTo>
                <a:lnTo>
                  <a:pt x="304347" y="128633"/>
                </a:lnTo>
                <a:cubicBezTo>
                  <a:pt x="297146" y="132828"/>
                  <a:pt x="289110" y="136600"/>
                  <a:pt x="280264" y="139949"/>
                </a:cubicBezTo>
                <a:cubicBezTo>
                  <a:pt x="271382" y="143309"/>
                  <a:pt x="261907" y="146133"/>
                  <a:pt x="251849" y="148441"/>
                </a:cubicBezTo>
                <a:cubicBezTo>
                  <a:pt x="241790" y="150750"/>
                  <a:pt x="231423" y="152522"/>
                  <a:pt x="220736" y="153779"/>
                </a:cubicBezTo>
                <a:cubicBezTo>
                  <a:pt x="210049" y="155037"/>
                  <a:pt x="199259" y="155665"/>
                  <a:pt x="188355" y="155665"/>
                </a:cubicBezTo>
                <a:cubicBezTo>
                  <a:pt x="177256" y="155665"/>
                  <a:pt x="166226" y="155014"/>
                  <a:pt x="155277" y="153711"/>
                </a:cubicBezTo>
                <a:cubicBezTo>
                  <a:pt x="144327" y="152396"/>
                  <a:pt x="133891" y="150590"/>
                  <a:pt x="123958" y="148281"/>
                </a:cubicBezTo>
                <a:cubicBezTo>
                  <a:pt x="114037" y="145973"/>
                  <a:pt x="104722" y="143172"/>
                  <a:pt x="96023" y="139880"/>
                </a:cubicBezTo>
                <a:cubicBezTo>
                  <a:pt x="87359" y="136577"/>
                  <a:pt x="79633" y="132828"/>
                  <a:pt x="72843" y="128633"/>
                </a:cubicBezTo>
                <a:lnTo>
                  <a:pt x="72843" y="194527"/>
                </a:lnTo>
                <a:cubicBezTo>
                  <a:pt x="79530" y="198619"/>
                  <a:pt x="87188" y="202311"/>
                  <a:pt x="95829" y="205603"/>
                </a:cubicBezTo>
                <a:cubicBezTo>
                  <a:pt x="104470" y="208906"/>
                  <a:pt x="113774" y="211741"/>
                  <a:pt x="123730" y="214095"/>
                </a:cubicBezTo>
                <a:cubicBezTo>
                  <a:pt x="133651" y="216450"/>
                  <a:pt x="144064" y="218222"/>
                  <a:pt x="154968" y="219399"/>
                </a:cubicBezTo>
                <a:cubicBezTo>
                  <a:pt x="165861" y="220576"/>
                  <a:pt x="176994" y="221171"/>
                  <a:pt x="188355" y="221171"/>
                </a:cubicBezTo>
                <a:close/>
                <a:moveTo>
                  <a:pt x="188595" y="304347"/>
                </a:moveTo>
                <a:cubicBezTo>
                  <a:pt x="201774" y="304347"/>
                  <a:pt x="214838" y="303364"/>
                  <a:pt x="227811" y="301398"/>
                </a:cubicBezTo>
                <a:cubicBezTo>
                  <a:pt x="240773" y="299432"/>
                  <a:pt x="252534" y="296757"/>
                  <a:pt x="263096" y="293385"/>
                </a:cubicBezTo>
                <a:cubicBezTo>
                  <a:pt x="273668" y="290025"/>
                  <a:pt x="282641" y="286161"/>
                  <a:pt x="290002" y="281795"/>
                </a:cubicBezTo>
                <a:cubicBezTo>
                  <a:pt x="297386" y="277440"/>
                  <a:pt x="302175" y="272857"/>
                  <a:pt x="304347" y="268045"/>
                </a:cubicBezTo>
                <a:lnTo>
                  <a:pt x="304347" y="212564"/>
                </a:lnTo>
                <a:cubicBezTo>
                  <a:pt x="297409" y="216759"/>
                  <a:pt x="289476" y="220462"/>
                  <a:pt x="280572" y="223685"/>
                </a:cubicBezTo>
                <a:cubicBezTo>
                  <a:pt x="271668" y="226908"/>
                  <a:pt x="262238" y="229663"/>
                  <a:pt x="252283" y="231972"/>
                </a:cubicBezTo>
                <a:cubicBezTo>
                  <a:pt x="242362" y="234281"/>
                  <a:pt x="231983" y="236018"/>
                  <a:pt x="221171" y="237195"/>
                </a:cubicBezTo>
                <a:cubicBezTo>
                  <a:pt x="210346" y="238373"/>
                  <a:pt x="199408" y="238967"/>
                  <a:pt x="188355" y="238967"/>
                </a:cubicBezTo>
                <a:cubicBezTo>
                  <a:pt x="176994" y="238967"/>
                  <a:pt x="165861" y="238373"/>
                  <a:pt x="154957" y="237195"/>
                </a:cubicBezTo>
                <a:cubicBezTo>
                  <a:pt x="144064" y="236018"/>
                  <a:pt x="133651" y="234281"/>
                  <a:pt x="123730" y="231972"/>
                </a:cubicBezTo>
                <a:cubicBezTo>
                  <a:pt x="113797" y="229663"/>
                  <a:pt x="104527" y="226874"/>
                  <a:pt x="95909" y="223605"/>
                </a:cubicBezTo>
                <a:cubicBezTo>
                  <a:pt x="87291" y="220325"/>
                  <a:pt x="79599" y="216644"/>
                  <a:pt x="72843" y="212564"/>
                </a:cubicBezTo>
                <a:lnTo>
                  <a:pt x="72843" y="268274"/>
                </a:lnTo>
                <a:cubicBezTo>
                  <a:pt x="74867" y="273017"/>
                  <a:pt x="79507" y="277589"/>
                  <a:pt x="86788" y="281990"/>
                </a:cubicBezTo>
                <a:cubicBezTo>
                  <a:pt x="94103" y="286367"/>
                  <a:pt x="103076" y="290196"/>
                  <a:pt x="113706" y="293500"/>
                </a:cubicBezTo>
                <a:cubicBezTo>
                  <a:pt x="124370" y="296780"/>
                  <a:pt x="136177" y="299409"/>
                  <a:pt x="149150" y="301398"/>
                </a:cubicBezTo>
                <a:cubicBezTo>
                  <a:pt x="162112" y="303364"/>
                  <a:pt x="175268" y="304347"/>
                  <a:pt x="188595" y="30434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274314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sp>
        <p:nvSpPr>
          <p:cNvPr id="53" name="圖示 雲端"/>
          <p:cNvSpPr/>
          <p:nvPr/>
        </p:nvSpPr>
        <p:spPr>
          <a:xfrm>
            <a:off x="361750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9521" y="306473"/>
                </a:moveTo>
                <a:cubicBezTo>
                  <a:pt x="78387" y="306473"/>
                  <a:pt x="60442" y="299066"/>
                  <a:pt x="45697" y="284264"/>
                </a:cubicBezTo>
                <a:cubicBezTo>
                  <a:pt x="30952" y="269474"/>
                  <a:pt x="23580" y="251494"/>
                  <a:pt x="23580" y="230360"/>
                </a:cubicBezTo>
                <a:cubicBezTo>
                  <a:pt x="23580" y="211135"/>
                  <a:pt x="30015" y="194230"/>
                  <a:pt x="42908" y="179634"/>
                </a:cubicBezTo>
                <a:cubicBezTo>
                  <a:pt x="55790" y="165049"/>
                  <a:pt x="71872" y="156831"/>
                  <a:pt x="91154" y="155002"/>
                </a:cubicBezTo>
                <a:cubicBezTo>
                  <a:pt x="95189" y="130588"/>
                  <a:pt x="106413" y="110482"/>
                  <a:pt x="124827" y="94686"/>
                </a:cubicBezTo>
                <a:cubicBezTo>
                  <a:pt x="143241" y="78901"/>
                  <a:pt x="164706" y="71003"/>
                  <a:pt x="189224" y="71003"/>
                </a:cubicBezTo>
                <a:cubicBezTo>
                  <a:pt x="216644" y="71003"/>
                  <a:pt x="239847" y="80913"/>
                  <a:pt x="258809" y="100744"/>
                </a:cubicBezTo>
                <a:cubicBezTo>
                  <a:pt x="277772" y="120575"/>
                  <a:pt x="287259" y="144407"/>
                  <a:pt x="287259" y="172250"/>
                </a:cubicBezTo>
                <a:lnTo>
                  <a:pt x="287259" y="187143"/>
                </a:lnTo>
                <a:lnTo>
                  <a:pt x="292082" y="187143"/>
                </a:lnTo>
                <a:cubicBezTo>
                  <a:pt x="309239" y="186515"/>
                  <a:pt x="323778" y="191921"/>
                  <a:pt x="335699" y="203374"/>
                </a:cubicBezTo>
                <a:cubicBezTo>
                  <a:pt x="347643" y="214793"/>
                  <a:pt x="353621" y="229240"/>
                  <a:pt x="353621" y="246705"/>
                </a:cubicBezTo>
                <a:cubicBezTo>
                  <a:pt x="353621" y="263073"/>
                  <a:pt x="347746" y="277132"/>
                  <a:pt x="336019" y="288870"/>
                </a:cubicBezTo>
                <a:cubicBezTo>
                  <a:pt x="324281" y="300598"/>
                  <a:pt x="310222" y="306473"/>
                  <a:pt x="293854" y="306473"/>
                </a:cubicBezTo>
                <a:lnTo>
                  <a:pt x="99521" y="306473"/>
                </a:lnTo>
                <a:close/>
                <a:moveTo>
                  <a:pt x="99521" y="288630"/>
                </a:moveTo>
                <a:lnTo>
                  <a:pt x="293854" y="288630"/>
                </a:lnTo>
                <a:cubicBezTo>
                  <a:pt x="305432" y="288630"/>
                  <a:pt x="315319" y="284538"/>
                  <a:pt x="323515" y="276366"/>
                </a:cubicBezTo>
                <a:cubicBezTo>
                  <a:pt x="331687" y="268194"/>
                  <a:pt x="335779" y="258341"/>
                  <a:pt x="335779" y="246785"/>
                </a:cubicBezTo>
                <a:cubicBezTo>
                  <a:pt x="335779" y="235264"/>
                  <a:pt x="331687" y="225400"/>
                  <a:pt x="323515" y="217204"/>
                </a:cubicBezTo>
                <a:cubicBezTo>
                  <a:pt x="315342" y="209032"/>
                  <a:pt x="305455" y="204940"/>
                  <a:pt x="293854" y="204940"/>
                </a:cubicBezTo>
                <a:lnTo>
                  <a:pt x="269417" y="204940"/>
                </a:lnTo>
                <a:lnTo>
                  <a:pt x="269417" y="172250"/>
                </a:lnTo>
                <a:cubicBezTo>
                  <a:pt x="269417" y="149013"/>
                  <a:pt x="261530" y="129308"/>
                  <a:pt x="245768" y="113123"/>
                </a:cubicBezTo>
                <a:cubicBezTo>
                  <a:pt x="229972" y="96904"/>
                  <a:pt x="210701" y="88800"/>
                  <a:pt x="187966" y="88800"/>
                </a:cubicBezTo>
                <a:cubicBezTo>
                  <a:pt x="165312" y="88800"/>
                  <a:pt x="146030" y="96904"/>
                  <a:pt x="130131" y="113123"/>
                </a:cubicBezTo>
                <a:cubicBezTo>
                  <a:pt x="114231" y="129308"/>
                  <a:pt x="106276" y="149013"/>
                  <a:pt x="106276" y="172250"/>
                </a:cubicBezTo>
                <a:lnTo>
                  <a:pt x="98664" y="172250"/>
                </a:lnTo>
                <a:cubicBezTo>
                  <a:pt x="82707" y="172250"/>
                  <a:pt x="69174" y="177874"/>
                  <a:pt x="58076" y="189109"/>
                </a:cubicBezTo>
                <a:cubicBezTo>
                  <a:pt x="46966" y="200345"/>
                  <a:pt x="41411" y="214152"/>
                  <a:pt x="41411" y="230520"/>
                </a:cubicBezTo>
                <a:cubicBezTo>
                  <a:pt x="41411" y="246625"/>
                  <a:pt x="47069" y="260341"/>
                  <a:pt x="58384" y="271657"/>
                </a:cubicBezTo>
                <a:cubicBezTo>
                  <a:pt x="69700" y="282973"/>
                  <a:pt x="83416" y="288630"/>
                  <a:pt x="99521" y="288630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343654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950" dirty="0"/>
          </a:p>
        </p:txBody>
      </p:sp>
      <p:sp>
        <p:nvSpPr>
          <p:cNvPr id="55" name="圖示 伺服器"/>
          <p:cNvSpPr/>
          <p:nvPr/>
        </p:nvSpPr>
        <p:spPr>
          <a:xfrm>
            <a:off x="431091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4106" y="103922"/>
                </a:moveTo>
                <a:cubicBezTo>
                  <a:pt x="109442" y="103922"/>
                  <a:pt x="105487" y="105556"/>
                  <a:pt x="102230" y="108836"/>
                </a:cubicBezTo>
                <a:cubicBezTo>
                  <a:pt x="98984" y="112105"/>
                  <a:pt x="97361" y="116083"/>
                  <a:pt x="97361" y="120735"/>
                </a:cubicBezTo>
                <a:cubicBezTo>
                  <a:pt x="97361" y="125399"/>
                  <a:pt x="98995" y="129353"/>
                  <a:pt x="102276" y="132611"/>
                </a:cubicBezTo>
                <a:cubicBezTo>
                  <a:pt x="105545" y="135857"/>
                  <a:pt x="109511" y="137480"/>
                  <a:pt x="114174" y="137480"/>
                </a:cubicBezTo>
                <a:cubicBezTo>
                  <a:pt x="118838" y="137480"/>
                  <a:pt x="122792" y="135846"/>
                  <a:pt x="126050" y="132565"/>
                </a:cubicBezTo>
                <a:cubicBezTo>
                  <a:pt x="129296" y="129296"/>
                  <a:pt x="130919" y="125319"/>
                  <a:pt x="130919" y="120667"/>
                </a:cubicBezTo>
                <a:cubicBezTo>
                  <a:pt x="130919" y="116003"/>
                  <a:pt x="129285" y="112048"/>
                  <a:pt x="126004" y="108791"/>
                </a:cubicBezTo>
                <a:cubicBezTo>
                  <a:pt x="122735" y="105545"/>
                  <a:pt x="118758" y="103922"/>
                  <a:pt x="114094" y="103922"/>
                </a:cubicBezTo>
                <a:close/>
                <a:moveTo>
                  <a:pt x="114106" y="255392"/>
                </a:moveTo>
                <a:cubicBezTo>
                  <a:pt x="109442" y="255392"/>
                  <a:pt x="105487" y="257026"/>
                  <a:pt x="102230" y="260295"/>
                </a:cubicBezTo>
                <a:cubicBezTo>
                  <a:pt x="98984" y="263576"/>
                  <a:pt x="97361" y="267542"/>
                  <a:pt x="97361" y="272205"/>
                </a:cubicBezTo>
                <a:cubicBezTo>
                  <a:pt x="97361" y="276869"/>
                  <a:pt x="98995" y="280824"/>
                  <a:pt x="102276" y="284070"/>
                </a:cubicBezTo>
                <a:cubicBezTo>
                  <a:pt x="105545" y="287316"/>
                  <a:pt x="109511" y="288939"/>
                  <a:pt x="114174" y="288939"/>
                </a:cubicBezTo>
                <a:cubicBezTo>
                  <a:pt x="118838" y="288939"/>
                  <a:pt x="122792" y="287304"/>
                  <a:pt x="126050" y="284036"/>
                </a:cubicBezTo>
                <a:cubicBezTo>
                  <a:pt x="129296" y="280755"/>
                  <a:pt x="130919" y="276789"/>
                  <a:pt x="130919" y="272125"/>
                </a:cubicBezTo>
                <a:cubicBezTo>
                  <a:pt x="130919" y="267462"/>
                  <a:pt x="129285" y="263507"/>
                  <a:pt x="126004" y="260261"/>
                </a:cubicBezTo>
                <a:cubicBezTo>
                  <a:pt x="122735" y="257015"/>
                  <a:pt x="118758" y="255392"/>
                  <a:pt x="114094" y="255392"/>
                </a:cubicBezTo>
                <a:close/>
                <a:moveTo>
                  <a:pt x="67151" y="60076"/>
                </a:moveTo>
                <a:lnTo>
                  <a:pt x="309810" y="60076"/>
                </a:lnTo>
                <a:cubicBezTo>
                  <a:pt x="313479" y="60076"/>
                  <a:pt x="316451" y="61219"/>
                  <a:pt x="318726" y="63494"/>
                </a:cubicBezTo>
                <a:cubicBezTo>
                  <a:pt x="321034" y="65768"/>
                  <a:pt x="322189" y="68843"/>
                  <a:pt x="322189" y="72683"/>
                </a:cubicBezTo>
                <a:lnTo>
                  <a:pt x="322189" y="166352"/>
                </a:lnTo>
                <a:cubicBezTo>
                  <a:pt x="322189" y="170810"/>
                  <a:pt x="321034" y="174468"/>
                  <a:pt x="318726" y="177314"/>
                </a:cubicBezTo>
                <a:cubicBezTo>
                  <a:pt x="316417" y="180148"/>
                  <a:pt x="313445" y="181566"/>
                  <a:pt x="309810" y="181566"/>
                </a:cubicBezTo>
                <a:lnTo>
                  <a:pt x="67151" y="181566"/>
                </a:lnTo>
                <a:cubicBezTo>
                  <a:pt x="63642" y="181566"/>
                  <a:pt x="60728" y="180148"/>
                  <a:pt x="58430" y="177314"/>
                </a:cubicBezTo>
                <a:cubicBezTo>
                  <a:pt x="56144" y="174490"/>
                  <a:pt x="55013" y="170844"/>
                  <a:pt x="55013" y="166398"/>
                </a:cubicBezTo>
                <a:lnTo>
                  <a:pt x="55013" y="72729"/>
                </a:lnTo>
                <a:cubicBezTo>
                  <a:pt x="55013" y="68877"/>
                  <a:pt x="56156" y="65814"/>
                  <a:pt x="58464" y="63528"/>
                </a:cubicBezTo>
                <a:cubicBezTo>
                  <a:pt x="60773" y="61253"/>
                  <a:pt x="63677" y="60110"/>
                  <a:pt x="67186" y="60110"/>
                </a:cubicBezTo>
                <a:close/>
                <a:moveTo>
                  <a:pt x="72843" y="77918"/>
                </a:moveTo>
                <a:lnTo>
                  <a:pt x="72843" y="163769"/>
                </a:lnTo>
                <a:lnTo>
                  <a:pt x="304347" y="163769"/>
                </a:lnTo>
                <a:lnTo>
                  <a:pt x="304347" y="77918"/>
                </a:lnTo>
                <a:lnTo>
                  <a:pt x="72843" y="77918"/>
                </a:lnTo>
                <a:close/>
                <a:moveTo>
                  <a:pt x="67151" y="211306"/>
                </a:moveTo>
                <a:lnTo>
                  <a:pt x="308199" y="211306"/>
                </a:lnTo>
                <a:cubicBezTo>
                  <a:pt x="311913" y="211306"/>
                  <a:pt x="315171" y="212815"/>
                  <a:pt x="317983" y="215821"/>
                </a:cubicBezTo>
                <a:cubicBezTo>
                  <a:pt x="320783" y="218862"/>
                  <a:pt x="322189" y="222279"/>
                  <a:pt x="322189" y="226074"/>
                </a:cubicBezTo>
                <a:lnTo>
                  <a:pt x="322189" y="317708"/>
                </a:lnTo>
                <a:cubicBezTo>
                  <a:pt x="322189" y="322657"/>
                  <a:pt x="320783" y="326452"/>
                  <a:pt x="317983" y="329104"/>
                </a:cubicBezTo>
                <a:cubicBezTo>
                  <a:pt x="315171" y="331744"/>
                  <a:pt x="311913" y="333070"/>
                  <a:pt x="308199" y="333070"/>
                </a:cubicBezTo>
                <a:lnTo>
                  <a:pt x="68957" y="333070"/>
                </a:lnTo>
                <a:cubicBezTo>
                  <a:pt x="64968" y="333070"/>
                  <a:pt x="61642" y="331744"/>
                  <a:pt x="58979" y="329104"/>
                </a:cubicBezTo>
                <a:cubicBezTo>
                  <a:pt x="56327" y="326452"/>
                  <a:pt x="55013" y="322657"/>
                  <a:pt x="55013" y="317708"/>
                </a:cubicBezTo>
                <a:lnTo>
                  <a:pt x="55013" y="226074"/>
                </a:lnTo>
                <a:cubicBezTo>
                  <a:pt x="55013" y="222256"/>
                  <a:pt x="56098" y="218839"/>
                  <a:pt x="58270" y="215821"/>
                </a:cubicBezTo>
                <a:cubicBezTo>
                  <a:pt x="60442" y="212815"/>
                  <a:pt x="63402" y="211306"/>
                  <a:pt x="67151" y="211306"/>
                </a:cubicBezTo>
                <a:close/>
                <a:moveTo>
                  <a:pt x="72843" y="229149"/>
                </a:moveTo>
                <a:lnTo>
                  <a:pt x="72843" y="315228"/>
                </a:lnTo>
                <a:lnTo>
                  <a:pt x="304347" y="315228"/>
                </a:lnTo>
                <a:lnTo>
                  <a:pt x="304347" y="229149"/>
                </a:lnTo>
                <a:lnTo>
                  <a:pt x="72843" y="229149"/>
                </a:lnTo>
                <a:close/>
                <a:moveTo>
                  <a:pt x="72843" y="77918"/>
                </a:moveTo>
                <a:lnTo>
                  <a:pt x="72843" y="163769"/>
                </a:lnTo>
                <a:lnTo>
                  <a:pt x="72843" y="77918"/>
                </a:lnTo>
                <a:close/>
                <a:moveTo>
                  <a:pt x="72843" y="229149"/>
                </a:moveTo>
                <a:lnTo>
                  <a:pt x="72843" y="315228"/>
                </a:lnTo>
                <a:lnTo>
                  <a:pt x="72843" y="22914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412994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950" dirty="0"/>
          </a:p>
        </p:txBody>
      </p:sp>
      <p:sp>
        <p:nvSpPr>
          <p:cNvPr id="57" name="圖示 網路"/>
          <p:cNvSpPr/>
          <p:nvPr/>
        </p:nvSpPr>
        <p:spPr>
          <a:xfrm>
            <a:off x="500431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1081" y="323675"/>
                </a:moveTo>
                <a:lnTo>
                  <a:pt x="51081" y="260650"/>
                </a:lnTo>
                <a:cubicBezTo>
                  <a:pt x="51081" y="255678"/>
                  <a:pt x="52864" y="251403"/>
                  <a:pt x="56418" y="247848"/>
                </a:cubicBezTo>
                <a:cubicBezTo>
                  <a:pt x="59985" y="244282"/>
                  <a:pt x="64248" y="242499"/>
                  <a:pt x="69232" y="242499"/>
                </a:cubicBezTo>
                <a:lnTo>
                  <a:pt x="98229" y="242499"/>
                </a:lnTo>
                <a:lnTo>
                  <a:pt x="98229" y="202345"/>
                </a:lnTo>
                <a:cubicBezTo>
                  <a:pt x="98229" y="196162"/>
                  <a:pt x="100470" y="190847"/>
                  <a:pt x="104950" y="186400"/>
                </a:cubicBezTo>
                <a:cubicBezTo>
                  <a:pt x="109419" y="181920"/>
                  <a:pt x="114746" y="179680"/>
                  <a:pt x="120895" y="179680"/>
                </a:cubicBezTo>
                <a:lnTo>
                  <a:pt x="179680" y="179680"/>
                </a:lnTo>
                <a:lnTo>
                  <a:pt x="179680" y="134645"/>
                </a:lnTo>
                <a:lnTo>
                  <a:pt x="150682" y="134645"/>
                </a:lnTo>
                <a:cubicBezTo>
                  <a:pt x="145698" y="134645"/>
                  <a:pt x="141435" y="132862"/>
                  <a:pt x="137869" y="129308"/>
                </a:cubicBezTo>
                <a:cubicBezTo>
                  <a:pt x="134314" y="125741"/>
                  <a:pt x="132531" y="121478"/>
                  <a:pt x="132531" y="116495"/>
                </a:cubicBezTo>
                <a:lnTo>
                  <a:pt x="132531" y="53470"/>
                </a:lnTo>
                <a:cubicBezTo>
                  <a:pt x="132531" y="48497"/>
                  <a:pt x="134314" y="44223"/>
                  <a:pt x="137869" y="40668"/>
                </a:cubicBezTo>
                <a:cubicBezTo>
                  <a:pt x="141435" y="37125"/>
                  <a:pt x="145698" y="35364"/>
                  <a:pt x="150682" y="35364"/>
                </a:cubicBezTo>
                <a:lnTo>
                  <a:pt x="226554" y="35364"/>
                </a:lnTo>
                <a:cubicBezTo>
                  <a:pt x="231526" y="35364"/>
                  <a:pt x="235801" y="37148"/>
                  <a:pt x="239356" y="40702"/>
                </a:cubicBezTo>
                <a:cubicBezTo>
                  <a:pt x="242922" y="44268"/>
                  <a:pt x="244705" y="48532"/>
                  <a:pt x="244705" y="53515"/>
                </a:cubicBezTo>
                <a:lnTo>
                  <a:pt x="244705" y="116540"/>
                </a:lnTo>
                <a:cubicBezTo>
                  <a:pt x="244705" y="121512"/>
                  <a:pt x="242922" y="125787"/>
                  <a:pt x="239356" y="129342"/>
                </a:cubicBezTo>
                <a:cubicBezTo>
                  <a:pt x="235801" y="132908"/>
                  <a:pt x="231526" y="134691"/>
                  <a:pt x="226554" y="134691"/>
                </a:cubicBezTo>
                <a:lnTo>
                  <a:pt x="197556" y="134691"/>
                </a:lnTo>
                <a:lnTo>
                  <a:pt x="197556" y="179714"/>
                </a:lnTo>
                <a:lnTo>
                  <a:pt x="256329" y="179714"/>
                </a:lnTo>
                <a:cubicBezTo>
                  <a:pt x="262513" y="179714"/>
                  <a:pt x="267828" y="181954"/>
                  <a:pt x="272285" y="186435"/>
                </a:cubicBezTo>
                <a:cubicBezTo>
                  <a:pt x="276732" y="190858"/>
                  <a:pt x="278961" y="196162"/>
                  <a:pt x="278961" y="202345"/>
                </a:cubicBezTo>
                <a:lnTo>
                  <a:pt x="278961" y="242545"/>
                </a:lnTo>
                <a:lnTo>
                  <a:pt x="307958" y="242545"/>
                </a:lnTo>
                <a:cubicBezTo>
                  <a:pt x="312942" y="242545"/>
                  <a:pt x="317205" y="244328"/>
                  <a:pt x="320772" y="247882"/>
                </a:cubicBezTo>
                <a:cubicBezTo>
                  <a:pt x="324326" y="251449"/>
                  <a:pt x="326109" y="255712"/>
                  <a:pt x="326109" y="260695"/>
                </a:cubicBezTo>
                <a:lnTo>
                  <a:pt x="326109" y="323720"/>
                </a:lnTo>
                <a:cubicBezTo>
                  <a:pt x="326109" y="328693"/>
                  <a:pt x="324326" y="332967"/>
                  <a:pt x="320772" y="336522"/>
                </a:cubicBezTo>
                <a:cubicBezTo>
                  <a:pt x="317205" y="340065"/>
                  <a:pt x="312953" y="341826"/>
                  <a:pt x="308004" y="341826"/>
                </a:cubicBezTo>
                <a:lnTo>
                  <a:pt x="232132" y="341826"/>
                </a:lnTo>
                <a:cubicBezTo>
                  <a:pt x="227148" y="341826"/>
                  <a:pt x="222885" y="340042"/>
                  <a:pt x="219319" y="336488"/>
                </a:cubicBezTo>
                <a:cubicBezTo>
                  <a:pt x="215753" y="332922"/>
                  <a:pt x="213981" y="328658"/>
                  <a:pt x="213981" y="323675"/>
                </a:cubicBezTo>
                <a:lnTo>
                  <a:pt x="213981" y="260650"/>
                </a:lnTo>
                <a:cubicBezTo>
                  <a:pt x="213981" y="255678"/>
                  <a:pt x="215753" y="251403"/>
                  <a:pt x="219319" y="247848"/>
                </a:cubicBezTo>
                <a:cubicBezTo>
                  <a:pt x="222885" y="244282"/>
                  <a:pt x="227148" y="242499"/>
                  <a:pt x="232132" y="242499"/>
                </a:cubicBezTo>
                <a:lnTo>
                  <a:pt x="261130" y="242499"/>
                </a:lnTo>
                <a:lnTo>
                  <a:pt x="261130" y="202345"/>
                </a:lnTo>
                <a:cubicBezTo>
                  <a:pt x="261130" y="200928"/>
                  <a:pt x="260673" y="199785"/>
                  <a:pt x="259747" y="198893"/>
                </a:cubicBezTo>
                <a:cubicBezTo>
                  <a:pt x="258832" y="197968"/>
                  <a:pt x="257678" y="197510"/>
                  <a:pt x="256295" y="197510"/>
                </a:cubicBezTo>
                <a:lnTo>
                  <a:pt x="120895" y="197510"/>
                </a:lnTo>
                <a:cubicBezTo>
                  <a:pt x="119478" y="197510"/>
                  <a:pt x="118335" y="197968"/>
                  <a:pt x="117443" y="198893"/>
                </a:cubicBezTo>
                <a:cubicBezTo>
                  <a:pt x="116517" y="199808"/>
                  <a:pt x="116060" y="200962"/>
                  <a:pt x="116060" y="202345"/>
                </a:cubicBezTo>
                <a:lnTo>
                  <a:pt x="116060" y="242545"/>
                </a:lnTo>
                <a:lnTo>
                  <a:pt x="145058" y="242545"/>
                </a:lnTo>
                <a:cubicBezTo>
                  <a:pt x="150042" y="242545"/>
                  <a:pt x="154305" y="244328"/>
                  <a:pt x="157871" y="247882"/>
                </a:cubicBezTo>
                <a:cubicBezTo>
                  <a:pt x="161437" y="251449"/>
                  <a:pt x="163209" y="255712"/>
                  <a:pt x="163209" y="260695"/>
                </a:cubicBezTo>
                <a:lnTo>
                  <a:pt x="163209" y="323720"/>
                </a:lnTo>
                <a:cubicBezTo>
                  <a:pt x="163209" y="328693"/>
                  <a:pt x="161437" y="332967"/>
                  <a:pt x="157871" y="336522"/>
                </a:cubicBezTo>
                <a:cubicBezTo>
                  <a:pt x="154305" y="340065"/>
                  <a:pt x="150042" y="341826"/>
                  <a:pt x="145058" y="341826"/>
                </a:cubicBezTo>
                <a:lnTo>
                  <a:pt x="69232" y="341826"/>
                </a:lnTo>
                <a:cubicBezTo>
                  <a:pt x="64248" y="341826"/>
                  <a:pt x="59985" y="340042"/>
                  <a:pt x="56418" y="336488"/>
                </a:cubicBezTo>
                <a:cubicBezTo>
                  <a:pt x="52864" y="332922"/>
                  <a:pt x="51081" y="328658"/>
                  <a:pt x="51081" y="323675"/>
                </a:cubicBezTo>
                <a:close/>
                <a:moveTo>
                  <a:pt x="150362" y="116815"/>
                </a:moveTo>
                <a:lnTo>
                  <a:pt x="226828" y="116815"/>
                </a:lnTo>
                <a:lnTo>
                  <a:pt x="226828" y="53195"/>
                </a:lnTo>
                <a:lnTo>
                  <a:pt x="150362" y="53195"/>
                </a:lnTo>
                <a:lnTo>
                  <a:pt x="150362" y="116815"/>
                </a:lnTo>
                <a:close/>
                <a:moveTo>
                  <a:pt x="68911" y="323995"/>
                </a:moveTo>
                <a:lnTo>
                  <a:pt x="145378" y="323995"/>
                </a:lnTo>
                <a:lnTo>
                  <a:pt x="145378" y="260375"/>
                </a:lnTo>
                <a:lnTo>
                  <a:pt x="68911" y="260375"/>
                </a:lnTo>
                <a:lnTo>
                  <a:pt x="68911" y="323995"/>
                </a:lnTo>
                <a:close/>
                <a:moveTo>
                  <a:pt x="231812" y="323995"/>
                </a:moveTo>
                <a:lnTo>
                  <a:pt x="308279" y="323995"/>
                </a:lnTo>
                <a:lnTo>
                  <a:pt x="308279" y="260375"/>
                </a:lnTo>
                <a:lnTo>
                  <a:pt x="231812" y="260375"/>
                </a:lnTo>
                <a:lnTo>
                  <a:pt x="231812" y="323995"/>
                </a:lnTo>
                <a:close/>
                <a:moveTo>
                  <a:pt x="188595" y="116815"/>
                </a:moveTo>
                <a:close/>
                <a:moveTo>
                  <a:pt x="145378" y="260375"/>
                </a:moveTo>
                <a:close/>
                <a:moveTo>
                  <a:pt x="231812" y="26037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482334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950" dirty="0"/>
          </a:p>
        </p:txBody>
      </p:sp>
      <p:sp>
        <p:nvSpPr>
          <p:cNvPr id="59" name="圖示 電腦"/>
          <p:cNvSpPr/>
          <p:nvPr/>
        </p:nvSpPr>
        <p:spPr>
          <a:xfrm>
            <a:off x="569771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690" y="317937"/>
                </a:moveTo>
                <a:cubicBezTo>
                  <a:pt x="28141" y="317937"/>
                  <a:pt x="26026" y="317080"/>
                  <a:pt x="24323" y="315342"/>
                </a:cubicBezTo>
                <a:cubicBezTo>
                  <a:pt x="22620" y="313616"/>
                  <a:pt x="21763" y="311479"/>
                  <a:pt x="21763" y="308941"/>
                </a:cubicBezTo>
                <a:cubicBezTo>
                  <a:pt x="21763" y="306404"/>
                  <a:pt x="22620" y="304289"/>
                  <a:pt x="24323" y="302621"/>
                </a:cubicBezTo>
                <a:cubicBezTo>
                  <a:pt x="26026" y="300940"/>
                  <a:pt x="28141" y="300106"/>
                  <a:pt x="30690" y="300106"/>
                </a:cubicBezTo>
                <a:lnTo>
                  <a:pt x="346500" y="300106"/>
                </a:lnTo>
                <a:cubicBezTo>
                  <a:pt x="349049" y="300106"/>
                  <a:pt x="351164" y="300963"/>
                  <a:pt x="352867" y="302701"/>
                </a:cubicBezTo>
                <a:cubicBezTo>
                  <a:pt x="354570" y="304427"/>
                  <a:pt x="355427" y="306564"/>
                  <a:pt x="355427" y="309101"/>
                </a:cubicBezTo>
                <a:cubicBezTo>
                  <a:pt x="355427" y="311639"/>
                  <a:pt x="354570" y="313754"/>
                  <a:pt x="352867" y="315422"/>
                </a:cubicBezTo>
                <a:cubicBezTo>
                  <a:pt x="351164" y="317102"/>
                  <a:pt x="349049" y="317937"/>
                  <a:pt x="346500" y="317937"/>
                </a:cubicBezTo>
                <a:lnTo>
                  <a:pt x="30690" y="317937"/>
                </a:lnTo>
                <a:close/>
                <a:moveTo>
                  <a:pt x="61962" y="278652"/>
                </a:moveTo>
                <a:cubicBezTo>
                  <a:pt x="55801" y="278652"/>
                  <a:pt x="50486" y="276412"/>
                  <a:pt x="46006" y="271931"/>
                </a:cubicBezTo>
                <a:cubicBezTo>
                  <a:pt x="41525" y="267451"/>
                  <a:pt x="39296" y="262136"/>
                  <a:pt x="39296" y="255975"/>
                </a:cubicBezTo>
                <a:lnTo>
                  <a:pt x="39296" y="81290"/>
                </a:lnTo>
                <a:cubicBezTo>
                  <a:pt x="39296" y="75141"/>
                  <a:pt x="41525" y="69814"/>
                  <a:pt x="46006" y="65345"/>
                </a:cubicBezTo>
                <a:cubicBezTo>
                  <a:pt x="50486" y="60865"/>
                  <a:pt x="55801" y="58624"/>
                  <a:pt x="61962" y="58624"/>
                </a:cubicBezTo>
                <a:lnTo>
                  <a:pt x="315228" y="58624"/>
                </a:lnTo>
                <a:cubicBezTo>
                  <a:pt x="321389" y="58624"/>
                  <a:pt x="326704" y="60865"/>
                  <a:pt x="331184" y="65345"/>
                </a:cubicBezTo>
                <a:cubicBezTo>
                  <a:pt x="335665" y="69814"/>
                  <a:pt x="337905" y="75141"/>
                  <a:pt x="337905" y="81290"/>
                </a:cubicBezTo>
                <a:lnTo>
                  <a:pt x="337905" y="255975"/>
                </a:lnTo>
                <a:cubicBezTo>
                  <a:pt x="337905" y="262136"/>
                  <a:pt x="335665" y="267451"/>
                  <a:pt x="331184" y="271931"/>
                </a:cubicBezTo>
                <a:cubicBezTo>
                  <a:pt x="326704" y="276412"/>
                  <a:pt x="321389" y="278652"/>
                  <a:pt x="315228" y="278652"/>
                </a:cubicBezTo>
                <a:lnTo>
                  <a:pt x="61962" y="278652"/>
                </a:lnTo>
                <a:close/>
                <a:moveTo>
                  <a:pt x="61962" y="260810"/>
                </a:moveTo>
                <a:lnTo>
                  <a:pt x="315228" y="260810"/>
                </a:lnTo>
                <a:cubicBezTo>
                  <a:pt x="316428" y="260810"/>
                  <a:pt x="317548" y="260295"/>
                  <a:pt x="318566" y="259278"/>
                </a:cubicBezTo>
                <a:cubicBezTo>
                  <a:pt x="319560" y="258261"/>
                  <a:pt x="320063" y="257141"/>
                  <a:pt x="320063" y="255941"/>
                </a:cubicBezTo>
                <a:lnTo>
                  <a:pt x="320063" y="81256"/>
                </a:lnTo>
                <a:cubicBezTo>
                  <a:pt x="320063" y="80044"/>
                  <a:pt x="319560" y="78936"/>
                  <a:pt x="318566" y="77918"/>
                </a:cubicBezTo>
                <a:cubicBezTo>
                  <a:pt x="317548" y="76912"/>
                  <a:pt x="316428" y="76421"/>
                  <a:pt x="315228" y="76421"/>
                </a:cubicBezTo>
                <a:lnTo>
                  <a:pt x="61962" y="76421"/>
                </a:lnTo>
                <a:cubicBezTo>
                  <a:pt x="60762" y="76421"/>
                  <a:pt x="59642" y="76912"/>
                  <a:pt x="58624" y="77918"/>
                </a:cubicBezTo>
                <a:cubicBezTo>
                  <a:pt x="57630" y="78936"/>
                  <a:pt x="57127" y="80044"/>
                  <a:pt x="57127" y="81256"/>
                </a:cubicBezTo>
                <a:lnTo>
                  <a:pt x="57127" y="255941"/>
                </a:lnTo>
                <a:cubicBezTo>
                  <a:pt x="57127" y="257141"/>
                  <a:pt x="57630" y="258261"/>
                  <a:pt x="58624" y="259278"/>
                </a:cubicBezTo>
                <a:cubicBezTo>
                  <a:pt x="59642" y="260295"/>
                  <a:pt x="60762" y="260810"/>
                  <a:pt x="61962" y="260810"/>
                </a:cubicBezTo>
                <a:close/>
                <a:moveTo>
                  <a:pt x="57127" y="260810"/>
                </a:moveTo>
                <a:lnTo>
                  <a:pt x="57127" y="76455"/>
                </a:lnTo>
                <a:lnTo>
                  <a:pt x="57127" y="26081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51674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950" dirty="0"/>
          </a:p>
        </p:txBody>
      </p:sp>
      <p:sp>
        <p:nvSpPr>
          <p:cNvPr id="61" name="圖示 程式"/>
          <p:cNvSpPr/>
          <p:nvPr/>
        </p:nvSpPr>
        <p:spPr>
          <a:xfrm>
            <a:off x="639111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2511" y="187966"/>
                </a:moveTo>
                <a:lnTo>
                  <a:pt x="132257" y="257712"/>
                </a:lnTo>
                <a:cubicBezTo>
                  <a:pt x="134005" y="259461"/>
                  <a:pt x="134874" y="261530"/>
                  <a:pt x="134851" y="263919"/>
                </a:cubicBezTo>
                <a:cubicBezTo>
                  <a:pt x="134817" y="266296"/>
                  <a:pt x="133880" y="268422"/>
                  <a:pt x="132017" y="270285"/>
                </a:cubicBezTo>
                <a:cubicBezTo>
                  <a:pt x="130153" y="272137"/>
                  <a:pt x="128027" y="273074"/>
                  <a:pt x="125616" y="273074"/>
                </a:cubicBezTo>
                <a:cubicBezTo>
                  <a:pt x="123204" y="273074"/>
                  <a:pt x="121067" y="272137"/>
                  <a:pt x="119203" y="270285"/>
                </a:cubicBezTo>
                <a:lnTo>
                  <a:pt x="44828" y="195899"/>
                </a:lnTo>
                <a:cubicBezTo>
                  <a:pt x="43628" y="194699"/>
                  <a:pt x="42760" y="193464"/>
                  <a:pt x="42234" y="192207"/>
                </a:cubicBezTo>
                <a:cubicBezTo>
                  <a:pt x="41708" y="190950"/>
                  <a:pt x="41457" y="189567"/>
                  <a:pt x="41457" y="188046"/>
                </a:cubicBezTo>
                <a:cubicBezTo>
                  <a:pt x="41457" y="186526"/>
                  <a:pt x="41708" y="185143"/>
                  <a:pt x="42234" y="183874"/>
                </a:cubicBezTo>
                <a:cubicBezTo>
                  <a:pt x="42760" y="182629"/>
                  <a:pt x="43628" y="181337"/>
                  <a:pt x="44828" y="180034"/>
                </a:cubicBezTo>
                <a:lnTo>
                  <a:pt x="120072" y="104905"/>
                </a:lnTo>
                <a:cubicBezTo>
                  <a:pt x="121832" y="103156"/>
                  <a:pt x="123935" y="102253"/>
                  <a:pt x="126393" y="102196"/>
                </a:cubicBezTo>
                <a:cubicBezTo>
                  <a:pt x="128862" y="102138"/>
                  <a:pt x="130999" y="103019"/>
                  <a:pt x="132805" y="104825"/>
                </a:cubicBezTo>
                <a:cubicBezTo>
                  <a:pt x="134611" y="106630"/>
                  <a:pt x="135514" y="108768"/>
                  <a:pt x="135514" y="111237"/>
                </a:cubicBezTo>
                <a:cubicBezTo>
                  <a:pt x="135514" y="113694"/>
                  <a:pt x="134634" y="115797"/>
                  <a:pt x="132885" y="117558"/>
                </a:cubicBezTo>
                <a:lnTo>
                  <a:pt x="62511" y="187966"/>
                </a:lnTo>
                <a:close/>
                <a:moveTo>
                  <a:pt x="314679" y="188126"/>
                </a:moveTo>
                <a:lnTo>
                  <a:pt x="244933" y="118220"/>
                </a:lnTo>
                <a:cubicBezTo>
                  <a:pt x="243185" y="116472"/>
                  <a:pt x="242316" y="114403"/>
                  <a:pt x="242350" y="112014"/>
                </a:cubicBezTo>
                <a:cubicBezTo>
                  <a:pt x="242373" y="109637"/>
                  <a:pt x="243310" y="107533"/>
                  <a:pt x="245174" y="105728"/>
                </a:cubicBezTo>
                <a:cubicBezTo>
                  <a:pt x="247037" y="103922"/>
                  <a:pt x="249163" y="103019"/>
                  <a:pt x="251574" y="103019"/>
                </a:cubicBezTo>
                <a:cubicBezTo>
                  <a:pt x="253986" y="103019"/>
                  <a:pt x="256123" y="103944"/>
                  <a:pt x="257987" y="105808"/>
                </a:cubicBezTo>
                <a:lnTo>
                  <a:pt x="332362" y="180034"/>
                </a:lnTo>
                <a:cubicBezTo>
                  <a:pt x="333562" y="181337"/>
                  <a:pt x="334453" y="182629"/>
                  <a:pt x="335036" y="183886"/>
                </a:cubicBezTo>
                <a:cubicBezTo>
                  <a:pt x="335608" y="185143"/>
                  <a:pt x="335893" y="186526"/>
                  <a:pt x="335893" y="188046"/>
                </a:cubicBezTo>
                <a:cubicBezTo>
                  <a:pt x="335893" y="189567"/>
                  <a:pt x="335608" y="190950"/>
                  <a:pt x="335036" y="192207"/>
                </a:cubicBezTo>
                <a:cubicBezTo>
                  <a:pt x="334453" y="193464"/>
                  <a:pt x="333562" y="194699"/>
                  <a:pt x="332362" y="195899"/>
                </a:cubicBezTo>
                <a:lnTo>
                  <a:pt x="257118" y="271142"/>
                </a:lnTo>
                <a:cubicBezTo>
                  <a:pt x="255358" y="272903"/>
                  <a:pt x="253289" y="273760"/>
                  <a:pt x="250911" y="273737"/>
                </a:cubicBezTo>
                <a:cubicBezTo>
                  <a:pt x="248522" y="273714"/>
                  <a:pt x="246431" y="272766"/>
                  <a:pt x="244625" y="270914"/>
                </a:cubicBezTo>
                <a:cubicBezTo>
                  <a:pt x="242819" y="269051"/>
                  <a:pt x="241916" y="266913"/>
                  <a:pt x="241916" y="264502"/>
                </a:cubicBezTo>
                <a:cubicBezTo>
                  <a:pt x="241916" y="262090"/>
                  <a:pt x="242842" y="259964"/>
                  <a:pt x="244705" y="258101"/>
                </a:cubicBezTo>
                <a:lnTo>
                  <a:pt x="314714" y="18808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621014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950" dirty="0"/>
          </a:p>
        </p:txBody>
      </p:sp>
      <p:sp>
        <p:nvSpPr>
          <p:cNvPr id="63" name="圖示 API"/>
          <p:cNvSpPr/>
          <p:nvPr/>
        </p:nvSpPr>
        <p:spPr>
          <a:xfrm>
            <a:off x="708451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27137"/>
                </a:moveTo>
                <a:lnTo>
                  <a:pt x="150053" y="188595"/>
                </a:lnTo>
                <a:lnTo>
                  <a:pt x="188595" y="149893"/>
                </a:lnTo>
                <a:lnTo>
                  <a:pt x="227297" y="188595"/>
                </a:lnTo>
                <a:lnTo>
                  <a:pt x="188595" y="227137"/>
                </a:lnTo>
                <a:close/>
                <a:moveTo>
                  <a:pt x="155197" y="120701"/>
                </a:moveTo>
                <a:lnTo>
                  <a:pt x="127102" y="92606"/>
                </a:lnTo>
                <a:lnTo>
                  <a:pt x="172844" y="46874"/>
                </a:lnTo>
                <a:cubicBezTo>
                  <a:pt x="175096" y="44623"/>
                  <a:pt x="177576" y="43023"/>
                  <a:pt x="180308" y="42085"/>
                </a:cubicBezTo>
                <a:cubicBezTo>
                  <a:pt x="183029" y="41137"/>
                  <a:pt x="185783" y="40668"/>
                  <a:pt x="188561" y="40668"/>
                </a:cubicBezTo>
                <a:cubicBezTo>
                  <a:pt x="191327" y="40668"/>
                  <a:pt x="194081" y="41137"/>
                  <a:pt x="196802" y="42085"/>
                </a:cubicBezTo>
                <a:cubicBezTo>
                  <a:pt x="199534" y="43023"/>
                  <a:pt x="202071" y="44623"/>
                  <a:pt x="204426" y="46874"/>
                </a:cubicBezTo>
                <a:lnTo>
                  <a:pt x="250008" y="92606"/>
                </a:lnTo>
                <a:lnTo>
                  <a:pt x="221993" y="120701"/>
                </a:lnTo>
                <a:lnTo>
                  <a:pt x="188595" y="87302"/>
                </a:lnTo>
                <a:lnTo>
                  <a:pt x="155197" y="120701"/>
                </a:lnTo>
                <a:close/>
                <a:moveTo>
                  <a:pt x="92606" y="250088"/>
                </a:moveTo>
                <a:lnTo>
                  <a:pt x="47034" y="204346"/>
                </a:lnTo>
                <a:cubicBezTo>
                  <a:pt x="44668" y="202094"/>
                  <a:pt x="43023" y="199614"/>
                  <a:pt x="42085" y="196882"/>
                </a:cubicBezTo>
                <a:cubicBezTo>
                  <a:pt x="41137" y="194161"/>
                  <a:pt x="40668" y="191407"/>
                  <a:pt x="40668" y="188629"/>
                </a:cubicBezTo>
                <a:cubicBezTo>
                  <a:pt x="40668" y="185863"/>
                  <a:pt x="41137" y="183109"/>
                  <a:pt x="42085" y="180388"/>
                </a:cubicBezTo>
                <a:cubicBezTo>
                  <a:pt x="43023" y="177656"/>
                  <a:pt x="44668" y="175119"/>
                  <a:pt x="47034" y="172764"/>
                </a:cubicBezTo>
                <a:lnTo>
                  <a:pt x="92606" y="127182"/>
                </a:lnTo>
                <a:lnTo>
                  <a:pt x="120701" y="155197"/>
                </a:lnTo>
                <a:lnTo>
                  <a:pt x="87302" y="188595"/>
                </a:lnTo>
                <a:lnTo>
                  <a:pt x="120701" y="221993"/>
                </a:lnTo>
                <a:lnTo>
                  <a:pt x="92606" y="250088"/>
                </a:lnTo>
                <a:close/>
                <a:moveTo>
                  <a:pt x="284584" y="250088"/>
                </a:moveTo>
                <a:lnTo>
                  <a:pt x="256489" y="221993"/>
                </a:lnTo>
                <a:lnTo>
                  <a:pt x="289888" y="188595"/>
                </a:lnTo>
                <a:lnTo>
                  <a:pt x="256489" y="155197"/>
                </a:lnTo>
                <a:lnTo>
                  <a:pt x="284584" y="127102"/>
                </a:lnTo>
                <a:lnTo>
                  <a:pt x="330316" y="172684"/>
                </a:lnTo>
                <a:cubicBezTo>
                  <a:pt x="332567" y="175039"/>
                  <a:pt x="334167" y="177576"/>
                  <a:pt x="335105" y="180308"/>
                </a:cubicBezTo>
                <a:cubicBezTo>
                  <a:pt x="336053" y="183029"/>
                  <a:pt x="336522" y="185783"/>
                  <a:pt x="336522" y="188561"/>
                </a:cubicBezTo>
                <a:cubicBezTo>
                  <a:pt x="336522" y="191327"/>
                  <a:pt x="336053" y="194081"/>
                  <a:pt x="335105" y="196802"/>
                </a:cubicBezTo>
                <a:cubicBezTo>
                  <a:pt x="334167" y="199534"/>
                  <a:pt x="332567" y="202014"/>
                  <a:pt x="330316" y="204277"/>
                </a:cubicBezTo>
                <a:lnTo>
                  <a:pt x="284584" y="250088"/>
                </a:lnTo>
                <a:close/>
                <a:moveTo>
                  <a:pt x="172844" y="330156"/>
                </a:moveTo>
                <a:lnTo>
                  <a:pt x="127102" y="284584"/>
                </a:lnTo>
                <a:lnTo>
                  <a:pt x="155197" y="256489"/>
                </a:lnTo>
                <a:lnTo>
                  <a:pt x="188595" y="289888"/>
                </a:lnTo>
                <a:lnTo>
                  <a:pt x="221993" y="256489"/>
                </a:lnTo>
                <a:lnTo>
                  <a:pt x="250088" y="284584"/>
                </a:lnTo>
                <a:lnTo>
                  <a:pt x="204506" y="330156"/>
                </a:lnTo>
                <a:cubicBezTo>
                  <a:pt x="202151" y="332522"/>
                  <a:pt x="199614" y="334167"/>
                  <a:pt x="196882" y="335105"/>
                </a:cubicBezTo>
                <a:cubicBezTo>
                  <a:pt x="194161" y="336053"/>
                  <a:pt x="191407" y="336522"/>
                  <a:pt x="188629" y="336522"/>
                </a:cubicBezTo>
                <a:cubicBezTo>
                  <a:pt x="185863" y="336522"/>
                  <a:pt x="183109" y="336053"/>
                  <a:pt x="180388" y="335105"/>
                </a:cubicBezTo>
                <a:cubicBezTo>
                  <a:pt x="177656" y="334167"/>
                  <a:pt x="175176" y="332522"/>
                  <a:pt x="172913" y="33015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6903549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950" dirty="0"/>
          </a:p>
        </p:txBody>
      </p:sp>
      <p:sp>
        <p:nvSpPr>
          <p:cNvPr id="65" name="圖示 AI 機器人"/>
          <p:cNvSpPr/>
          <p:nvPr/>
        </p:nvSpPr>
        <p:spPr>
          <a:xfrm>
            <a:off x="777791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6991" y="223251"/>
                </a:moveTo>
                <a:cubicBezTo>
                  <a:pt x="57013" y="223251"/>
                  <a:pt x="48589" y="219787"/>
                  <a:pt x="41731" y="212872"/>
                </a:cubicBezTo>
                <a:cubicBezTo>
                  <a:pt x="34862" y="205957"/>
                  <a:pt x="31433" y="197579"/>
                  <a:pt x="31433" y="187726"/>
                </a:cubicBezTo>
                <a:cubicBezTo>
                  <a:pt x="31433" y="177851"/>
                  <a:pt x="34896" y="169461"/>
                  <a:pt x="41811" y="162546"/>
                </a:cubicBezTo>
                <a:cubicBezTo>
                  <a:pt x="48726" y="155631"/>
                  <a:pt x="57116" y="152168"/>
                  <a:pt x="66991" y="152168"/>
                </a:cubicBezTo>
                <a:lnTo>
                  <a:pt x="66991" y="105339"/>
                </a:lnTo>
                <a:cubicBezTo>
                  <a:pt x="66991" y="99292"/>
                  <a:pt x="69254" y="94000"/>
                  <a:pt x="73792" y="89463"/>
                </a:cubicBezTo>
                <a:cubicBezTo>
                  <a:pt x="78318" y="84936"/>
                  <a:pt x="83610" y="82673"/>
                  <a:pt x="89657" y="82673"/>
                </a:cubicBezTo>
                <a:lnTo>
                  <a:pt x="153082" y="82673"/>
                </a:lnTo>
                <a:cubicBezTo>
                  <a:pt x="153082" y="72683"/>
                  <a:pt x="156511" y="64271"/>
                  <a:pt x="163369" y="57401"/>
                </a:cubicBezTo>
                <a:cubicBezTo>
                  <a:pt x="170204" y="50566"/>
                  <a:pt x="178617" y="47149"/>
                  <a:pt x="188595" y="47149"/>
                </a:cubicBezTo>
                <a:cubicBezTo>
                  <a:pt x="198573" y="47149"/>
                  <a:pt x="206997" y="50601"/>
                  <a:pt x="213855" y="57527"/>
                </a:cubicBezTo>
                <a:cubicBezTo>
                  <a:pt x="220725" y="64442"/>
                  <a:pt x="224154" y="72832"/>
                  <a:pt x="224154" y="82707"/>
                </a:cubicBezTo>
                <a:lnTo>
                  <a:pt x="287567" y="82707"/>
                </a:lnTo>
                <a:cubicBezTo>
                  <a:pt x="293614" y="82707"/>
                  <a:pt x="298906" y="84971"/>
                  <a:pt x="303444" y="89508"/>
                </a:cubicBezTo>
                <a:cubicBezTo>
                  <a:pt x="307970" y="94035"/>
                  <a:pt x="310233" y="99327"/>
                  <a:pt x="310233" y="105373"/>
                </a:cubicBezTo>
                <a:lnTo>
                  <a:pt x="310233" y="152213"/>
                </a:lnTo>
                <a:cubicBezTo>
                  <a:pt x="320223" y="152213"/>
                  <a:pt x="328635" y="155665"/>
                  <a:pt x="335505" y="162580"/>
                </a:cubicBezTo>
                <a:cubicBezTo>
                  <a:pt x="342340" y="169473"/>
                  <a:pt x="345758" y="177851"/>
                  <a:pt x="345758" y="187726"/>
                </a:cubicBezTo>
                <a:cubicBezTo>
                  <a:pt x="345758" y="197602"/>
                  <a:pt x="342306" y="206003"/>
                  <a:pt x="335390" y="212918"/>
                </a:cubicBezTo>
                <a:cubicBezTo>
                  <a:pt x="328475" y="219833"/>
                  <a:pt x="320074" y="223285"/>
                  <a:pt x="310199" y="223285"/>
                </a:cubicBezTo>
                <a:lnTo>
                  <a:pt x="310199" y="299557"/>
                </a:lnTo>
                <a:cubicBezTo>
                  <a:pt x="310199" y="305581"/>
                  <a:pt x="307936" y="310873"/>
                  <a:pt x="303398" y="315422"/>
                </a:cubicBezTo>
                <a:cubicBezTo>
                  <a:pt x="298872" y="319926"/>
                  <a:pt x="293580" y="322189"/>
                  <a:pt x="287533" y="322189"/>
                </a:cubicBezTo>
                <a:lnTo>
                  <a:pt x="89657" y="322189"/>
                </a:lnTo>
                <a:cubicBezTo>
                  <a:pt x="83610" y="322189"/>
                  <a:pt x="78318" y="319914"/>
                  <a:pt x="73792" y="315388"/>
                </a:cubicBezTo>
                <a:cubicBezTo>
                  <a:pt x="69254" y="310850"/>
                  <a:pt x="66991" y="305558"/>
                  <a:pt x="66991" y="299512"/>
                </a:cubicBezTo>
                <a:lnTo>
                  <a:pt x="66991" y="223251"/>
                </a:lnTo>
                <a:close/>
                <a:moveTo>
                  <a:pt x="146510" y="185920"/>
                </a:moveTo>
                <a:cubicBezTo>
                  <a:pt x="149162" y="183200"/>
                  <a:pt x="150487" y="179897"/>
                  <a:pt x="150487" y="176022"/>
                </a:cubicBezTo>
                <a:cubicBezTo>
                  <a:pt x="150487" y="172147"/>
                  <a:pt x="149116" y="168867"/>
                  <a:pt x="146395" y="166204"/>
                </a:cubicBezTo>
                <a:cubicBezTo>
                  <a:pt x="143675" y="163529"/>
                  <a:pt x="140372" y="162192"/>
                  <a:pt x="136497" y="162192"/>
                </a:cubicBezTo>
                <a:cubicBezTo>
                  <a:pt x="132622" y="162192"/>
                  <a:pt x="129342" y="163552"/>
                  <a:pt x="126679" y="166284"/>
                </a:cubicBezTo>
                <a:cubicBezTo>
                  <a:pt x="124004" y="169004"/>
                  <a:pt x="122667" y="172307"/>
                  <a:pt x="122667" y="176182"/>
                </a:cubicBezTo>
                <a:cubicBezTo>
                  <a:pt x="122667" y="180057"/>
                  <a:pt x="124027" y="183326"/>
                  <a:pt x="126747" y="186000"/>
                </a:cubicBezTo>
                <a:cubicBezTo>
                  <a:pt x="129479" y="188675"/>
                  <a:pt x="132771" y="190012"/>
                  <a:pt x="136657" y="190012"/>
                </a:cubicBezTo>
                <a:cubicBezTo>
                  <a:pt x="140532" y="190012"/>
                  <a:pt x="143801" y="188652"/>
                  <a:pt x="146475" y="185920"/>
                </a:cubicBezTo>
                <a:close/>
                <a:moveTo>
                  <a:pt x="250557" y="185920"/>
                </a:moveTo>
                <a:cubicBezTo>
                  <a:pt x="253232" y="183200"/>
                  <a:pt x="254569" y="179897"/>
                  <a:pt x="254569" y="176022"/>
                </a:cubicBezTo>
                <a:cubicBezTo>
                  <a:pt x="254569" y="172147"/>
                  <a:pt x="253197" y="168867"/>
                  <a:pt x="250477" y="166204"/>
                </a:cubicBezTo>
                <a:cubicBezTo>
                  <a:pt x="247757" y="163529"/>
                  <a:pt x="244453" y="162192"/>
                  <a:pt x="240579" y="162192"/>
                </a:cubicBezTo>
                <a:cubicBezTo>
                  <a:pt x="236704" y="162192"/>
                  <a:pt x="233423" y="163552"/>
                  <a:pt x="230749" y="166284"/>
                </a:cubicBezTo>
                <a:cubicBezTo>
                  <a:pt x="228051" y="169004"/>
                  <a:pt x="226703" y="172319"/>
                  <a:pt x="226703" y="176216"/>
                </a:cubicBezTo>
                <a:cubicBezTo>
                  <a:pt x="226703" y="180091"/>
                  <a:pt x="228074" y="183371"/>
                  <a:pt x="230795" y="186046"/>
                </a:cubicBezTo>
                <a:cubicBezTo>
                  <a:pt x="233515" y="188709"/>
                  <a:pt x="236818" y="190047"/>
                  <a:pt x="240693" y="190047"/>
                </a:cubicBezTo>
                <a:cubicBezTo>
                  <a:pt x="244568" y="190047"/>
                  <a:pt x="247848" y="188686"/>
                  <a:pt x="250523" y="185966"/>
                </a:cubicBezTo>
                <a:close/>
                <a:moveTo>
                  <a:pt x="136337" y="261713"/>
                </a:moveTo>
                <a:lnTo>
                  <a:pt x="240853" y="261713"/>
                </a:lnTo>
                <a:cubicBezTo>
                  <a:pt x="243368" y="261713"/>
                  <a:pt x="245494" y="260867"/>
                  <a:pt x="247219" y="259164"/>
                </a:cubicBezTo>
                <a:cubicBezTo>
                  <a:pt x="248923" y="257461"/>
                  <a:pt x="249768" y="255346"/>
                  <a:pt x="249768" y="252832"/>
                </a:cubicBezTo>
                <a:cubicBezTo>
                  <a:pt x="249768" y="250317"/>
                  <a:pt x="248923" y="248202"/>
                  <a:pt x="247219" y="246465"/>
                </a:cubicBezTo>
                <a:cubicBezTo>
                  <a:pt x="245516" y="244739"/>
                  <a:pt x="243390" y="243882"/>
                  <a:pt x="240853" y="243882"/>
                </a:cubicBezTo>
                <a:lnTo>
                  <a:pt x="136337" y="243882"/>
                </a:lnTo>
                <a:cubicBezTo>
                  <a:pt x="133822" y="243882"/>
                  <a:pt x="131708" y="244762"/>
                  <a:pt x="129971" y="246545"/>
                </a:cubicBezTo>
                <a:cubicBezTo>
                  <a:pt x="128267" y="248328"/>
                  <a:pt x="127422" y="250477"/>
                  <a:pt x="127422" y="252992"/>
                </a:cubicBezTo>
                <a:cubicBezTo>
                  <a:pt x="127422" y="255506"/>
                  <a:pt x="128267" y="257586"/>
                  <a:pt x="129971" y="259244"/>
                </a:cubicBezTo>
                <a:cubicBezTo>
                  <a:pt x="131674" y="260890"/>
                  <a:pt x="133800" y="261713"/>
                  <a:pt x="136337" y="261713"/>
                </a:cubicBezTo>
                <a:close/>
                <a:moveTo>
                  <a:pt x="89657" y="304347"/>
                </a:moveTo>
                <a:lnTo>
                  <a:pt x="287567" y="304347"/>
                </a:lnTo>
                <a:cubicBezTo>
                  <a:pt x="288882" y="304347"/>
                  <a:pt x="290013" y="303889"/>
                  <a:pt x="290985" y="302975"/>
                </a:cubicBezTo>
                <a:cubicBezTo>
                  <a:pt x="291934" y="302049"/>
                  <a:pt x="292402" y="300906"/>
                  <a:pt x="292402" y="299512"/>
                </a:cubicBezTo>
                <a:lnTo>
                  <a:pt x="292402" y="105373"/>
                </a:lnTo>
                <a:cubicBezTo>
                  <a:pt x="292402" y="104070"/>
                  <a:pt x="291934" y="102927"/>
                  <a:pt x="290985" y="101956"/>
                </a:cubicBezTo>
                <a:cubicBezTo>
                  <a:pt x="290013" y="101018"/>
                  <a:pt x="288882" y="100550"/>
                  <a:pt x="287567" y="100550"/>
                </a:cubicBezTo>
                <a:lnTo>
                  <a:pt x="89657" y="100550"/>
                </a:lnTo>
                <a:cubicBezTo>
                  <a:pt x="88354" y="100550"/>
                  <a:pt x="87211" y="101018"/>
                  <a:pt x="86239" y="101956"/>
                </a:cubicBezTo>
                <a:cubicBezTo>
                  <a:pt x="85302" y="102927"/>
                  <a:pt x="84833" y="104070"/>
                  <a:pt x="84833" y="105373"/>
                </a:cubicBezTo>
                <a:lnTo>
                  <a:pt x="84833" y="299512"/>
                </a:lnTo>
                <a:cubicBezTo>
                  <a:pt x="84833" y="300929"/>
                  <a:pt x="85302" y="302083"/>
                  <a:pt x="86239" y="302975"/>
                </a:cubicBezTo>
                <a:cubicBezTo>
                  <a:pt x="87211" y="303889"/>
                  <a:pt x="88354" y="304347"/>
                  <a:pt x="89657" y="304347"/>
                </a:cubicBezTo>
                <a:close/>
                <a:moveTo>
                  <a:pt x="188595" y="20231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75969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950" dirty="0"/>
          </a:p>
        </p:txBody>
      </p:sp>
      <p:sp>
        <p:nvSpPr>
          <p:cNvPr id="67" name="圖示 AI"/>
          <p:cNvSpPr/>
          <p:nvPr/>
        </p:nvSpPr>
        <p:spPr>
          <a:xfrm>
            <a:off x="847131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1859" y="323675"/>
                </a:moveTo>
                <a:cubicBezTo>
                  <a:pt x="139309" y="323675"/>
                  <a:pt x="128633" y="319080"/>
                  <a:pt x="119832" y="309890"/>
                </a:cubicBezTo>
                <a:cubicBezTo>
                  <a:pt x="111031" y="300689"/>
                  <a:pt x="106185" y="290105"/>
                  <a:pt x="105305" y="278138"/>
                </a:cubicBezTo>
                <a:cubicBezTo>
                  <a:pt x="91154" y="276515"/>
                  <a:pt x="79336" y="270251"/>
                  <a:pt x="69860" y="259358"/>
                </a:cubicBezTo>
                <a:cubicBezTo>
                  <a:pt x="60373" y="248465"/>
                  <a:pt x="55641" y="235332"/>
                  <a:pt x="55641" y="219993"/>
                </a:cubicBezTo>
                <a:cubicBezTo>
                  <a:pt x="55641" y="214667"/>
                  <a:pt x="56304" y="209500"/>
                  <a:pt x="57641" y="204471"/>
                </a:cubicBezTo>
                <a:cubicBezTo>
                  <a:pt x="58979" y="199442"/>
                  <a:pt x="60979" y="194630"/>
                  <a:pt x="63654" y="190047"/>
                </a:cubicBezTo>
                <a:cubicBezTo>
                  <a:pt x="60453" y="185337"/>
                  <a:pt x="58076" y="180320"/>
                  <a:pt x="56498" y="175005"/>
                </a:cubicBezTo>
                <a:cubicBezTo>
                  <a:pt x="54898" y="169678"/>
                  <a:pt x="54098" y="163929"/>
                  <a:pt x="54098" y="157757"/>
                </a:cubicBezTo>
                <a:cubicBezTo>
                  <a:pt x="54098" y="142921"/>
                  <a:pt x="59185" y="130165"/>
                  <a:pt x="69346" y="119478"/>
                </a:cubicBezTo>
                <a:cubicBezTo>
                  <a:pt x="79507" y="108768"/>
                  <a:pt x="91760" y="102596"/>
                  <a:pt x="106082" y="100973"/>
                </a:cubicBezTo>
                <a:cubicBezTo>
                  <a:pt x="106082" y="100584"/>
                  <a:pt x="106059" y="100173"/>
                  <a:pt x="106002" y="99761"/>
                </a:cubicBezTo>
                <a:cubicBezTo>
                  <a:pt x="105956" y="99361"/>
                  <a:pt x="105933" y="98904"/>
                  <a:pt x="105933" y="98389"/>
                </a:cubicBezTo>
                <a:cubicBezTo>
                  <a:pt x="106242" y="85736"/>
                  <a:pt x="110848" y="75027"/>
                  <a:pt x="119764" y="66283"/>
                </a:cubicBezTo>
                <a:cubicBezTo>
                  <a:pt x="128668" y="57539"/>
                  <a:pt x="139446" y="53161"/>
                  <a:pt x="152099" y="53161"/>
                </a:cubicBezTo>
                <a:cubicBezTo>
                  <a:pt x="159894" y="53161"/>
                  <a:pt x="166592" y="54613"/>
                  <a:pt x="172170" y="57527"/>
                </a:cubicBezTo>
                <a:cubicBezTo>
                  <a:pt x="177782" y="60430"/>
                  <a:pt x="183234" y="64751"/>
                  <a:pt x="188561" y="70489"/>
                </a:cubicBezTo>
                <a:cubicBezTo>
                  <a:pt x="194001" y="64751"/>
                  <a:pt x="199431" y="60430"/>
                  <a:pt x="204826" y="57527"/>
                </a:cubicBezTo>
                <a:cubicBezTo>
                  <a:pt x="210243" y="54613"/>
                  <a:pt x="216896" y="53161"/>
                  <a:pt x="224782" y="53161"/>
                </a:cubicBezTo>
                <a:cubicBezTo>
                  <a:pt x="237035" y="53161"/>
                  <a:pt x="247585" y="57561"/>
                  <a:pt x="256409" y="66363"/>
                </a:cubicBezTo>
                <a:cubicBezTo>
                  <a:pt x="265267" y="75164"/>
                  <a:pt x="269931" y="85839"/>
                  <a:pt x="270400" y="98389"/>
                </a:cubicBezTo>
                <a:lnTo>
                  <a:pt x="270400" y="99841"/>
                </a:lnTo>
                <a:cubicBezTo>
                  <a:pt x="270400" y="100287"/>
                  <a:pt x="270342" y="100664"/>
                  <a:pt x="270239" y="100973"/>
                </a:cubicBezTo>
                <a:cubicBezTo>
                  <a:pt x="284721" y="102184"/>
                  <a:pt x="297146" y="108185"/>
                  <a:pt x="307490" y="118975"/>
                </a:cubicBezTo>
                <a:cubicBezTo>
                  <a:pt x="317834" y="129765"/>
                  <a:pt x="323012" y="142692"/>
                  <a:pt x="323012" y="157757"/>
                </a:cubicBezTo>
                <a:cubicBezTo>
                  <a:pt x="323012" y="163906"/>
                  <a:pt x="322120" y="169724"/>
                  <a:pt x="320337" y="175199"/>
                </a:cubicBezTo>
                <a:cubicBezTo>
                  <a:pt x="318554" y="180640"/>
                  <a:pt x="316131" y="185669"/>
                  <a:pt x="313068" y="190287"/>
                </a:cubicBezTo>
                <a:cubicBezTo>
                  <a:pt x="315742" y="195133"/>
                  <a:pt x="317811" y="200185"/>
                  <a:pt x="319274" y="205454"/>
                </a:cubicBezTo>
                <a:cubicBezTo>
                  <a:pt x="320737" y="210712"/>
                  <a:pt x="321480" y="215981"/>
                  <a:pt x="321480" y="221251"/>
                </a:cubicBezTo>
                <a:cubicBezTo>
                  <a:pt x="321480" y="236590"/>
                  <a:pt x="316737" y="249540"/>
                  <a:pt x="307250" y="260067"/>
                </a:cubicBezTo>
                <a:cubicBezTo>
                  <a:pt x="297774" y="270594"/>
                  <a:pt x="285910" y="276617"/>
                  <a:pt x="271657" y="278138"/>
                </a:cubicBezTo>
                <a:cubicBezTo>
                  <a:pt x="270742" y="290105"/>
                  <a:pt x="265885" y="300689"/>
                  <a:pt x="257084" y="309890"/>
                </a:cubicBezTo>
                <a:cubicBezTo>
                  <a:pt x="248248" y="319080"/>
                  <a:pt x="237698" y="323675"/>
                  <a:pt x="225411" y="323675"/>
                </a:cubicBezTo>
                <a:cubicBezTo>
                  <a:pt x="217159" y="323675"/>
                  <a:pt x="210346" y="322257"/>
                  <a:pt x="204974" y="319434"/>
                </a:cubicBezTo>
                <a:cubicBezTo>
                  <a:pt x="199659" y="316634"/>
                  <a:pt x="194196" y="312313"/>
                  <a:pt x="188595" y="306473"/>
                </a:cubicBezTo>
                <a:cubicBezTo>
                  <a:pt x="182994" y="312313"/>
                  <a:pt x="177485" y="316645"/>
                  <a:pt x="172090" y="319469"/>
                </a:cubicBezTo>
                <a:cubicBezTo>
                  <a:pt x="166695" y="322303"/>
                  <a:pt x="159963" y="323720"/>
                  <a:pt x="151893" y="323720"/>
                </a:cubicBezTo>
                <a:close/>
                <a:moveTo>
                  <a:pt x="197510" y="97441"/>
                </a:moveTo>
                <a:lnTo>
                  <a:pt x="197510" y="279395"/>
                </a:lnTo>
                <a:cubicBezTo>
                  <a:pt x="197510" y="286756"/>
                  <a:pt x="200276" y="293008"/>
                  <a:pt x="205809" y="298140"/>
                </a:cubicBezTo>
                <a:cubicBezTo>
                  <a:pt x="211329" y="303272"/>
                  <a:pt x="217982" y="305844"/>
                  <a:pt x="225765" y="305844"/>
                </a:cubicBezTo>
                <a:cubicBezTo>
                  <a:pt x="233229" y="305844"/>
                  <a:pt x="239664" y="302826"/>
                  <a:pt x="245059" y="296803"/>
                </a:cubicBezTo>
                <a:cubicBezTo>
                  <a:pt x="250420" y="290779"/>
                  <a:pt x="253369" y="284264"/>
                  <a:pt x="253895" y="277269"/>
                </a:cubicBezTo>
                <a:cubicBezTo>
                  <a:pt x="246854" y="275886"/>
                  <a:pt x="240316" y="273348"/>
                  <a:pt x="234292" y="269657"/>
                </a:cubicBezTo>
                <a:cubicBezTo>
                  <a:pt x="228234" y="265953"/>
                  <a:pt x="223182" y="261187"/>
                  <a:pt x="219125" y="255346"/>
                </a:cubicBezTo>
                <a:cubicBezTo>
                  <a:pt x="217421" y="253277"/>
                  <a:pt x="216781" y="251094"/>
                  <a:pt x="217204" y="248785"/>
                </a:cubicBezTo>
                <a:cubicBezTo>
                  <a:pt x="217616" y="246511"/>
                  <a:pt x="218919" y="244556"/>
                  <a:pt x="221090" y="242933"/>
                </a:cubicBezTo>
                <a:cubicBezTo>
                  <a:pt x="223262" y="241333"/>
                  <a:pt x="225514" y="240750"/>
                  <a:pt x="227846" y="241162"/>
                </a:cubicBezTo>
                <a:cubicBezTo>
                  <a:pt x="230177" y="241584"/>
                  <a:pt x="232120" y="242899"/>
                  <a:pt x="233663" y="245093"/>
                </a:cubicBezTo>
                <a:cubicBezTo>
                  <a:pt x="237218" y="250260"/>
                  <a:pt x="241733" y="254169"/>
                  <a:pt x="247174" y="256844"/>
                </a:cubicBezTo>
                <a:cubicBezTo>
                  <a:pt x="252626" y="259518"/>
                  <a:pt x="258524" y="260855"/>
                  <a:pt x="264856" y="260855"/>
                </a:cubicBezTo>
                <a:cubicBezTo>
                  <a:pt x="275726" y="260855"/>
                  <a:pt x="284927" y="257175"/>
                  <a:pt x="292437" y="249814"/>
                </a:cubicBezTo>
                <a:cubicBezTo>
                  <a:pt x="299957" y="242453"/>
                  <a:pt x="303718" y="232932"/>
                  <a:pt x="303718" y="221251"/>
                </a:cubicBezTo>
                <a:cubicBezTo>
                  <a:pt x="303718" y="218416"/>
                  <a:pt x="303398" y="215604"/>
                  <a:pt x="302769" y="212804"/>
                </a:cubicBezTo>
                <a:cubicBezTo>
                  <a:pt x="302141" y="209992"/>
                  <a:pt x="301375" y="207123"/>
                  <a:pt x="300460" y="204197"/>
                </a:cubicBezTo>
                <a:cubicBezTo>
                  <a:pt x="295843" y="207809"/>
                  <a:pt x="290676" y="210563"/>
                  <a:pt x="284938" y="212449"/>
                </a:cubicBezTo>
                <a:cubicBezTo>
                  <a:pt x="279201" y="214358"/>
                  <a:pt x="273223" y="215318"/>
                  <a:pt x="267016" y="215318"/>
                </a:cubicBezTo>
                <a:cubicBezTo>
                  <a:pt x="264422" y="215318"/>
                  <a:pt x="262296" y="214473"/>
                  <a:pt x="260615" y="212804"/>
                </a:cubicBezTo>
                <a:cubicBezTo>
                  <a:pt x="258935" y="211124"/>
                  <a:pt x="258101" y="208986"/>
                  <a:pt x="258101" y="206392"/>
                </a:cubicBezTo>
                <a:cubicBezTo>
                  <a:pt x="258101" y="203797"/>
                  <a:pt x="258935" y="201671"/>
                  <a:pt x="260615" y="199991"/>
                </a:cubicBezTo>
                <a:cubicBezTo>
                  <a:pt x="262296" y="198311"/>
                  <a:pt x="264422" y="197476"/>
                  <a:pt x="267016" y="197476"/>
                </a:cubicBezTo>
                <a:cubicBezTo>
                  <a:pt x="277783" y="197476"/>
                  <a:pt x="286847" y="193613"/>
                  <a:pt x="294208" y="185886"/>
                </a:cubicBezTo>
                <a:cubicBezTo>
                  <a:pt x="301569" y="178159"/>
                  <a:pt x="305250" y="168775"/>
                  <a:pt x="305250" y="157757"/>
                </a:cubicBezTo>
                <a:cubicBezTo>
                  <a:pt x="305250" y="147138"/>
                  <a:pt x="301443" y="138063"/>
                  <a:pt x="293820" y="130519"/>
                </a:cubicBezTo>
                <a:cubicBezTo>
                  <a:pt x="286161" y="122975"/>
                  <a:pt x="277235" y="118941"/>
                  <a:pt x="267016" y="118426"/>
                </a:cubicBezTo>
                <a:cubicBezTo>
                  <a:pt x="264605" y="124416"/>
                  <a:pt x="261095" y="129685"/>
                  <a:pt x="256489" y="134222"/>
                </a:cubicBezTo>
                <a:cubicBezTo>
                  <a:pt x="251906" y="138749"/>
                  <a:pt x="246614" y="142155"/>
                  <a:pt x="240613" y="144429"/>
                </a:cubicBezTo>
                <a:cubicBezTo>
                  <a:pt x="238281" y="145344"/>
                  <a:pt x="236018" y="145298"/>
                  <a:pt x="233824" y="144281"/>
                </a:cubicBezTo>
                <a:cubicBezTo>
                  <a:pt x="231618" y="143252"/>
                  <a:pt x="230166" y="141561"/>
                  <a:pt x="229457" y="139206"/>
                </a:cubicBezTo>
                <a:cubicBezTo>
                  <a:pt x="228703" y="136874"/>
                  <a:pt x="228771" y="134588"/>
                  <a:pt x="229697" y="132337"/>
                </a:cubicBezTo>
                <a:cubicBezTo>
                  <a:pt x="230612" y="130073"/>
                  <a:pt x="232292" y="128530"/>
                  <a:pt x="234726" y="127696"/>
                </a:cubicBezTo>
                <a:cubicBezTo>
                  <a:pt x="240144" y="125810"/>
                  <a:pt x="244488" y="122335"/>
                  <a:pt x="247768" y="117283"/>
                </a:cubicBezTo>
                <a:cubicBezTo>
                  <a:pt x="251014" y="112151"/>
                  <a:pt x="252637" y="106402"/>
                  <a:pt x="252637" y="100035"/>
                </a:cubicBezTo>
                <a:cubicBezTo>
                  <a:pt x="252637" y="91989"/>
                  <a:pt x="249917" y="85142"/>
                  <a:pt x="244465" y="79484"/>
                </a:cubicBezTo>
                <a:cubicBezTo>
                  <a:pt x="239013" y="73849"/>
                  <a:pt x="232543" y="71037"/>
                  <a:pt x="225057" y="71037"/>
                </a:cubicBezTo>
                <a:cubicBezTo>
                  <a:pt x="217536" y="71037"/>
                  <a:pt x="211066" y="73609"/>
                  <a:pt x="205649" y="78741"/>
                </a:cubicBezTo>
                <a:cubicBezTo>
                  <a:pt x="200231" y="83873"/>
                  <a:pt x="197510" y="90114"/>
                  <a:pt x="197510" y="97475"/>
                </a:cubicBezTo>
                <a:close/>
                <a:moveTo>
                  <a:pt x="179680" y="279395"/>
                </a:moveTo>
                <a:lnTo>
                  <a:pt x="179680" y="97441"/>
                </a:lnTo>
                <a:cubicBezTo>
                  <a:pt x="179680" y="90080"/>
                  <a:pt x="177005" y="83828"/>
                  <a:pt x="171656" y="78696"/>
                </a:cubicBezTo>
                <a:cubicBezTo>
                  <a:pt x="166318" y="73563"/>
                  <a:pt x="159803" y="71003"/>
                  <a:pt x="152133" y="71003"/>
                </a:cubicBezTo>
                <a:cubicBezTo>
                  <a:pt x="144612" y="71003"/>
                  <a:pt x="138086" y="73826"/>
                  <a:pt x="132531" y="79484"/>
                </a:cubicBezTo>
                <a:cubicBezTo>
                  <a:pt x="126953" y="85142"/>
                  <a:pt x="124164" y="92023"/>
                  <a:pt x="124164" y="100115"/>
                </a:cubicBezTo>
                <a:cubicBezTo>
                  <a:pt x="124164" y="106528"/>
                  <a:pt x="125764" y="112208"/>
                  <a:pt x="128988" y="117169"/>
                </a:cubicBezTo>
                <a:cubicBezTo>
                  <a:pt x="132234" y="122084"/>
                  <a:pt x="136520" y="125444"/>
                  <a:pt x="141835" y="127227"/>
                </a:cubicBezTo>
                <a:cubicBezTo>
                  <a:pt x="144281" y="128062"/>
                  <a:pt x="146041" y="129605"/>
                  <a:pt x="147138" y="131856"/>
                </a:cubicBezTo>
                <a:cubicBezTo>
                  <a:pt x="148247" y="134108"/>
                  <a:pt x="148430" y="136337"/>
                  <a:pt x="147698" y="138543"/>
                </a:cubicBezTo>
                <a:cubicBezTo>
                  <a:pt x="146670" y="140898"/>
                  <a:pt x="145012" y="142646"/>
                  <a:pt x="142704" y="143801"/>
                </a:cubicBezTo>
                <a:cubicBezTo>
                  <a:pt x="140395" y="144955"/>
                  <a:pt x="138029" y="145024"/>
                  <a:pt x="135594" y="143995"/>
                </a:cubicBezTo>
                <a:cubicBezTo>
                  <a:pt x="129593" y="141903"/>
                  <a:pt x="124370" y="138600"/>
                  <a:pt x="119912" y="134097"/>
                </a:cubicBezTo>
                <a:cubicBezTo>
                  <a:pt x="115466" y="129616"/>
                  <a:pt x="111968" y="124381"/>
                  <a:pt x="109419" y="118381"/>
                </a:cubicBezTo>
                <a:cubicBezTo>
                  <a:pt x="99441" y="119169"/>
                  <a:pt x="90708" y="123284"/>
                  <a:pt x="83222" y="130725"/>
                </a:cubicBezTo>
                <a:cubicBezTo>
                  <a:pt x="75724" y="138154"/>
                  <a:pt x="71986" y="147173"/>
                  <a:pt x="71986" y="157757"/>
                </a:cubicBezTo>
                <a:cubicBezTo>
                  <a:pt x="71986" y="168753"/>
                  <a:pt x="75655" y="178114"/>
                  <a:pt x="83016" y="185840"/>
                </a:cubicBezTo>
                <a:cubicBezTo>
                  <a:pt x="90377" y="193567"/>
                  <a:pt x="99441" y="197430"/>
                  <a:pt x="110208" y="197430"/>
                </a:cubicBezTo>
                <a:cubicBezTo>
                  <a:pt x="112803" y="197430"/>
                  <a:pt x="114940" y="198276"/>
                  <a:pt x="116620" y="199945"/>
                </a:cubicBezTo>
                <a:cubicBezTo>
                  <a:pt x="118289" y="201625"/>
                  <a:pt x="119135" y="203763"/>
                  <a:pt x="119135" y="206357"/>
                </a:cubicBezTo>
                <a:cubicBezTo>
                  <a:pt x="119135" y="208952"/>
                  <a:pt x="118289" y="211078"/>
                  <a:pt x="116620" y="212758"/>
                </a:cubicBezTo>
                <a:cubicBezTo>
                  <a:pt x="114940" y="214438"/>
                  <a:pt x="112803" y="215273"/>
                  <a:pt x="110208" y="215273"/>
                </a:cubicBezTo>
                <a:cubicBezTo>
                  <a:pt x="104002" y="215273"/>
                  <a:pt x="98035" y="214278"/>
                  <a:pt x="92297" y="212289"/>
                </a:cubicBezTo>
                <a:cubicBezTo>
                  <a:pt x="86559" y="210301"/>
                  <a:pt x="81382" y="207580"/>
                  <a:pt x="76775" y="204151"/>
                </a:cubicBezTo>
                <a:cubicBezTo>
                  <a:pt x="75678" y="206746"/>
                  <a:pt x="74867" y="209375"/>
                  <a:pt x="74341" y="212049"/>
                </a:cubicBezTo>
                <a:cubicBezTo>
                  <a:pt x="73815" y="214724"/>
                  <a:pt x="73541" y="217479"/>
                  <a:pt x="73518" y="220302"/>
                </a:cubicBezTo>
                <a:cubicBezTo>
                  <a:pt x="73518" y="231960"/>
                  <a:pt x="77233" y="241619"/>
                  <a:pt x="84673" y="249300"/>
                </a:cubicBezTo>
                <a:cubicBezTo>
                  <a:pt x="92114" y="256946"/>
                  <a:pt x="101213" y="260775"/>
                  <a:pt x="111980" y="260775"/>
                </a:cubicBezTo>
                <a:cubicBezTo>
                  <a:pt x="118266" y="260775"/>
                  <a:pt x="124130" y="259358"/>
                  <a:pt x="129582" y="256523"/>
                </a:cubicBezTo>
                <a:cubicBezTo>
                  <a:pt x="135034" y="253700"/>
                  <a:pt x="139617" y="249860"/>
                  <a:pt x="143332" y="245013"/>
                </a:cubicBezTo>
                <a:cubicBezTo>
                  <a:pt x="144875" y="243082"/>
                  <a:pt x="146853" y="241836"/>
                  <a:pt x="149264" y="241287"/>
                </a:cubicBezTo>
                <a:cubicBezTo>
                  <a:pt x="151676" y="240739"/>
                  <a:pt x="153894" y="241230"/>
                  <a:pt x="155905" y="242773"/>
                </a:cubicBezTo>
                <a:cubicBezTo>
                  <a:pt x="157814" y="244431"/>
                  <a:pt x="159026" y="246442"/>
                  <a:pt x="159517" y="248831"/>
                </a:cubicBezTo>
                <a:cubicBezTo>
                  <a:pt x="160020" y="251209"/>
                  <a:pt x="159471" y="253357"/>
                  <a:pt x="157871" y="255266"/>
                </a:cubicBezTo>
                <a:cubicBezTo>
                  <a:pt x="153711" y="261107"/>
                  <a:pt x="148636" y="265885"/>
                  <a:pt x="142669" y="269577"/>
                </a:cubicBezTo>
                <a:cubicBezTo>
                  <a:pt x="136691" y="273268"/>
                  <a:pt x="130245" y="275760"/>
                  <a:pt x="123330" y="277040"/>
                </a:cubicBezTo>
                <a:cubicBezTo>
                  <a:pt x="123753" y="284138"/>
                  <a:pt x="126702" y="290699"/>
                  <a:pt x="132177" y="296723"/>
                </a:cubicBezTo>
                <a:cubicBezTo>
                  <a:pt x="137651" y="302746"/>
                  <a:pt x="144212" y="305764"/>
                  <a:pt x="151859" y="305764"/>
                </a:cubicBezTo>
                <a:cubicBezTo>
                  <a:pt x="159563" y="305764"/>
                  <a:pt x="166124" y="303192"/>
                  <a:pt x="171541" y="298060"/>
                </a:cubicBezTo>
                <a:cubicBezTo>
                  <a:pt x="176994" y="292928"/>
                  <a:pt x="179714" y="286676"/>
                  <a:pt x="179714" y="279315"/>
                </a:cubicBezTo>
                <a:close/>
                <a:moveTo>
                  <a:pt x="188595" y="18843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82903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69" name="圖示 模組"/>
          <p:cNvSpPr/>
          <p:nvPr/>
        </p:nvSpPr>
        <p:spPr>
          <a:xfrm>
            <a:off x="916471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15937"/>
                </a:moveTo>
                <a:lnTo>
                  <a:pt x="179680" y="193624"/>
                </a:lnTo>
                <a:lnTo>
                  <a:pt x="72843" y="131856"/>
                </a:lnTo>
                <a:lnTo>
                  <a:pt x="72843" y="251460"/>
                </a:lnTo>
                <a:cubicBezTo>
                  <a:pt x="72843" y="252272"/>
                  <a:pt x="73038" y="253037"/>
                  <a:pt x="73438" y="253735"/>
                </a:cubicBezTo>
                <a:cubicBezTo>
                  <a:pt x="73826" y="254443"/>
                  <a:pt x="74432" y="255049"/>
                  <a:pt x="75244" y="255552"/>
                </a:cubicBezTo>
                <a:lnTo>
                  <a:pt x="179680" y="315937"/>
                </a:lnTo>
                <a:close/>
                <a:moveTo>
                  <a:pt x="197510" y="315937"/>
                </a:moveTo>
                <a:lnTo>
                  <a:pt x="301946" y="255552"/>
                </a:lnTo>
                <a:cubicBezTo>
                  <a:pt x="302758" y="255049"/>
                  <a:pt x="303364" y="254443"/>
                  <a:pt x="303752" y="253735"/>
                </a:cubicBezTo>
                <a:cubicBezTo>
                  <a:pt x="304152" y="253037"/>
                  <a:pt x="304347" y="252272"/>
                  <a:pt x="304347" y="251460"/>
                </a:cubicBezTo>
                <a:lnTo>
                  <a:pt x="304347" y="131628"/>
                </a:lnTo>
                <a:lnTo>
                  <a:pt x="197510" y="193544"/>
                </a:lnTo>
                <a:lnTo>
                  <a:pt x="197510" y="315937"/>
                </a:lnTo>
                <a:close/>
                <a:moveTo>
                  <a:pt x="188595" y="178571"/>
                </a:moveTo>
                <a:lnTo>
                  <a:pt x="294014" y="117203"/>
                </a:lnTo>
                <a:lnTo>
                  <a:pt x="190995" y="57596"/>
                </a:lnTo>
                <a:cubicBezTo>
                  <a:pt x="190184" y="57207"/>
                  <a:pt x="189372" y="57013"/>
                  <a:pt x="188561" y="57013"/>
                </a:cubicBezTo>
                <a:cubicBezTo>
                  <a:pt x="187749" y="57013"/>
                  <a:pt x="186926" y="57207"/>
                  <a:pt x="186115" y="57596"/>
                </a:cubicBezTo>
                <a:lnTo>
                  <a:pt x="82948" y="117203"/>
                </a:lnTo>
                <a:lnTo>
                  <a:pt x="188595" y="178571"/>
                </a:lnTo>
                <a:close/>
                <a:moveTo>
                  <a:pt x="66328" y="270982"/>
                </a:moveTo>
                <a:cubicBezTo>
                  <a:pt x="62682" y="268891"/>
                  <a:pt x="59882" y="266090"/>
                  <a:pt x="57916" y="262581"/>
                </a:cubicBezTo>
                <a:cubicBezTo>
                  <a:pt x="55950" y="259072"/>
                  <a:pt x="54967" y="255323"/>
                  <a:pt x="54967" y="251346"/>
                </a:cubicBezTo>
                <a:lnTo>
                  <a:pt x="54967" y="125924"/>
                </a:lnTo>
                <a:cubicBezTo>
                  <a:pt x="54967" y="121947"/>
                  <a:pt x="55950" y="118198"/>
                  <a:pt x="57916" y="114689"/>
                </a:cubicBezTo>
                <a:cubicBezTo>
                  <a:pt x="59882" y="111180"/>
                  <a:pt x="62682" y="108379"/>
                  <a:pt x="66328" y="106276"/>
                </a:cubicBezTo>
                <a:lnTo>
                  <a:pt x="177245" y="42234"/>
                </a:lnTo>
                <a:cubicBezTo>
                  <a:pt x="180880" y="40245"/>
                  <a:pt x="184675" y="39251"/>
                  <a:pt x="188629" y="39251"/>
                </a:cubicBezTo>
                <a:cubicBezTo>
                  <a:pt x="192584" y="39251"/>
                  <a:pt x="196345" y="40245"/>
                  <a:pt x="199911" y="42234"/>
                </a:cubicBezTo>
                <a:lnTo>
                  <a:pt x="310827" y="106276"/>
                </a:lnTo>
                <a:cubicBezTo>
                  <a:pt x="314474" y="108379"/>
                  <a:pt x="317274" y="111180"/>
                  <a:pt x="319240" y="114689"/>
                </a:cubicBezTo>
                <a:cubicBezTo>
                  <a:pt x="321206" y="118198"/>
                  <a:pt x="322189" y="121947"/>
                  <a:pt x="322189" y="125924"/>
                </a:cubicBezTo>
                <a:lnTo>
                  <a:pt x="322189" y="251346"/>
                </a:lnTo>
                <a:cubicBezTo>
                  <a:pt x="322189" y="255323"/>
                  <a:pt x="321206" y="259072"/>
                  <a:pt x="319240" y="262581"/>
                </a:cubicBezTo>
                <a:cubicBezTo>
                  <a:pt x="317274" y="266090"/>
                  <a:pt x="314474" y="268891"/>
                  <a:pt x="310827" y="270982"/>
                </a:cubicBezTo>
                <a:lnTo>
                  <a:pt x="199911" y="335036"/>
                </a:lnTo>
                <a:cubicBezTo>
                  <a:pt x="196265" y="337025"/>
                  <a:pt x="192470" y="338019"/>
                  <a:pt x="188515" y="338019"/>
                </a:cubicBezTo>
                <a:cubicBezTo>
                  <a:pt x="184560" y="338019"/>
                  <a:pt x="180800" y="337025"/>
                  <a:pt x="177245" y="335036"/>
                </a:cubicBezTo>
                <a:lnTo>
                  <a:pt x="66328" y="270982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898375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950" dirty="0"/>
          </a:p>
        </p:txBody>
      </p:sp>
      <p:sp>
        <p:nvSpPr>
          <p:cNvPr id="71" name="圖示 分析"/>
          <p:cNvSpPr/>
          <p:nvPr/>
        </p:nvSpPr>
        <p:spPr>
          <a:xfrm>
            <a:off x="985811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9409" y="190515"/>
                </a:moveTo>
                <a:cubicBezTo>
                  <a:pt x="117729" y="192218"/>
                  <a:pt x="116895" y="194344"/>
                  <a:pt x="116895" y="196882"/>
                </a:cubicBezTo>
                <a:lnTo>
                  <a:pt x="116895" y="255232"/>
                </a:lnTo>
                <a:cubicBezTo>
                  <a:pt x="116895" y="257769"/>
                  <a:pt x="117752" y="259895"/>
                  <a:pt x="119478" y="261598"/>
                </a:cubicBezTo>
                <a:cubicBezTo>
                  <a:pt x="121215" y="263301"/>
                  <a:pt x="123341" y="264147"/>
                  <a:pt x="125890" y="264147"/>
                </a:cubicBezTo>
                <a:cubicBezTo>
                  <a:pt x="128427" y="264147"/>
                  <a:pt x="130542" y="263301"/>
                  <a:pt x="132211" y="261598"/>
                </a:cubicBezTo>
                <a:cubicBezTo>
                  <a:pt x="133891" y="259895"/>
                  <a:pt x="134725" y="257769"/>
                  <a:pt x="134725" y="255232"/>
                </a:cubicBezTo>
                <a:lnTo>
                  <a:pt x="134725" y="196882"/>
                </a:lnTo>
                <a:cubicBezTo>
                  <a:pt x="134725" y="194344"/>
                  <a:pt x="133868" y="192218"/>
                  <a:pt x="132131" y="190515"/>
                </a:cubicBezTo>
                <a:cubicBezTo>
                  <a:pt x="130405" y="188812"/>
                  <a:pt x="128267" y="187966"/>
                  <a:pt x="125730" y="187966"/>
                </a:cubicBezTo>
                <a:cubicBezTo>
                  <a:pt x="123193" y="187966"/>
                  <a:pt x="121078" y="188812"/>
                  <a:pt x="119409" y="190515"/>
                </a:cubicBezTo>
                <a:close/>
                <a:moveTo>
                  <a:pt x="245013" y="107693"/>
                </a:moveTo>
                <a:cubicBezTo>
                  <a:pt x="243345" y="109397"/>
                  <a:pt x="242499" y="111523"/>
                  <a:pt x="242499" y="114060"/>
                </a:cubicBezTo>
                <a:lnTo>
                  <a:pt x="242499" y="255198"/>
                </a:lnTo>
                <a:cubicBezTo>
                  <a:pt x="242499" y="257735"/>
                  <a:pt x="243368" y="259850"/>
                  <a:pt x="245093" y="261553"/>
                </a:cubicBezTo>
                <a:cubicBezTo>
                  <a:pt x="246819" y="263256"/>
                  <a:pt x="248957" y="264113"/>
                  <a:pt x="251494" y="264113"/>
                </a:cubicBezTo>
                <a:cubicBezTo>
                  <a:pt x="254043" y="264113"/>
                  <a:pt x="256146" y="263256"/>
                  <a:pt x="257827" y="261553"/>
                </a:cubicBezTo>
                <a:cubicBezTo>
                  <a:pt x="259507" y="259850"/>
                  <a:pt x="260341" y="257735"/>
                  <a:pt x="260341" y="255198"/>
                </a:cubicBezTo>
                <a:lnTo>
                  <a:pt x="260341" y="114060"/>
                </a:lnTo>
                <a:cubicBezTo>
                  <a:pt x="260341" y="111523"/>
                  <a:pt x="259472" y="109397"/>
                  <a:pt x="257747" y="107693"/>
                </a:cubicBezTo>
                <a:cubicBezTo>
                  <a:pt x="256021" y="105990"/>
                  <a:pt x="253883" y="105145"/>
                  <a:pt x="251346" y="105145"/>
                </a:cubicBezTo>
                <a:cubicBezTo>
                  <a:pt x="248797" y="105145"/>
                  <a:pt x="246694" y="105990"/>
                  <a:pt x="245013" y="107693"/>
                </a:cubicBezTo>
                <a:close/>
                <a:moveTo>
                  <a:pt x="182194" y="224039"/>
                </a:moveTo>
                <a:cubicBezTo>
                  <a:pt x="180514" y="225788"/>
                  <a:pt x="179680" y="227891"/>
                  <a:pt x="179680" y="230326"/>
                </a:cubicBezTo>
                <a:lnTo>
                  <a:pt x="179680" y="255232"/>
                </a:lnTo>
                <a:cubicBezTo>
                  <a:pt x="179680" y="257769"/>
                  <a:pt x="180537" y="259895"/>
                  <a:pt x="182274" y="261598"/>
                </a:cubicBezTo>
                <a:cubicBezTo>
                  <a:pt x="184000" y="263301"/>
                  <a:pt x="186138" y="264147"/>
                  <a:pt x="188675" y="264147"/>
                </a:cubicBezTo>
                <a:cubicBezTo>
                  <a:pt x="191212" y="264147"/>
                  <a:pt x="193327" y="263301"/>
                  <a:pt x="194996" y="261598"/>
                </a:cubicBezTo>
                <a:cubicBezTo>
                  <a:pt x="196676" y="259895"/>
                  <a:pt x="197510" y="257769"/>
                  <a:pt x="197510" y="255232"/>
                </a:cubicBezTo>
                <a:lnTo>
                  <a:pt x="197510" y="230326"/>
                </a:lnTo>
                <a:cubicBezTo>
                  <a:pt x="197510" y="227891"/>
                  <a:pt x="196653" y="225788"/>
                  <a:pt x="194916" y="224039"/>
                </a:cubicBezTo>
                <a:cubicBezTo>
                  <a:pt x="193190" y="222279"/>
                  <a:pt x="191052" y="221399"/>
                  <a:pt x="188515" y="221399"/>
                </a:cubicBezTo>
                <a:cubicBezTo>
                  <a:pt x="185978" y="221399"/>
                  <a:pt x="183863" y="222279"/>
                  <a:pt x="182194" y="224039"/>
                </a:cubicBezTo>
                <a:close/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299512"/>
                </a:lnTo>
                <a:cubicBezTo>
                  <a:pt x="322189" y="305672"/>
                  <a:pt x="319949" y="310987"/>
                  <a:pt x="315468" y="315468"/>
                </a:cubicBezTo>
                <a:cubicBezTo>
                  <a:pt x="310987" y="319949"/>
                  <a:pt x="305672" y="322189"/>
                  <a:pt x="299512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72843" y="72843"/>
                </a:moveTo>
                <a:lnTo>
                  <a:pt x="72843" y="304347"/>
                </a:lnTo>
                <a:lnTo>
                  <a:pt x="72843" y="72843"/>
                </a:lnTo>
                <a:close/>
                <a:moveTo>
                  <a:pt x="194996" y="181440"/>
                </a:moveTo>
                <a:cubicBezTo>
                  <a:pt x="196676" y="179714"/>
                  <a:pt x="197510" y="177576"/>
                  <a:pt x="197510" y="175039"/>
                </a:cubicBezTo>
                <a:cubicBezTo>
                  <a:pt x="197510" y="172502"/>
                  <a:pt x="196653" y="170387"/>
                  <a:pt x="194916" y="168718"/>
                </a:cubicBezTo>
                <a:cubicBezTo>
                  <a:pt x="193190" y="167038"/>
                  <a:pt x="191052" y="166204"/>
                  <a:pt x="188515" y="166204"/>
                </a:cubicBezTo>
                <a:cubicBezTo>
                  <a:pt x="185978" y="166204"/>
                  <a:pt x="183863" y="167061"/>
                  <a:pt x="182194" y="168798"/>
                </a:cubicBezTo>
                <a:cubicBezTo>
                  <a:pt x="180514" y="170524"/>
                  <a:pt x="179680" y="172662"/>
                  <a:pt x="179680" y="175199"/>
                </a:cubicBezTo>
                <a:cubicBezTo>
                  <a:pt x="179680" y="177737"/>
                  <a:pt x="180537" y="179851"/>
                  <a:pt x="182274" y="181520"/>
                </a:cubicBezTo>
                <a:cubicBezTo>
                  <a:pt x="184000" y="183200"/>
                  <a:pt x="186138" y="184034"/>
                  <a:pt x="188675" y="184034"/>
                </a:cubicBezTo>
                <a:cubicBezTo>
                  <a:pt x="191212" y="184034"/>
                  <a:pt x="193327" y="183177"/>
                  <a:pt x="194996" y="18144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967715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950" dirty="0"/>
          </a:p>
        </p:txBody>
      </p:sp>
      <p:sp>
        <p:nvSpPr>
          <p:cNvPr id="73" name="圖示 長條圖"/>
          <p:cNvSpPr/>
          <p:nvPr/>
        </p:nvSpPr>
        <p:spPr>
          <a:xfrm>
            <a:off x="1055151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68548" y="306473"/>
                </a:moveTo>
                <a:cubicBezTo>
                  <a:pt x="265325" y="306473"/>
                  <a:pt x="262627" y="305375"/>
                  <a:pt x="260455" y="303204"/>
                </a:cubicBezTo>
                <a:cubicBezTo>
                  <a:pt x="258284" y="301032"/>
                  <a:pt x="257198" y="298334"/>
                  <a:pt x="257198" y="295111"/>
                </a:cubicBezTo>
                <a:lnTo>
                  <a:pt x="257198" y="224977"/>
                </a:lnTo>
                <a:cubicBezTo>
                  <a:pt x="257198" y="221753"/>
                  <a:pt x="258284" y="219056"/>
                  <a:pt x="260455" y="216884"/>
                </a:cubicBezTo>
                <a:cubicBezTo>
                  <a:pt x="262627" y="214713"/>
                  <a:pt x="265325" y="213627"/>
                  <a:pt x="268548" y="213627"/>
                </a:cubicBezTo>
                <a:lnTo>
                  <a:pt x="295157" y="213627"/>
                </a:lnTo>
                <a:cubicBezTo>
                  <a:pt x="298369" y="213627"/>
                  <a:pt x="301066" y="214713"/>
                  <a:pt x="303249" y="216884"/>
                </a:cubicBezTo>
                <a:cubicBezTo>
                  <a:pt x="305421" y="219056"/>
                  <a:pt x="306507" y="221753"/>
                  <a:pt x="306507" y="224977"/>
                </a:cubicBezTo>
                <a:lnTo>
                  <a:pt x="306507" y="295111"/>
                </a:lnTo>
                <a:cubicBezTo>
                  <a:pt x="306507" y="298334"/>
                  <a:pt x="305421" y="301032"/>
                  <a:pt x="303249" y="303204"/>
                </a:cubicBezTo>
                <a:cubicBezTo>
                  <a:pt x="301066" y="305375"/>
                  <a:pt x="298369" y="306473"/>
                  <a:pt x="295157" y="306473"/>
                </a:cubicBezTo>
                <a:lnTo>
                  <a:pt x="268548" y="306473"/>
                </a:lnTo>
                <a:close/>
                <a:moveTo>
                  <a:pt x="175313" y="306473"/>
                </a:moveTo>
                <a:cubicBezTo>
                  <a:pt x="172090" y="306473"/>
                  <a:pt x="169393" y="305375"/>
                  <a:pt x="167221" y="303204"/>
                </a:cubicBezTo>
                <a:cubicBezTo>
                  <a:pt x="165049" y="301032"/>
                  <a:pt x="163963" y="298334"/>
                  <a:pt x="163963" y="295111"/>
                </a:cubicBezTo>
                <a:lnTo>
                  <a:pt x="163963" y="82045"/>
                </a:lnTo>
                <a:cubicBezTo>
                  <a:pt x="163963" y="78821"/>
                  <a:pt x="165049" y="76124"/>
                  <a:pt x="167221" y="73941"/>
                </a:cubicBezTo>
                <a:cubicBezTo>
                  <a:pt x="169393" y="71769"/>
                  <a:pt x="172090" y="70683"/>
                  <a:pt x="175313" y="70683"/>
                </a:cubicBezTo>
                <a:lnTo>
                  <a:pt x="201911" y="70683"/>
                </a:lnTo>
                <a:cubicBezTo>
                  <a:pt x="205134" y="70683"/>
                  <a:pt x="207832" y="71769"/>
                  <a:pt x="210003" y="73941"/>
                </a:cubicBezTo>
                <a:cubicBezTo>
                  <a:pt x="212187" y="76124"/>
                  <a:pt x="213272" y="78821"/>
                  <a:pt x="213272" y="82045"/>
                </a:cubicBezTo>
                <a:lnTo>
                  <a:pt x="213272" y="295111"/>
                </a:lnTo>
                <a:cubicBezTo>
                  <a:pt x="213272" y="298334"/>
                  <a:pt x="212187" y="301032"/>
                  <a:pt x="210003" y="303204"/>
                </a:cubicBezTo>
                <a:cubicBezTo>
                  <a:pt x="207832" y="305375"/>
                  <a:pt x="205134" y="306473"/>
                  <a:pt x="201911" y="306473"/>
                </a:cubicBezTo>
                <a:lnTo>
                  <a:pt x="175313" y="306473"/>
                </a:lnTo>
                <a:close/>
                <a:moveTo>
                  <a:pt x="82079" y="306473"/>
                </a:moveTo>
                <a:cubicBezTo>
                  <a:pt x="78856" y="306473"/>
                  <a:pt x="76158" y="305375"/>
                  <a:pt x="73986" y="303204"/>
                </a:cubicBezTo>
                <a:cubicBezTo>
                  <a:pt x="71815" y="301032"/>
                  <a:pt x="70717" y="298334"/>
                  <a:pt x="70717" y="295111"/>
                </a:cubicBezTo>
                <a:lnTo>
                  <a:pt x="70717" y="159163"/>
                </a:lnTo>
                <a:cubicBezTo>
                  <a:pt x="70717" y="155894"/>
                  <a:pt x="71815" y="153173"/>
                  <a:pt x="73986" y="150990"/>
                </a:cubicBezTo>
                <a:cubicBezTo>
                  <a:pt x="76158" y="148841"/>
                  <a:pt x="78856" y="147767"/>
                  <a:pt x="82079" y="147767"/>
                </a:cubicBezTo>
                <a:lnTo>
                  <a:pt x="108676" y="147767"/>
                </a:lnTo>
                <a:cubicBezTo>
                  <a:pt x="111900" y="147767"/>
                  <a:pt x="114597" y="148864"/>
                  <a:pt x="116769" y="151036"/>
                </a:cubicBezTo>
                <a:cubicBezTo>
                  <a:pt x="118941" y="153208"/>
                  <a:pt x="120038" y="155905"/>
                  <a:pt x="120038" y="159128"/>
                </a:cubicBezTo>
                <a:lnTo>
                  <a:pt x="120038" y="295077"/>
                </a:lnTo>
                <a:cubicBezTo>
                  <a:pt x="120038" y="298346"/>
                  <a:pt x="118941" y="301066"/>
                  <a:pt x="116769" y="303249"/>
                </a:cubicBezTo>
                <a:cubicBezTo>
                  <a:pt x="114597" y="305421"/>
                  <a:pt x="111900" y="306507"/>
                  <a:pt x="108676" y="306507"/>
                </a:cubicBezTo>
                <a:lnTo>
                  <a:pt x="82079" y="30650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1037055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950" dirty="0"/>
          </a:p>
        </p:txBody>
      </p:sp>
      <p:sp>
        <p:nvSpPr>
          <p:cNvPr id="75" name="圖示 排名"/>
          <p:cNvSpPr/>
          <p:nvPr/>
        </p:nvSpPr>
        <p:spPr>
          <a:xfrm>
            <a:off x="1124492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7127" y="304347"/>
                </a:moveTo>
                <a:lnTo>
                  <a:pt x="133034" y="304347"/>
                </a:lnTo>
                <a:lnTo>
                  <a:pt x="133034" y="167141"/>
                </a:lnTo>
                <a:lnTo>
                  <a:pt x="57127" y="167141"/>
                </a:lnTo>
                <a:lnTo>
                  <a:pt x="57127" y="304347"/>
                </a:lnTo>
                <a:close/>
                <a:moveTo>
                  <a:pt x="150842" y="304347"/>
                </a:moveTo>
                <a:lnTo>
                  <a:pt x="226348" y="304347"/>
                </a:lnTo>
                <a:lnTo>
                  <a:pt x="226348" y="72843"/>
                </a:lnTo>
                <a:lnTo>
                  <a:pt x="150842" y="72843"/>
                </a:lnTo>
                <a:lnTo>
                  <a:pt x="150842" y="304347"/>
                </a:lnTo>
                <a:close/>
                <a:moveTo>
                  <a:pt x="244156" y="304347"/>
                </a:moveTo>
                <a:lnTo>
                  <a:pt x="320063" y="304347"/>
                </a:lnTo>
                <a:lnTo>
                  <a:pt x="320063" y="198573"/>
                </a:lnTo>
                <a:lnTo>
                  <a:pt x="244191" y="198573"/>
                </a:lnTo>
                <a:lnTo>
                  <a:pt x="244191" y="304347"/>
                </a:lnTo>
                <a:close/>
                <a:moveTo>
                  <a:pt x="39296" y="299512"/>
                </a:moveTo>
                <a:lnTo>
                  <a:pt x="39296" y="171976"/>
                </a:lnTo>
                <a:cubicBezTo>
                  <a:pt x="39296" y="165815"/>
                  <a:pt x="41525" y="160500"/>
                  <a:pt x="46006" y="156020"/>
                </a:cubicBezTo>
                <a:cubicBezTo>
                  <a:pt x="50486" y="151539"/>
                  <a:pt x="55801" y="149310"/>
                  <a:pt x="61962" y="149310"/>
                </a:cubicBezTo>
                <a:lnTo>
                  <a:pt x="132999" y="149310"/>
                </a:lnTo>
                <a:lnTo>
                  <a:pt x="132999" y="77678"/>
                </a:lnTo>
                <a:cubicBezTo>
                  <a:pt x="132999" y="71518"/>
                  <a:pt x="135240" y="66203"/>
                  <a:pt x="139720" y="61722"/>
                </a:cubicBezTo>
                <a:cubicBezTo>
                  <a:pt x="144201" y="57241"/>
                  <a:pt x="149516" y="55013"/>
                  <a:pt x="155665" y="55013"/>
                </a:cubicBezTo>
                <a:lnTo>
                  <a:pt x="221479" y="55013"/>
                </a:lnTo>
                <a:cubicBezTo>
                  <a:pt x="227640" y="55013"/>
                  <a:pt x="232955" y="57241"/>
                  <a:pt x="237435" y="61722"/>
                </a:cubicBezTo>
                <a:cubicBezTo>
                  <a:pt x="241916" y="66203"/>
                  <a:pt x="244156" y="71518"/>
                  <a:pt x="244156" y="77678"/>
                </a:cubicBezTo>
                <a:lnTo>
                  <a:pt x="244156" y="180743"/>
                </a:lnTo>
                <a:lnTo>
                  <a:pt x="315194" y="180743"/>
                </a:lnTo>
                <a:cubicBezTo>
                  <a:pt x="321343" y="180743"/>
                  <a:pt x="326658" y="182971"/>
                  <a:pt x="331139" y="187452"/>
                </a:cubicBezTo>
                <a:cubicBezTo>
                  <a:pt x="335619" y="191933"/>
                  <a:pt x="337859" y="197248"/>
                  <a:pt x="337859" y="203408"/>
                </a:cubicBezTo>
                <a:lnTo>
                  <a:pt x="337859" y="299512"/>
                </a:lnTo>
                <a:cubicBezTo>
                  <a:pt x="337859" y="305672"/>
                  <a:pt x="335619" y="310987"/>
                  <a:pt x="331139" y="315468"/>
                </a:cubicBezTo>
                <a:cubicBezTo>
                  <a:pt x="326658" y="319949"/>
                  <a:pt x="321343" y="322189"/>
                  <a:pt x="315194" y="322189"/>
                </a:cubicBezTo>
                <a:lnTo>
                  <a:pt x="61962" y="322189"/>
                </a:lnTo>
                <a:cubicBezTo>
                  <a:pt x="55801" y="322189"/>
                  <a:pt x="50486" y="319949"/>
                  <a:pt x="46006" y="315468"/>
                </a:cubicBezTo>
                <a:cubicBezTo>
                  <a:pt x="41525" y="310987"/>
                  <a:pt x="39296" y="305672"/>
                  <a:pt x="39296" y="29951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1106395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950" dirty="0"/>
          </a:p>
        </p:txBody>
      </p:sp>
      <p:sp>
        <p:nvSpPr>
          <p:cNvPr id="77" name="圖示 監控"/>
          <p:cNvSpPr/>
          <p:nvPr/>
        </p:nvSpPr>
        <p:spPr>
          <a:xfrm>
            <a:off x="1193832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3595" y="323560"/>
                </a:moveTo>
                <a:cubicBezTo>
                  <a:pt x="51915" y="321857"/>
                  <a:pt x="51081" y="319731"/>
                  <a:pt x="51081" y="317194"/>
                </a:cubicBezTo>
                <a:lnTo>
                  <a:pt x="51081" y="301398"/>
                </a:lnTo>
                <a:cubicBezTo>
                  <a:pt x="51081" y="298860"/>
                  <a:pt x="51938" y="296734"/>
                  <a:pt x="53675" y="295031"/>
                </a:cubicBezTo>
                <a:cubicBezTo>
                  <a:pt x="55401" y="293328"/>
                  <a:pt x="57539" y="292482"/>
                  <a:pt x="60076" y="292482"/>
                </a:cubicBezTo>
                <a:cubicBezTo>
                  <a:pt x="62614" y="292482"/>
                  <a:pt x="64728" y="293328"/>
                  <a:pt x="66397" y="295031"/>
                </a:cubicBezTo>
                <a:cubicBezTo>
                  <a:pt x="68077" y="296734"/>
                  <a:pt x="68911" y="298860"/>
                  <a:pt x="68911" y="301398"/>
                </a:cubicBezTo>
                <a:lnTo>
                  <a:pt x="68911" y="317194"/>
                </a:lnTo>
                <a:cubicBezTo>
                  <a:pt x="68911" y="319709"/>
                  <a:pt x="68054" y="321835"/>
                  <a:pt x="66328" y="323560"/>
                </a:cubicBezTo>
                <a:cubicBezTo>
                  <a:pt x="64591" y="325264"/>
                  <a:pt x="62454" y="326109"/>
                  <a:pt x="59916" y="326109"/>
                </a:cubicBezTo>
                <a:cubicBezTo>
                  <a:pt x="57379" y="326109"/>
                  <a:pt x="55264" y="325264"/>
                  <a:pt x="53595" y="323560"/>
                </a:cubicBezTo>
                <a:close/>
                <a:moveTo>
                  <a:pt x="117946" y="323560"/>
                </a:moveTo>
                <a:cubicBezTo>
                  <a:pt x="116300" y="321857"/>
                  <a:pt x="115477" y="319731"/>
                  <a:pt x="115477" y="317194"/>
                </a:cubicBezTo>
                <a:lnTo>
                  <a:pt x="115477" y="236407"/>
                </a:lnTo>
                <a:cubicBezTo>
                  <a:pt x="115477" y="233892"/>
                  <a:pt x="116323" y="231778"/>
                  <a:pt x="118026" y="230052"/>
                </a:cubicBezTo>
                <a:cubicBezTo>
                  <a:pt x="119729" y="228349"/>
                  <a:pt x="121844" y="227491"/>
                  <a:pt x="124358" y="227491"/>
                </a:cubicBezTo>
                <a:cubicBezTo>
                  <a:pt x="126873" y="227491"/>
                  <a:pt x="128988" y="228349"/>
                  <a:pt x="130725" y="230052"/>
                </a:cubicBezTo>
                <a:cubicBezTo>
                  <a:pt x="132451" y="231755"/>
                  <a:pt x="133308" y="233869"/>
                  <a:pt x="133308" y="236407"/>
                </a:cubicBezTo>
                <a:lnTo>
                  <a:pt x="133308" y="317194"/>
                </a:lnTo>
                <a:cubicBezTo>
                  <a:pt x="133308" y="319709"/>
                  <a:pt x="132428" y="321835"/>
                  <a:pt x="130645" y="323560"/>
                </a:cubicBezTo>
                <a:cubicBezTo>
                  <a:pt x="128862" y="325264"/>
                  <a:pt x="126713" y="326109"/>
                  <a:pt x="124198" y="326109"/>
                </a:cubicBezTo>
                <a:cubicBezTo>
                  <a:pt x="121684" y="326109"/>
                  <a:pt x="119604" y="325264"/>
                  <a:pt x="117946" y="323560"/>
                </a:cubicBezTo>
                <a:close/>
                <a:moveTo>
                  <a:pt x="182194" y="323560"/>
                </a:moveTo>
                <a:cubicBezTo>
                  <a:pt x="180514" y="321857"/>
                  <a:pt x="179680" y="319731"/>
                  <a:pt x="179680" y="317194"/>
                </a:cubicBezTo>
                <a:lnTo>
                  <a:pt x="179680" y="262113"/>
                </a:lnTo>
                <a:cubicBezTo>
                  <a:pt x="179680" y="259564"/>
                  <a:pt x="180537" y="257449"/>
                  <a:pt x="182274" y="255746"/>
                </a:cubicBezTo>
                <a:cubicBezTo>
                  <a:pt x="184000" y="254043"/>
                  <a:pt x="186138" y="253186"/>
                  <a:pt x="188675" y="253186"/>
                </a:cubicBezTo>
                <a:cubicBezTo>
                  <a:pt x="191212" y="253186"/>
                  <a:pt x="193327" y="254043"/>
                  <a:pt x="194996" y="255746"/>
                </a:cubicBezTo>
                <a:cubicBezTo>
                  <a:pt x="196676" y="257449"/>
                  <a:pt x="197510" y="259564"/>
                  <a:pt x="197510" y="262113"/>
                </a:cubicBezTo>
                <a:lnTo>
                  <a:pt x="197510" y="317194"/>
                </a:lnTo>
                <a:cubicBezTo>
                  <a:pt x="197510" y="319709"/>
                  <a:pt x="196653" y="321835"/>
                  <a:pt x="194916" y="323560"/>
                </a:cubicBezTo>
                <a:cubicBezTo>
                  <a:pt x="193190" y="325264"/>
                  <a:pt x="191052" y="326109"/>
                  <a:pt x="188515" y="326109"/>
                </a:cubicBezTo>
                <a:cubicBezTo>
                  <a:pt x="185978" y="326109"/>
                  <a:pt x="183863" y="325264"/>
                  <a:pt x="182194" y="323560"/>
                </a:cubicBezTo>
                <a:close/>
                <a:moveTo>
                  <a:pt x="246545" y="323560"/>
                </a:moveTo>
                <a:cubicBezTo>
                  <a:pt x="244899" y="321857"/>
                  <a:pt x="244076" y="319731"/>
                  <a:pt x="244076" y="317194"/>
                </a:cubicBezTo>
                <a:lnTo>
                  <a:pt x="244076" y="227023"/>
                </a:lnTo>
                <a:cubicBezTo>
                  <a:pt x="244076" y="224485"/>
                  <a:pt x="244922" y="222359"/>
                  <a:pt x="246625" y="220656"/>
                </a:cubicBezTo>
                <a:cubicBezTo>
                  <a:pt x="248328" y="218953"/>
                  <a:pt x="250443" y="218107"/>
                  <a:pt x="252957" y="218107"/>
                </a:cubicBezTo>
                <a:cubicBezTo>
                  <a:pt x="255472" y="218107"/>
                  <a:pt x="257586" y="218953"/>
                  <a:pt x="259324" y="220656"/>
                </a:cubicBezTo>
                <a:cubicBezTo>
                  <a:pt x="261050" y="222359"/>
                  <a:pt x="261907" y="224485"/>
                  <a:pt x="261907" y="227023"/>
                </a:cubicBezTo>
                <a:lnTo>
                  <a:pt x="261907" y="317194"/>
                </a:lnTo>
                <a:cubicBezTo>
                  <a:pt x="261907" y="319709"/>
                  <a:pt x="261015" y="321835"/>
                  <a:pt x="259244" y="323560"/>
                </a:cubicBezTo>
                <a:cubicBezTo>
                  <a:pt x="257461" y="325264"/>
                  <a:pt x="255312" y="326109"/>
                  <a:pt x="252797" y="326109"/>
                </a:cubicBezTo>
                <a:cubicBezTo>
                  <a:pt x="250283" y="326109"/>
                  <a:pt x="248202" y="325264"/>
                  <a:pt x="246545" y="323560"/>
                </a:cubicBezTo>
                <a:close/>
                <a:moveTo>
                  <a:pt x="310793" y="323560"/>
                </a:moveTo>
                <a:cubicBezTo>
                  <a:pt x="309113" y="321857"/>
                  <a:pt x="308279" y="319731"/>
                  <a:pt x="308279" y="317194"/>
                </a:cubicBezTo>
                <a:lnTo>
                  <a:pt x="308279" y="175668"/>
                </a:lnTo>
                <a:cubicBezTo>
                  <a:pt x="308279" y="173130"/>
                  <a:pt x="309136" y="171004"/>
                  <a:pt x="310873" y="169301"/>
                </a:cubicBezTo>
                <a:cubicBezTo>
                  <a:pt x="312599" y="167598"/>
                  <a:pt x="314736" y="166752"/>
                  <a:pt x="317274" y="166752"/>
                </a:cubicBezTo>
                <a:cubicBezTo>
                  <a:pt x="319811" y="166752"/>
                  <a:pt x="321926" y="167598"/>
                  <a:pt x="323595" y="169301"/>
                </a:cubicBezTo>
                <a:cubicBezTo>
                  <a:pt x="325275" y="171004"/>
                  <a:pt x="326109" y="173130"/>
                  <a:pt x="326109" y="175668"/>
                </a:cubicBezTo>
                <a:lnTo>
                  <a:pt x="326109" y="317194"/>
                </a:lnTo>
                <a:cubicBezTo>
                  <a:pt x="326109" y="319709"/>
                  <a:pt x="325252" y="321835"/>
                  <a:pt x="323515" y="323560"/>
                </a:cubicBezTo>
                <a:cubicBezTo>
                  <a:pt x="321789" y="325264"/>
                  <a:pt x="319651" y="326109"/>
                  <a:pt x="317114" y="326109"/>
                </a:cubicBezTo>
                <a:cubicBezTo>
                  <a:pt x="314576" y="326109"/>
                  <a:pt x="312462" y="325264"/>
                  <a:pt x="310793" y="323560"/>
                </a:cubicBezTo>
                <a:close/>
                <a:moveTo>
                  <a:pt x="219913" y="178857"/>
                </a:moveTo>
                <a:cubicBezTo>
                  <a:pt x="217056" y="178857"/>
                  <a:pt x="214244" y="178262"/>
                  <a:pt x="211466" y="177085"/>
                </a:cubicBezTo>
                <a:cubicBezTo>
                  <a:pt x="208689" y="175908"/>
                  <a:pt x="206163" y="174239"/>
                  <a:pt x="203877" y="172090"/>
                </a:cubicBezTo>
                <a:lnTo>
                  <a:pt x="160660" y="128839"/>
                </a:lnTo>
                <a:cubicBezTo>
                  <a:pt x="159746" y="127913"/>
                  <a:pt x="158591" y="127456"/>
                  <a:pt x="157197" y="127456"/>
                </a:cubicBezTo>
                <a:cubicBezTo>
                  <a:pt x="155814" y="127456"/>
                  <a:pt x="154659" y="127913"/>
                  <a:pt x="153745" y="128839"/>
                </a:cubicBezTo>
                <a:lnTo>
                  <a:pt x="66523" y="215627"/>
                </a:lnTo>
                <a:cubicBezTo>
                  <a:pt x="64740" y="217387"/>
                  <a:pt x="62591" y="218244"/>
                  <a:pt x="60076" y="218222"/>
                </a:cubicBezTo>
                <a:cubicBezTo>
                  <a:pt x="57561" y="218199"/>
                  <a:pt x="55447" y="217250"/>
                  <a:pt x="53755" y="215387"/>
                </a:cubicBezTo>
                <a:cubicBezTo>
                  <a:pt x="52235" y="213741"/>
                  <a:pt x="51401" y="211706"/>
                  <a:pt x="51275" y="209306"/>
                </a:cubicBezTo>
                <a:cubicBezTo>
                  <a:pt x="51172" y="206894"/>
                  <a:pt x="51972" y="204826"/>
                  <a:pt x="53675" y="203088"/>
                </a:cubicBezTo>
                <a:lnTo>
                  <a:pt x="141366" y="116026"/>
                </a:lnTo>
                <a:cubicBezTo>
                  <a:pt x="143618" y="113797"/>
                  <a:pt x="146121" y="112185"/>
                  <a:pt x="148876" y="111191"/>
                </a:cubicBezTo>
                <a:cubicBezTo>
                  <a:pt x="151596" y="110174"/>
                  <a:pt x="154351" y="109659"/>
                  <a:pt x="157128" y="109659"/>
                </a:cubicBezTo>
                <a:cubicBezTo>
                  <a:pt x="159894" y="109659"/>
                  <a:pt x="162695" y="110174"/>
                  <a:pt x="165495" y="111191"/>
                </a:cubicBezTo>
                <a:cubicBezTo>
                  <a:pt x="168295" y="112220"/>
                  <a:pt x="170798" y="113820"/>
                  <a:pt x="172993" y="116026"/>
                </a:cubicBezTo>
                <a:lnTo>
                  <a:pt x="216530" y="159517"/>
                </a:lnTo>
                <a:cubicBezTo>
                  <a:pt x="217444" y="160431"/>
                  <a:pt x="218599" y="160900"/>
                  <a:pt x="219993" y="160900"/>
                </a:cubicBezTo>
                <a:cubicBezTo>
                  <a:pt x="221376" y="160900"/>
                  <a:pt x="222531" y="160431"/>
                  <a:pt x="223445" y="159517"/>
                </a:cubicBezTo>
                <a:lnTo>
                  <a:pt x="310873" y="72100"/>
                </a:lnTo>
                <a:cubicBezTo>
                  <a:pt x="312622" y="70340"/>
                  <a:pt x="314714" y="69437"/>
                  <a:pt x="317160" y="69392"/>
                </a:cubicBezTo>
                <a:cubicBezTo>
                  <a:pt x="319594" y="69334"/>
                  <a:pt x="321652" y="70237"/>
                  <a:pt x="323320" y="72100"/>
                </a:cubicBezTo>
                <a:cubicBezTo>
                  <a:pt x="324898" y="73849"/>
                  <a:pt x="325732" y="75918"/>
                  <a:pt x="325835" y="78307"/>
                </a:cubicBezTo>
                <a:cubicBezTo>
                  <a:pt x="325938" y="80719"/>
                  <a:pt x="325138" y="82787"/>
                  <a:pt x="323435" y="84513"/>
                </a:cubicBezTo>
                <a:lnTo>
                  <a:pt x="235938" y="172090"/>
                </a:lnTo>
                <a:cubicBezTo>
                  <a:pt x="233824" y="174376"/>
                  <a:pt x="231332" y="176056"/>
                  <a:pt x="228474" y="177165"/>
                </a:cubicBezTo>
                <a:cubicBezTo>
                  <a:pt x="225617" y="178285"/>
                  <a:pt x="222759" y="178857"/>
                  <a:pt x="219913" y="17885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1175735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950" dirty="0"/>
          </a:p>
        </p:txBody>
      </p:sp>
      <p:sp>
        <p:nvSpPr>
          <p:cNvPr id="79" name="圖示 數據查詢"/>
          <p:cNvSpPr/>
          <p:nvPr/>
        </p:nvSpPr>
        <p:spPr>
          <a:xfrm>
            <a:off x="1263172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530" y="204974"/>
                </a:moveTo>
                <a:cubicBezTo>
                  <a:pt x="28484" y="203671"/>
                  <a:pt x="27249" y="201820"/>
                  <a:pt x="26838" y="199442"/>
                </a:cubicBezTo>
                <a:cubicBezTo>
                  <a:pt x="26415" y="197030"/>
                  <a:pt x="26849" y="194870"/>
                  <a:pt x="28129" y="192961"/>
                </a:cubicBezTo>
                <a:lnTo>
                  <a:pt x="77987" y="112528"/>
                </a:lnTo>
                <a:cubicBezTo>
                  <a:pt x="82056" y="105956"/>
                  <a:pt x="87862" y="102413"/>
                  <a:pt x="95441" y="101921"/>
                </a:cubicBezTo>
                <a:cubicBezTo>
                  <a:pt x="103007" y="101418"/>
                  <a:pt x="109305" y="104093"/>
                  <a:pt x="114334" y="109934"/>
                </a:cubicBezTo>
                <a:lnTo>
                  <a:pt x="137480" y="137046"/>
                </a:lnTo>
                <a:cubicBezTo>
                  <a:pt x="138577" y="138360"/>
                  <a:pt x="139972" y="138955"/>
                  <a:pt x="141641" y="138852"/>
                </a:cubicBezTo>
                <a:cubicBezTo>
                  <a:pt x="143298" y="138749"/>
                  <a:pt x="144521" y="137937"/>
                  <a:pt x="145332" y="136417"/>
                </a:cubicBezTo>
                <a:lnTo>
                  <a:pt x="186240" y="70020"/>
                </a:lnTo>
                <a:cubicBezTo>
                  <a:pt x="190584" y="62922"/>
                  <a:pt x="196916" y="59287"/>
                  <a:pt x="205214" y="59127"/>
                </a:cubicBezTo>
                <a:cubicBezTo>
                  <a:pt x="213524" y="58979"/>
                  <a:pt x="219925" y="62339"/>
                  <a:pt x="224428" y="69232"/>
                </a:cubicBezTo>
                <a:lnTo>
                  <a:pt x="248122" y="105099"/>
                </a:lnTo>
                <a:cubicBezTo>
                  <a:pt x="249140" y="106516"/>
                  <a:pt x="250534" y="107225"/>
                  <a:pt x="252283" y="107225"/>
                </a:cubicBezTo>
                <a:cubicBezTo>
                  <a:pt x="254043" y="107225"/>
                  <a:pt x="255380" y="106459"/>
                  <a:pt x="256295" y="104950"/>
                </a:cubicBezTo>
                <a:lnTo>
                  <a:pt x="302621" y="31593"/>
                </a:lnTo>
                <a:cubicBezTo>
                  <a:pt x="303821" y="29444"/>
                  <a:pt x="305718" y="28129"/>
                  <a:pt x="308313" y="27661"/>
                </a:cubicBezTo>
                <a:cubicBezTo>
                  <a:pt x="310885" y="27192"/>
                  <a:pt x="313182" y="27775"/>
                  <a:pt x="315228" y="29432"/>
                </a:cubicBezTo>
                <a:cubicBezTo>
                  <a:pt x="317171" y="30792"/>
                  <a:pt x="318303" y="32576"/>
                  <a:pt x="318646" y="34770"/>
                </a:cubicBezTo>
                <a:cubicBezTo>
                  <a:pt x="318988" y="36976"/>
                  <a:pt x="318531" y="39033"/>
                  <a:pt x="317274" y="40942"/>
                </a:cubicBezTo>
                <a:lnTo>
                  <a:pt x="271108" y="114140"/>
                </a:lnTo>
                <a:cubicBezTo>
                  <a:pt x="266753" y="121261"/>
                  <a:pt x="260467" y="124861"/>
                  <a:pt x="252249" y="124941"/>
                </a:cubicBezTo>
                <a:cubicBezTo>
                  <a:pt x="244019" y="125021"/>
                  <a:pt x="237653" y="121684"/>
                  <a:pt x="233149" y="114929"/>
                </a:cubicBezTo>
                <a:lnTo>
                  <a:pt x="209615" y="79599"/>
                </a:lnTo>
                <a:cubicBezTo>
                  <a:pt x="208620" y="78078"/>
                  <a:pt x="207237" y="77347"/>
                  <a:pt x="205454" y="77404"/>
                </a:cubicBezTo>
                <a:cubicBezTo>
                  <a:pt x="203694" y="77450"/>
                  <a:pt x="202357" y="78238"/>
                  <a:pt x="201442" y="79759"/>
                </a:cubicBezTo>
                <a:lnTo>
                  <a:pt x="160546" y="145767"/>
                </a:lnTo>
                <a:cubicBezTo>
                  <a:pt x="156591" y="152259"/>
                  <a:pt x="150727" y="155802"/>
                  <a:pt x="142978" y="156374"/>
                </a:cubicBezTo>
                <a:cubicBezTo>
                  <a:pt x="135228" y="156957"/>
                  <a:pt x="128873" y="154339"/>
                  <a:pt x="123924" y="148521"/>
                </a:cubicBezTo>
                <a:lnTo>
                  <a:pt x="100858" y="121649"/>
                </a:lnTo>
                <a:cubicBezTo>
                  <a:pt x="99841" y="120335"/>
                  <a:pt x="98527" y="119764"/>
                  <a:pt x="96926" y="119912"/>
                </a:cubicBezTo>
                <a:cubicBezTo>
                  <a:pt x="95303" y="120072"/>
                  <a:pt x="94046" y="120861"/>
                  <a:pt x="93155" y="122278"/>
                </a:cubicBezTo>
                <a:lnTo>
                  <a:pt x="43137" y="202345"/>
                </a:lnTo>
                <a:cubicBezTo>
                  <a:pt x="41811" y="204631"/>
                  <a:pt x="39902" y="206049"/>
                  <a:pt x="37445" y="206632"/>
                </a:cubicBezTo>
                <a:cubicBezTo>
                  <a:pt x="34987" y="207203"/>
                  <a:pt x="32667" y="206643"/>
                  <a:pt x="30495" y="204940"/>
                </a:cubicBezTo>
                <a:close/>
                <a:moveTo>
                  <a:pt x="225651" y="288630"/>
                </a:moveTo>
                <a:cubicBezTo>
                  <a:pt x="238693" y="288630"/>
                  <a:pt x="249791" y="284116"/>
                  <a:pt x="258970" y="275074"/>
                </a:cubicBezTo>
                <a:cubicBezTo>
                  <a:pt x="268159" y="266033"/>
                  <a:pt x="272754" y="254969"/>
                  <a:pt x="272754" y="241870"/>
                </a:cubicBezTo>
                <a:cubicBezTo>
                  <a:pt x="272754" y="228851"/>
                  <a:pt x="268216" y="217799"/>
                  <a:pt x="259118" y="208712"/>
                </a:cubicBezTo>
                <a:cubicBezTo>
                  <a:pt x="250031" y="199602"/>
                  <a:pt x="238898" y="195042"/>
                  <a:pt x="225720" y="195042"/>
                </a:cubicBezTo>
                <a:cubicBezTo>
                  <a:pt x="212678" y="195042"/>
                  <a:pt x="201648" y="199659"/>
                  <a:pt x="192641" y="208906"/>
                </a:cubicBezTo>
                <a:cubicBezTo>
                  <a:pt x="183634" y="218153"/>
                  <a:pt x="179142" y="229240"/>
                  <a:pt x="179165" y="242145"/>
                </a:cubicBezTo>
                <a:cubicBezTo>
                  <a:pt x="179165" y="255198"/>
                  <a:pt x="183657" y="266193"/>
                  <a:pt x="192641" y="275154"/>
                </a:cubicBezTo>
                <a:cubicBezTo>
                  <a:pt x="201625" y="284116"/>
                  <a:pt x="212632" y="288608"/>
                  <a:pt x="225651" y="288630"/>
                </a:cubicBezTo>
                <a:close/>
                <a:moveTo>
                  <a:pt x="225720" y="306473"/>
                </a:moveTo>
                <a:cubicBezTo>
                  <a:pt x="207832" y="306473"/>
                  <a:pt x="192630" y="300209"/>
                  <a:pt x="180114" y="287682"/>
                </a:cubicBezTo>
                <a:cubicBezTo>
                  <a:pt x="167587" y="275166"/>
                  <a:pt x="161323" y="259964"/>
                  <a:pt x="161323" y="242065"/>
                </a:cubicBezTo>
                <a:cubicBezTo>
                  <a:pt x="161323" y="224279"/>
                  <a:pt x="167587" y="209032"/>
                  <a:pt x="180114" y="196299"/>
                </a:cubicBezTo>
                <a:cubicBezTo>
                  <a:pt x="192630" y="183589"/>
                  <a:pt x="207832" y="177245"/>
                  <a:pt x="225720" y="177245"/>
                </a:cubicBezTo>
                <a:cubicBezTo>
                  <a:pt x="243745" y="177245"/>
                  <a:pt x="259061" y="183577"/>
                  <a:pt x="271657" y="196253"/>
                </a:cubicBezTo>
                <a:cubicBezTo>
                  <a:pt x="284276" y="208929"/>
                  <a:pt x="290596" y="224222"/>
                  <a:pt x="290596" y="242110"/>
                </a:cubicBezTo>
                <a:cubicBezTo>
                  <a:pt x="290596" y="249597"/>
                  <a:pt x="289430" y="256638"/>
                  <a:pt x="287099" y="263210"/>
                </a:cubicBezTo>
                <a:cubicBezTo>
                  <a:pt x="284767" y="269782"/>
                  <a:pt x="281509" y="275806"/>
                  <a:pt x="277315" y="281281"/>
                </a:cubicBezTo>
                <a:lnTo>
                  <a:pt x="315502" y="319354"/>
                </a:lnTo>
                <a:cubicBezTo>
                  <a:pt x="317263" y="321114"/>
                  <a:pt x="318131" y="323149"/>
                  <a:pt x="318131" y="325481"/>
                </a:cubicBezTo>
                <a:cubicBezTo>
                  <a:pt x="318131" y="327812"/>
                  <a:pt x="317263" y="329858"/>
                  <a:pt x="315502" y="331619"/>
                </a:cubicBezTo>
                <a:cubicBezTo>
                  <a:pt x="313754" y="333367"/>
                  <a:pt x="311685" y="334247"/>
                  <a:pt x="309296" y="334247"/>
                </a:cubicBezTo>
                <a:cubicBezTo>
                  <a:pt x="306907" y="334247"/>
                  <a:pt x="304838" y="333367"/>
                  <a:pt x="303089" y="331619"/>
                </a:cubicBezTo>
                <a:lnTo>
                  <a:pt x="264776" y="293420"/>
                </a:lnTo>
                <a:cubicBezTo>
                  <a:pt x="259301" y="297454"/>
                  <a:pt x="253312" y="300643"/>
                  <a:pt x="246785" y="302975"/>
                </a:cubicBezTo>
                <a:cubicBezTo>
                  <a:pt x="240259" y="305307"/>
                  <a:pt x="233252" y="306473"/>
                  <a:pt x="225765" y="30647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1245075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950" dirty="0"/>
          </a:p>
        </p:txBody>
      </p:sp>
      <p:sp>
        <p:nvSpPr>
          <p:cNvPr id="81" name="圖示 上升"/>
          <p:cNvSpPr/>
          <p:nvPr/>
        </p:nvSpPr>
        <p:spPr>
          <a:xfrm>
            <a:off x="1332512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5811" y="272045"/>
                </a:moveTo>
                <a:cubicBezTo>
                  <a:pt x="44063" y="270239"/>
                  <a:pt x="43183" y="268136"/>
                  <a:pt x="43183" y="265725"/>
                </a:cubicBezTo>
                <a:cubicBezTo>
                  <a:pt x="43183" y="263313"/>
                  <a:pt x="44063" y="261233"/>
                  <a:pt x="45811" y="259472"/>
                </a:cubicBezTo>
                <a:lnTo>
                  <a:pt x="129971" y="175428"/>
                </a:lnTo>
                <a:cubicBezTo>
                  <a:pt x="134325" y="171084"/>
                  <a:pt x="139617" y="168913"/>
                  <a:pt x="145847" y="168913"/>
                </a:cubicBezTo>
                <a:cubicBezTo>
                  <a:pt x="152076" y="168913"/>
                  <a:pt x="157380" y="171084"/>
                  <a:pt x="161757" y="175428"/>
                </a:cubicBezTo>
                <a:lnTo>
                  <a:pt x="207420" y="220930"/>
                </a:lnTo>
                <a:cubicBezTo>
                  <a:pt x="208335" y="221845"/>
                  <a:pt x="209443" y="222302"/>
                  <a:pt x="210758" y="222302"/>
                </a:cubicBezTo>
                <a:cubicBezTo>
                  <a:pt x="212061" y="222302"/>
                  <a:pt x="213215" y="221845"/>
                  <a:pt x="214210" y="220930"/>
                </a:cubicBezTo>
                <a:lnTo>
                  <a:pt x="308427" y="127102"/>
                </a:lnTo>
                <a:lnTo>
                  <a:pt x="264113" y="127102"/>
                </a:lnTo>
                <a:cubicBezTo>
                  <a:pt x="261576" y="127102"/>
                  <a:pt x="259450" y="126244"/>
                  <a:pt x="257747" y="124507"/>
                </a:cubicBezTo>
                <a:cubicBezTo>
                  <a:pt x="256043" y="122781"/>
                  <a:pt x="255198" y="120644"/>
                  <a:pt x="255198" y="118106"/>
                </a:cubicBezTo>
                <a:cubicBezTo>
                  <a:pt x="255198" y="115569"/>
                  <a:pt x="256043" y="113454"/>
                  <a:pt x="257747" y="111785"/>
                </a:cubicBezTo>
                <a:cubicBezTo>
                  <a:pt x="259450" y="110105"/>
                  <a:pt x="261576" y="109271"/>
                  <a:pt x="264113" y="109271"/>
                </a:cubicBezTo>
                <a:lnTo>
                  <a:pt x="326544" y="109271"/>
                </a:lnTo>
                <a:cubicBezTo>
                  <a:pt x="329790" y="109271"/>
                  <a:pt x="332487" y="110345"/>
                  <a:pt x="334636" y="112494"/>
                </a:cubicBezTo>
                <a:cubicBezTo>
                  <a:pt x="336808" y="114666"/>
                  <a:pt x="337905" y="117375"/>
                  <a:pt x="337905" y="120621"/>
                </a:cubicBezTo>
                <a:lnTo>
                  <a:pt x="337905" y="183051"/>
                </a:lnTo>
                <a:cubicBezTo>
                  <a:pt x="337905" y="185383"/>
                  <a:pt x="337082" y="187452"/>
                  <a:pt x="335459" y="189258"/>
                </a:cubicBezTo>
                <a:cubicBezTo>
                  <a:pt x="333836" y="191075"/>
                  <a:pt x="331813" y="191978"/>
                  <a:pt x="329378" y="191978"/>
                </a:cubicBezTo>
                <a:cubicBezTo>
                  <a:pt x="326932" y="191978"/>
                  <a:pt x="324829" y="191098"/>
                  <a:pt x="323046" y="189338"/>
                </a:cubicBezTo>
                <a:cubicBezTo>
                  <a:pt x="321240" y="187589"/>
                  <a:pt x="320337" y="185543"/>
                  <a:pt x="320337" y="183211"/>
                </a:cubicBezTo>
                <a:lnTo>
                  <a:pt x="320337" y="140189"/>
                </a:lnTo>
                <a:lnTo>
                  <a:pt x="226234" y="234018"/>
                </a:lnTo>
                <a:cubicBezTo>
                  <a:pt x="221993" y="238361"/>
                  <a:pt x="216759" y="240533"/>
                  <a:pt x="210518" y="240533"/>
                </a:cubicBezTo>
                <a:cubicBezTo>
                  <a:pt x="204254" y="240533"/>
                  <a:pt x="198951" y="238361"/>
                  <a:pt x="194607" y="234018"/>
                </a:cubicBezTo>
                <a:lnTo>
                  <a:pt x="149104" y="188789"/>
                </a:lnTo>
                <a:cubicBezTo>
                  <a:pt x="148110" y="187875"/>
                  <a:pt x="146933" y="187418"/>
                  <a:pt x="145572" y="187418"/>
                </a:cubicBezTo>
                <a:cubicBezTo>
                  <a:pt x="144212" y="187418"/>
                  <a:pt x="143069" y="187875"/>
                  <a:pt x="142155" y="188789"/>
                </a:cubicBezTo>
                <a:lnTo>
                  <a:pt x="58624" y="272125"/>
                </a:lnTo>
                <a:cubicBezTo>
                  <a:pt x="56761" y="273989"/>
                  <a:pt x="54624" y="274914"/>
                  <a:pt x="52212" y="274914"/>
                </a:cubicBezTo>
                <a:cubicBezTo>
                  <a:pt x="49812" y="274914"/>
                  <a:pt x="47675" y="273977"/>
                  <a:pt x="45811" y="27209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1314415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950" dirty="0"/>
          </a:p>
        </p:txBody>
      </p:sp>
      <p:sp>
        <p:nvSpPr>
          <p:cNvPr id="83" name="圖示 下降"/>
          <p:cNvSpPr/>
          <p:nvPr/>
        </p:nvSpPr>
        <p:spPr>
          <a:xfrm>
            <a:off x="1401852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8427" y="257941"/>
                </a:moveTo>
                <a:lnTo>
                  <a:pt x="214175" y="164043"/>
                </a:lnTo>
                <a:cubicBezTo>
                  <a:pt x="213181" y="163118"/>
                  <a:pt x="212027" y="162660"/>
                  <a:pt x="210712" y="162660"/>
                </a:cubicBezTo>
                <a:cubicBezTo>
                  <a:pt x="209409" y="162660"/>
                  <a:pt x="208289" y="163118"/>
                  <a:pt x="207374" y="164043"/>
                </a:cubicBezTo>
                <a:lnTo>
                  <a:pt x="161757" y="209660"/>
                </a:lnTo>
                <a:cubicBezTo>
                  <a:pt x="157414" y="214004"/>
                  <a:pt x="152122" y="216176"/>
                  <a:pt x="145881" y="216176"/>
                </a:cubicBezTo>
                <a:cubicBezTo>
                  <a:pt x="139652" y="216176"/>
                  <a:pt x="134348" y="214004"/>
                  <a:pt x="129971" y="209660"/>
                </a:cubicBezTo>
                <a:lnTo>
                  <a:pt x="45811" y="125536"/>
                </a:lnTo>
                <a:cubicBezTo>
                  <a:pt x="44063" y="123775"/>
                  <a:pt x="43183" y="121649"/>
                  <a:pt x="43183" y="119135"/>
                </a:cubicBezTo>
                <a:cubicBezTo>
                  <a:pt x="43183" y="116620"/>
                  <a:pt x="44063" y="114426"/>
                  <a:pt x="45811" y="112563"/>
                </a:cubicBezTo>
                <a:cubicBezTo>
                  <a:pt x="47675" y="110814"/>
                  <a:pt x="49812" y="109934"/>
                  <a:pt x="52212" y="109934"/>
                </a:cubicBezTo>
                <a:cubicBezTo>
                  <a:pt x="54624" y="109934"/>
                  <a:pt x="56761" y="110814"/>
                  <a:pt x="58624" y="112563"/>
                </a:cubicBezTo>
                <a:lnTo>
                  <a:pt x="142109" y="196333"/>
                </a:lnTo>
                <a:cubicBezTo>
                  <a:pt x="143035" y="197248"/>
                  <a:pt x="144167" y="197716"/>
                  <a:pt x="145538" y="197716"/>
                </a:cubicBezTo>
                <a:cubicBezTo>
                  <a:pt x="146898" y="197716"/>
                  <a:pt x="148076" y="197248"/>
                  <a:pt x="149070" y="196333"/>
                </a:cubicBezTo>
                <a:lnTo>
                  <a:pt x="194573" y="150682"/>
                </a:lnTo>
                <a:cubicBezTo>
                  <a:pt x="198916" y="146441"/>
                  <a:pt x="204208" y="144315"/>
                  <a:pt x="210438" y="144315"/>
                </a:cubicBezTo>
                <a:cubicBezTo>
                  <a:pt x="216679" y="144315"/>
                  <a:pt x="221925" y="146441"/>
                  <a:pt x="226200" y="150682"/>
                </a:cubicBezTo>
                <a:lnTo>
                  <a:pt x="320303" y="244899"/>
                </a:lnTo>
                <a:lnTo>
                  <a:pt x="320303" y="201762"/>
                </a:lnTo>
                <a:cubicBezTo>
                  <a:pt x="320303" y="199248"/>
                  <a:pt x="321206" y="197156"/>
                  <a:pt x="323012" y="195510"/>
                </a:cubicBezTo>
                <a:cubicBezTo>
                  <a:pt x="324818" y="193887"/>
                  <a:pt x="326932" y="193076"/>
                  <a:pt x="329378" y="193076"/>
                </a:cubicBezTo>
                <a:cubicBezTo>
                  <a:pt x="331813" y="193076"/>
                  <a:pt x="333836" y="193887"/>
                  <a:pt x="335459" y="195510"/>
                </a:cubicBezTo>
                <a:cubicBezTo>
                  <a:pt x="337082" y="197133"/>
                  <a:pt x="337905" y="199213"/>
                  <a:pt x="337905" y="201762"/>
                </a:cubicBezTo>
                <a:lnTo>
                  <a:pt x="337905" y="264422"/>
                </a:lnTo>
                <a:cubicBezTo>
                  <a:pt x="337905" y="267679"/>
                  <a:pt x="336831" y="270377"/>
                  <a:pt x="334682" y="272525"/>
                </a:cubicBezTo>
                <a:cubicBezTo>
                  <a:pt x="332533" y="274663"/>
                  <a:pt x="329836" y="275737"/>
                  <a:pt x="326589" y="275737"/>
                </a:cubicBezTo>
                <a:lnTo>
                  <a:pt x="264113" y="275737"/>
                </a:lnTo>
                <a:cubicBezTo>
                  <a:pt x="261576" y="275737"/>
                  <a:pt x="259450" y="274880"/>
                  <a:pt x="257747" y="273154"/>
                </a:cubicBezTo>
                <a:cubicBezTo>
                  <a:pt x="256043" y="271417"/>
                  <a:pt x="255198" y="269279"/>
                  <a:pt x="255198" y="266742"/>
                </a:cubicBezTo>
                <a:cubicBezTo>
                  <a:pt x="255198" y="264204"/>
                  <a:pt x="256043" y="262090"/>
                  <a:pt x="257747" y="260421"/>
                </a:cubicBezTo>
                <a:cubicBezTo>
                  <a:pt x="259450" y="258741"/>
                  <a:pt x="261576" y="257907"/>
                  <a:pt x="264113" y="257907"/>
                </a:cubicBezTo>
                <a:lnTo>
                  <a:pt x="308427" y="25790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383755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950" dirty="0"/>
          </a:p>
        </p:txBody>
      </p:sp>
      <p:sp>
        <p:nvSpPr>
          <p:cNvPr id="85" name="圖示 占比"/>
          <p:cNvSpPr/>
          <p:nvPr/>
        </p:nvSpPr>
        <p:spPr>
          <a:xfrm>
            <a:off x="84390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7510" y="179680"/>
                </a:moveTo>
                <a:lnTo>
                  <a:pt x="319823" y="179680"/>
                </a:lnTo>
                <a:cubicBezTo>
                  <a:pt x="317651" y="147013"/>
                  <a:pt x="304918" y="118826"/>
                  <a:pt x="281635" y="95120"/>
                </a:cubicBezTo>
                <a:cubicBezTo>
                  <a:pt x="258375" y="71449"/>
                  <a:pt x="230337" y="58853"/>
                  <a:pt x="197510" y="57367"/>
                </a:cubicBezTo>
                <a:lnTo>
                  <a:pt x="197510" y="179680"/>
                </a:lnTo>
                <a:close/>
                <a:moveTo>
                  <a:pt x="179680" y="319823"/>
                </a:moveTo>
                <a:lnTo>
                  <a:pt x="179680" y="57367"/>
                </a:lnTo>
                <a:cubicBezTo>
                  <a:pt x="145367" y="59436"/>
                  <a:pt x="116357" y="73163"/>
                  <a:pt x="92652" y="98538"/>
                </a:cubicBezTo>
                <a:cubicBezTo>
                  <a:pt x="68946" y="123901"/>
                  <a:pt x="57093" y="153916"/>
                  <a:pt x="57093" y="188595"/>
                </a:cubicBezTo>
                <a:cubicBezTo>
                  <a:pt x="57093" y="223274"/>
                  <a:pt x="68946" y="253289"/>
                  <a:pt x="92652" y="278652"/>
                </a:cubicBezTo>
                <a:cubicBezTo>
                  <a:pt x="116357" y="304027"/>
                  <a:pt x="145367" y="317754"/>
                  <a:pt x="179680" y="319823"/>
                </a:cubicBezTo>
                <a:close/>
                <a:moveTo>
                  <a:pt x="197510" y="319823"/>
                </a:moveTo>
                <a:cubicBezTo>
                  <a:pt x="230337" y="318337"/>
                  <a:pt x="258364" y="305730"/>
                  <a:pt x="281601" y="282024"/>
                </a:cubicBezTo>
                <a:cubicBezTo>
                  <a:pt x="304827" y="258318"/>
                  <a:pt x="317571" y="230143"/>
                  <a:pt x="319823" y="197476"/>
                </a:cubicBezTo>
                <a:lnTo>
                  <a:pt x="197510" y="197476"/>
                </a:lnTo>
                <a:lnTo>
                  <a:pt x="197510" y="319823"/>
                </a:lnTo>
                <a:close/>
                <a:moveTo>
                  <a:pt x="188595" y="188595"/>
                </a:moveTo>
                <a:close/>
                <a:moveTo>
                  <a:pt x="188629" y="337905"/>
                </a:moveTo>
                <a:cubicBezTo>
                  <a:pt x="167998" y="337905"/>
                  <a:pt x="148579" y="333985"/>
                  <a:pt x="130405" y="326155"/>
                </a:cubicBez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17"/>
                  <a:pt x="246785" y="51081"/>
                </a:cubicBezTo>
                <a:cubicBezTo>
                  <a:pt x="264936" y="58933"/>
                  <a:pt x="280744" y="69586"/>
                  <a:pt x="294208" y="83016"/>
                </a:cubicBezTo>
                <a:cubicBezTo>
                  <a:pt x="307650" y="96458"/>
                  <a:pt x="318291" y="112254"/>
                  <a:pt x="326155" y="130405"/>
                </a:cubicBezTo>
                <a:cubicBezTo>
                  <a:pt x="333985" y="148533"/>
                  <a:pt x="337905" y="167941"/>
                  <a:pt x="337905" y="188629"/>
                </a:cubicBezTo>
                <a:cubicBezTo>
                  <a:pt x="337905" y="209249"/>
                  <a:pt x="333985" y="228623"/>
                  <a:pt x="326155" y="246751"/>
                </a:cubicBezTo>
                <a:cubicBezTo>
                  <a:pt x="318314" y="264902"/>
                  <a:pt x="307684" y="280709"/>
                  <a:pt x="294242" y="294174"/>
                </a:cubicBezTo>
                <a:cubicBezTo>
                  <a:pt x="280812" y="307627"/>
                  <a:pt x="265016" y="318280"/>
                  <a:pt x="246865" y="326109"/>
                </a:cubicBezTo>
                <a:cubicBezTo>
                  <a:pt x="228680" y="333973"/>
                  <a:pt x="209272" y="337905"/>
                  <a:pt x="188629" y="33790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66294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950" dirty="0"/>
          </a:p>
        </p:txBody>
      </p:sp>
      <p:sp>
        <p:nvSpPr>
          <p:cNvPr id="87" name="圖示 表格"/>
          <p:cNvSpPr/>
          <p:nvPr/>
        </p:nvSpPr>
        <p:spPr>
          <a:xfrm>
            <a:off x="153730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99512" y="321949"/>
                </a:moveTo>
                <a:lnTo>
                  <a:pt x="77678" y="321949"/>
                </a:lnTo>
                <a:cubicBezTo>
                  <a:pt x="71518" y="321949"/>
                  <a:pt x="66203" y="319709"/>
                  <a:pt x="61722" y="315228"/>
                </a:cubicBezTo>
                <a:cubicBezTo>
                  <a:pt x="57241" y="310747"/>
                  <a:pt x="55013" y="305432"/>
                  <a:pt x="55013" y="29927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299272"/>
                </a:lnTo>
                <a:cubicBezTo>
                  <a:pt x="322189" y="305432"/>
                  <a:pt x="319949" y="310747"/>
                  <a:pt x="315468" y="315228"/>
                </a:cubicBezTo>
                <a:cubicBezTo>
                  <a:pt x="310987" y="319709"/>
                  <a:pt x="305672" y="321949"/>
                  <a:pt x="299512" y="321949"/>
                </a:cubicBezTo>
                <a:close/>
                <a:moveTo>
                  <a:pt x="72843" y="129891"/>
                </a:moveTo>
                <a:lnTo>
                  <a:pt x="304347" y="129891"/>
                </a:ln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129891"/>
                </a:lnTo>
                <a:close/>
                <a:moveTo>
                  <a:pt x="123764" y="147733"/>
                </a:moveTo>
                <a:lnTo>
                  <a:pt x="72843" y="147733"/>
                </a:lnTo>
                <a:lnTo>
                  <a:pt x="72843" y="299272"/>
                </a:lnTo>
                <a:cubicBezTo>
                  <a:pt x="72843" y="300483"/>
                  <a:pt x="73346" y="301592"/>
                  <a:pt x="74341" y="302621"/>
                </a:cubicBezTo>
                <a:cubicBezTo>
                  <a:pt x="75358" y="303638"/>
                  <a:pt x="76478" y="304152"/>
                  <a:pt x="77678" y="304152"/>
                </a:cubicBezTo>
                <a:lnTo>
                  <a:pt x="123764" y="304152"/>
                </a:lnTo>
                <a:lnTo>
                  <a:pt x="123764" y="147767"/>
                </a:lnTo>
                <a:close/>
                <a:moveTo>
                  <a:pt x="253426" y="147733"/>
                </a:moveTo>
                <a:lnTo>
                  <a:pt x="253426" y="304107"/>
                </a:lnTo>
                <a:lnTo>
                  <a:pt x="299512" y="304107"/>
                </a:lnTo>
                <a:cubicBezTo>
                  <a:pt x="300712" y="304107"/>
                  <a:pt x="301832" y="303604"/>
                  <a:pt x="302849" y="302575"/>
                </a:cubicBezTo>
                <a:cubicBezTo>
                  <a:pt x="303844" y="301581"/>
                  <a:pt x="304347" y="300472"/>
                  <a:pt x="304347" y="299237"/>
                </a:cubicBezTo>
                <a:lnTo>
                  <a:pt x="304347" y="147733"/>
                </a:lnTo>
                <a:lnTo>
                  <a:pt x="253426" y="147733"/>
                </a:lnTo>
                <a:close/>
                <a:moveTo>
                  <a:pt x="235584" y="147733"/>
                </a:moveTo>
                <a:lnTo>
                  <a:pt x="141606" y="147733"/>
                </a:lnTo>
                <a:lnTo>
                  <a:pt x="141606" y="304107"/>
                </a:lnTo>
                <a:lnTo>
                  <a:pt x="235584" y="304107"/>
                </a:lnTo>
                <a:lnTo>
                  <a:pt x="235584" y="14773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35634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950" dirty="0"/>
          </a:p>
        </p:txBody>
      </p:sp>
      <p:sp>
        <p:nvSpPr>
          <p:cNvPr id="89" name="圖示 儀表板"/>
          <p:cNvSpPr/>
          <p:nvPr/>
        </p:nvSpPr>
        <p:spPr>
          <a:xfrm>
            <a:off x="223070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5374" y="138657"/>
                </a:moveTo>
                <a:lnTo>
                  <a:pt x="205374" y="66443"/>
                </a:lnTo>
                <a:cubicBezTo>
                  <a:pt x="205374" y="63139"/>
                  <a:pt x="206460" y="60419"/>
                  <a:pt x="208632" y="58270"/>
                </a:cubicBezTo>
                <a:cubicBezTo>
                  <a:pt x="210803" y="56098"/>
                  <a:pt x="213501" y="55013"/>
                  <a:pt x="216724" y="55013"/>
                </a:cubicBezTo>
                <a:lnTo>
                  <a:pt x="310873" y="55013"/>
                </a:lnTo>
                <a:cubicBezTo>
                  <a:pt x="314085" y="55013"/>
                  <a:pt x="316782" y="56098"/>
                  <a:pt x="318966" y="58270"/>
                </a:cubicBezTo>
                <a:cubicBezTo>
                  <a:pt x="321137" y="60419"/>
                  <a:pt x="322223" y="63139"/>
                  <a:pt x="322223" y="66443"/>
                </a:cubicBezTo>
                <a:lnTo>
                  <a:pt x="322223" y="138657"/>
                </a:lnTo>
                <a:cubicBezTo>
                  <a:pt x="322223" y="141926"/>
                  <a:pt x="321137" y="144658"/>
                  <a:pt x="318966" y="146830"/>
                </a:cubicBezTo>
                <a:cubicBezTo>
                  <a:pt x="316782" y="148979"/>
                  <a:pt x="314085" y="150053"/>
                  <a:pt x="310873" y="150053"/>
                </a:cubicBezTo>
                <a:lnTo>
                  <a:pt x="216690" y="150053"/>
                </a:lnTo>
                <a:cubicBezTo>
                  <a:pt x="213467" y="150053"/>
                  <a:pt x="210769" y="148979"/>
                  <a:pt x="208598" y="146830"/>
                </a:cubicBezTo>
                <a:cubicBezTo>
                  <a:pt x="206414" y="144658"/>
                  <a:pt x="205329" y="141926"/>
                  <a:pt x="205329" y="138657"/>
                </a:cubicBezTo>
                <a:close/>
                <a:moveTo>
                  <a:pt x="55013" y="182309"/>
                </a:moveTo>
                <a:lnTo>
                  <a:pt x="55013" y="66283"/>
                </a:lnTo>
                <a:cubicBezTo>
                  <a:pt x="55013" y="63082"/>
                  <a:pt x="56098" y="60419"/>
                  <a:pt x="58270" y="58270"/>
                </a:cubicBezTo>
                <a:cubicBezTo>
                  <a:pt x="60442" y="56098"/>
                  <a:pt x="63139" y="55013"/>
                  <a:pt x="66363" y="55013"/>
                </a:cubicBezTo>
                <a:lnTo>
                  <a:pt x="160500" y="55013"/>
                </a:lnTo>
                <a:cubicBezTo>
                  <a:pt x="163723" y="55013"/>
                  <a:pt x="166421" y="56098"/>
                  <a:pt x="168592" y="58270"/>
                </a:cubicBezTo>
                <a:cubicBezTo>
                  <a:pt x="170776" y="60442"/>
                  <a:pt x="171861" y="63116"/>
                  <a:pt x="171861" y="66283"/>
                </a:cubicBezTo>
                <a:lnTo>
                  <a:pt x="171861" y="182309"/>
                </a:lnTo>
                <a:cubicBezTo>
                  <a:pt x="171861" y="185509"/>
                  <a:pt x="170776" y="188172"/>
                  <a:pt x="168592" y="190321"/>
                </a:cubicBezTo>
                <a:cubicBezTo>
                  <a:pt x="166421" y="192470"/>
                  <a:pt x="163723" y="193544"/>
                  <a:pt x="160500" y="193544"/>
                </a:cubicBezTo>
                <a:lnTo>
                  <a:pt x="66328" y="193544"/>
                </a:lnTo>
                <a:cubicBezTo>
                  <a:pt x="63105" y="193544"/>
                  <a:pt x="60408" y="192458"/>
                  <a:pt x="58224" y="190287"/>
                </a:cubicBezTo>
                <a:cubicBezTo>
                  <a:pt x="56076" y="188161"/>
                  <a:pt x="55013" y="185509"/>
                  <a:pt x="55013" y="182309"/>
                </a:cubicBezTo>
                <a:close/>
                <a:moveTo>
                  <a:pt x="205374" y="310907"/>
                </a:moveTo>
                <a:lnTo>
                  <a:pt x="205374" y="194882"/>
                </a:lnTo>
                <a:cubicBezTo>
                  <a:pt x="205374" y="191681"/>
                  <a:pt x="206460" y="189018"/>
                  <a:pt x="208632" y="186869"/>
                </a:cubicBezTo>
                <a:cubicBezTo>
                  <a:pt x="210803" y="184720"/>
                  <a:pt x="213501" y="183646"/>
                  <a:pt x="216724" y="183646"/>
                </a:cubicBezTo>
                <a:lnTo>
                  <a:pt x="310873" y="183646"/>
                </a:lnTo>
                <a:cubicBezTo>
                  <a:pt x="314085" y="183646"/>
                  <a:pt x="316782" y="184732"/>
                  <a:pt x="318966" y="186903"/>
                </a:cubicBezTo>
                <a:cubicBezTo>
                  <a:pt x="321114" y="189029"/>
                  <a:pt x="322189" y="191681"/>
                  <a:pt x="322189" y="194882"/>
                </a:cubicBezTo>
                <a:lnTo>
                  <a:pt x="322189" y="310907"/>
                </a:lnTo>
                <a:cubicBezTo>
                  <a:pt x="322189" y="314108"/>
                  <a:pt x="321092" y="316771"/>
                  <a:pt x="318920" y="318920"/>
                </a:cubicBezTo>
                <a:cubicBezTo>
                  <a:pt x="316748" y="321092"/>
                  <a:pt x="314051" y="322189"/>
                  <a:pt x="310827" y="322189"/>
                </a:cubicBezTo>
                <a:lnTo>
                  <a:pt x="216690" y="322189"/>
                </a:lnTo>
                <a:cubicBezTo>
                  <a:pt x="213467" y="322189"/>
                  <a:pt x="210769" y="321092"/>
                  <a:pt x="208598" y="318920"/>
                </a:cubicBezTo>
                <a:cubicBezTo>
                  <a:pt x="206414" y="316748"/>
                  <a:pt x="205329" y="314074"/>
                  <a:pt x="205329" y="310907"/>
                </a:cubicBezTo>
                <a:close/>
                <a:moveTo>
                  <a:pt x="55013" y="310793"/>
                </a:moveTo>
                <a:lnTo>
                  <a:pt x="55013" y="238578"/>
                </a:lnTo>
                <a:cubicBezTo>
                  <a:pt x="55013" y="235298"/>
                  <a:pt x="56098" y="232578"/>
                  <a:pt x="58270" y="230406"/>
                </a:cubicBezTo>
                <a:cubicBezTo>
                  <a:pt x="60442" y="228257"/>
                  <a:pt x="63139" y="227183"/>
                  <a:pt x="66363" y="227183"/>
                </a:cubicBezTo>
                <a:lnTo>
                  <a:pt x="160500" y="227183"/>
                </a:lnTo>
                <a:cubicBezTo>
                  <a:pt x="163723" y="227183"/>
                  <a:pt x="166421" y="228257"/>
                  <a:pt x="168592" y="230406"/>
                </a:cubicBezTo>
                <a:cubicBezTo>
                  <a:pt x="170776" y="232578"/>
                  <a:pt x="171861" y="235298"/>
                  <a:pt x="171861" y="238578"/>
                </a:cubicBezTo>
                <a:lnTo>
                  <a:pt x="171861" y="310793"/>
                </a:lnTo>
                <a:cubicBezTo>
                  <a:pt x="171861" y="314085"/>
                  <a:pt x="170776" y="316817"/>
                  <a:pt x="168592" y="318966"/>
                </a:cubicBezTo>
                <a:cubicBezTo>
                  <a:pt x="166421" y="321137"/>
                  <a:pt x="163723" y="322223"/>
                  <a:pt x="160500" y="322223"/>
                </a:cubicBezTo>
                <a:lnTo>
                  <a:pt x="66328" y="322223"/>
                </a:lnTo>
                <a:cubicBezTo>
                  <a:pt x="63105" y="322223"/>
                  <a:pt x="60408" y="321137"/>
                  <a:pt x="58224" y="318966"/>
                </a:cubicBezTo>
                <a:cubicBezTo>
                  <a:pt x="56053" y="316817"/>
                  <a:pt x="54967" y="314085"/>
                  <a:pt x="54967" y="310793"/>
                </a:cubicBezTo>
                <a:close/>
                <a:moveTo>
                  <a:pt x="72843" y="175782"/>
                </a:moveTo>
                <a:lnTo>
                  <a:pt x="153985" y="175782"/>
                </a:lnTo>
                <a:lnTo>
                  <a:pt x="153985" y="72889"/>
                </a:lnTo>
                <a:lnTo>
                  <a:pt x="72843" y="72889"/>
                </a:lnTo>
                <a:lnTo>
                  <a:pt x="72843" y="175782"/>
                </a:lnTo>
                <a:close/>
                <a:moveTo>
                  <a:pt x="223205" y="304381"/>
                </a:moveTo>
                <a:lnTo>
                  <a:pt x="304347" y="304381"/>
                </a:lnTo>
                <a:lnTo>
                  <a:pt x="304347" y="201488"/>
                </a:lnTo>
                <a:lnTo>
                  <a:pt x="223205" y="201488"/>
                </a:lnTo>
                <a:lnTo>
                  <a:pt x="223205" y="304381"/>
                </a:lnTo>
                <a:close/>
                <a:moveTo>
                  <a:pt x="223205" y="132257"/>
                </a:moveTo>
                <a:lnTo>
                  <a:pt x="304347" y="132257"/>
                </a:lnTo>
                <a:lnTo>
                  <a:pt x="304347" y="72843"/>
                </a:lnTo>
                <a:lnTo>
                  <a:pt x="223205" y="72843"/>
                </a:lnTo>
                <a:lnTo>
                  <a:pt x="223205" y="132257"/>
                </a:lnTo>
                <a:close/>
                <a:moveTo>
                  <a:pt x="72843" y="304347"/>
                </a:moveTo>
                <a:lnTo>
                  <a:pt x="153985" y="304347"/>
                </a:lnTo>
                <a:lnTo>
                  <a:pt x="153985" y="244933"/>
                </a:lnTo>
                <a:lnTo>
                  <a:pt x="72843" y="244933"/>
                </a:lnTo>
                <a:lnTo>
                  <a:pt x="72843" y="304347"/>
                </a:lnTo>
                <a:close/>
                <a:moveTo>
                  <a:pt x="153985" y="175748"/>
                </a:moveTo>
                <a:close/>
                <a:moveTo>
                  <a:pt x="223205" y="132211"/>
                </a:moveTo>
                <a:close/>
                <a:moveTo>
                  <a:pt x="223205" y="201442"/>
                </a:moveTo>
                <a:close/>
                <a:moveTo>
                  <a:pt x="153985" y="24497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204974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950" dirty="0"/>
          </a:p>
        </p:txBody>
      </p:sp>
      <p:sp>
        <p:nvSpPr>
          <p:cNvPr id="91" name="圖示 時間軸"/>
          <p:cNvSpPr/>
          <p:nvPr/>
        </p:nvSpPr>
        <p:spPr>
          <a:xfrm>
            <a:off x="292410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4246" y="278961"/>
                </a:moveTo>
                <a:cubicBezTo>
                  <a:pt x="37479" y="278961"/>
                  <a:pt x="31695" y="276537"/>
                  <a:pt x="26872" y="271691"/>
                </a:cubicBezTo>
                <a:cubicBezTo>
                  <a:pt x="22060" y="266879"/>
                  <a:pt x="19648" y="261073"/>
                  <a:pt x="19648" y="254295"/>
                </a:cubicBezTo>
                <a:cubicBezTo>
                  <a:pt x="19648" y="247425"/>
                  <a:pt x="22060" y="241607"/>
                  <a:pt x="26872" y="236841"/>
                </a:cubicBezTo>
                <a:cubicBezTo>
                  <a:pt x="31695" y="232075"/>
                  <a:pt x="37468" y="229697"/>
                  <a:pt x="44200" y="229697"/>
                </a:cubicBezTo>
                <a:cubicBezTo>
                  <a:pt x="45777" y="229697"/>
                  <a:pt x="47343" y="229834"/>
                  <a:pt x="48920" y="230120"/>
                </a:cubicBezTo>
                <a:cubicBezTo>
                  <a:pt x="50486" y="230417"/>
                  <a:pt x="52269" y="230920"/>
                  <a:pt x="54258" y="231663"/>
                </a:cubicBezTo>
                <a:lnTo>
                  <a:pt x="134497" y="151425"/>
                </a:lnTo>
                <a:cubicBezTo>
                  <a:pt x="133754" y="149436"/>
                  <a:pt x="133262" y="147653"/>
                  <a:pt x="132999" y="146087"/>
                </a:cubicBezTo>
                <a:cubicBezTo>
                  <a:pt x="132714" y="144509"/>
                  <a:pt x="132565" y="142944"/>
                  <a:pt x="132565" y="141366"/>
                </a:cubicBezTo>
                <a:cubicBezTo>
                  <a:pt x="132565" y="134531"/>
                  <a:pt x="134988" y="128725"/>
                  <a:pt x="139835" y="123958"/>
                </a:cubicBezTo>
                <a:cubicBezTo>
                  <a:pt x="144681" y="119192"/>
                  <a:pt x="150487" y="116815"/>
                  <a:pt x="157243" y="116815"/>
                </a:cubicBezTo>
                <a:cubicBezTo>
                  <a:pt x="164101" y="116815"/>
                  <a:pt x="169918" y="119203"/>
                  <a:pt x="174685" y="124004"/>
                </a:cubicBezTo>
                <a:cubicBezTo>
                  <a:pt x="179451" y="128793"/>
                  <a:pt x="181840" y="134634"/>
                  <a:pt x="181840" y="141526"/>
                </a:cubicBezTo>
                <a:cubicBezTo>
                  <a:pt x="181840" y="142395"/>
                  <a:pt x="181291" y="145572"/>
                  <a:pt x="180183" y="151070"/>
                </a:cubicBezTo>
                <a:lnTo>
                  <a:pt x="226120" y="197007"/>
                </a:lnTo>
                <a:cubicBezTo>
                  <a:pt x="228109" y="196379"/>
                  <a:pt x="229834" y="195944"/>
                  <a:pt x="231309" y="195704"/>
                </a:cubicBezTo>
                <a:cubicBezTo>
                  <a:pt x="232772" y="195476"/>
                  <a:pt x="234246" y="195350"/>
                  <a:pt x="235744" y="195350"/>
                </a:cubicBezTo>
                <a:cubicBezTo>
                  <a:pt x="237241" y="195350"/>
                  <a:pt x="238738" y="195499"/>
                  <a:pt x="240259" y="195784"/>
                </a:cubicBezTo>
                <a:cubicBezTo>
                  <a:pt x="241779" y="196070"/>
                  <a:pt x="243482" y="196573"/>
                  <a:pt x="245368" y="197282"/>
                </a:cubicBezTo>
                <a:lnTo>
                  <a:pt x="310199" y="132451"/>
                </a:lnTo>
                <a:cubicBezTo>
                  <a:pt x="309467" y="130565"/>
                  <a:pt x="308953" y="128862"/>
                  <a:pt x="308667" y="127342"/>
                </a:cubicBezTo>
                <a:cubicBezTo>
                  <a:pt x="308381" y="125821"/>
                  <a:pt x="308233" y="124278"/>
                  <a:pt x="308233" y="122701"/>
                </a:cubicBezTo>
                <a:cubicBezTo>
                  <a:pt x="308233" y="115866"/>
                  <a:pt x="310656" y="110071"/>
                  <a:pt x="315502" y="105305"/>
                </a:cubicBezTo>
                <a:cubicBezTo>
                  <a:pt x="320371" y="100584"/>
                  <a:pt x="326189" y="98229"/>
                  <a:pt x="332944" y="98229"/>
                </a:cubicBezTo>
                <a:cubicBezTo>
                  <a:pt x="339814" y="98229"/>
                  <a:pt x="345632" y="100618"/>
                  <a:pt x="350398" y="105419"/>
                </a:cubicBezTo>
                <a:cubicBezTo>
                  <a:pt x="355164" y="110208"/>
                  <a:pt x="357542" y="116037"/>
                  <a:pt x="357542" y="122907"/>
                </a:cubicBezTo>
                <a:cubicBezTo>
                  <a:pt x="357542" y="129662"/>
                  <a:pt x="355164" y="135446"/>
                  <a:pt x="350398" y="140269"/>
                </a:cubicBezTo>
                <a:cubicBezTo>
                  <a:pt x="345632" y="145092"/>
                  <a:pt x="339825" y="147493"/>
                  <a:pt x="332990" y="147493"/>
                </a:cubicBezTo>
                <a:cubicBezTo>
                  <a:pt x="331413" y="147493"/>
                  <a:pt x="329870" y="147356"/>
                  <a:pt x="328350" y="147070"/>
                </a:cubicBezTo>
                <a:cubicBezTo>
                  <a:pt x="326829" y="146773"/>
                  <a:pt x="325126" y="146270"/>
                  <a:pt x="323240" y="145538"/>
                </a:cubicBezTo>
                <a:lnTo>
                  <a:pt x="258409" y="210358"/>
                </a:lnTo>
                <a:cubicBezTo>
                  <a:pt x="259152" y="212244"/>
                  <a:pt x="259644" y="213947"/>
                  <a:pt x="259907" y="215467"/>
                </a:cubicBezTo>
                <a:cubicBezTo>
                  <a:pt x="260193" y="216987"/>
                  <a:pt x="260341" y="218530"/>
                  <a:pt x="260341" y="220108"/>
                </a:cubicBezTo>
                <a:cubicBezTo>
                  <a:pt x="260341" y="226840"/>
                  <a:pt x="257941" y="232612"/>
                  <a:pt x="253152" y="237435"/>
                </a:cubicBezTo>
                <a:cubicBezTo>
                  <a:pt x="248351" y="242247"/>
                  <a:pt x="242533" y="244659"/>
                  <a:pt x="235664" y="244659"/>
                </a:cubicBezTo>
                <a:cubicBezTo>
                  <a:pt x="228909" y="244659"/>
                  <a:pt x="223114" y="242247"/>
                  <a:pt x="218302" y="237435"/>
                </a:cubicBezTo>
                <a:cubicBezTo>
                  <a:pt x="213478" y="232612"/>
                  <a:pt x="211066" y="226840"/>
                  <a:pt x="211066" y="220108"/>
                </a:cubicBezTo>
                <a:cubicBezTo>
                  <a:pt x="211066" y="218530"/>
                  <a:pt x="211215" y="216964"/>
                  <a:pt x="211501" y="215387"/>
                </a:cubicBezTo>
                <a:cubicBezTo>
                  <a:pt x="211786" y="213821"/>
                  <a:pt x="212289" y="212038"/>
                  <a:pt x="212998" y="210049"/>
                </a:cubicBezTo>
                <a:lnTo>
                  <a:pt x="167107" y="164158"/>
                </a:lnTo>
                <a:cubicBezTo>
                  <a:pt x="165118" y="164889"/>
                  <a:pt x="163335" y="165392"/>
                  <a:pt x="161757" y="165655"/>
                </a:cubicBezTo>
                <a:cubicBezTo>
                  <a:pt x="160191" y="165941"/>
                  <a:pt x="158614" y="166078"/>
                  <a:pt x="157048" y="166078"/>
                </a:cubicBezTo>
                <a:cubicBezTo>
                  <a:pt x="156180" y="166078"/>
                  <a:pt x="153002" y="165529"/>
                  <a:pt x="147493" y="164432"/>
                </a:cubicBezTo>
                <a:lnTo>
                  <a:pt x="67266" y="244705"/>
                </a:lnTo>
                <a:cubicBezTo>
                  <a:pt x="67894" y="246694"/>
                  <a:pt x="68329" y="248420"/>
                  <a:pt x="68557" y="249894"/>
                </a:cubicBezTo>
                <a:cubicBezTo>
                  <a:pt x="68797" y="251357"/>
                  <a:pt x="68911" y="252877"/>
                  <a:pt x="68911" y="254443"/>
                </a:cubicBezTo>
                <a:cubicBezTo>
                  <a:pt x="68911" y="261176"/>
                  <a:pt x="66523" y="266959"/>
                  <a:pt x="61722" y="271771"/>
                </a:cubicBezTo>
                <a:cubicBezTo>
                  <a:pt x="56933" y="276595"/>
                  <a:pt x="51104" y="278995"/>
                  <a:pt x="44246" y="27896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274314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950" dirty="0"/>
          </a:p>
        </p:txBody>
      </p:sp>
      <p:sp>
        <p:nvSpPr>
          <p:cNvPr id="93" name="圖示 完成"/>
          <p:cNvSpPr/>
          <p:nvPr/>
        </p:nvSpPr>
        <p:spPr>
          <a:xfrm>
            <a:off x="361750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415" y="227846"/>
                </a:moveTo>
                <a:lnTo>
                  <a:pt x="125536" y="187806"/>
                </a:lnTo>
                <a:cubicBezTo>
                  <a:pt x="123673" y="186058"/>
                  <a:pt x="121478" y="185155"/>
                  <a:pt x="118929" y="185097"/>
                </a:cubicBezTo>
                <a:cubicBezTo>
                  <a:pt x="116392" y="185040"/>
                  <a:pt x="114117" y="186023"/>
                  <a:pt x="112094" y="188046"/>
                </a:cubicBezTo>
                <a:cubicBezTo>
                  <a:pt x="110231" y="189909"/>
                  <a:pt x="109305" y="192104"/>
                  <a:pt x="109305" y="194641"/>
                </a:cubicBezTo>
                <a:cubicBezTo>
                  <a:pt x="109305" y="197190"/>
                  <a:pt x="110231" y="199385"/>
                  <a:pt x="112094" y="201248"/>
                </a:cubicBezTo>
                <a:lnTo>
                  <a:pt x="157483" y="246865"/>
                </a:lnTo>
                <a:cubicBezTo>
                  <a:pt x="159734" y="249220"/>
                  <a:pt x="162375" y="250397"/>
                  <a:pt x="165415" y="250397"/>
                </a:cubicBezTo>
                <a:cubicBezTo>
                  <a:pt x="168455" y="250397"/>
                  <a:pt x="171096" y="249220"/>
                  <a:pt x="173347" y="246865"/>
                </a:cubicBezTo>
                <a:lnTo>
                  <a:pt x="264547" y="155825"/>
                </a:lnTo>
                <a:cubicBezTo>
                  <a:pt x="266456" y="153814"/>
                  <a:pt x="267439" y="151528"/>
                  <a:pt x="267496" y="148990"/>
                </a:cubicBezTo>
                <a:cubicBezTo>
                  <a:pt x="267542" y="146453"/>
                  <a:pt x="266559" y="144167"/>
                  <a:pt x="264547" y="142155"/>
                </a:cubicBezTo>
                <a:cubicBezTo>
                  <a:pt x="262524" y="140292"/>
                  <a:pt x="260204" y="139400"/>
                  <a:pt x="257586" y="139480"/>
                </a:cubicBezTo>
                <a:cubicBezTo>
                  <a:pt x="254969" y="139560"/>
                  <a:pt x="252729" y="140532"/>
                  <a:pt x="250866" y="142395"/>
                </a:cubicBezTo>
                <a:lnTo>
                  <a:pt x="165415" y="227846"/>
                </a:lnTo>
                <a:close/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74" y="96423"/>
                  <a:pt x="83142" y="82982"/>
                </a:cubicBezTo>
                <a:cubicBezTo>
                  <a:pt x="96709" y="69540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84" y="280446"/>
                  <a:pt x="294242" y="294014"/>
                </a:cubicBezTo>
                <a:cubicBezTo>
                  <a:pt x="280812" y="307581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lose/>
                <a:moveTo>
                  <a:pt x="188595" y="320063"/>
                </a:moveTo>
                <a:cubicBezTo>
                  <a:pt x="225182" y="320063"/>
                  <a:pt x="256249" y="307250"/>
                  <a:pt x="281795" y="281635"/>
                </a:cubicBezTo>
                <a:cubicBezTo>
                  <a:pt x="307330" y="256021"/>
                  <a:pt x="320097" y="225000"/>
                  <a:pt x="320097" y="188595"/>
                </a:cubicBezTo>
                <a:cubicBezTo>
                  <a:pt x="320097" y="152008"/>
                  <a:pt x="307330" y="120941"/>
                  <a:pt x="281795" y="95395"/>
                </a:cubicBezTo>
                <a:cubicBezTo>
                  <a:pt x="256249" y="69860"/>
                  <a:pt x="225182" y="57093"/>
                  <a:pt x="188595" y="57093"/>
                </a:cubicBezTo>
                <a:cubicBezTo>
                  <a:pt x="152156" y="57093"/>
                  <a:pt x="121147" y="69860"/>
                  <a:pt x="95555" y="95395"/>
                </a:cubicBezTo>
                <a:cubicBezTo>
                  <a:pt x="69940" y="120941"/>
                  <a:pt x="57127" y="152008"/>
                  <a:pt x="57127" y="188595"/>
                </a:cubicBezTo>
                <a:cubicBezTo>
                  <a:pt x="57127" y="225034"/>
                  <a:pt x="69940" y="256043"/>
                  <a:pt x="95555" y="281635"/>
                </a:cubicBezTo>
                <a:cubicBezTo>
                  <a:pt x="121169" y="307250"/>
                  <a:pt x="152190" y="320063"/>
                  <a:pt x="188595" y="32006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343654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950" dirty="0"/>
          </a:p>
        </p:txBody>
      </p:sp>
      <p:sp>
        <p:nvSpPr>
          <p:cNvPr id="95" name="圖示 達成"/>
          <p:cNvSpPr/>
          <p:nvPr/>
        </p:nvSpPr>
        <p:spPr>
          <a:xfrm>
            <a:off x="431091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7905"/>
                </a:moveTo>
                <a:cubicBezTo>
                  <a:pt x="167644" y="337905"/>
                  <a:pt x="148087" y="334076"/>
                  <a:pt x="129936" y="326429"/>
                </a:cubicBezTo>
                <a:cubicBezTo>
                  <a:pt x="111785" y="318806"/>
                  <a:pt x="95966" y="308233"/>
                  <a:pt x="82467" y="294723"/>
                </a:cubicBezTo>
                <a:cubicBezTo>
                  <a:pt x="68980" y="281224"/>
                  <a:pt x="58407" y="265405"/>
                  <a:pt x="50761" y="247254"/>
                </a:cubicBezTo>
                <a:cubicBezTo>
                  <a:pt x="43114" y="229103"/>
                  <a:pt x="39296" y="209546"/>
                  <a:pt x="39296" y="188595"/>
                </a:cubicBezTo>
                <a:cubicBezTo>
                  <a:pt x="39296" y="167792"/>
                  <a:pt x="43114" y="148327"/>
                  <a:pt x="50761" y="130165"/>
                </a:cubicBezTo>
                <a:cubicBezTo>
                  <a:pt x="58384" y="112014"/>
                  <a:pt x="68957" y="96195"/>
                  <a:pt x="82467" y="82707"/>
                </a:cubicBezTo>
                <a:cubicBezTo>
                  <a:pt x="95966" y="69220"/>
                  <a:pt x="111785" y="58613"/>
                  <a:pt x="129936" y="50886"/>
                </a:cubicBezTo>
                <a:cubicBezTo>
                  <a:pt x="148087" y="43160"/>
                  <a:pt x="167644" y="39296"/>
                  <a:pt x="188595" y="39296"/>
                </a:cubicBezTo>
                <a:cubicBezTo>
                  <a:pt x="204026" y="39296"/>
                  <a:pt x="218965" y="41582"/>
                  <a:pt x="233423" y="46166"/>
                </a:cubicBezTo>
                <a:cubicBezTo>
                  <a:pt x="247905" y="50749"/>
                  <a:pt x="261496" y="57447"/>
                  <a:pt x="274171" y="66248"/>
                </a:cubicBezTo>
                <a:cubicBezTo>
                  <a:pt x="276446" y="67688"/>
                  <a:pt x="277840" y="69620"/>
                  <a:pt x="278332" y="72055"/>
                </a:cubicBezTo>
                <a:cubicBezTo>
                  <a:pt x="278835" y="74489"/>
                  <a:pt x="278286" y="76718"/>
                  <a:pt x="276686" y="78741"/>
                </a:cubicBezTo>
                <a:cubicBezTo>
                  <a:pt x="275086" y="80753"/>
                  <a:pt x="273074" y="81816"/>
                  <a:pt x="270640" y="81919"/>
                </a:cubicBezTo>
                <a:cubicBezTo>
                  <a:pt x="268194" y="82022"/>
                  <a:pt x="265896" y="81313"/>
                  <a:pt x="263724" y="79804"/>
                </a:cubicBezTo>
                <a:cubicBezTo>
                  <a:pt x="252614" y="72329"/>
                  <a:pt x="240693" y="66694"/>
                  <a:pt x="227960" y="62865"/>
                </a:cubicBezTo>
                <a:cubicBezTo>
                  <a:pt x="215238" y="59036"/>
                  <a:pt x="202094" y="57127"/>
                  <a:pt x="188561" y="57127"/>
                </a:cubicBezTo>
                <a:cubicBezTo>
                  <a:pt x="151493" y="57127"/>
                  <a:pt x="120312" y="69769"/>
                  <a:pt x="95006" y="95040"/>
                </a:cubicBezTo>
                <a:cubicBezTo>
                  <a:pt x="69723" y="120324"/>
                  <a:pt x="57093" y="151505"/>
                  <a:pt x="57093" y="188595"/>
                </a:cubicBezTo>
                <a:cubicBezTo>
                  <a:pt x="57093" y="225662"/>
                  <a:pt x="69723" y="256844"/>
                  <a:pt x="95006" y="282150"/>
                </a:cubicBezTo>
                <a:cubicBezTo>
                  <a:pt x="120278" y="307421"/>
                  <a:pt x="151470" y="320063"/>
                  <a:pt x="188561" y="320063"/>
                </a:cubicBezTo>
                <a:cubicBezTo>
                  <a:pt x="225617" y="320063"/>
                  <a:pt x="256809" y="307421"/>
                  <a:pt x="282104" y="282150"/>
                </a:cubicBezTo>
                <a:cubicBezTo>
                  <a:pt x="307387" y="256866"/>
                  <a:pt x="320017" y="225685"/>
                  <a:pt x="320017" y="188595"/>
                </a:cubicBezTo>
                <a:cubicBezTo>
                  <a:pt x="320017" y="183406"/>
                  <a:pt x="319800" y="178377"/>
                  <a:pt x="319354" y="173507"/>
                </a:cubicBezTo>
                <a:cubicBezTo>
                  <a:pt x="318908" y="168638"/>
                  <a:pt x="318165" y="163883"/>
                  <a:pt x="317114" y="159243"/>
                </a:cubicBezTo>
                <a:cubicBezTo>
                  <a:pt x="316588" y="156648"/>
                  <a:pt x="316920" y="154236"/>
                  <a:pt x="318097" y="152019"/>
                </a:cubicBezTo>
                <a:cubicBezTo>
                  <a:pt x="319274" y="149790"/>
                  <a:pt x="321080" y="148521"/>
                  <a:pt x="323515" y="148201"/>
                </a:cubicBezTo>
                <a:cubicBezTo>
                  <a:pt x="326109" y="147733"/>
                  <a:pt x="328475" y="148293"/>
                  <a:pt x="330590" y="149893"/>
                </a:cubicBezTo>
                <a:cubicBezTo>
                  <a:pt x="332716" y="151516"/>
                  <a:pt x="334030" y="153631"/>
                  <a:pt x="334556" y="156225"/>
                </a:cubicBezTo>
                <a:cubicBezTo>
                  <a:pt x="335608" y="161357"/>
                  <a:pt x="336419" y="166615"/>
                  <a:pt x="336991" y="172010"/>
                </a:cubicBezTo>
                <a:cubicBezTo>
                  <a:pt x="337596" y="177405"/>
                  <a:pt x="337905" y="182937"/>
                  <a:pt x="337905" y="188595"/>
                </a:cubicBezTo>
                <a:cubicBezTo>
                  <a:pt x="337905" y="209546"/>
                  <a:pt x="334030" y="229103"/>
                  <a:pt x="326304" y="247254"/>
                </a:cubicBezTo>
                <a:cubicBezTo>
                  <a:pt x="318577" y="265405"/>
                  <a:pt x="307970" y="281224"/>
                  <a:pt x="294483" y="294723"/>
                </a:cubicBezTo>
                <a:cubicBezTo>
                  <a:pt x="280995" y="308210"/>
                  <a:pt x="265176" y="318783"/>
                  <a:pt x="247025" y="326429"/>
                </a:cubicBezTo>
                <a:cubicBezTo>
                  <a:pt x="228863" y="334076"/>
                  <a:pt x="209398" y="337905"/>
                  <a:pt x="188595" y="337905"/>
                </a:cubicBezTo>
                <a:close/>
                <a:moveTo>
                  <a:pt x="165415" y="227846"/>
                </a:moveTo>
                <a:lnTo>
                  <a:pt x="317903" y="75324"/>
                </a:lnTo>
                <a:cubicBezTo>
                  <a:pt x="319651" y="73563"/>
                  <a:pt x="321835" y="72661"/>
                  <a:pt x="324418" y="72615"/>
                </a:cubicBezTo>
                <a:cubicBezTo>
                  <a:pt x="327012" y="72558"/>
                  <a:pt x="329321" y="73461"/>
                  <a:pt x="331333" y="75324"/>
                </a:cubicBezTo>
                <a:cubicBezTo>
                  <a:pt x="333356" y="77335"/>
                  <a:pt x="334362" y="79621"/>
                  <a:pt x="334362" y="82159"/>
                </a:cubicBezTo>
                <a:cubicBezTo>
                  <a:pt x="334362" y="84696"/>
                  <a:pt x="333356" y="86971"/>
                  <a:pt x="331333" y="88994"/>
                </a:cubicBezTo>
                <a:lnTo>
                  <a:pt x="173347" y="246865"/>
                </a:lnTo>
                <a:cubicBezTo>
                  <a:pt x="171096" y="249220"/>
                  <a:pt x="168455" y="250397"/>
                  <a:pt x="165415" y="250397"/>
                </a:cubicBezTo>
                <a:cubicBezTo>
                  <a:pt x="162375" y="250397"/>
                  <a:pt x="159734" y="249220"/>
                  <a:pt x="157483" y="246865"/>
                </a:cubicBezTo>
                <a:lnTo>
                  <a:pt x="112094" y="201248"/>
                </a:lnTo>
                <a:cubicBezTo>
                  <a:pt x="110345" y="199488"/>
                  <a:pt x="109477" y="197282"/>
                  <a:pt x="109499" y="194607"/>
                </a:cubicBezTo>
                <a:cubicBezTo>
                  <a:pt x="109534" y="191933"/>
                  <a:pt x="110471" y="189669"/>
                  <a:pt x="112334" y="187806"/>
                </a:cubicBezTo>
                <a:cubicBezTo>
                  <a:pt x="114197" y="185955"/>
                  <a:pt x="116426" y="185017"/>
                  <a:pt x="119055" y="185017"/>
                </a:cubicBezTo>
                <a:cubicBezTo>
                  <a:pt x="121672" y="185017"/>
                  <a:pt x="123913" y="185955"/>
                  <a:pt x="125764" y="187806"/>
                </a:cubicBezTo>
                <a:lnTo>
                  <a:pt x="165415" y="22784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12994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950" dirty="0"/>
          </a:p>
        </p:txBody>
      </p:sp>
      <p:sp>
        <p:nvSpPr>
          <p:cNvPr id="97" name="圖示 錯誤"/>
          <p:cNvSpPr/>
          <p:nvPr/>
        </p:nvSpPr>
        <p:spPr>
          <a:xfrm>
            <a:off x="500431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01168"/>
                </a:moveTo>
                <a:lnTo>
                  <a:pt x="240659" y="253232"/>
                </a:lnTo>
                <a:cubicBezTo>
                  <a:pt x="242407" y="254980"/>
                  <a:pt x="244476" y="255883"/>
                  <a:pt x="246865" y="255941"/>
                </a:cubicBezTo>
                <a:cubicBezTo>
                  <a:pt x="249243" y="255986"/>
                  <a:pt x="251369" y="255083"/>
                  <a:pt x="253232" y="253232"/>
                </a:cubicBezTo>
                <a:cubicBezTo>
                  <a:pt x="255083" y="251369"/>
                  <a:pt x="256021" y="249277"/>
                  <a:pt x="256021" y="246945"/>
                </a:cubicBezTo>
                <a:cubicBezTo>
                  <a:pt x="256021" y="244613"/>
                  <a:pt x="255083" y="242510"/>
                  <a:pt x="253232" y="240659"/>
                </a:cubicBezTo>
                <a:lnTo>
                  <a:pt x="201168" y="188595"/>
                </a:lnTo>
                <a:lnTo>
                  <a:pt x="253232" y="136531"/>
                </a:lnTo>
                <a:cubicBezTo>
                  <a:pt x="254980" y="134783"/>
                  <a:pt x="255883" y="132714"/>
                  <a:pt x="255941" y="130325"/>
                </a:cubicBezTo>
                <a:cubicBezTo>
                  <a:pt x="255986" y="127947"/>
                  <a:pt x="255083" y="125821"/>
                  <a:pt x="253232" y="123958"/>
                </a:cubicBezTo>
                <a:cubicBezTo>
                  <a:pt x="251369" y="122107"/>
                  <a:pt x="249277" y="121169"/>
                  <a:pt x="246945" y="121169"/>
                </a:cubicBezTo>
                <a:cubicBezTo>
                  <a:pt x="244613" y="121169"/>
                  <a:pt x="242510" y="122107"/>
                  <a:pt x="240659" y="123958"/>
                </a:cubicBezTo>
                <a:lnTo>
                  <a:pt x="188595" y="176022"/>
                </a:lnTo>
                <a:lnTo>
                  <a:pt x="136531" y="123958"/>
                </a:lnTo>
                <a:cubicBezTo>
                  <a:pt x="134783" y="122210"/>
                  <a:pt x="132714" y="121307"/>
                  <a:pt x="130325" y="121249"/>
                </a:cubicBezTo>
                <a:cubicBezTo>
                  <a:pt x="127947" y="121204"/>
                  <a:pt x="125821" y="122107"/>
                  <a:pt x="123958" y="123958"/>
                </a:cubicBezTo>
                <a:cubicBezTo>
                  <a:pt x="122107" y="125821"/>
                  <a:pt x="121169" y="127913"/>
                  <a:pt x="121169" y="130245"/>
                </a:cubicBezTo>
                <a:cubicBezTo>
                  <a:pt x="121169" y="132577"/>
                  <a:pt x="122107" y="134680"/>
                  <a:pt x="123958" y="136531"/>
                </a:cubicBezTo>
                <a:lnTo>
                  <a:pt x="176022" y="188595"/>
                </a:lnTo>
                <a:lnTo>
                  <a:pt x="123958" y="240659"/>
                </a:lnTo>
                <a:cubicBezTo>
                  <a:pt x="122210" y="242407"/>
                  <a:pt x="121307" y="244476"/>
                  <a:pt x="121249" y="246865"/>
                </a:cubicBezTo>
                <a:cubicBezTo>
                  <a:pt x="121204" y="249243"/>
                  <a:pt x="122107" y="251369"/>
                  <a:pt x="123958" y="253232"/>
                </a:cubicBezTo>
                <a:cubicBezTo>
                  <a:pt x="125821" y="255083"/>
                  <a:pt x="127913" y="256021"/>
                  <a:pt x="130245" y="256021"/>
                </a:cubicBezTo>
                <a:cubicBezTo>
                  <a:pt x="132577" y="256021"/>
                  <a:pt x="134680" y="255083"/>
                  <a:pt x="136531" y="253232"/>
                </a:cubicBezTo>
                <a:lnTo>
                  <a:pt x="188595" y="201168"/>
                </a:lnTo>
                <a:close/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74" y="96423"/>
                  <a:pt x="83142" y="82982"/>
                </a:cubicBezTo>
                <a:cubicBezTo>
                  <a:pt x="96709" y="69540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84" y="280446"/>
                  <a:pt x="294242" y="294014"/>
                </a:cubicBezTo>
                <a:cubicBezTo>
                  <a:pt x="280812" y="307581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lose/>
                <a:moveTo>
                  <a:pt x="188595" y="320063"/>
                </a:moveTo>
                <a:cubicBezTo>
                  <a:pt x="225182" y="320063"/>
                  <a:pt x="256249" y="307250"/>
                  <a:pt x="281795" y="281635"/>
                </a:cubicBezTo>
                <a:cubicBezTo>
                  <a:pt x="307330" y="256021"/>
                  <a:pt x="320097" y="225000"/>
                  <a:pt x="320097" y="188595"/>
                </a:cubicBezTo>
                <a:cubicBezTo>
                  <a:pt x="320097" y="152008"/>
                  <a:pt x="307330" y="120941"/>
                  <a:pt x="281795" y="95395"/>
                </a:cubicBezTo>
                <a:cubicBezTo>
                  <a:pt x="256249" y="69860"/>
                  <a:pt x="225182" y="57093"/>
                  <a:pt x="188595" y="57093"/>
                </a:cubicBezTo>
                <a:cubicBezTo>
                  <a:pt x="152156" y="57093"/>
                  <a:pt x="121147" y="69860"/>
                  <a:pt x="95555" y="95395"/>
                </a:cubicBezTo>
                <a:cubicBezTo>
                  <a:pt x="69940" y="120941"/>
                  <a:pt x="57127" y="152008"/>
                  <a:pt x="57127" y="188595"/>
                </a:cubicBezTo>
                <a:cubicBezTo>
                  <a:pt x="57127" y="225034"/>
                  <a:pt x="69940" y="256043"/>
                  <a:pt x="95555" y="281635"/>
                </a:cubicBezTo>
                <a:cubicBezTo>
                  <a:pt x="121169" y="307250"/>
                  <a:pt x="152190" y="320063"/>
                  <a:pt x="188595" y="32006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482334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950" dirty="0"/>
          </a:p>
        </p:txBody>
      </p:sp>
      <p:sp>
        <p:nvSpPr>
          <p:cNvPr id="99" name="圖示 警示"/>
          <p:cNvSpPr/>
          <p:nvPr/>
        </p:nvSpPr>
        <p:spPr>
          <a:xfrm>
            <a:off x="569771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8955" y="322189"/>
                </a:moveTo>
                <a:cubicBezTo>
                  <a:pt x="46703" y="322189"/>
                  <a:pt x="44748" y="321674"/>
                  <a:pt x="43103" y="320646"/>
                </a:cubicBezTo>
                <a:cubicBezTo>
                  <a:pt x="41422" y="319629"/>
                  <a:pt x="40074" y="318211"/>
                  <a:pt x="39056" y="316405"/>
                </a:cubicBezTo>
                <a:cubicBezTo>
                  <a:pt x="38085" y="314702"/>
                  <a:pt x="37548" y="312896"/>
                  <a:pt x="37445" y="310987"/>
                </a:cubicBezTo>
                <a:cubicBezTo>
                  <a:pt x="37308" y="309044"/>
                  <a:pt x="37845" y="307078"/>
                  <a:pt x="39056" y="305090"/>
                </a:cubicBezTo>
                <a:lnTo>
                  <a:pt x="178857" y="64088"/>
                </a:lnTo>
                <a:cubicBezTo>
                  <a:pt x="180034" y="62202"/>
                  <a:pt x="181463" y="60796"/>
                  <a:pt x="183131" y="59882"/>
                </a:cubicBezTo>
                <a:cubicBezTo>
                  <a:pt x="184789" y="58967"/>
                  <a:pt x="186606" y="58499"/>
                  <a:pt x="188595" y="58499"/>
                </a:cubicBezTo>
                <a:cubicBezTo>
                  <a:pt x="190584" y="58499"/>
                  <a:pt x="192401" y="58967"/>
                  <a:pt x="194059" y="59882"/>
                </a:cubicBezTo>
                <a:cubicBezTo>
                  <a:pt x="195704" y="60796"/>
                  <a:pt x="197133" y="62202"/>
                  <a:pt x="198333" y="64088"/>
                </a:cubicBezTo>
                <a:lnTo>
                  <a:pt x="338134" y="305090"/>
                </a:lnTo>
                <a:cubicBezTo>
                  <a:pt x="339311" y="307078"/>
                  <a:pt x="339837" y="309033"/>
                  <a:pt x="339711" y="310942"/>
                </a:cubicBezTo>
                <a:cubicBezTo>
                  <a:pt x="339574" y="312862"/>
                  <a:pt x="339014" y="314702"/>
                  <a:pt x="338019" y="316485"/>
                </a:cubicBezTo>
                <a:cubicBezTo>
                  <a:pt x="337025" y="318268"/>
                  <a:pt x="335699" y="319651"/>
                  <a:pt x="334053" y="320646"/>
                </a:cubicBezTo>
                <a:cubicBezTo>
                  <a:pt x="332396" y="321652"/>
                  <a:pt x="330453" y="322143"/>
                  <a:pt x="328190" y="322143"/>
                </a:cubicBezTo>
                <a:lnTo>
                  <a:pt x="48955" y="322143"/>
                </a:lnTo>
                <a:close/>
                <a:moveTo>
                  <a:pt x="60190" y="304347"/>
                </a:moveTo>
                <a:lnTo>
                  <a:pt x="316954" y="304347"/>
                </a:lnTo>
                <a:lnTo>
                  <a:pt x="188595" y="82822"/>
                </a:lnTo>
                <a:lnTo>
                  <a:pt x="60190" y="304347"/>
                </a:lnTo>
                <a:close/>
                <a:moveTo>
                  <a:pt x="196733" y="277943"/>
                </a:moveTo>
                <a:cubicBezTo>
                  <a:pt x="198619" y="276057"/>
                  <a:pt x="199556" y="273726"/>
                  <a:pt x="199556" y="270948"/>
                </a:cubicBezTo>
                <a:cubicBezTo>
                  <a:pt x="199556" y="268171"/>
                  <a:pt x="198619" y="265828"/>
                  <a:pt x="196733" y="263919"/>
                </a:cubicBezTo>
                <a:cubicBezTo>
                  <a:pt x="194847" y="262033"/>
                  <a:pt x="192515" y="261084"/>
                  <a:pt x="189738" y="261084"/>
                </a:cubicBezTo>
                <a:cubicBezTo>
                  <a:pt x="186926" y="261084"/>
                  <a:pt x="184583" y="262033"/>
                  <a:pt x="182697" y="263919"/>
                </a:cubicBezTo>
                <a:cubicBezTo>
                  <a:pt x="180811" y="265805"/>
                  <a:pt x="179874" y="268148"/>
                  <a:pt x="179874" y="270948"/>
                </a:cubicBezTo>
                <a:cubicBezTo>
                  <a:pt x="179874" y="273749"/>
                  <a:pt x="180811" y="276080"/>
                  <a:pt x="182697" y="277943"/>
                </a:cubicBezTo>
                <a:cubicBezTo>
                  <a:pt x="184583" y="279829"/>
                  <a:pt x="186926" y="280767"/>
                  <a:pt x="189738" y="280767"/>
                </a:cubicBezTo>
                <a:cubicBezTo>
                  <a:pt x="192538" y="280767"/>
                  <a:pt x="194870" y="279829"/>
                  <a:pt x="196733" y="277943"/>
                </a:cubicBezTo>
                <a:close/>
                <a:moveTo>
                  <a:pt x="196139" y="239756"/>
                </a:moveTo>
                <a:cubicBezTo>
                  <a:pt x="197819" y="238075"/>
                  <a:pt x="198653" y="235938"/>
                  <a:pt x="198653" y="233343"/>
                </a:cubicBezTo>
                <a:lnTo>
                  <a:pt x="198653" y="165575"/>
                </a:lnTo>
                <a:cubicBezTo>
                  <a:pt x="198653" y="162980"/>
                  <a:pt x="197819" y="160843"/>
                  <a:pt x="196139" y="159163"/>
                </a:cubicBezTo>
                <a:cubicBezTo>
                  <a:pt x="194459" y="157494"/>
                  <a:pt x="192333" y="156648"/>
                  <a:pt x="189738" y="156648"/>
                </a:cubicBezTo>
                <a:cubicBezTo>
                  <a:pt x="187143" y="156648"/>
                  <a:pt x="185006" y="157494"/>
                  <a:pt x="183326" y="159163"/>
                </a:cubicBezTo>
                <a:cubicBezTo>
                  <a:pt x="181657" y="160843"/>
                  <a:pt x="180811" y="162980"/>
                  <a:pt x="180811" y="165575"/>
                </a:cubicBezTo>
                <a:lnTo>
                  <a:pt x="180811" y="233343"/>
                </a:lnTo>
                <a:cubicBezTo>
                  <a:pt x="180811" y="235938"/>
                  <a:pt x="181657" y="238075"/>
                  <a:pt x="183326" y="239756"/>
                </a:cubicBezTo>
                <a:cubicBezTo>
                  <a:pt x="185006" y="241424"/>
                  <a:pt x="187143" y="242270"/>
                  <a:pt x="189738" y="242270"/>
                </a:cubicBezTo>
                <a:cubicBezTo>
                  <a:pt x="192333" y="242270"/>
                  <a:pt x="194459" y="241424"/>
                  <a:pt x="196139" y="239756"/>
                </a:cubicBezTo>
                <a:close/>
                <a:moveTo>
                  <a:pt x="188595" y="19359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551674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950" dirty="0"/>
          </a:p>
        </p:txBody>
      </p:sp>
      <p:sp>
        <p:nvSpPr>
          <p:cNvPr id="101" name="圖示 異常"/>
          <p:cNvSpPr/>
          <p:nvPr/>
        </p:nvSpPr>
        <p:spPr>
          <a:xfrm>
            <a:off x="639111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6253" y="259907"/>
                </a:moveTo>
                <a:cubicBezTo>
                  <a:pt x="198299" y="257861"/>
                  <a:pt x="199316" y="255312"/>
                  <a:pt x="199316" y="252249"/>
                </a:cubicBezTo>
                <a:cubicBezTo>
                  <a:pt x="199316" y="249185"/>
                  <a:pt x="198299" y="246625"/>
                  <a:pt x="196253" y="244579"/>
                </a:cubicBezTo>
                <a:cubicBezTo>
                  <a:pt x="194219" y="242545"/>
                  <a:pt x="191658" y="241516"/>
                  <a:pt x="188595" y="241516"/>
                </a:cubicBezTo>
                <a:cubicBezTo>
                  <a:pt x="185532" y="241516"/>
                  <a:pt x="182971" y="242545"/>
                  <a:pt x="180937" y="244579"/>
                </a:cubicBezTo>
                <a:cubicBezTo>
                  <a:pt x="178891" y="246625"/>
                  <a:pt x="177874" y="249185"/>
                  <a:pt x="177874" y="252249"/>
                </a:cubicBezTo>
                <a:cubicBezTo>
                  <a:pt x="177874" y="255312"/>
                  <a:pt x="178891" y="257861"/>
                  <a:pt x="180937" y="259907"/>
                </a:cubicBezTo>
                <a:cubicBezTo>
                  <a:pt x="182971" y="261953"/>
                  <a:pt x="185532" y="262970"/>
                  <a:pt x="188595" y="262970"/>
                </a:cubicBezTo>
                <a:cubicBezTo>
                  <a:pt x="191658" y="262970"/>
                  <a:pt x="194219" y="261953"/>
                  <a:pt x="196253" y="259907"/>
                </a:cubicBezTo>
                <a:close/>
                <a:moveTo>
                  <a:pt x="195899" y="204974"/>
                </a:moveTo>
                <a:cubicBezTo>
                  <a:pt x="197579" y="203271"/>
                  <a:pt x="198413" y="201157"/>
                  <a:pt x="198413" y="198619"/>
                </a:cubicBezTo>
                <a:lnTo>
                  <a:pt x="198413" y="118381"/>
                </a:lnTo>
                <a:cubicBezTo>
                  <a:pt x="198413" y="115843"/>
                  <a:pt x="197556" y="113717"/>
                  <a:pt x="195830" y="112014"/>
                </a:cubicBezTo>
                <a:cubicBezTo>
                  <a:pt x="194093" y="110311"/>
                  <a:pt x="191955" y="109465"/>
                  <a:pt x="189418" y="109465"/>
                </a:cubicBezTo>
                <a:cubicBezTo>
                  <a:pt x="186881" y="109465"/>
                  <a:pt x="184766" y="110311"/>
                  <a:pt x="183097" y="112014"/>
                </a:cubicBezTo>
                <a:cubicBezTo>
                  <a:pt x="181417" y="113717"/>
                  <a:pt x="180583" y="115843"/>
                  <a:pt x="180583" y="118381"/>
                </a:cubicBezTo>
                <a:lnTo>
                  <a:pt x="180583" y="198619"/>
                </a:lnTo>
                <a:cubicBezTo>
                  <a:pt x="180583" y="201157"/>
                  <a:pt x="181440" y="203271"/>
                  <a:pt x="183177" y="204974"/>
                </a:cubicBezTo>
                <a:cubicBezTo>
                  <a:pt x="184903" y="206677"/>
                  <a:pt x="187041" y="207535"/>
                  <a:pt x="189578" y="207535"/>
                </a:cubicBezTo>
                <a:cubicBezTo>
                  <a:pt x="192115" y="207535"/>
                  <a:pt x="194230" y="206677"/>
                  <a:pt x="195899" y="204974"/>
                </a:cubicBezTo>
                <a:close/>
                <a:moveTo>
                  <a:pt x="188709" y="337905"/>
                </a:moveTo>
                <a:cubicBezTo>
                  <a:pt x="168021" y="337905"/>
                  <a:pt x="148647" y="333985"/>
                  <a:pt x="130599" y="326155"/>
                </a:cubicBezTo>
                <a:cubicBezTo>
                  <a:pt x="112528" y="318314"/>
                  <a:pt x="96709" y="307616"/>
                  <a:pt x="83142" y="294048"/>
                </a:cubicBezTo>
                <a:cubicBezTo>
                  <a:pt x="69574" y="280481"/>
                  <a:pt x="58853" y="264662"/>
                  <a:pt x="51001" y="246591"/>
                </a:cubicBezTo>
                <a:cubicBezTo>
                  <a:pt x="43194" y="228520"/>
                  <a:pt x="39296" y="209135"/>
                  <a:pt x="39296" y="188435"/>
                </a:cubicBezTo>
                <a:cubicBezTo>
                  <a:pt x="39296" y="167827"/>
                  <a:pt x="43205" y="148453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55" y="39296"/>
                  <a:pt x="188755" y="39296"/>
                </a:cubicBezTo>
                <a:cubicBezTo>
                  <a:pt x="209363" y="39296"/>
                  <a:pt x="228737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43"/>
                  <a:pt x="326155" y="246591"/>
                </a:cubicBezTo>
                <a:cubicBezTo>
                  <a:pt x="318314" y="264662"/>
                  <a:pt x="307684" y="280458"/>
                  <a:pt x="294242" y="293968"/>
                </a:cubicBezTo>
                <a:cubicBezTo>
                  <a:pt x="280812" y="307490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89" y="320063"/>
                </a:moveTo>
                <a:cubicBezTo>
                  <a:pt x="225251" y="320063"/>
                  <a:pt x="256249" y="307250"/>
                  <a:pt x="281795" y="281635"/>
                </a:cubicBezTo>
                <a:cubicBezTo>
                  <a:pt x="307330" y="256021"/>
                  <a:pt x="320097" y="224942"/>
                  <a:pt x="320097" y="188401"/>
                </a:cubicBezTo>
                <a:cubicBezTo>
                  <a:pt x="320097" y="151939"/>
                  <a:pt x="307353" y="120941"/>
                  <a:pt x="281875" y="95395"/>
                </a:cubicBezTo>
                <a:cubicBezTo>
                  <a:pt x="256386" y="69860"/>
                  <a:pt x="225308" y="57093"/>
                  <a:pt x="188629" y="57093"/>
                </a:cubicBezTo>
                <a:cubicBezTo>
                  <a:pt x="152202" y="57093"/>
                  <a:pt x="121181" y="69837"/>
                  <a:pt x="95589" y="95315"/>
                </a:cubicBezTo>
                <a:cubicBezTo>
                  <a:pt x="69974" y="120804"/>
                  <a:pt x="57173" y="151882"/>
                  <a:pt x="57173" y="188561"/>
                </a:cubicBezTo>
                <a:cubicBezTo>
                  <a:pt x="57173" y="224988"/>
                  <a:pt x="69974" y="256009"/>
                  <a:pt x="95589" y="281601"/>
                </a:cubicBezTo>
                <a:cubicBezTo>
                  <a:pt x="121215" y="307216"/>
                  <a:pt x="152293" y="320017"/>
                  <a:pt x="188835" y="320017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621014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950" dirty="0"/>
          </a:p>
        </p:txBody>
      </p:sp>
      <p:sp>
        <p:nvSpPr>
          <p:cNvPr id="103" name="圖示 資訊"/>
          <p:cNvSpPr/>
          <p:nvPr/>
        </p:nvSpPr>
        <p:spPr>
          <a:xfrm>
            <a:off x="708451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5864" y="260695"/>
                </a:moveTo>
                <a:cubicBezTo>
                  <a:pt x="197545" y="258992"/>
                  <a:pt x="198379" y="256866"/>
                  <a:pt x="198379" y="254329"/>
                </a:cubicBezTo>
                <a:lnTo>
                  <a:pt x="198379" y="181794"/>
                </a:lnTo>
                <a:cubicBezTo>
                  <a:pt x="198379" y="179280"/>
                  <a:pt x="197510" y="177165"/>
                  <a:pt x="195784" y="175428"/>
                </a:cubicBezTo>
                <a:cubicBezTo>
                  <a:pt x="194059" y="173725"/>
                  <a:pt x="191921" y="172879"/>
                  <a:pt x="189384" y="172879"/>
                </a:cubicBezTo>
                <a:cubicBezTo>
                  <a:pt x="186835" y="172879"/>
                  <a:pt x="184732" y="173725"/>
                  <a:pt x="183051" y="175428"/>
                </a:cubicBezTo>
                <a:cubicBezTo>
                  <a:pt x="181383" y="177131"/>
                  <a:pt x="180537" y="179257"/>
                  <a:pt x="180537" y="181794"/>
                </a:cubicBezTo>
                <a:lnTo>
                  <a:pt x="180537" y="254329"/>
                </a:lnTo>
                <a:cubicBezTo>
                  <a:pt x="180537" y="256844"/>
                  <a:pt x="181406" y="258970"/>
                  <a:pt x="183131" y="260695"/>
                </a:cubicBezTo>
                <a:cubicBezTo>
                  <a:pt x="184857" y="262399"/>
                  <a:pt x="186995" y="263244"/>
                  <a:pt x="189544" y="263244"/>
                </a:cubicBezTo>
                <a:cubicBezTo>
                  <a:pt x="192081" y="263244"/>
                  <a:pt x="194184" y="262399"/>
                  <a:pt x="195864" y="260695"/>
                </a:cubicBezTo>
                <a:close/>
                <a:moveTo>
                  <a:pt x="196139" y="144750"/>
                </a:moveTo>
                <a:cubicBezTo>
                  <a:pt x="198230" y="142761"/>
                  <a:pt x="199282" y="140280"/>
                  <a:pt x="199282" y="137320"/>
                </a:cubicBezTo>
                <a:cubicBezTo>
                  <a:pt x="199282" y="134154"/>
                  <a:pt x="198265" y="131536"/>
                  <a:pt x="196219" y="129468"/>
                </a:cubicBezTo>
                <a:cubicBezTo>
                  <a:pt x="194173" y="127364"/>
                  <a:pt x="191635" y="126324"/>
                  <a:pt x="188595" y="126324"/>
                </a:cubicBezTo>
                <a:cubicBezTo>
                  <a:pt x="185475" y="126324"/>
                  <a:pt x="182914" y="127364"/>
                  <a:pt x="180891" y="129468"/>
                </a:cubicBezTo>
                <a:cubicBezTo>
                  <a:pt x="178880" y="131559"/>
                  <a:pt x="177874" y="134154"/>
                  <a:pt x="177874" y="137240"/>
                </a:cubicBezTo>
                <a:cubicBezTo>
                  <a:pt x="177874" y="140200"/>
                  <a:pt x="178902" y="142692"/>
                  <a:pt x="180971" y="144704"/>
                </a:cubicBezTo>
                <a:cubicBezTo>
                  <a:pt x="183040" y="146727"/>
                  <a:pt x="185566" y="147733"/>
                  <a:pt x="188561" y="147733"/>
                </a:cubicBezTo>
                <a:cubicBezTo>
                  <a:pt x="191544" y="147733"/>
                  <a:pt x="194070" y="146738"/>
                  <a:pt x="196139" y="144750"/>
                </a:cubicBezTo>
                <a:close/>
                <a:moveTo>
                  <a:pt x="188709" y="337905"/>
                </a:moveTo>
                <a:cubicBezTo>
                  <a:pt x="168021" y="337905"/>
                  <a:pt x="148636" y="333985"/>
                  <a:pt x="130565" y="326155"/>
                </a:cubicBezTo>
                <a:cubicBezTo>
                  <a:pt x="112494" y="318314"/>
                  <a:pt x="96664" y="307616"/>
                  <a:pt x="83096" y="294048"/>
                </a:cubicBezTo>
                <a:cubicBezTo>
                  <a:pt x="69563" y="280481"/>
                  <a:pt x="58853" y="264662"/>
                  <a:pt x="51001" y="246591"/>
                </a:cubicBezTo>
                <a:cubicBezTo>
                  <a:pt x="43194" y="228520"/>
                  <a:pt x="39296" y="209158"/>
                  <a:pt x="39296" y="188515"/>
                </a:cubicBezTo>
                <a:cubicBezTo>
                  <a:pt x="39296" y="167872"/>
                  <a:pt x="43205" y="148476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32" y="39296"/>
                  <a:pt x="188675" y="39296"/>
                </a:cubicBezTo>
                <a:cubicBezTo>
                  <a:pt x="209318" y="39296"/>
                  <a:pt x="228714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54"/>
                  <a:pt x="326155" y="246625"/>
                </a:cubicBezTo>
                <a:cubicBezTo>
                  <a:pt x="318314" y="264696"/>
                  <a:pt x="307684" y="280492"/>
                  <a:pt x="294242" y="294014"/>
                </a:cubicBezTo>
                <a:cubicBezTo>
                  <a:pt x="280812" y="307501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09" y="320063"/>
                </a:moveTo>
                <a:cubicBezTo>
                  <a:pt x="225228" y="320063"/>
                  <a:pt x="256238" y="307250"/>
                  <a:pt x="281750" y="281635"/>
                </a:cubicBezTo>
                <a:cubicBezTo>
                  <a:pt x="307296" y="256021"/>
                  <a:pt x="320063" y="224954"/>
                  <a:pt x="320063" y="188435"/>
                </a:cubicBezTo>
                <a:cubicBezTo>
                  <a:pt x="320063" y="151928"/>
                  <a:pt x="307330" y="120907"/>
                  <a:pt x="281875" y="95395"/>
                </a:cubicBezTo>
                <a:cubicBezTo>
                  <a:pt x="256386" y="69860"/>
                  <a:pt x="225297" y="57093"/>
                  <a:pt x="188595" y="57093"/>
                </a:cubicBezTo>
                <a:cubicBezTo>
                  <a:pt x="152156" y="57093"/>
                  <a:pt x="121147" y="69814"/>
                  <a:pt x="95555" y="95280"/>
                </a:cubicBezTo>
                <a:cubicBezTo>
                  <a:pt x="69940" y="120769"/>
                  <a:pt x="57127" y="151859"/>
                  <a:pt x="57127" y="188561"/>
                </a:cubicBezTo>
                <a:cubicBezTo>
                  <a:pt x="57127" y="224988"/>
                  <a:pt x="69940" y="256009"/>
                  <a:pt x="95555" y="281601"/>
                </a:cubicBezTo>
                <a:cubicBezTo>
                  <a:pt x="121169" y="307216"/>
                  <a:pt x="152236" y="320017"/>
                  <a:pt x="188755" y="320017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6903549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950" dirty="0"/>
          </a:p>
        </p:txBody>
      </p:sp>
      <p:sp>
        <p:nvSpPr>
          <p:cNvPr id="105" name="圖示 問題"/>
          <p:cNvSpPr/>
          <p:nvPr/>
        </p:nvSpPr>
        <p:spPr>
          <a:xfrm>
            <a:off x="777791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9042" y="271108"/>
                </a:moveTo>
                <a:cubicBezTo>
                  <a:pt x="201488" y="268616"/>
                  <a:pt x="202700" y="265656"/>
                  <a:pt x="202700" y="262227"/>
                </a:cubicBezTo>
                <a:cubicBezTo>
                  <a:pt x="202700" y="258798"/>
                  <a:pt x="201488" y="255849"/>
                  <a:pt x="199042" y="253380"/>
                </a:cubicBezTo>
                <a:cubicBezTo>
                  <a:pt x="196607" y="250923"/>
                  <a:pt x="193647" y="249677"/>
                  <a:pt x="190172" y="249654"/>
                </a:cubicBezTo>
                <a:cubicBezTo>
                  <a:pt x="186686" y="249654"/>
                  <a:pt x="183714" y="250900"/>
                  <a:pt x="181246" y="253380"/>
                </a:cubicBezTo>
                <a:cubicBezTo>
                  <a:pt x="178754" y="255872"/>
                  <a:pt x="177519" y="258832"/>
                  <a:pt x="177519" y="262261"/>
                </a:cubicBezTo>
                <a:cubicBezTo>
                  <a:pt x="177519" y="265702"/>
                  <a:pt x="178754" y="268639"/>
                  <a:pt x="181246" y="271108"/>
                </a:cubicBezTo>
                <a:cubicBezTo>
                  <a:pt x="183737" y="273588"/>
                  <a:pt x="186720" y="274834"/>
                  <a:pt x="190207" y="274834"/>
                </a:cubicBezTo>
                <a:cubicBezTo>
                  <a:pt x="193693" y="274834"/>
                  <a:pt x="196642" y="273588"/>
                  <a:pt x="199042" y="271108"/>
                </a:cubicBezTo>
                <a:close/>
                <a:moveTo>
                  <a:pt x="188709" y="337905"/>
                </a:moveTo>
                <a:cubicBezTo>
                  <a:pt x="168021" y="337905"/>
                  <a:pt x="148647" y="333985"/>
                  <a:pt x="130599" y="326155"/>
                </a:cubicBezTo>
                <a:cubicBezTo>
                  <a:pt x="112528" y="318314"/>
                  <a:pt x="96709" y="307616"/>
                  <a:pt x="83142" y="294048"/>
                </a:cubicBezTo>
                <a:cubicBezTo>
                  <a:pt x="69574" y="280481"/>
                  <a:pt x="58853" y="264662"/>
                  <a:pt x="51001" y="246591"/>
                </a:cubicBezTo>
                <a:cubicBezTo>
                  <a:pt x="43194" y="228520"/>
                  <a:pt x="39296" y="209135"/>
                  <a:pt x="39296" y="188435"/>
                </a:cubicBezTo>
                <a:cubicBezTo>
                  <a:pt x="39296" y="167827"/>
                  <a:pt x="43205" y="148453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55" y="39296"/>
                  <a:pt x="188755" y="39296"/>
                </a:cubicBezTo>
                <a:cubicBezTo>
                  <a:pt x="209363" y="39296"/>
                  <a:pt x="228737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43"/>
                  <a:pt x="326155" y="246591"/>
                </a:cubicBezTo>
                <a:cubicBezTo>
                  <a:pt x="318314" y="264662"/>
                  <a:pt x="307684" y="280458"/>
                  <a:pt x="294242" y="293968"/>
                </a:cubicBezTo>
                <a:cubicBezTo>
                  <a:pt x="280812" y="307490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89" y="320063"/>
                </a:moveTo>
                <a:cubicBezTo>
                  <a:pt x="225251" y="320063"/>
                  <a:pt x="256249" y="307250"/>
                  <a:pt x="281795" y="281635"/>
                </a:cubicBezTo>
                <a:cubicBezTo>
                  <a:pt x="307330" y="256021"/>
                  <a:pt x="320097" y="224942"/>
                  <a:pt x="320097" y="188401"/>
                </a:cubicBezTo>
                <a:cubicBezTo>
                  <a:pt x="320097" y="151939"/>
                  <a:pt x="307353" y="120941"/>
                  <a:pt x="281875" y="95395"/>
                </a:cubicBezTo>
                <a:cubicBezTo>
                  <a:pt x="256386" y="69860"/>
                  <a:pt x="225308" y="57093"/>
                  <a:pt x="188629" y="57093"/>
                </a:cubicBezTo>
                <a:cubicBezTo>
                  <a:pt x="152202" y="57093"/>
                  <a:pt x="121181" y="69837"/>
                  <a:pt x="95589" y="95315"/>
                </a:cubicBezTo>
                <a:cubicBezTo>
                  <a:pt x="69974" y="120804"/>
                  <a:pt x="57173" y="151882"/>
                  <a:pt x="57173" y="188561"/>
                </a:cubicBezTo>
                <a:cubicBezTo>
                  <a:pt x="57173" y="224988"/>
                  <a:pt x="69974" y="256009"/>
                  <a:pt x="95589" y="281601"/>
                </a:cubicBezTo>
                <a:cubicBezTo>
                  <a:pt x="121215" y="307216"/>
                  <a:pt x="152293" y="320017"/>
                  <a:pt x="188835" y="320017"/>
                </a:cubicBezTo>
                <a:close/>
                <a:moveTo>
                  <a:pt x="188595" y="188595"/>
                </a:moveTo>
                <a:close/>
                <a:moveTo>
                  <a:pt x="189544" y="119089"/>
                </a:moveTo>
                <a:cubicBezTo>
                  <a:pt x="197762" y="119089"/>
                  <a:pt x="204963" y="121604"/>
                  <a:pt x="211146" y="126633"/>
                </a:cubicBezTo>
                <a:cubicBezTo>
                  <a:pt x="217330" y="131662"/>
                  <a:pt x="220416" y="138052"/>
                  <a:pt x="220416" y="145813"/>
                </a:cubicBezTo>
                <a:cubicBezTo>
                  <a:pt x="220416" y="152385"/>
                  <a:pt x="218519" y="158168"/>
                  <a:pt x="214724" y="163175"/>
                </a:cubicBezTo>
                <a:cubicBezTo>
                  <a:pt x="210929" y="168147"/>
                  <a:pt x="206609" y="172844"/>
                  <a:pt x="201762" y="177245"/>
                </a:cubicBezTo>
                <a:cubicBezTo>
                  <a:pt x="196047" y="182137"/>
                  <a:pt x="191075" y="187543"/>
                  <a:pt x="186823" y="193464"/>
                </a:cubicBezTo>
                <a:cubicBezTo>
                  <a:pt x="182560" y="199385"/>
                  <a:pt x="180274" y="206014"/>
                  <a:pt x="179988" y="213352"/>
                </a:cubicBezTo>
                <a:cubicBezTo>
                  <a:pt x="179885" y="215627"/>
                  <a:pt x="180697" y="217433"/>
                  <a:pt x="182423" y="218770"/>
                </a:cubicBezTo>
                <a:cubicBezTo>
                  <a:pt x="184160" y="220130"/>
                  <a:pt x="186160" y="220816"/>
                  <a:pt x="188435" y="220816"/>
                </a:cubicBezTo>
                <a:cubicBezTo>
                  <a:pt x="190870" y="220816"/>
                  <a:pt x="192904" y="220016"/>
                  <a:pt x="194527" y="218416"/>
                </a:cubicBezTo>
                <a:cubicBezTo>
                  <a:pt x="196127" y="216816"/>
                  <a:pt x="197122" y="214804"/>
                  <a:pt x="197510" y="212369"/>
                </a:cubicBezTo>
                <a:cubicBezTo>
                  <a:pt x="198402" y="207077"/>
                  <a:pt x="200448" y="202242"/>
                  <a:pt x="203648" y="197865"/>
                </a:cubicBezTo>
                <a:cubicBezTo>
                  <a:pt x="206837" y="193521"/>
                  <a:pt x="210598" y="189555"/>
                  <a:pt x="214918" y="185966"/>
                </a:cubicBezTo>
                <a:cubicBezTo>
                  <a:pt x="221022" y="180640"/>
                  <a:pt x="226143" y="174605"/>
                  <a:pt x="230280" y="167850"/>
                </a:cubicBezTo>
                <a:cubicBezTo>
                  <a:pt x="234418" y="161094"/>
                  <a:pt x="236487" y="153711"/>
                  <a:pt x="236487" y="145687"/>
                </a:cubicBezTo>
                <a:cubicBezTo>
                  <a:pt x="236487" y="133400"/>
                  <a:pt x="231983" y="123147"/>
                  <a:pt x="222976" y="114929"/>
                </a:cubicBezTo>
                <a:cubicBezTo>
                  <a:pt x="213958" y="106699"/>
                  <a:pt x="203225" y="102584"/>
                  <a:pt x="190755" y="102584"/>
                </a:cubicBezTo>
                <a:cubicBezTo>
                  <a:pt x="181954" y="102584"/>
                  <a:pt x="173530" y="104550"/>
                  <a:pt x="165495" y="108482"/>
                </a:cubicBezTo>
                <a:cubicBezTo>
                  <a:pt x="157448" y="112414"/>
                  <a:pt x="150842" y="117980"/>
                  <a:pt x="145652" y="125181"/>
                </a:cubicBezTo>
                <a:cubicBezTo>
                  <a:pt x="144212" y="127193"/>
                  <a:pt x="143595" y="129376"/>
                  <a:pt x="143801" y="131708"/>
                </a:cubicBezTo>
                <a:cubicBezTo>
                  <a:pt x="143984" y="134028"/>
                  <a:pt x="144944" y="135891"/>
                  <a:pt x="146670" y="137286"/>
                </a:cubicBezTo>
                <a:cubicBezTo>
                  <a:pt x="149162" y="138874"/>
                  <a:pt x="151665" y="139366"/>
                  <a:pt x="154179" y="138737"/>
                </a:cubicBezTo>
                <a:cubicBezTo>
                  <a:pt x="156660" y="138109"/>
                  <a:pt x="158740" y="136657"/>
                  <a:pt x="160386" y="134371"/>
                </a:cubicBezTo>
                <a:cubicBezTo>
                  <a:pt x="163918" y="129685"/>
                  <a:pt x="168215" y="125970"/>
                  <a:pt x="173267" y="123215"/>
                </a:cubicBezTo>
                <a:cubicBezTo>
                  <a:pt x="178331" y="120461"/>
                  <a:pt x="183817" y="119089"/>
                  <a:pt x="189738" y="11908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75969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50" dirty="0"/>
          </a:p>
        </p:txBody>
      </p:sp>
      <p:sp>
        <p:nvSpPr>
          <p:cNvPr id="107" name="圖示 緊急"/>
          <p:cNvSpPr/>
          <p:nvPr/>
        </p:nvSpPr>
        <p:spPr>
          <a:xfrm>
            <a:off x="847131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61" y="313102"/>
                </a:moveTo>
                <a:cubicBezTo>
                  <a:pt x="182846" y="313102"/>
                  <a:pt x="177977" y="311079"/>
                  <a:pt x="173942" y="307021"/>
                </a:cubicBezTo>
                <a:cubicBezTo>
                  <a:pt x="169907" y="302952"/>
                  <a:pt x="167884" y="298072"/>
                  <a:pt x="167884" y="292357"/>
                </a:cubicBezTo>
                <a:cubicBezTo>
                  <a:pt x="167884" y="286653"/>
                  <a:pt x="169918" y="281784"/>
                  <a:pt x="173976" y="277749"/>
                </a:cubicBezTo>
                <a:cubicBezTo>
                  <a:pt x="178034" y="273714"/>
                  <a:pt x="182926" y="271691"/>
                  <a:pt x="188629" y="271691"/>
                </a:cubicBezTo>
                <a:cubicBezTo>
                  <a:pt x="194344" y="271691"/>
                  <a:pt x="199213" y="273726"/>
                  <a:pt x="203248" y="277783"/>
                </a:cubicBezTo>
                <a:cubicBezTo>
                  <a:pt x="207283" y="281841"/>
                  <a:pt x="209306" y="286733"/>
                  <a:pt x="209306" y="292437"/>
                </a:cubicBezTo>
                <a:cubicBezTo>
                  <a:pt x="209306" y="298152"/>
                  <a:pt x="207272" y="303021"/>
                  <a:pt x="203214" y="307056"/>
                </a:cubicBezTo>
                <a:cubicBezTo>
                  <a:pt x="199156" y="311090"/>
                  <a:pt x="194264" y="313102"/>
                  <a:pt x="188561" y="313102"/>
                </a:cubicBezTo>
                <a:close/>
                <a:moveTo>
                  <a:pt x="188515" y="236018"/>
                </a:moveTo>
                <a:cubicBezTo>
                  <a:pt x="183383" y="236018"/>
                  <a:pt x="179005" y="234201"/>
                  <a:pt x="175393" y="230555"/>
                </a:cubicBezTo>
                <a:cubicBezTo>
                  <a:pt x="171781" y="226920"/>
                  <a:pt x="169976" y="222542"/>
                  <a:pt x="169976" y="217433"/>
                </a:cubicBezTo>
                <a:lnTo>
                  <a:pt x="169976" y="74775"/>
                </a:lnTo>
                <a:cubicBezTo>
                  <a:pt x="169976" y="69666"/>
                  <a:pt x="171793" y="65288"/>
                  <a:pt x="175428" y="61642"/>
                </a:cubicBezTo>
                <a:cubicBezTo>
                  <a:pt x="179074" y="58007"/>
                  <a:pt x="183463" y="56190"/>
                  <a:pt x="188595" y="56190"/>
                </a:cubicBezTo>
                <a:cubicBezTo>
                  <a:pt x="193727" y="56190"/>
                  <a:pt x="198105" y="58007"/>
                  <a:pt x="201717" y="61642"/>
                </a:cubicBezTo>
                <a:cubicBezTo>
                  <a:pt x="205329" y="65288"/>
                  <a:pt x="207146" y="69666"/>
                  <a:pt x="207146" y="74775"/>
                </a:cubicBezTo>
                <a:lnTo>
                  <a:pt x="207146" y="217433"/>
                </a:lnTo>
                <a:cubicBezTo>
                  <a:pt x="207146" y="222542"/>
                  <a:pt x="205317" y="226920"/>
                  <a:pt x="201682" y="230555"/>
                </a:cubicBezTo>
                <a:cubicBezTo>
                  <a:pt x="198036" y="234201"/>
                  <a:pt x="193647" y="236018"/>
                  <a:pt x="188515" y="23601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82903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950" dirty="0"/>
          </a:p>
        </p:txBody>
      </p:sp>
      <p:sp>
        <p:nvSpPr>
          <p:cNvPr id="109" name="圖示 阻擋"/>
          <p:cNvSpPr/>
          <p:nvPr/>
        </p:nvSpPr>
        <p:spPr>
          <a:xfrm>
            <a:off x="916471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405" y="326155"/>
                </a:move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192"/>
                  <a:pt x="333985" y="228611"/>
                  <a:pt x="326155" y="246785"/>
                </a:cubicBezTo>
                <a:cubicBezTo>
                  <a:pt x="318314" y="264959"/>
                  <a:pt x="307684" y="280767"/>
                  <a:pt x="294242" y="294208"/>
                </a:cubicBezTo>
                <a:cubicBezTo>
                  <a:pt x="280812" y="307650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ubicBezTo>
                  <a:pt x="167998" y="337905"/>
                  <a:pt x="148579" y="333985"/>
                  <a:pt x="130405" y="326155"/>
                </a:cubicBezTo>
                <a:close/>
                <a:moveTo>
                  <a:pt x="188595" y="320063"/>
                </a:moveTo>
                <a:cubicBezTo>
                  <a:pt x="204780" y="320063"/>
                  <a:pt x="220302" y="317274"/>
                  <a:pt x="235149" y="311696"/>
                </a:cubicBezTo>
                <a:cubicBezTo>
                  <a:pt x="250008" y="306118"/>
                  <a:pt x="263381" y="298014"/>
                  <a:pt x="275269" y="287407"/>
                </a:cubicBezTo>
                <a:lnTo>
                  <a:pt x="89783" y="101956"/>
                </a:lnTo>
                <a:cubicBezTo>
                  <a:pt x="79427" y="114117"/>
                  <a:pt x="71403" y="127582"/>
                  <a:pt x="65700" y="142349"/>
                </a:cubicBezTo>
                <a:cubicBezTo>
                  <a:pt x="59985" y="157128"/>
                  <a:pt x="57127" y="172547"/>
                  <a:pt x="57127" y="188629"/>
                </a:cubicBezTo>
                <a:cubicBezTo>
                  <a:pt x="57127" y="225331"/>
                  <a:pt x="69872" y="256409"/>
                  <a:pt x="95360" y="281875"/>
                </a:cubicBezTo>
                <a:cubicBezTo>
                  <a:pt x="120849" y="307353"/>
                  <a:pt x="151928" y="320097"/>
                  <a:pt x="188595" y="320097"/>
                </a:cubicBezTo>
                <a:close/>
                <a:moveTo>
                  <a:pt x="287179" y="275234"/>
                </a:moveTo>
                <a:cubicBezTo>
                  <a:pt x="297363" y="263336"/>
                  <a:pt x="305398" y="249963"/>
                  <a:pt x="311262" y="235115"/>
                </a:cubicBezTo>
                <a:cubicBezTo>
                  <a:pt x="317125" y="220268"/>
                  <a:pt x="320063" y="204746"/>
                  <a:pt x="320063" y="188561"/>
                </a:cubicBezTo>
                <a:cubicBezTo>
                  <a:pt x="320063" y="151859"/>
                  <a:pt x="307318" y="120781"/>
                  <a:pt x="281830" y="95315"/>
                </a:cubicBezTo>
                <a:cubicBezTo>
                  <a:pt x="256341" y="69837"/>
                  <a:pt x="225262" y="57093"/>
                  <a:pt x="188595" y="57093"/>
                </a:cubicBezTo>
                <a:cubicBezTo>
                  <a:pt x="172490" y="57093"/>
                  <a:pt x="157002" y="59916"/>
                  <a:pt x="142155" y="65574"/>
                </a:cubicBezTo>
                <a:cubicBezTo>
                  <a:pt x="127307" y="71232"/>
                  <a:pt x="113900" y="79370"/>
                  <a:pt x="101956" y="89977"/>
                </a:cubicBezTo>
                <a:lnTo>
                  <a:pt x="287213" y="275234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898375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950" dirty="0"/>
          </a:p>
        </p:txBody>
      </p:sp>
      <p:sp>
        <p:nvSpPr>
          <p:cNvPr id="111" name="圖示 進行中"/>
          <p:cNvSpPr/>
          <p:nvPr/>
        </p:nvSpPr>
        <p:spPr>
          <a:xfrm>
            <a:off x="985811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7912" y="200459"/>
                </a:moveTo>
                <a:cubicBezTo>
                  <a:pt x="121158" y="197190"/>
                  <a:pt x="122781" y="193213"/>
                  <a:pt x="122781" y="188561"/>
                </a:cubicBezTo>
                <a:cubicBezTo>
                  <a:pt x="122781" y="183897"/>
                  <a:pt x="121147" y="179942"/>
                  <a:pt x="117878" y="176685"/>
                </a:cubicBezTo>
                <a:cubicBezTo>
                  <a:pt x="114597" y="173439"/>
                  <a:pt x="110631" y="171816"/>
                  <a:pt x="105968" y="171816"/>
                </a:cubicBezTo>
                <a:cubicBezTo>
                  <a:pt x="101304" y="171816"/>
                  <a:pt x="97349" y="173450"/>
                  <a:pt x="94103" y="176731"/>
                </a:cubicBezTo>
                <a:cubicBezTo>
                  <a:pt x="90857" y="180000"/>
                  <a:pt x="89234" y="183977"/>
                  <a:pt x="89234" y="188629"/>
                </a:cubicBezTo>
                <a:cubicBezTo>
                  <a:pt x="89234" y="193293"/>
                  <a:pt x="90869" y="197248"/>
                  <a:pt x="94137" y="200505"/>
                </a:cubicBezTo>
                <a:cubicBezTo>
                  <a:pt x="97418" y="203751"/>
                  <a:pt x="101384" y="205374"/>
                  <a:pt x="106048" y="205374"/>
                </a:cubicBezTo>
                <a:cubicBezTo>
                  <a:pt x="110711" y="205374"/>
                  <a:pt x="114666" y="203740"/>
                  <a:pt x="117912" y="200459"/>
                </a:cubicBezTo>
                <a:close/>
                <a:moveTo>
                  <a:pt x="200505" y="200459"/>
                </a:moveTo>
                <a:cubicBezTo>
                  <a:pt x="203751" y="197190"/>
                  <a:pt x="205374" y="193213"/>
                  <a:pt x="205374" y="188561"/>
                </a:cubicBezTo>
                <a:cubicBezTo>
                  <a:pt x="205374" y="183897"/>
                  <a:pt x="203740" y="179942"/>
                  <a:pt x="200459" y="176685"/>
                </a:cubicBezTo>
                <a:cubicBezTo>
                  <a:pt x="197190" y="173439"/>
                  <a:pt x="193213" y="171816"/>
                  <a:pt x="188561" y="171816"/>
                </a:cubicBezTo>
                <a:cubicBezTo>
                  <a:pt x="183897" y="171816"/>
                  <a:pt x="179942" y="173450"/>
                  <a:pt x="176685" y="176731"/>
                </a:cubicBezTo>
                <a:cubicBezTo>
                  <a:pt x="173439" y="180000"/>
                  <a:pt x="171816" y="183977"/>
                  <a:pt x="171816" y="188629"/>
                </a:cubicBezTo>
                <a:cubicBezTo>
                  <a:pt x="171816" y="193293"/>
                  <a:pt x="173450" y="197248"/>
                  <a:pt x="176731" y="200505"/>
                </a:cubicBezTo>
                <a:cubicBezTo>
                  <a:pt x="180000" y="203751"/>
                  <a:pt x="183977" y="205374"/>
                  <a:pt x="188629" y="205374"/>
                </a:cubicBezTo>
                <a:cubicBezTo>
                  <a:pt x="193293" y="205374"/>
                  <a:pt x="197248" y="203740"/>
                  <a:pt x="200505" y="200459"/>
                </a:cubicBezTo>
                <a:close/>
                <a:moveTo>
                  <a:pt x="282812" y="200459"/>
                </a:moveTo>
                <a:cubicBezTo>
                  <a:pt x="286059" y="197190"/>
                  <a:pt x="287682" y="193213"/>
                  <a:pt x="287682" y="188561"/>
                </a:cubicBezTo>
                <a:cubicBezTo>
                  <a:pt x="287682" y="183897"/>
                  <a:pt x="286047" y="179942"/>
                  <a:pt x="282778" y="176685"/>
                </a:cubicBezTo>
                <a:cubicBezTo>
                  <a:pt x="279498" y="173439"/>
                  <a:pt x="275532" y="171816"/>
                  <a:pt x="270868" y="171816"/>
                </a:cubicBezTo>
                <a:cubicBezTo>
                  <a:pt x="266205" y="171816"/>
                  <a:pt x="262250" y="173450"/>
                  <a:pt x="259004" y="176731"/>
                </a:cubicBezTo>
                <a:cubicBezTo>
                  <a:pt x="255758" y="180000"/>
                  <a:pt x="254135" y="183977"/>
                  <a:pt x="254135" y="188629"/>
                </a:cubicBezTo>
                <a:cubicBezTo>
                  <a:pt x="254135" y="193293"/>
                  <a:pt x="255769" y="197248"/>
                  <a:pt x="259038" y="200505"/>
                </a:cubicBezTo>
                <a:cubicBezTo>
                  <a:pt x="262319" y="203751"/>
                  <a:pt x="266285" y="205374"/>
                  <a:pt x="270948" y="205374"/>
                </a:cubicBezTo>
                <a:cubicBezTo>
                  <a:pt x="275612" y="205374"/>
                  <a:pt x="279566" y="203740"/>
                  <a:pt x="282812" y="200459"/>
                </a:cubicBezTo>
                <a:close/>
                <a:moveTo>
                  <a:pt x="188709" y="337905"/>
                </a:moveTo>
                <a:cubicBezTo>
                  <a:pt x="168021" y="337905"/>
                  <a:pt x="148636" y="333985"/>
                  <a:pt x="130565" y="326155"/>
                </a:cubicBezTo>
                <a:cubicBezTo>
                  <a:pt x="112494" y="318314"/>
                  <a:pt x="96664" y="307616"/>
                  <a:pt x="83096" y="294048"/>
                </a:cubicBezTo>
                <a:cubicBezTo>
                  <a:pt x="69563" y="280481"/>
                  <a:pt x="58853" y="264662"/>
                  <a:pt x="51001" y="246591"/>
                </a:cubicBezTo>
                <a:cubicBezTo>
                  <a:pt x="43194" y="228520"/>
                  <a:pt x="39296" y="209158"/>
                  <a:pt x="39296" y="188515"/>
                </a:cubicBezTo>
                <a:cubicBezTo>
                  <a:pt x="39296" y="167872"/>
                  <a:pt x="43205" y="148476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32" y="39296"/>
                  <a:pt x="188675" y="39296"/>
                </a:cubicBezTo>
                <a:cubicBezTo>
                  <a:pt x="209318" y="39296"/>
                  <a:pt x="228714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54"/>
                  <a:pt x="326155" y="246625"/>
                </a:cubicBezTo>
                <a:cubicBezTo>
                  <a:pt x="318314" y="264696"/>
                  <a:pt x="307684" y="280492"/>
                  <a:pt x="294242" y="294014"/>
                </a:cubicBezTo>
                <a:cubicBezTo>
                  <a:pt x="280812" y="307501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09" y="320063"/>
                </a:moveTo>
                <a:cubicBezTo>
                  <a:pt x="225228" y="320063"/>
                  <a:pt x="256238" y="307250"/>
                  <a:pt x="281750" y="281635"/>
                </a:cubicBezTo>
                <a:cubicBezTo>
                  <a:pt x="307296" y="256021"/>
                  <a:pt x="320063" y="224954"/>
                  <a:pt x="320063" y="188435"/>
                </a:cubicBezTo>
                <a:cubicBezTo>
                  <a:pt x="320063" y="151928"/>
                  <a:pt x="307330" y="120907"/>
                  <a:pt x="281875" y="95395"/>
                </a:cubicBezTo>
                <a:cubicBezTo>
                  <a:pt x="256386" y="69860"/>
                  <a:pt x="225297" y="57093"/>
                  <a:pt x="188595" y="57093"/>
                </a:cubicBezTo>
                <a:cubicBezTo>
                  <a:pt x="152156" y="57093"/>
                  <a:pt x="121147" y="69814"/>
                  <a:pt x="95555" y="95280"/>
                </a:cubicBezTo>
                <a:cubicBezTo>
                  <a:pt x="69940" y="120769"/>
                  <a:pt x="57127" y="151859"/>
                  <a:pt x="57127" y="188561"/>
                </a:cubicBezTo>
                <a:cubicBezTo>
                  <a:pt x="57127" y="224988"/>
                  <a:pt x="69940" y="256009"/>
                  <a:pt x="95555" y="281601"/>
                </a:cubicBezTo>
                <a:cubicBezTo>
                  <a:pt x="121169" y="307216"/>
                  <a:pt x="152236" y="320017"/>
                  <a:pt x="188755" y="320017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967715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950" dirty="0"/>
          </a:p>
        </p:txBody>
      </p:sp>
      <p:sp>
        <p:nvSpPr>
          <p:cNvPr id="113" name="圖示 已驗證"/>
          <p:cNvSpPr/>
          <p:nvPr/>
        </p:nvSpPr>
        <p:spPr>
          <a:xfrm>
            <a:off x="1055151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1861" y="210838"/>
                </a:moveTo>
                <a:lnTo>
                  <a:pt x="141961" y="180068"/>
                </a:lnTo>
                <a:cubicBezTo>
                  <a:pt x="140200" y="178159"/>
                  <a:pt x="138029" y="177176"/>
                  <a:pt x="135434" y="177119"/>
                </a:cubicBezTo>
                <a:cubicBezTo>
                  <a:pt x="132839" y="177074"/>
                  <a:pt x="130588" y="177919"/>
                  <a:pt x="128679" y="179680"/>
                </a:cubicBezTo>
                <a:cubicBezTo>
                  <a:pt x="126553" y="181691"/>
                  <a:pt x="125490" y="183977"/>
                  <a:pt x="125490" y="186515"/>
                </a:cubicBezTo>
                <a:cubicBezTo>
                  <a:pt x="125490" y="189052"/>
                  <a:pt x="126553" y="191327"/>
                  <a:pt x="128679" y="193350"/>
                </a:cubicBezTo>
                <a:lnTo>
                  <a:pt x="163918" y="228360"/>
                </a:lnTo>
                <a:cubicBezTo>
                  <a:pt x="166169" y="230715"/>
                  <a:pt x="168798" y="231892"/>
                  <a:pt x="171781" y="231892"/>
                </a:cubicBezTo>
                <a:cubicBezTo>
                  <a:pt x="174765" y="231892"/>
                  <a:pt x="177439" y="230715"/>
                  <a:pt x="179794" y="228360"/>
                </a:cubicBezTo>
                <a:lnTo>
                  <a:pt x="248671" y="159871"/>
                </a:lnTo>
                <a:cubicBezTo>
                  <a:pt x="250317" y="158123"/>
                  <a:pt x="251174" y="155939"/>
                  <a:pt x="251220" y="153356"/>
                </a:cubicBezTo>
                <a:cubicBezTo>
                  <a:pt x="251277" y="150762"/>
                  <a:pt x="250294" y="148533"/>
                  <a:pt x="248282" y="146670"/>
                </a:cubicBezTo>
                <a:cubicBezTo>
                  <a:pt x="246522" y="145070"/>
                  <a:pt x="244419" y="144338"/>
                  <a:pt x="241950" y="144475"/>
                </a:cubicBezTo>
                <a:cubicBezTo>
                  <a:pt x="239493" y="144601"/>
                  <a:pt x="237458" y="145470"/>
                  <a:pt x="235858" y="147070"/>
                </a:cubicBezTo>
                <a:lnTo>
                  <a:pt x="171861" y="210838"/>
                </a:lnTo>
                <a:close/>
                <a:moveTo>
                  <a:pt x="133937" y="334636"/>
                </a:moveTo>
                <a:lnTo>
                  <a:pt x="111077" y="295706"/>
                </a:lnTo>
                <a:lnTo>
                  <a:pt x="65814" y="286630"/>
                </a:lnTo>
                <a:cubicBezTo>
                  <a:pt x="63036" y="286104"/>
                  <a:pt x="60762" y="284584"/>
                  <a:pt x="58979" y="282070"/>
                </a:cubicBezTo>
                <a:cubicBezTo>
                  <a:pt x="57219" y="279555"/>
                  <a:pt x="56556" y="276903"/>
                  <a:pt x="56967" y="274126"/>
                </a:cubicBezTo>
                <a:lnTo>
                  <a:pt x="61722" y="229846"/>
                </a:lnTo>
                <a:lnTo>
                  <a:pt x="32656" y="196139"/>
                </a:lnTo>
                <a:cubicBezTo>
                  <a:pt x="30655" y="194150"/>
                  <a:pt x="29661" y="191635"/>
                  <a:pt x="29661" y="188595"/>
                </a:cubicBezTo>
                <a:cubicBezTo>
                  <a:pt x="29661" y="185555"/>
                  <a:pt x="30655" y="183040"/>
                  <a:pt x="32656" y="181051"/>
                </a:cubicBezTo>
                <a:lnTo>
                  <a:pt x="61722" y="147573"/>
                </a:lnTo>
                <a:lnTo>
                  <a:pt x="56967" y="103293"/>
                </a:lnTo>
                <a:cubicBezTo>
                  <a:pt x="56556" y="100515"/>
                  <a:pt x="57219" y="97875"/>
                  <a:pt x="58979" y="95360"/>
                </a:cubicBezTo>
                <a:cubicBezTo>
                  <a:pt x="60728" y="92846"/>
                  <a:pt x="63014" y="91326"/>
                  <a:pt x="65814" y="90800"/>
                </a:cubicBezTo>
                <a:lnTo>
                  <a:pt x="111077" y="81725"/>
                </a:lnTo>
                <a:lnTo>
                  <a:pt x="133937" y="42554"/>
                </a:lnTo>
                <a:cubicBezTo>
                  <a:pt x="135411" y="40039"/>
                  <a:pt x="137503" y="38279"/>
                  <a:pt x="140223" y="37285"/>
                </a:cubicBezTo>
                <a:cubicBezTo>
                  <a:pt x="142955" y="36290"/>
                  <a:pt x="145698" y="36393"/>
                  <a:pt x="148476" y="37605"/>
                </a:cubicBezTo>
                <a:lnTo>
                  <a:pt x="188595" y="55950"/>
                </a:lnTo>
                <a:lnTo>
                  <a:pt x="228863" y="37559"/>
                </a:lnTo>
                <a:cubicBezTo>
                  <a:pt x="231538" y="36359"/>
                  <a:pt x="234235" y="36210"/>
                  <a:pt x="236967" y="37125"/>
                </a:cubicBezTo>
                <a:cubicBezTo>
                  <a:pt x="239687" y="38050"/>
                  <a:pt x="241779" y="39765"/>
                  <a:pt x="243253" y="42280"/>
                </a:cubicBezTo>
                <a:lnTo>
                  <a:pt x="266513" y="81690"/>
                </a:lnTo>
                <a:lnTo>
                  <a:pt x="311376" y="90766"/>
                </a:lnTo>
                <a:cubicBezTo>
                  <a:pt x="314154" y="91280"/>
                  <a:pt x="316428" y="92800"/>
                  <a:pt x="318211" y="95315"/>
                </a:cubicBezTo>
                <a:cubicBezTo>
                  <a:pt x="319971" y="97829"/>
                  <a:pt x="320692" y="100481"/>
                  <a:pt x="320371" y="103259"/>
                </a:cubicBezTo>
                <a:lnTo>
                  <a:pt x="315468" y="147538"/>
                </a:lnTo>
                <a:lnTo>
                  <a:pt x="344534" y="181017"/>
                </a:lnTo>
                <a:cubicBezTo>
                  <a:pt x="346535" y="183006"/>
                  <a:pt x="347529" y="185520"/>
                  <a:pt x="347529" y="188561"/>
                </a:cubicBezTo>
                <a:cubicBezTo>
                  <a:pt x="347529" y="191590"/>
                  <a:pt x="346535" y="194104"/>
                  <a:pt x="344534" y="196105"/>
                </a:cubicBezTo>
                <a:lnTo>
                  <a:pt x="315468" y="229812"/>
                </a:lnTo>
                <a:lnTo>
                  <a:pt x="320371" y="274091"/>
                </a:lnTo>
                <a:cubicBezTo>
                  <a:pt x="320692" y="276869"/>
                  <a:pt x="319971" y="279509"/>
                  <a:pt x="318211" y="282024"/>
                </a:cubicBezTo>
                <a:cubicBezTo>
                  <a:pt x="316462" y="284538"/>
                  <a:pt x="314176" y="286059"/>
                  <a:pt x="311376" y="286584"/>
                </a:cubicBezTo>
                <a:lnTo>
                  <a:pt x="266513" y="295660"/>
                </a:lnTo>
                <a:lnTo>
                  <a:pt x="243253" y="334830"/>
                </a:lnTo>
                <a:cubicBezTo>
                  <a:pt x="241779" y="337402"/>
                  <a:pt x="239687" y="339140"/>
                  <a:pt x="236967" y="340065"/>
                </a:cubicBezTo>
                <a:cubicBezTo>
                  <a:pt x="234235" y="340980"/>
                  <a:pt x="231538" y="340831"/>
                  <a:pt x="228863" y="339631"/>
                </a:cubicBezTo>
                <a:lnTo>
                  <a:pt x="188595" y="321240"/>
                </a:lnTo>
                <a:lnTo>
                  <a:pt x="148476" y="339631"/>
                </a:lnTo>
                <a:cubicBezTo>
                  <a:pt x="145698" y="340831"/>
                  <a:pt x="142955" y="340934"/>
                  <a:pt x="140223" y="339940"/>
                </a:cubicBezTo>
                <a:cubicBezTo>
                  <a:pt x="137503" y="338945"/>
                  <a:pt x="135411" y="337196"/>
                  <a:pt x="133937" y="334682"/>
                </a:cubicBezTo>
                <a:close/>
                <a:moveTo>
                  <a:pt x="147184" y="320143"/>
                </a:moveTo>
                <a:lnTo>
                  <a:pt x="188595" y="302929"/>
                </a:lnTo>
                <a:lnTo>
                  <a:pt x="230909" y="320177"/>
                </a:lnTo>
                <a:lnTo>
                  <a:pt x="256329" y="281327"/>
                </a:lnTo>
                <a:lnTo>
                  <a:pt x="301558" y="270125"/>
                </a:lnTo>
                <a:lnTo>
                  <a:pt x="297157" y="223834"/>
                </a:lnTo>
                <a:lnTo>
                  <a:pt x="328190" y="188595"/>
                </a:lnTo>
                <a:lnTo>
                  <a:pt x="297111" y="152876"/>
                </a:lnTo>
                <a:lnTo>
                  <a:pt x="301512" y="106436"/>
                </a:lnTo>
                <a:lnTo>
                  <a:pt x="256329" y="95875"/>
                </a:lnTo>
                <a:lnTo>
                  <a:pt x="230440" y="57047"/>
                </a:lnTo>
                <a:lnTo>
                  <a:pt x="188595" y="74261"/>
                </a:lnTo>
                <a:lnTo>
                  <a:pt x="146281" y="57013"/>
                </a:lnTo>
                <a:lnTo>
                  <a:pt x="120861" y="95875"/>
                </a:lnTo>
                <a:lnTo>
                  <a:pt x="75632" y="106436"/>
                </a:lnTo>
                <a:lnTo>
                  <a:pt x="80033" y="152876"/>
                </a:lnTo>
                <a:lnTo>
                  <a:pt x="49000" y="188595"/>
                </a:lnTo>
                <a:lnTo>
                  <a:pt x="80079" y="223834"/>
                </a:lnTo>
                <a:lnTo>
                  <a:pt x="75678" y="270640"/>
                </a:lnTo>
                <a:lnTo>
                  <a:pt x="120861" y="281327"/>
                </a:lnTo>
                <a:lnTo>
                  <a:pt x="147138" y="320143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1037055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950" dirty="0"/>
          </a:p>
        </p:txBody>
      </p:sp>
      <p:sp>
        <p:nvSpPr>
          <p:cNvPr id="115" name="圖示 通知"/>
          <p:cNvSpPr/>
          <p:nvPr/>
        </p:nvSpPr>
        <p:spPr>
          <a:xfrm>
            <a:off x="1124492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9644" y="296803"/>
                </a:moveTo>
                <a:cubicBezTo>
                  <a:pt x="77130" y="296803"/>
                  <a:pt x="75004" y="295934"/>
                  <a:pt x="73278" y="294208"/>
                </a:cubicBezTo>
                <a:cubicBezTo>
                  <a:pt x="71575" y="292482"/>
                  <a:pt x="70729" y="290345"/>
                  <a:pt x="70729" y="287807"/>
                </a:cubicBezTo>
                <a:cubicBezTo>
                  <a:pt x="70729" y="285259"/>
                  <a:pt x="71575" y="283155"/>
                  <a:pt x="73278" y="281475"/>
                </a:cubicBezTo>
                <a:cubicBezTo>
                  <a:pt x="74981" y="279806"/>
                  <a:pt x="77107" y="278961"/>
                  <a:pt x="79644" y="278961"/>
                </a:cubicBezTo>
                <a:lnTo>
                  <a:pt x="99132" y="278961"/>
                </a:lnTo>
                <a:lnTo>
                  <a:pt x="99132" y="154842"/>
                </a:lnTo>
                <a:cubicBezTo>
                  <a:pt x="99132" y="133571"/>
                  <a:pt x="105590" y="114597"/>
                  <a:pt x="118506" y="97909"/>
                </a:cubicBezTo>
                <a:cubicBezTo>
                  <a:pt x="131411" y="81256"/>
                  <a:pt x="148236" y="70923"/>
                  <a:pt x="168947" y="66911"/>
                </a:cubicBezTo>
                <a:lnTo>
                  <a:pt x="168947" y="58933"/>
                </a:lnTo>
                <a:cubicBezTo>
                  <a:pt x="168947" y="53492"/>
                  <a:pt x="170867" y="48852"/>
                  <a:pt x="174685" y="45023"/>
                </a:cubicBezTo>
                <a:cubicBezTo>
                  <a:pt x="178479" y="41205"/>
                  <a:pt x="183109" y="39296"/>
                  <a:pt x="188561" y="39296"/>
                </a:cubicBezTo>
                <a:cubicBezTo>
                  <a:pt x="194001" y="39296"/>
                  <a:pt x="198642" y="41205"/>
                  <a:pt x="202460" y="45023"/>
                </a:cubicBezTo>
                <a:cubicBezTo>
                  <a:pt x="206312" y="48852"/>
                  <a:pt x="208243" y="53492"/>
                  <a:pt x="208243" y="58933"/>
                </a:cubicBezTo>
                <a:lnTo>
                  <a:pt x="208243" y="66911"/>
                </a:lnTo>
                <a:cubicBezTo>
                  <a:pt x="228954" y="70923"/>
                  <a:pt x="245779" y="81256"/>
                  <a:pt x="258695" y="97909"/>
                </a:cubicBezTo>
                <a:cubicBezTo>
                  <a:pt x="271600" y="114574"/>
                  <a:pt x="278058" y="133548"/>
                  <a:pt x="278058" y="154842"/>
                </a:cubicBezTo>
                <a:lnTo>
                  <a:pt x="278058" y="278961"/>
                </a:lnTo>
                <a:lnTo>
                  <a:pt x="297546" y="278961"/>
                </a:lnTo>
                <a:cubicBezTo>
                  <a:pt x="300060" y="278961"/>
                  <a:pt x="302186" y="279829"/>
                  <a:pt x="303912" y="281555"/>
                </a:cubicBezTo>
                <a:cubicBezTo>
                  <a:pt x="305615" y="283281"/>
                  <a:pt x="306473" y="285419"/>
                  <a:pt x="306473" y="287956"/>
                </a:cubicBezTo>
                <a:cubicBezTo>
                  <a:pt x="306473" y="290505"/>
                  <a:pt x="305615" y="292608"/>
                  <a:pt x="303912" y="294288"/>
                </a:cubicBezTo>
                <a:cubicBezTo>
                  <a:pt x="302209" y="295968"/>
                  <a:pt x="300083" y="296803"/>
                  <a:pt x="297546" y="296803"/>
                </a:cubicBezTo>
                <a:lnTo>
                  <a:pt x="79644" y="296803"/>
                </a:lnTo>
                <a:close/>
                <a:moveTo>
                  <a:pt x="188595" y="181017"/>
                </a:moveTo>
                <a:close/>
                <a:moveTo>
                  <a:pt x="188561" y="340923"/>
                </a:moveTo>
                <a:cubicBezTo>
                  <a:pt x="180720" y="340923"/>
                  <a:pt x="174045" y="338145"/>
                  <a:pt x="168512" y="332590"/>
                </a:cubicBezTo>
                <a:cubicBezTo>
                  <a:pt x="162969" y="327047"/>
                  <a:pt x="160191" y="320349"/>
                  <a:pt x="160191" y="312519"/>
                </a:cubicBezTo>
                <a:lnTo>
                  <a:pt x="216999" y="312519"/>
                </a:lnTo>
                <a:cubicBezTo>
                  <a:pt x="216999" y="320349"/>
                  <a:pt x="214210" y="327047"/>
                  <a:pt x="208632" y="332590"/>
                </a:cubicBezTo>
                <a:cubicBezTo>
                  <a:pt x="203054" y="338145"/>
                  <a:pt x="196356" y="340923"/>
                  <a:pt x="188561" y="340923"/>
                </a:cubicBezTo>
                <a:close/>
                <a:moveTo>
                  <a:pt x="116963" y="278961"/>
                </a:moveTo>
                <a:lnTo>
                  <a:pt x="260227" y="278961"/>
                </a:lnTo>
                <a:lnTo>
                  <a:pt x="260227" y="154842"/>
                </a:lnTo>
                <a:cubicBezTo>
                  <a:pt x="260227" y="134988"/>
                  <a:pt x="253243" y="118095"/>
                  <a:pt x="239276" y="104162"/>
                </a:cubicBezTo>
                <a:cubicBezTo>
                  <a:pt x="225320" y="90194"/>
                  <a:pt x="208426" y="83222"/>
                  <a:pt x="188595" y="83222"/>
                </a:cubicBezTo>
                <a:cubicBezTo>
                  <a:pt x="168741" y="83222"/>
                  <a:pt x="151848" y="90194"/>
                  <a:pt x="137914" y="104162"/>
                </a:cubicBezTo>
                <a:cubicBezTo>
                  <a:pt x="123947" y="118118"/>
                  <a:pt x="116963" y="135011"/>
                  <a:pt x="116963" y="154842"/>
                </a:cubicBezTo>
                <a:lnTo>
                  <a:pt x="116963" y="278961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1106395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950" dirty="0"/>
          </a:p>
        </p:txBody>
      </p:sp>
      <p:sp>
        <p:nvSpPr>
          <p:cNvPr id="117" name="圖示 問題追蹤"/>
          <p:cNvSpPr/>
          <p:nvPr/>
        </p:nvSpPr>
        <p:spPr>
          <a:xfrm>
            <a:off x="1193832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22189"/>
                </a:moveTo>
                <a:cubicBezTo>
                  <a:pt x="172879" y="322189"/>
                  <a:pt x="158363" y="318428"/>
                  <a:pt x="145058" y="310907"/>
                </a:cubicBezTo>
                <a:cubicBezTo>
                  <a:pt x="131754" y="303386"/>
                  <a:pt x="121707" y="292745"/>
                  <a:pt x="114929" y="278961"/>
                </a:cubicBezTo>
                <a:lnTo>
                  <a:pt x="79644" y="278961"/>
                </a:lnTo>
                <a:cubicBezTo>
                  <a:pt x="77130" y="278961"/>
                  <a:pt x="75004" y="278103"/>
                  <a:pt x="73278" y="276366"/>
                </a:cubicBezTo>
                <a:cubicBezTo>
                  <a:pt x="71575" y="274640"/>
                  <a:pt x="70729" y="272503"/>
                  <a:pt x="70729" y="269965"/>
                </a:cubicBezTo>
                <a:cubicBezTo>
                  <a:pt x="70729" y="267428"/>
                  <a:pt x="71575" y="265313"/>
                  <a:pt x="73278" y="263644"/>
                </a:cubicBezTo>
                <a:cubicBezTo>
                  <a:pt x="74981" y="261964"/>
                  <a:pt x="77107" y="261130"/>
                  <a:pt x="79644" y="261130"/>
                </a:cubicBezTo>
                <a:lnTo>
                  <a:pt x="107191" y="261130"/>
                </a:lnTo>
                <a:cubicBezTo>
                  <a:pt x="104962" y="253506"/>
                  <a:pt x="103819" y="245768"/>
                  <a:pt x="103762" y="237904"/>
                </a:cubicBezTo>
                <a:cubicBezTo>
                  <a:pt x="103716" y="230052"/>
                  <a:pt x="103693" y="222188"/>
                  <a:pt x="103693" y="214335"/>
                </a:cubicBezTo>
                <a:lnTo>
                  <a:pt x="79404" y="214335"/>
                </a:lnTo>
                <a:cubicBezTo>
                  <a:pt x="76867" y="214335"/>
                  <a:pt x="74741" y="213467"/>
                  <a:pt x="73038" y="211741"/>
                </a:cubicBezTo>
                <a:cubicBezTo>
                  <a:pt x="71335" y="210003"/>
                  <a:pt x="70489" y="207877"/>
                  <a:pt x="70489" y="205329"/>
                </a:cubicBezTo>
                <a:cubicBezTo>
                  <a:pt x="70489" y="202791"/>
                  <a:pt x="71335" y="200688"/>
                  <a:pt x="73038" y="199008"/>
                </a:cubicBezTo>
                <a:cubicBezTo>
                  <a:pt x="74741" y="197328"/>
                  <a:pt x="76867" y="196493"/>
                  <a:pt x="79404" y="196493"/>
                </a:cubicBezTo>
                <a:lnTo>
                  <a:pt x="103693" y="196493"/>
                </a:lnTo>
                <a:cubicBezTo>
                  <a:pt x="103693" y="188184"/>
                  <a:pt x="103704" y="179897"/>
                  <a:pt x="103727" y="171621"/>
                </a:cubicBezTo>
                <a:cubicBezTo>
                  <a:pt x="103750" y="163346"/>
                  <a:pt x="105110" y="155288"/>
                  <a:pt x="107819" y="147458"/>
                </a:cubicBezTo>
                <a:lnTo>
                  <a:pt x="79644" y="147458"/>
                </a:lnTo>
                <a:cubicBezTo>
                  <a:pt x="77130" y="147458"/>
                  <a:pt x="75004" y="146590"/>
                  <a:pt x="73278" y="144864"/>
                </a:cubicBezTo>
                <a:cubicBezTo>
                  <a:pt x="71575" y="143138"/>
                  <a:pt x="70729" y="141000"/>
                  <a:pt x="70729" y="138463"/>
                </a:cubicBezTo>
                <a:cubicBezTo>
                  <a:pt x="70729" y="135914"/>
                  <a:pt x="71575" y="133811"/>
                  <a:pt x="73278" y="132131"/>
                </a:cubicBezTo>
                <a:cubicBezTo>
                  <a:pt x="74981" y="130462"/>
                  <a:pt x="77107" y="129616"/>
                  <a:pt x="79644" y="129616"/>
                </a:cubicBezTo>
                <a:lnTo>
                  <a:pt x="116060" y="129616"/>
                </a:lnTo>
                <a:cubicBezTo>
                  <a:pt x="119946" y="122175"/>
                  <a:pt x="124953" y="115740"/>
                  <a:pt x="131114" y="110288"/>
                </a:cubicBezTo>
                <a:cubicBezTo>
                  <a:pt x="137297" y="104836"/>
                  <a:pt x="144155" y="100390"/>
                  <a:pt x="151699" y="96926"/>
                </a:cubicBezTo>
                <a:lnTo>
                  <a:pt x="127182" y="72809"/>
                </a:lnTo>
                <a:cubicBezTo>
                  <a:pt x="125581" y="71232"/>
                  <a:pt x="124793" y="69312"/>
                  <a:pt x="124793" y="67026"/>
                </a:cubicBezTo>
                <a:cubicBezTo>
                  <a:pt x="124793" y="64728"/>
                  <a:pt x="125627" y="62751"/>
                  <a:pt x="127307" y="61093"/>
                </a:cubicBezTo>
                <a:cubicBezTo>
                  <a:pt x="128816" y="59573"/>
                  <a:pt x="130725" y="58819"/>
                  <a:pt x="132999" y="58819"/>
                </a:cubicBezTo>
                <a:cubicBezTo>
                  <a:pt x="135274" y="58819"/>
                  <a:pt x="137217" y="59619"/>
                  <a:pt x="138817" y="61219"/>
                </a:cubicBezTo>
                <a:lnTo>
                  <a:pt x="168798" y="91040"/>
                </a:lnTo>
                <a:cubicBezTo>
                  <a:pt x="175473" y="88811"/>
                  <a:pt x="182228" y="87691"/>
                  <a:pt x="189064" y="87691"/>
                </a:cubicBezTo>
                <a:cubicBezTo>
                  <a:pt x="195899" y="87691"/>
                  <a:pt x="202688" y="88811"/>
                  <a:pt x="209420" y="91040"/>
                </a:cubicBezTo>
                <a:lnTo>
                  <a:pt x="239550" y="61219"/>
                </a:lnTo>
                <a:cubicBezTo>
                  <a:pt x="241104" y="59619"/>
                  <a:pt x="243002" y="58819"/>
                  <a:pt x="245254" y="58819"/>
                </a:cubicBezTo>
                <a:cubicBezTo>
                  <a:pt x="247505" y="58819"/>
                  <a:pt x="249505" y="59687"/>
                  <a:pt x="251266" y="61413"/>
                </a:cubicBezTo>
                <a:cubicBezTo>
                  <a:pt x="252809" y="62796"/>
                  <a:pt x="253586" y="64648"/>
                  <a:pt x="253586" y="66946"/>
                </a:cubicBezTo>
                <a:cubicBezTo>
                  <a:pt x="253586" y="69254"/>
                  <a:pt x="252786" y="71220"/>
                  <a:pt x="251186" y="72843"/>
                </a:cubicBezTo>
                <a:lnTo>
                  <a:pt x="227057" y="96972"/>
                </a:lnTo>
                <a:cubicBezTo>
                  <a:pt x="234601" y="100424"/>
                  <a:pt x="241253" y="104973"/>
                  <a:pt x="247025" y="110608"/>
                </a:cubicBezTo>
                <a:cubicBezTo>
                  <a:pt x="252809" y="116209"/>
                  <a:pt x="257804" y="122564"/>
                  <a:pt x="261987" y="129662"/>
                </a:cubicBezTo>
                <a:lnTo>
                  <a:pt x="297786" y="129662"/>
                </a:lnTo>
                <a:cubicBezTo>
                  <a:pt x="300323" y="129662"/>
                  <a:pt x="302449" y="130519"/>
                  <a:pt x="304152" y="132257"/>
                </a:cubicBezTo>
                <a:cubicBezTo>
                  <a:pt x="305855" y="133982"/>
                  <a:pt x="306701" y="136120"/>
                  <a:pt x="306701" y="138657"/>
                </a:cubicBezTo>
                <a:cubicBezTo>
                  <a:pt x="306701" y="141195"/>
                  <a:pt x="305855" y="143309"/>
                  <a:pt x="304152" y="144978"/>
                </a:cubicBezTo>
                <a:cubicBezTo>
                  <a:pt x="302449" y="146658"/>
                  <a:pt x="300323" y="147493"/>
                  <a:pt x="297786" y="147493"/>
                </a:cubicBezTo>
                <a:lnTo>
                  <a:pt x="269382" y="147493"/>
                </a:lnTo>
                <a:cubicBezTo>
                  <a:pt x="272331" y="155334"/>
                  <a:pt x="273726" y="163415"/>
                  <a:pt x="273543" y="171736"/>
                </a:cubicBezTo>
                <a:cubicBezTo>
                  <a:pt x="273360" y="180068"/>
                  <a:pt x="273268" y="188321"/>
                  <a:pt x="273268" y="196493"/>
                </a:cubicBezTo>
                <a:lnTo>
                  <a:pt x="297786" y="196493"/>
                </a:lnTo>
                <a:cubicBezTo>
                  <a:pt x="300323" y="196493"/>
                  <a:pt x="302449" y="197362"/>
                  <a:pt x="304152" y="199088"/>
                </a:cubicBezTo>
                <a:cubicBezTo>
                  <a:pt x="305855" y="200814"/>
                  <a:pt x="306701" y="202951"/>
                  <a:pt x="306701" y="205489"/>
                </a:cubicBezTo>
                <a:cubicBezTo>
                  <a:pt x="306701" y="208026"/>
                  <a:pt x="305855" y="210141"/>
                  <a:pt x="304152" y="211821"/>
                </a:cubicBezTo>
                <a:cubicBezTo>
                  <a:pt x="302449" y="213490"/>
                  <a:pt x="300323" y="214335"/>
                  <a:pt x="297786" y="214335"/>
                </a:cubicBezTo>
                <a:lnTo>
                  <a:pt x="273268" y="214335"/>
                </a:lnTo>
                <a:cubicBezTo>
                  <a:pt x="273268" y="222211"/>
                  <a:pt x="273280" y="230074"/>
                  <a:pt x="273303" y="237904"/>
                </a:cubicBezTo>
                <a:cubicBezTo>
                  <a:pt x="273337" y="245768"/>
                  <a:pt x="272228" y="253495"/>
                  <a:pt x="270011" y="261084"/>
                </a:cubicBezTo>
                <a:lnTo>
                  <a:pt x="297786" y="261084"/>
                </a:lnTo>
                <a:cubicBezTo>
                  <a:pt x="300323" y="261084"/>
                  <a:pt x="302449" y="261953"/>
                  <a:pt x="304152" y="263679"/>
                </a:cubicBezTo>
                <a:cubicBezTo>
                  <a:pt x="305855" y="265405"/>
                  <a:pt x="306701" y="267542"/>
                  <a:pt x="306701" y="270079"/>
                </a:cubicBezTo>
                <a:cubicBezTo>
                  <a:pt x="306701" y="272628"/>
                  <a:pt x="305855" y="274731"/>
                  <a:pt x="304152" y="276412"/>
                </a:cubicBezTo>
                <a:cubicBezTo>
                  <a:pt x="302449" y="278080"/>
                  <a:pt x="300323" y="278926"/>
                  <a:pt x="297786" y="278926"/>
                </a:cubicBezTo>
                <a:lnTo>
                  <a:pt x="262501" y="278926"/>
                </a:lnTo>
                <a:cubicBezTo>
                  <a:pt x="255895" y="292962"/>
                  <a:pt x="245894" y="303672"/>
                  <a:pt x="232486" y="311067"/>
                </a:cubicBezTo>
                <a:cubicBezTo>
                  <a:pt x="219045" y="318474"/>
                  <a:pt x="204414" y="322189"/>
                  <a:pt x="188595" y="322189"/>
                </a:cubicBezTo>
                <a:close/>
                <a:moveTo>
                  <a:pt x="188675" y="304347"/>
                </a:moveTo>
                <a:cubicBezTo>
                  <a:pt x="207089" y="304347"/>
                  <a:pt x="222816" y="297866"/>
                  <a:pt x="235858" y="284893"/>
                </a:cubicBezTo>
                <a:cubicBezTo>
                  <a:pt x="248911" y="271931"/>
                  <a:pt x="255426" y="256215"/>
                  <a:pt x="255426" y="237744"/>
                </a:cubicBezTo>
                <a:lnTo>
                  <a:pt x="255426" y="172879"/>
                </a:lnTo>
                <a:cubicBezTo>
                  <a:pt x="255426" y="154385"/>
                  <a:pt x="248877" y="138657"/>
                  <a:pt x="235778" y="125696"/>
                </a:cubicBezTo>
                <a:cubicBezTo>
                  <a:pt x="222691" y="112723"/>
                  <a:pt x="206929" y="106242"/>
                  <a:pt x="188515" y="106242"/>
                </a:cubicBezTo>
                <a:cubicBezTo>
                  <a:pt x="170101" y="106242"/>
                  <a:pt x="154374" y="112723"/>
                  <a:pt x="141332" y="125696"/>
                </a:cubicBezTo>
                <a:cubicBezTo>
                  <a:pt x="128279" y="138657"/>
                  <a:pt x="121764" y="154385"/>
                  <a:pt x="121764" y="172879"/>
                </a:cubicBezTo>
                <a:lnTo>
                  <a:pt x="121764" y="237744"/>
                </a:lnTo>
                <a:cubicBezTo>
                  <a:pt x="121764" y="256238"/>
                  <a:pt x="128313" y="271954"/>
                  <a:pt x="141412" y="284893"/>
                </a:cubicBezTo>
                <a:cubicBezTo>
                  <a:pt x="154499" y="297866"/>
                  <a:pt x="170261" y="304347"/>
                  <a:pt x="188675" y="304347"/>
                </a:cubicBezTo>
                <a:close/>
                <a:moveTo>
                  <a:pt x="168512" y="247528"/>
                </a:moveTo>
                <a:lnTo>
                  <a:pt x="208712" y="247528"/>
                </a:lnTo>
                <a:cubicBezTo>
                  <a:pt x="211249" y="247528"/>
                  <a:pt x="213375" y="246671"/>
                  <a:pt x="215078" y="244933"/>
                </a:cubicBezTo>
                <a:cubicBezTo>
                  <a:pt x="216781" y="243208"/>
                  <a:pt x="217627" y="241070"/>
                  <a:pt x="217627" y="238533"/>
                </a:cubicBezTo>
                <a:cubicBezTo>
                  <a:pt x="217627" y="235995"/>
                  <a:pt x="216781" y="233881"/>
                  <a:pt x="215078" y="232212"/>
                </a:cubicBezTo>
                <a:cubicBezTo>
                  <a:pt x="213375" y="230532"/>
                  <a:pt x="211249" y="229697"/>
                  <a:pt x="208712" y="229697"/>
                </a:cubicBezTo>
                <a:lnTo>
                  <a:pt x="168512" y="229697"/>
                </a:lnTo>
                <a:cubicBezTo>
                  <a:pt x="165975" y="229697"/>
                  <a:pt x="163860" y="230555"/>
                  <a:pt x="162157" y="232292"/>
                </a:cubicBezTo>
                <a:cubicBezTo>
                  <a:pt x="160454" y="234018"/>
                  <a:pt x="159597" y="236155"/>
                  <a:pt x="159597" y="238693"/>
                </a:cubicBezTo>
                <a:cubicBezTo>
                  <a:pt x="159597" y="241230"/>
                  <a:pt x="160454" y="243345"/>
                  <a:pt x="162157" y="245013"/>
                </a:cubicBezTo>
                <a:cubicBezTo>
                  <a:pt x="163860" y="246694"/>
                  <a:pt x="165975" y="247528"/>
                  <a:pt x="168512" y="247528"/>
                </a:cubicBezTo>
                <a:close/>
                <a:moveTo>
                  <a:pt x="168512" y="180937"/>
                </a:moveTo>
                <a:lnTo>
                  <a:pt x="208712" y="180937"/>
                </a:lnTo>
                <a:cubicBezTo>
                  <a:pt x="211249" y="180937"/>
                  <a:pt x="213375" y="180068"/>
                  <a:pt x="215078" y="178342"/>
                </a:cubicBezTo>
                <a:cubicBezTo>
                  <a:pt x="216781" y="176616"/>
                  <a:pt x="217627" y="174479"/>
                  <a:pt x="217627" y="171941"/>
                </a:cubicBezTo>
                <a:cubicBezTo>
                  <a:pt x="217627" y="169393"/>
                  <a:pt x="216781" y="167289"/>
                  <a:pt x="215078" y="165609"/>
                </a:cubicBezTo>
                <a:cubicBezTo>
                  <a:pt x="213375" y="163929"/>
                  <a:pt x="211249" y="163095"/>
                  <a:pt x="208712" y="163095"/>
                </a:cubicBezTo>
                <a:lnTo>
                  <a:pt x="168512" y="163095"/>
                </a:lnTo>
                <a:cubicBezTo>
                  <a:pt x="165975" y="163095"/>
                  <a:pt x="163860" y="163963"/>
                  <a:pt x="162157" y="165689"/>
                </a:cubicBezTo>
                <a:cubicBezTo>
                  <a:pt x="160454" y="167415"/>
                  <a:pt x="159597" y="169553"/>
                  <a:pt x="159597" y="172090"/>
                </a:cubicBezTo>
                <a:cubicBezTo>
                  <a:pt x="159597" y="174639"/>
                  <a:pt x="160454" y="176742"/>
                  <a:pt x="162157" y="178422"/>
                </a:cubicBezTo>
                <a:cubicBezTo>
                  <a:pt x="163860" y="180091"/>
                  <a:pt x="165975" y="180937"/>
                  <a:pt x="168512" y="180937"/>
                </a:cubicBezTo>
                <a:close/>
                <a:moveTo>
                  <a:pt x="188755" y="205454"/>
                </a:moveTo>
                <a:lnTo>
                  <a:pt x="188595" y="205454"/>
                </a:lnTo>
                <a:lnTo>
                  <a:pt x="188709" y="205454"/>
                </a:lnTo>
                <a:lnTo>
                  <a:pt x="188595" y="205454"/>
                </a:lnTo>
                <a:lnTo>
                  <a:pt x="188709" y="205454"/>
                </a:lnTo>
                <a:lnTo>
                  <a:pt x="188595" y="205454"/>
                </a:lnTo>
                <a:lnTo>
                  <a:pt x="188709" y="205454"/>
                </a:lnTo>
                <a:lnTo>
                  <a:pt x="188595" y="205454"/>
                </a:lnTo>
                <a:lnTo>
                  <a:pt x="188709" y="20545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1175735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950" dirty="0"/>
          </a:p>
        </p:txBody>
      </p:sp>
      <p:sp>
        <p:nvSpPr>
          <p:cNvPr id="119" name="圖示 時間"/>
          <p:cNvSpPr/>
          <p:nvPr/>
        </p:nvSpPr>
        <p:spPr>
          <a:xfrm>
            <a:off x="1263172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8379" y="184937"/>
                </a:moveTo>
                <a:lnTo>
                  <a:pt x="198379" y="115203"/>
                </a:lnTo>
                <a:cubicBezTo>
                  <a:pt x="198379" y="112608"/>
                  <a:pt x="197545" y="110471"/>
                  <a:pt x="195864" y="108791"/>
                </a:cubicBezTo>
                <a:cubicBezTo>
                  <a:pt x="194184" y="107122"/>
                  <a:pt x="192058" y="106276"/>
                  <a:pt x="189464" y="106276"/>
                </a:cubicBezTo>
                <a:cubicBezTo>
                  <a:pt x="186869" y="106276"/>
                  <a:pt x="184732" y="107122"/>
                  <a:pt x="183051" y="108791"/>
                </a:cubicBezTo>
                <a:cubicBezTo>
                  <a:pt x="181383" y="110471"/>
                  <a:pt x="180537" y="112608"/>
                  <a:pt x="180537" y="115203"/>
                </a:cubicBezTo>
                <a:lnTo>
                  <a:pt x="180537" y="187692"/>
                </a:lnTo>
                <a:cubicBezTo>
                  <a:pt x="180537" y="189212"/>
                  <a:pt x="180800" y="190607"/>
                  <a:pt x="181326" y="191898"/>
                </a:cubicBezTo>
                <a:cubicBezTo>
                  <a:pt x="181851" y="193178"/>
                  <a:pt x="182640" y="194424"/>
                  <a:pt x="183680" y="195624"/>
                </a:cubicBezTo>
                <a:lnTo>
                  <a:pt x="240853" y="254329"/>
                </a:lnTo>
                <a:cubicBezTo>
                  <a:pt x="242602" y="256238"/>
                  <a:pt x="244819" y="257186"/>
                  <a:pt x="247494" y="257152"/>
                </a:cubicBezTo>
                <a:cubicBezTo>
                  <a:pt x="250168" y="257129"/>
                  <a:pt x="252432" y="256192"/>
                  <a:pt x="254295" y="254329"/>
                </a:cubicBezTo>
                <a:cubicBezTo>
                  <a:pt x="256146" y="252466"/>
                  <a:pt x="257084" y="250271"/>
                  <a:pt x="257084" y="247722"/>
                </a:cubicBezTo>
                <a:cubicBezTo>
                  <a:pt x="257084" y="245185"/>
                  <a:pt x="256146" y="243036"/>
                  <a:pt x="254295" y="241287"/>
                </a:cubicBezTo>
                <a:lnTo>
                  <a:pt x="198379" y="184937"/>
                </a:lnTo>
                <a:close/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8147"/>
                  <a:pt x="43205" y="148841"/>
                  <a:pt x="51035" y="130725"/>
                </a:cubicBezTo>
                <a:cubicBezTo>
                  <a:pt x="58876" y="112597"/>
                  <a:pt x="69574" y="96744"/>
                  <a:pt x="83142" y="83176"/>
                </a:cubicBezTo>
                <a:cubicBezTo>
                  <a:pt x="96709" y="69609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043" y="39296"/>
                  <a:pt x="228349" y="43205"/>
                  <a:pt x="246465" y="51035"/>
                </a:cubicBezTo>
                <a:cubicBezTo>
                  <a:pt x="264593" y="58876"/>
                  <a:pt x="280446" y="69574"/>
                  <a:pt x="294014" y="83142"/>
                </a:cubicBezTo>
                <a:cubicBezTo>
                  <a:pt x="307581" y="96709"/>
                  <a:pt x="318291" y="112540"/>
                  <a:pt x="326155" y="130645"/>
                </a:cubicBezTo>
                <a:cubicBezTo>
                  <a:pt x="333985" y="148773"/>
                  <a:pt x="337905" y="168067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16" y="280446"/>
                  <a:pt x="294048" y="294014"/>
                </a:cubicBezTo>
                <a:cubicBezTo>
                  <a:pt x="280481" y="307581"/>
                  <a:pt x="264650" y="318291"/>
                  <a:pt x="246545" y="326155"/>
                </a:cubicBezTo>
                <a:cubicBezTo>
                  <a:pt x="228417" y="333985"/>
                  <a:pt x="209123" y="337905"/>
                  <a:pt x="188629" y="337905"/>
                </a:cubicBezTo>
                <a:close/>
                <a:moveTo>
                  <a:pt x="188595" y="188595"/>
                </a:moveTo>
                <a:close/>
                <a:moveTo>
                  <a:pt x="188595" y="320063"/>
                </a:moveTo>
                <a:cubicBezTo>
                  <a:pt x="224771" y="320063"/>
                  <a:pt x="255712" y="307193"/>
                  <a:pt x="281441" y="281441"/>
                </a:cubicBezTo>
                <a:cubicBezTo>
                  <a:pt x="307193" y="255689"/>
                  <a:pt x="320063" y="224748"/>
                  <a:pt x="320063" y="188595"/>
                </a:cubicBezTo>
                <a:cubicBezTo>
                  <a:pt x="320063" y="152419"/>
                  <a:pt x="307193" y="121478"/>
                  <a:pt x="281441" y="95749"/>
                </a:cubicBezTo>
                <a:cubicBezTo>
                  <a:pt x="255689" y="69997"/>
                  <a:pt x="224748" y="57127"/>
                  <a:pt x="188595" y="57127"/>
                </a:cubicBezTo>
                <a:cubicBezTo>
                  <a:pt x="152419" y="57127"/>
                  <a:pt x="121478" y="69997"/>
                  <a:pt x="95749" y="95749"/>
                </a:cubicBezTo>
                <a:cubicBezTo>
                  <a:pt x="69997" y="121501"/>
                  <a:pt x="57127" y="152453"/>
                  <a:pt x="57127" y="188595"/>
                </a:cubicBezTo>
                <a:cubicBezTo>
                  <a:pt x="57127" y="224771"/>
                  <a:pt x="69997" y="255712"/>
                  <a:pt x="95749" y="281441"/>
                </a:cubicBezTo>
                <a:cubicBezTo>
                  <a:pt x="121501" y="307193"/>
                  <a:pt x="152453" y="320063"/>
                  <a:pt x="188595" y="32006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1245075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950" dirty="0"/>
          </a:p>
        </p:txBody>
      </p:sp>
      <p:sp>
        <p:nvSpPr>
          <p:cNvPr id="121" name="圖示 計時"/>
          <p:cNvSpPr/>
          <p:nvPr/>
        </p:nvSpPr>
        <p:spPr>
          <a:xfrm>
            <a:off x="1332512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3391" y="37479"/>
                </a:moveTo>
                <a:cubicBezTo>
                  <a:pt x="150796" y="37479"/>
                  <a:pt x="148659" y="36645"/>
                  <a:pt x="146990" y="34964"/>
                </a:cubicBezTo>
                <a:cubicBezTo>
                  <a:pt x="145310" y="33296"/>
                  <a:pt x="144475" y="31158"/>
                  <a:pt x="144475" y="28564"/>
                </a:cubicBezTo>
                <a:cubicBezTo>
                  <a:pt x="144475" y="25969"/>
                  <a:pt x="145310" y="23832"/>
                  <a:pt x="146990" y="22163"/>
                </a:cubicBezTo>
                <a:cubicBezTo>
                  <a:pt x="148659" y="20483"/>
                  <a:pt x="150796" y="19648"/>
                  <a:pt x="153391" y="19648"/>
                </a:cubicBezTo>
                <a:lnTo>
                  <a:pt x="223799" y="19648"/>
                </a:lnTo>
                <a:cubicBezTo>
                  <a:pt x="226394" y="19648"/>
                  <a:pt x="228531" y="20483"/>
                  <a:pt x="230200" y="22163"/>
                </a:cubicBezTo>
                <a:cubicBezTo>
                  <a:pt x="231880" y="23832"/>
                  <a:pt x="232715" y="25969"/>
                  <a:pt x="232715" y="28564"/>
                </a:cubicBezTo>
                <a:cubicBezTo>
                  <a:pt x="232715" y="31158"/>
                  <a:pt x="231880" y="33296"/>
                  <a:pt x="230200" y="34964"/>
                </a:cubicBezTo>
                <a:cubicBezTo>
                  <a:pt x="228531" y="36645"/>
                  <a:pt x="226394" y="37479"/>
                  <a:pt x="223799" y="37479"/>
                </a:cubicBezTo>
                <a:lnTo>
                  <a:pt x="153391" y="37479"/>
                </a:lnTo>
                <a:close/>
                <a:moveTo>
                  <a:pt x="194996" y="210758"/>
                </a:moveTo>
                <a:cubicBezTo>
                  <a:pt x="196676" y="209078"/>
                  <a:pt x="197510" y="206940"/>
                  <a:pt x="197510" y="204346"/>
                </a:cubicBezTo>
                <a:lnTo>
                  <a:pt x="197510" y="136806"/>
                </a:lnTo>
                <a:cubicBezTo>
                  <a:pt x="197510" y="134211"/>
                  <a:pt x="196676" y="132085"/>
                  <a:pt x="194996" y="130405"/>
                </a:cubicBezTo>
                <a:cubicBezTo>
                  <a:pt x="193327" y="128725"/>
                  <a:pt x="191190" y="127890"/>
                  <a:pt x="188595" y="127890"/>
                </a:cubicBezTo>
                <a:cubicBezTo>
                  <a:pt x="186000" y="127890"/>
                  <a:pt x="183863" y="128725"/>
                  <a:pt x="182194" y="130405"/>
                </a:cubicBezTo>
                <a:cubicBezTo>
                  <a:pt x="180514" y="132085"/>
                  <a:pt x="179680" y="134211"/>
                  <a:pt x="179680" y="136806"/>
                </a:cubicBezTo>
                <a:lnTo>
                  <a:pt x="179680" y="204346"/>
                </a:lnTo>
                <a:cubicBezTo>
                  <a:pt x="179680" y="206940"/>
                  <a:pt x="180514" y="209078"/>
                  <a:pt x="182194" y="210758"/>
                </a:cubicBezTo>
                <a:cubicBezTo>
                  <a:pt x="183863" y="212427"/>
                  <a:pt x="186000" y="213272"/>
                  <a:pt x="188595" y="213272"/>
                </a:cubicBezTo>
                <a:cubicBezTo>
                  <a:pt x="191190" y="213272"/>
                  <a:pt x="193327" y="212427"/>
                  <a:pt x="194996" y="210758"/>
                </a:cubicBezTo>
                <a:close/>
                <a:moveTo>
                  <a:pt x="136737" y="327058"/>
                </a:moveTo>
                <a:cubicBezTo>
                  <a:pt x="120518" y="319983"/>
                  <a:pt x="106345" y="310405"/>
                  <a:pt x="94217" y="298334"/>
                </a:cubicBezTo>
                <a:cubicBezTo>
                  <a:pt x="82090" y="286253"/>
                  <a:pt x="72512" y="272091"/>
                  <a:pt x="65494" y="255826"/>
                </a:cubicBezTo>
                <a:cubicBezTo>
                  <a:pt x="58476" y="239584"/>
                  <a:pt x="54967" y="222291"/>
                  <a:pt x="54967" y="203957"/>
                </a:cubicBezTo>
                <a:cubicBezTo>
                  <a:pt x="54967" y="185623"/>
                  <a:pt x="58476" y="168364"/>
                  <a:pt x="65494" y="152168"/>
                </a:cubicBezTo>
                <a:cubicBezTo>
                  <a:pt x="72512" y="135960"/>
                  <a:pt x="82090" y="121787"/>
                  <a:pt x="94217" y="109659"/>
                </a:cubicBezTo>
                <a:cubicBezTo>
                  <a:pt x="106345" y="97532"/>
                  <a:pt x="120518" y="87954"/>
                  <a:pt x="136737" y="80936"/>
                </a:cubicBezTo>
                <a:cubicBezTo>
                  <a:pt x="152945" y="73918"/>
                  <a:pt x="170238" y="70409"/>
                  <a:pt x="188595" y="70409"/>
                </a:cubicBezTo>
                <a:cubicBezTo>
                  <a:pt x="205329" y="70409"/>
                  <a:pt x="221182" y="73301"/>
                  <a:pt x="236132" y="79096"/>
                </a:cubicBezTo>
                <a:cubicBezTo>
                  <a:pt x="251094" y="84879"/>
                  <a:pt x="264444" y="92960"/>
                  <a:pt x="276172" y="103339"/>
                </a:cubicBezTo>
                <a:lnTo>
                  <a:pt x="287956" y="91394"/>
                </a:lnTo>
                <a:cubicBezTo>
                  <a:pt x="289716" y="89634"/>
                  <a:pt x="291785" y="88731"/>
                  <a:pt x="294174" y="88674"/>
                </a:cubicBezTo>
                <a:cubicBezTo>
                  <a:pt x="296551" y="88628"/>
                  <a:pt x="298677" y="89531"/>
                  <a:pt x="300529" y="91394"/>
                </a:cubicBezTo>
                <a:cubicBezTo>
                  <a:pt x="302392" y="93246"/>
                  <a:pt x="303329" y="95349"/>
                  <a:pt x="303329" y="97681"/>
                </a:cubicBezTo>
                <a:cubicBezTo>
                  <a:pt x="303329" y="100013"/>
                  <a:pt x="302392" y="102104"/>
                  <a:pt x="300529" y="103967"/>
                </a:cubicBezTo>
                <a:lnTo>
                  <a:pt x="288585" y="115912"/>
                </a:lnTo>
                <a:cubicBezTo>
                  <a:pt x="298232" y="126382"/>
                  <a:pt x="306233" y="138920"/>
                  <a:pt x="312599" y="153505"/>
                </a:cubicBezTo>
                <a:cubicBezTo>
                  <a:pt x="318988" y="168124"/>
                  <a:pt x="322189" y="184983"/>
                  <a:pt x="322189" y="204071"/>
                </a:cubicBezTo>
                <a:cubicBezTo>
                  <a:pt x="322189" y="222359"/>
                  <a:pt x="318668" y="239619"/>
                  <a:pt x="311650" y="255861"/>
                </a:cubicBezTo>
                <a:cubicBezTo>
                  <a:pt x="304632" y="272103"/>
                  <a:pt x="295054" y="286276"/>
                  <a:pt x="282927" y="298369"/>
                </a:cubicBezTo>
                <a:cubicBezTo>
                  <a:pt x="270800" y="310450"/>
                  <a:pt x="256638" y="320017"/>
                  <a:pt x="240419" y="327092"/>
                </a:cubicBezTo>
                <a:cubicBezTo>
                  <a:pt x="224211" y="334167"/>
                  <a:pt x="206917" y="337699"/>
                  <a:pt x="188561" y="337699"/>
                </a:cubicBezTo>
                <a:cubicBezTo>
                  <a:pt x="170193" y="337699"/>
                  <a:pt x="152911" y="334167"/>
                  <a:pt x="136691" y="327092"/>
                </a:cubicBezTo>
                <a:close/>
                <a:moveTo>
                  <a:pt x="270560" y="286036"/>
                </a:moveTo>
                <a:cubicBezTo>
                  <a:pt x="293077" y="263507"/>
                  <a:pt x="304347" y="236178"/>
                  <a:pt x="304347" y="204037"/>
                </a:cubicBezTo>
                <a:cubicBezTo>
                  <a:pt x="304347" y="171896"/>
                  <a:pt x="293077" y="144567"/>
                  <a:pt x="270560" y="122038"/>
                </a:cubicBezTo>
                <a:cubicBezTo>
                  <a:pt x="248031" y="99510"/>
                  <a:pt x="220690" y="88251"/>
                  <a:pt x="188561" y="88251"/>
                </a:cubicBezTo>
                <a:cubicBezTo>
                  <a:pt x="156420" y="88251"/>
                  <a:pt x="129079" y="99510"/>
                  <a:pt x="106562" y="122038"/>
                </a:cubicBezTo>
                <a:cubicBezTo>
                  <a:pt x="84033" y="144567"/>
                  <a:pt x="72763" y="171896"/>
                  <a:pt x="72763" y="204037"/>
                </a:cubicBezTo>
                <a:cubicBezTo>
                  <a:pt x="72763" y="236178"/>
                  <a:pt x="84033" y="263507"/>
                  <a:pt x="106562" y="286036"/>
                </a:cubicBezTo>
                <a:cubicBezTo>
                  <a:pt x="129079" y="308564"/>
                  <a:pt x="156431" y="319823"/>
                  <a:pt x="188595" y="319823"/>
                </a:cubicBezTo>
                <a:cubicBezTo>
                  <a:pt x="220736" y="319823"/>
                  <a:pt x="248065" y="308564"/>
                  <a:pt x="270594" y="286036"/>
                </a:cubicBezTo>
                <a:close/>
                <a:moveTo>
                  <a:pt x="188595" y="20431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1314415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950" dirty="0"/>
          </a:p>
        </p:txBody>
      </p:sp>
      <p:sp>
        <p:nvSpPr>
          <p:cNvPr id="123" name="圖示 等待"/>
          <p:cNvSpPr/>
          <p:nvPr/>
        </p:nvSpPr>
        <p:spPr>
          <a:xfrm>
            <a:off x="1401852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0701" y="320063"/>
                </a:moveTo>
                <a:lnTo>
                  <a:pt x="256455" y="320063"/>
                </a:lnTo>
                <a:lnTo>
                  <a:pt x="256455" y="270914"/>
                </a:lnTo>
                <a:cubicBezTo>
                  <a:pt x="256455" y="251940"/>
                  <a:pt x="249871" y="235858"/>
                  <a:pt x="236727" y="222656"/>
                </a:cubicBezTo>
                <a:cubicBezTo>
                  <a:pt x="223582" y="209432"/>
                  <a:pt x="207523" y="202814"/>
                  <a:pt x="188561" y="202814"/>
                </a:cubicBezTo>
                <a:cubicBezTo>
                  <a:pt x="169587" y="202814"/>
                  <a:pt x="153539" y="209432"/>
                  <a:pt x="140383" y="222656"/>
                </a:cubicBezTo>
                <a:cubicBezTo>
                  <a:pt x="127239" y="235892"/>
                  <a:pt x="120667" y="251974"/>
                  <a:pt x="120667" y="270914"/>
                </a:cubicBezTo>
                <a:lnTo>
                  <a:pt x="120667" y="320063"/>
                </a:lnTo>
                <a:close/>
                <a:moveTo>
                  <a:pt x="236761" y="154408"/>
                </a:moveTo>
                <a:cubicBezTo>
                  <a:pt x="249917" y="141103"/>
                  <a:pt x="256489" y="124987"/>
                  <a:pt x="256489" y="106048"/>
                </a:cubicBezTo>
                <a:lnTo>
                  <a:pt x="256489" y="57127"/>
                </a:lnTo>
                <a:lnTo>
                  <a:pt x="120701" y="57127"/>
                </a:lnTo>
                <a:lnTo>
                  <a:pt x="120701" y="106048"/>
                </a:lnTo>
                <a:cubicBezTo>
                  <a:pt x="120701" y="125010"/>
                  <a:pt x="127273" y="141149"/>
                  <a:pt x="140429" y="154454"/>
                </a:cubicBezTo>
                <a:cubicBezTo>
                  <a:pt x="153573" y="167758"/>
                  <a:pt x="169633" y="174410"/>
                  <a:pt x="188595" y="174410"/>
                </a:cubicBezTo>
                <a:cubicBezTo>
                  <a:pt x="207557" y="174410"/>
                  <a:pt x="223617" y="167758"/>
                  <a:pt x="236761" y="154454"/>
                </a:cubicBezTo>
                <a:close/>
                <a:moveTo>
                  <a:pt x="79644" y="337905"/>
                </a:moveTo>
                <a:cubicBezTo>
                  <a:pt x="77050" y="337905"/>
                  <a:pt x="74912" y="337059"/>
                  <a:pt x="73232" y="335390"/>
                </a:cubicBezTo>
                <a:cubicBezTo>
                  <a:pt x="71563" y="333710"/>
                  <a:pt x="70717" y="331573"/>
                  <a:pt x="70717" y="328978"/>
                </a:cubicBezTo>
                <a:cubicBezTo>
                  <a:pt x="70717" y="326384"/>
                  <a:pt x="71563" y="324258"/>
                  <a:pt x="73232" y="322577"/>
                </a:cubicBezTo>
                <a:cubicBezTo>
                  <a:pt x="74912" y="320897"/>
                  <a:pt x="77050" y="320063"/>
                  <a:pt x="79644" y="320063"/>
                </a:cubicBezTo>
                <a:lnTo>
                  <a:pt x="102904" y="320063"/>
                </a:lnTo>
                <a:lnTo>
                  <a:pt x="102904" y="270914"/>
                </a:lnTo>
                <a:cubicBezTo>
                  <a:pt x="102904" y="251209"/>
                  <a:pt x="108848" y="233686"/>
                  <a:pt x="120735" y="218336"/>
                </a:cubicBezTo>
                <a:cubicBezTo>
                  <a:pt x="132634" y="202985"/>
                  <a:pt x="148019" y="193076"/>
                  <a:pt x="166901" y="188595"/>
                </a:cubicBezTo>
                <a:cubicBezTo>
                  <a:pt x="147996" y="183852"/>
                  <a:pt x="132611" y="173782"/>
                  <a:pt x="120735" y="158386"/>
                </a:cubicBezTo>
                <a:cubicBezTo>
                  <a:pt x="108848" y="142978"/>
                  <a:pt x="102904" y="125536"/>
                  <a:pt x="102904" y="106048"/>
                </a:cubicBezTo>
                <a:lnTo>
                  <a:pt x="102904" y="57127"/>
                </a:lnTo>
                <a:lnTo>
                  <a:pt x="79644" y="57127"/>
                </a:lnTo>
                <a:cubicBezTo>
                  <a:pt x="77050" y="57127"/>
                  <a:pt x="74912" y="56293"/>
                  <a:pt x="73232" y="54613"/>
                </a:cubicBezTo>
                <a:cubicBezTo>
                  <a:pt x="71563" y="52932"/>
                  <a:pt x="70717" y="50806"/>
                  <a:pt x="70717" y="48212"/>
                </a:cubicBezTo>
                <a:cubicBezTo>
                  <a:pt x="70717" y="45617"/>
                  <a:pt x="71563" y="43480"/>
                  <a:pt x="73232" y="41811"/>
                </a:cubicBezTo>
                <a:cubicBezTo>
                  <a:pt x="74912" y="40131"/>
                  <a:pt x="77050" y="39296"/>
                  <a:pt x="79644" y="39296"/>
                </a:cubicBezTo>
                <a:lnTo>
                  <a:pt x="297546" y="39296"/>
                </a:lnTo>
                <a:cubicBezTo>
                  <a:pt x="300140" y="39296"/>
                  <a:pt x="302278" y="40131"/>
                  <a:pt x="303958" y="41811"/>
                </a:cubicBezTo>
                <a:cubicBezTo>
                  <a:pt x="305627" y="43480"/>
                  <a:pt x="306473" y="45617"/>
                  <a:pt x="306473" y="48212"/>
                </a:cubicBezTo>
                <a:cubicBezTo>
                  <a:pt x="306473" y="50806"/>
                  <a:pt x="305627" y="52932"/>
                  <a:pt x="303958" y="54613"/>
                </a:cubicBezTo>
                <a:cubicBezTo>
                  <a:pt x="302278" y="56293"/>
                  <a:pt x="300140" y="57127"/>
                  <a:pt x="297546" y="57127"/>
                </a:cubicBezTo>
                <a:lnTo>
                  <a:pt x="274286" y="57127"/>
                </a:lnTo>
                <a:lnTo>
                  <a:pt x="274286" y="106048"/>
                </a:lnTo>
                <a:cubicBezTo>
                  <a:pt x="274286" y="125559"/>
                  <a:pt x="268342" y="143001"/>
                  <a:pt x="256455" y="158386"/>
                </a:cubicBezTo>
                <a:cubicBezTo>
                  <a:pt x="244556" y="173782"/>
                  <a:pt x="229172" y="183852"/>
                  <a:pt x="210289" y="188595"/>
                </a:cubicBezTo>
                <a:cubicBezTo>
                  <a:pt x="229194" y="193076"/>
                  <a:pt x="244579" y="202985"/>
                  <a:pt x="256455" y="218336"/>
                </a:cubicBezTo>
                <a:cubicBezTo>
                  <a:pt x="268342" y="233686"/>
                  <a:pt x="274286" y="251209"/>
                  <a:pt x="274286" y="270914"/>
                </a:cubicBezTo>
                <a:lnTo>
                  <a:pt x="274286" y="320063"/>
                </a:lnTo>
                <a:lnTo>
                  <a:pt x="297546" y="320063"/>
                </a:lnTo>
                <a:cubicBezTo>
                  <a:pt x="300140" y="320063"/>
                  <a:pt x="302278" y="320897"/>
                  <a:pt x="303958" y="322577"/>
                </a:cubicBezTo>
                <a:cubicBezTo>
                  <a:pt x="305627" y="324258"/>
                  <a:pt x="306473" y="326384"/>
                  <a:pt x="306473" y="328978"/>
                </a:cubicBezTo>
                <a:cubicBezTo>
                  <a:pt x="306473" y="331573"/>
                  <a:pt x="305627" y="333710"/>
                  <a:pt x="303958" y="335390"/>
                </a:cubicBezTo>
                <a:cubicBezTo>
                  <a:pt x="302278" y="337059"/>
                  <a:pt x="300140" y="337905"/>
                  <a:pt x="297546" y="337905"/>
                </a:cubicBezTo>
                <a:lnTo>
                  <a:pt x="79644" y="33790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1383755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950" dirty="0"/>
          </a:p>
        </p:txBody>
      </p:sp>
      <p:sp>
        <p:nvSpPr>
          <p:cNvPr id="125" name="圖示 行事曆"/>
          <p:cNvSpPr/>
          <p:nvPr/>
        </p:nvSpPr>
        <p:spPr>
          <a:xfrm>
            <a:off x="84390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37905"/>
                </a:moveTo>
                <a:cubicBezTo>
                  <a:pt x="71518" y="337905"/>
                  <a:pt x="66203" y="335665"/>
                  <a:pt x="61722" y="331184"/>
                </a:cubicBezTo>
                <a:cubicBezTo>
                  <a:pt x="57241" y="326704"/>
                  <a:pt x="55013" y="321389"/>
                  <a:pt x="55013" y="315228"/>
                </a:cubicBezTo>
                <a:lnTo>
                  <a:pt x="55013" y="87657"/>
                </a:lnTo>
                <a:cubicBezTo>
                  <a:pt x="55013" y="81507"/>
                  <a:pt x="57241" y="76181"/>
                  <a:pt x="61722" y="71700"/>
                </a:cubicBezTo>
                <a:cubicBezTo>
                  <a:pt x="66203" y="67231"/>
                  <a:pt x="71518" y="64991"/>
                  <a:pt x="77678" y="64991"/>
                </a:cubicBezTo>
                <a:lnTo>
                  <a:pt x="106676" y="64991"/>
                </a:lnTo>
                <a:lnTo>
                  <a:pt x="106676" y="47343"/>
                </a:lnTo>
                <a:cubicBezTo>
                  <a:pt x="106676" y="44600"/>
                  <a:pt x="107568" y="42268"/>
                  <a:pt x="109351" y="40348"/>
                </a:cubicBezTo>
                <a:cubicBezTo>
                  <a:pt x="111122" y="38439"/>
                  <a:pt x="113454" y="37479"/>
                  <a:pt x="116335" y="37479"/>
                </a:cubicBezTo>
                <a:cubicBezTo>
                  <a:pt x="119226" y="37479"/>
                  <a:pt x="121615" y="38439"/>
                  <a:pt x="123535" y="40348"/>
                </a:cubicBezTo>
                <a:cubicBezTo>
                  <a:pt x="125467" y="42268"/>
                  <a:pt x="126439" y="44600"/>
                  <a:pt x="126439" y="47343"/>
                </a:cubicBezTo>
                <a:lnTo>
                  <a:pt x="126439" y="64991"/>
                </a:lnTo>
                <a:lnTo>
                  <a:pt x="251266" y="64991"/>
                </a:lnTo>
                <a:lnTo>
                  <a:pt x="251266" y="47069"/>
                </a:lnTo>
                <a:cubicBezTo>
                  <a:pt x="251266" y="44291"/>
                  <a:pt x="252146" y="42005"/>
                  <a:pt x="253895" y="40199"/>
                </a:cubicBezTo>
                <a:cubicBezTo>
                  <a:pt x="255655" y="38382"/>
                  <a:pt x="257929" y="37479"/>
                  <a:pt x="260730" y="37479"/>
                </a:cubicBezTo>
                <a:cubicBezTo>
                  <a:pt x="263530" y="37479"/>
                  <a:pt x="265885" y="38405"/>
                  <a:pt x="267771" y="40234"/>
                </a:cubicBezTo>
                <a:cubicBezTo>
                  <a:pt x="269657" y="42062"/>
                  <a:pt x="270594" y="44337"/>
                  <a:pt x="270594" y="47034"/>
                </a:cubicBezTo>
                <a:lnTo>
                  <a:pt x="270594" y="64991"/>
                </a:lnTo>
                <a:lnTo>
                  <a:pt x="299477" y="64991"/>
                </a:lnTo>
                <a:cubicBezTo>
                  <a:pt x="305627" y="64991"/>
                  <a:pt x="310942" y="67231"/>
                  <a:pt x="315422" y="71700"/>
                </a:cubicBezTo>
                <a:cubicBezTo>
                  <a:pt x="319903" y="76181"/>
                  <a:pt x="322155" y="81507"/>
                  <a:pt x="322189" y="87657"/>
                </a:cubicBezTo>
                <a:lnTo>
                  <a:pt x="322189" y="315228"/>
                </a:lnTo>
                <a:cubicBezTo>
                  <a:pt x="322189" y="321389"/>
                  <a:pt x="319949" y="326704"/>
                  <a:pt x="315468" y="331184"/>
                </a:cubicBezTo>
                <a:cubicBezTo>
                  <a:pt x="310987" y="335665"/>
                  <a:pt x="305672" y="337905"/>
                  <a:pt x="299512" y="337905"/>
                </a:cubicBezTo>
                <a:lnTo>
                  <a:pt x="77678" y="337905"/>
                </a:lnTo>
                <a:close/>
                <a:moveTo>
                  <a:pt x="77678" y="320063"/>
                </a:moveTo>
                <a:lnTo>
                  <a:pt x="299512" y="320063"/>
                </a:lnTo>
                <a:cubicBezTo>
                  <a:pt x="300712" y="320063"/>
                  <a:pt x="301832" y="319560"/>
                  <a:pt x="302849" y="318566"/>
                </a:cubicBezTo>
                <a:cubicBezTo>
                  <a:pt x="303844" y="317548"/>
                  <a:pt x="304347" y="316428"/>
                  <a:pt x="304347" y="315228"/>
                </a:cubicBezTo>
                <a:lnTo>
                  <a:pt x="304347" y="159128"/>
                </a:lnTo>
                <a:lnTo>
                  <a:pt x="72843" y="159128"/>
                </a:lnTo>
                <a:lnTo>
                  <a:pt x="72843" y="315228"/>
                </a:lnTo>
                <a:cubicBezTo>
                  <a:pt x="72843" y="316428"/>
                  <a:pt x="73346" y="317548"/>
                  <a:pt x="74341" y="318566"/>
                </a:cubicBezTo>
                <a:cubicBezTo>
                  <a:pt x="75358" y="319560"/>
                  <a:pt x="76478" y="320063"/>
                  <a:pt x="77678" y="320063"/>
                </a:cubicBezTo>
                <a:close/>
                <a:moveTo>
                  <a:pt x="72843" y="141286"/>
                </a:moveTo>
                <a:lnTo>
                  <a:pt x="304347" y="141286"/>
                </a:lnTo>
                <a:lnTo>
                  <a:pt x="304347" y="87657"/>
                </a:lnTo>
                <a:cubicBezTo>
                  <a:pt x="304347" y="86457"/>
                  <a:pt x="303844" y="85336"/>
                  <a:pt x="302849" y="84319"/>
                </a:cubicBezTo>
                <a:cubicBezTo>
                  <a:pt x="301832" y="83302"/>
                  <a:pt x="300712" y="82787"/>
                  <a:pt x="299512" y="82787"/>
                </a:cubicBezTo>
                <a:lnTo>
                  <a:pt x="77678" y="82787"/>
                </a:lnTo>
                <a:cubicBezTo>
                  <a:pt x="76478" y="82787"/>
                  <a:pt x="75358" y="83302"/>
                  <a:pt x="74341" y="84319"/>
                </a:cubicBezTo>
                <a:cubicBezTo>
                  <a:pt x="73346" y="85314"/>
                  <a:pt x="72843" y="86422"/>
                  <a:pt x="72843" y="87657"/>
                </a:cubicBezTo>
                <a:lnTo>
                  <a:pt x="72843" y="141286"/>
                </a:lnTo>
                <a:close/>
                <a:moveTo>
                  <a:pt x="72843" y="141286"/>
                </a:moveTo>
                <a:lnTo>
                  <a:pt x="72843" y="82822"/>
                </a:lnTo>
                <a:lnTo>
                  <a:pt x="72843" y="141286"/>
                </a:lnTo>
                <a:close/>
                <a:moveTo>
                  <a:pt x="188595" y="221251"/>
                </a:moveTo>
                <a:cubicBezTo>
                  <a:pt x="184743" y="221251"/>
                  <a:pt x="181474" y="219902"/>
                  <a:pt x="178777" y="217204"/>
                </a:cubicBezTo>
                <a:cubicBezTo>
                  <a:pt x="176079" y="214495"/>
                  <a:pt x="174730" y="211226"/>
                  <a:pt x="174730" y="207374"/>
                </a:cubicBezTo>
                <a:cubicBezTo>
                  <a:pt x="174730" y="203523"/>
                  <a:pt x="176079" y="200254"/>
                  <a:pt x="178777" y="197556"/>
                </a:cubicBezTo>
                <a:cubicBezTo>
                  <a:pt x="181474" y="194859"/>
                  <a:pt x="184743" y="193510"/>
                  <a:pt x="188595" y="193510"/>
                </a:cubicBezTo>
                <a:cubicBezTo>
                  <a:pt x="192447" y="193510"/>
                  <a:pt x="195716" y="194859"/>
                  <a:pt x="198413" y="197556"/>
                </a:cubicBezTo>
                <a:cubicBezTo>
                  <a:pt x="201111" y="200254"/>
                  <a:pt x="202460" y="203523"/>
                  <a:pt x="202460" y="207374"/>
                </a:cubicBezTo>
                <a:cubicBezTo>
                  <a:pt x="202460" y="211226"/>
                  <a:pt x="201111" y="214495"/>
                  <a:pt x="198413" y="217204"/>
                </a:cubicBezTo>
                <a:cubicBezTo>
                  <a:pt x="195716" y="219902"/>
                  <a:pt x="192447" y="221251"/>
                  <a:pt x="188595" y="221251"/>
                </a:cubicBezTo>
                <a:close/>
                <a:moveTo>
                  <a:pt x="115912" y="217204"/>
                </a:moveTo>
                <a:cubicBezTo>
                  <a:pt x="113214" y="214495"/>
                  <a:pt x="111865" y="211226"/>
                  <a:pt x="111865" y="207374"/>
                </a:cubicBezTo>
                <a:cubicBezTo>
                  <a:pt x="111865" y="203523"/>
                  <a:pt x="113214" y="200254"/>
                  <a:pt x="115912" y="197556"/>
                </a:cubicBezTo>
                <a:cubicBezTo>
                  <a:pt x="118609" y="194859"/>
                  <a:pt x="121878" y="193510"/>
                  <a:pt x="125730" y="193510"/>
                </a:cubicBezTo>
                <a:cubicBezTo>
                  <a:pt x="129582" y="193510"/>
                  <a:pt x="132851" y="194859"/>
                  <a:pt x="135548" y="197556"/>
                </a:cubicBezTo>
                <a:cubicBezTo>
                  <a:pt x="138246" y="200254"/>
                  <a:pt x="139595" y="203523"/>
                  <a:pt x="139595" y="207374"/>
                </a:cubicBezTo>
                <a:cubicBezTo>
                  <a:pt x="139595" y="211226"/>
                  <a:pt x="138246" y="214495"/>
                  <a:pt x="135548" y="217204"/>
                </a:cubicBezTo>
                <a:cubicBezTo>
                  <a:pt x="132851" y="219902"/>
                  <a:pt x="129582" y="221251"/>
                  <a:pt x="125730" y="221251"/>
                </a:cubicBezTo>
                <a:cubicBezTo>
                  <a:pt x="121878" y="221251"/>
                  <a:pt x="118609" y="219902"/>
                  <a:pt x="115912" y="217204"/>
                </a:cubicBezTo>
                <a:close/>
                <a:moveTo>
                  <a:pt x="251460" y="221251"/>
                </a:moveTo>
                <a:cubicBezTo>
                  <a:pt x="247608" y="221251"/>
                  <a:pt x="244339" y="219902"/>
                  <a:pt x="241642" y="217204"/>
                </a:cubicBezTo>
                <a:cubicBezTo>
                  <a:pt x="238944" y="214495"/>
                  <a:pt x="237595" y="211226"/>
                  <a:pt x="237595" y="207374"/>
                </a:cubicBezTo>
                <a:cubicBezTo>
                  <a:pt x="237595" y="203523"/>
                  <a:pt x="238944" y="200254"/>
                  <a:pt x="241642" y="197556"/>
                </a:cubicBezTo>
                <a:cubicBezTo>
                  <a:pt x="244339" y="194859"/>
                  <a:pt x="247608" y="193510"/>
                  <a:pt x="251460" y="193510"/>
                </a:cubicBezTo>
                <a:cubicBezTo>
                  <a:pt x="255312" y="193510"/>
                  <a:pt x="258581" y="194859"/>
                  <a:pt x="261278" y="197556"/>
                </a:cubicBezTo>
                <a:cubicBezTo>
                  <a:pt x="263976" y="200254"/>
                  <a:pt x="265325" y="203523"/>
                  <a:pt x="265325" y="207374"/>
                </a:cubicBezTo>
                <a:cubicBezTo>
                  <a:pt x="265325" y="211226"/>
                  <a:pt x="263976" y="214495"/>
                  <a:pt x="261278" y="217204"/>
                </a:cubicBezTo>
                <a:cubicBezTo>
                  <a:pt x="258581" y="219902"/>
                  <a:pt x="255312" y="221251"/>
                  <a:pt x="251460" y="221251"/>
                </a:cubicBezTo>
                <a:close/>
                <a:moveTo>
                  <a:pt x="188595" y="282893"/>
                </a:moveTo>
                <a:cubicBezTo>
                  <a:pt x="184743" y="282893"/>
                  <a:pt x="181474" y="281544"/>
                  <a:pt x="178777" y="278846"/>
                </a:cubicBezTo>
                <a:cubicBezTo>
                  <a:pt x="176079" y="276149"/>
                  <a:pt x="174730" y="272868"/>
                  <a:pt x="174730" y="269028"/>
                </a:cubicBezTo>
                <a:cubicBezTo>
                  <a:pt x="174730" y="265176"/>
                  <a:pt x="176079" y="261896"/>
                  <a:pt x="178777" y="259198"/>
                </a:cubicBezTo>
                <a:cubicBezTo>
                  <a:pt x="181474" y="256501"/>
                  <a:pt x="184743" y="255152"/>
                  <a:pt x="188595" y="255152"/>
                </a:cubicBezTo>
                <a:cubicBezTo>
                  <a:pt x="192447" y="255152"/>
                  <a:pt x="195716" y="256501"/>
                  <a:pt x="198413" y="259198"/>
                </a:cubicBezTo>
                <a:cubicBezTo>
                  <a:pt x="201111" y="261896"/>
                  <a:pt x="202460" y="265176"/>
                  <a:pt x="202460" y="269028"/>
                </a:cubicBezTo>
                <a:cubicBezTo>
                  <a:pt x="202460" y="272868"/>
                  <a:pt x="201111" y="276149"/>
                  <a:pt x="198413" y="278846"/>
                </a:cubicBezTo>
                <a:cubicBezTo>
                  <a:pt x="195716" y="281544"/>
                  <a:pt x="192447" y="282893"/>
                  <a:pt x="188595" y="282893"/>
                </a:cubicBezTo>
                <a:close/>
                <a:moveTo>
                  <a:pt x="115912" y="278846"/>
                </a:moveTo>
                <a:cubicBezTo>
                  <a:pt x="113214" y="276149"/>
                  <a:pt x="111865" y="272868"/>
                  <a:pt x="111865" y="269028"/>
                </a:cubicBezTo>
                <a:cubicBezTo>
                  <a:pt x="111865" y="265176"/>
                  <a:pt x="113214" y="261896"/>
                  <a:pt x="115912" y="259198"/>
                </a:cubicBezTo>
                <a:cubicBezTo>
                  <a:pt x="118609" y="256501"/>
                  <a:pt x="121878" y="255152"/>
                  <a:pt x="125730" y="255152"/>
                </a:cubicBezTo>
                <a:cubicBezTo>
                  <a:pt x="129582" y="255152"/>
                  <a:pt x="132851" y="256501"/>
                  <a:pt x="135548" y="259198"/>
                </a:cubicBezTo>
                <a:cubicBezTo>
                  <a:pt x="138246" y="261896"/>
                  <a:pt x="139595" y="265176"/>
                  <a:pt x="139595" y="269028"/>
                </a:cubicBezTo>
                <a:cubicBezTo>
                  <a:pt x="139595" y="272868"/>
                  <a:pt x="138246" y="276149"/>
                  <a:pt x="135548" y="278846"/>
                </a:cubicBezTo>
                <a:cubicBezTo>
                  <a:pt x="132851" y="281544"/>
                  <a:pt x="129582" y="282893"/>
                  <a:pt x="125730" y="282893"/>
                </a:cubicBezTo>
                <a:cubicBezTo>
                  <a:pt x="121878" y="282893"/>
                  <a:pt x="118609" y="281544"/>
                  <a:pt x="115912" y="278846"/>
                </a:cubicBezTo>
                <a:close/>
                <a:moveTo>
                  <a:pt x="251460" y="282893"/>
                </a:moveTo>
                <a:cubicBezTo>
                  <a:pt x="247608" y="282893"/>
                  <a:pt x="244339" y="281544"/>
                  <a:pt x="241642" y="278846"/>
                </a:cubicBezTo>
                <a:cubicBezTo>
                  <a:pt x="238944" y="276149"/>
                  <a:pt x="237595" y="272868"/>
                  <a:pt x="237595" y="269028"/>
                </a:cubicBezTo>
                <a:cubicBezTo>
                  <a:pt x="237595" y="265176"/>
                  <a:pt x="238944" y="261896"/>
                  <a:pt x="241642" y="259198"/>
                </a:cubicBezTo>
                <a:cubicBezTo>
                  <a:pt x="244339" y="256501"/>
                  <a:pt x="247608" y="255152"/>
                  <a:pt x="251460" y="255152"/>
                </a:cubicBezTo>
                <a:cubicBezTo>
                  <a:pt x="255312" y="255152"/>
                  <a:pt x="258581" y="256501"/>
                  <a:pt x="261278" y="259198"/>
                </a:cubicBezTo>
                <a:cubicBezTo>
                  <a:pt x="263976" y="261896"/>
                  <a:pt x="265325" y="265176"/>
                  <a:pt x="265325" y="269028"/>
                </a:cubicBezTo>
                <a:cubicBezTo>
                  <a:pt x="265325" y="272868"/>
                  <a:pt x="263976" y="276149"/>
                  <a:pt x="261278" y="278846"/>
                </a:cubicBezTo>
                <a:cubicBezTo>
                  <a:pt x="258581" y="281544"/>
                  <a:pt x="255312" y="282893"/>
                  <a:pt x="251460" y="28289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66294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950" dirty="0"/>
          </a:p>
        </p:txBody>
      </p:sp>
      <p:sp>
        <p:nvSpPr>
          <p:cNvPr id="127" name="圖示 事件"/>
          <p:cNvSpPr/>
          <p:nvPr/>
        </p:nvSpPr>
        <p:spPr>
          <a:xfrm>
            <a:off x="153730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0632" y="278298"/>
                </a:moveTo>
                <a:cubicBezTo>
                  <a:pt x="203797" y="271405"/>
                  <a:pt x="200379" y="263027"/>
                  <a:pt x="200379" y="253152"/>
                </a:cubicBezTo>
                <a:cubicBezTo>
                  <a:pt x="200379" y="243276"/>
                  <a:pt x="203831" y="234921"/>
                  <a:pt x="210712" y="228086"/>
                </a:cubicBezTo>
                <a:cubicBezTo>
                  <a:pt x="217604" y="221251"/>
                  <a:pt x="225983" y="217833"/>
                  <a:pt x="235858" y="217833"/>
                </a:cubicBezTo>
                <a:cubicBezTo>
                  <a:pt x="245734" y="217833"/>
                  <a:pt x="254089" y="221273"/>
                  <a:pt x="260924" y="228166"/>
                </a:cubicBezTo>
                <a:cubicBezTo>
                  <a:pt x="267771" y="235047"/>
                  <a:pt x="271188" y="243436"/>
                  <a:pt x="271188" y="253312"/>
                </a:cubicBezTo>
                <a:cubicBezTo>
                  <a:pt x="271188" y="263187"/>
                  <a:pt x="267736" y="271543"/>
                  <a:pt x="260855" y="278378"/>
                </a:cubicBezTo>
                <a:cubicBezTo>
                  <a:pt x="253963" y="285213"/>
                  <a:pt x="245585" y="288630"/>
                  <a:pt x="235709" y="288630"/>
                </a:cubicBezTo>
                <a:cubicBezTo>
                  <a:pt x="225834" y="288630"/>
                  <a:pt x="217479" y="285190"/>
                  <a:pt x="210632" y="278298"/>
                </a:cubicBezTo>
                <a:close/>
                <a:moveTo>
                  <a:pt x="77678" y="337905"/>
                </a:moveTo>
                <a:cubicBezTo>
                  <a:pt x="71518" y="337905"/>
                  <a:pt x="66203" y="335665"/>
                  <a:pt x="61722" y="331184"/>
                </a:cubicBezTo>
                <a:cubicBezTo>
                  <a:pt x="57241" y="326704"/>
                  <a:pt x="55013" y="321389"/>
                  <a:pt x="55013" y="315228"/>
                </a:cubicBezTo>
                <a:lnTo>
                  <a:pt x="55013" y="87657"/>
                </a:lnTo>
                <a:cubicBezTo>
                  <a:pt x="55013" y="81507"/>
                  <a:pt x="57241" y="76181"/>
                  <a:pt x="61722" y="71700"/>
                </a:cubicBezTo>
                <a:cubicBezTo>
                  <a:pt x="66203" y="67231"/>
                  <a:pt x="71518" y="64991"/>
                  <a:pt x="77678" y="64991"/>
                </a:cubicBezTo>
                <a:lnTo>
                  <a:pt x="106676" y="64991"/>
                </a:lnTo>
                <a:lnTo>
                  <a:pt x="106676" y="47343"/>
                </a:lnTo>
                <a:cubicBezTo>
                  <a:pt x="106676" y="44600"/>
                  <a:pt x="107568" y="42268"/>
                  <a:pt x="109351" y="40348"/>
                </a:cubicBezTo>
                <a:cubicBezTo>
                  <a:pt x="111122" y="38439"/>
                  <a:pt x="113454" y="37479"/>
                  <a:pt x="116335" y="37479"/>
                </a:cubicBezTo>
                <a:cubicBezTo>
                  <a:pt x="119226" y="37479"/>
                  <a:pt x="121615" y="38439"/>
                  <a:pt x="123535" y="40348"/>
                </a:cubicBezTo>
                <a:cubicBezTo>
                  <a:pt x="125467" y="42268"/>
                  <a:pt x="126439" y="44600"/>
                  <a:pt x="126439" y="47343"/>
                </a:cubicBezTo>
                <a:lnTo>
                  <a:pt x="126439" y="64991"/>
                </a:lnTo>
                <a:lnTo>
                  <a:pt x="251266" y="64991"/>
                </a:lnTo>
                <a:lnTo>
                  <a:pt x="251266" y="47069"/>
                </a:lnTo>
                <a:cubicBezTo>
                  <a:pt x="251266" y="44291"/>
                  <a:pt x="252146" y="42005"/>
                  <a:pt x="253895" y="40199"/>
                </a:cubicBezTo>
                <a:cubicBezTo>
                  <a:pt x="255655" y="38382"/>
                  <a:pt x="257929" y="37479"/>
                  <a:pt x="260730" y="37479"/>
                </a:cubicBezTo>
                <a:cubicBezTo>
                  <a:pt x="263530" y="37479"/>
                  <a:pt x="265885" y="38405"/>
                  <a:pt x="267771" y="40234"/>
                </a:cubicBezTo>
                <a:cubicBezTo>
                  <a:pt x="269657" y="42062"/>
                  <a:pt x="270594" y="44337"/>
                  <a:pt x="270594" y="47034"/>
                </a:cubicBezTo>
                <a:lnTo>
                  <a:pt x="270594" y="64991"/>
                </a:lnTo>
                <a:lnTo>
                  <a:pt x="299477" y="64991"/>
                </a:lnTo>
                <a:cubicBezTo>
                  <a:pt x="305627" y="64991"/>
                  <a:pt x="310942" y="67231"/>
                  <a:pt x="315422" y="71700"/>
                </a:cubicBezTo>
                <a:cubicBezTo>
                  <a:pt x="319903" y="76181"/>
                  <a:pt x="322155" y="81507"/>
                  <a:pt x="322189" y="87657"/>
                </a:cubicBezTo>
                <a:lnTo>
                  <a:pt x="322189" y="315228"/>
                </a:lnTo>
                <a:cubicBezTo>
                  <a:pt x="322189" y="321389"/>
                  <a:pt x="319949" y="326704"/>
                  <a:pt x="315468" y="331184"/>
                </a:cubicBezTo>
                <a:cubicBezTo>
                  <a:pt x="310987" y="335665"/>
                  <a:pt x="305672" y="337905"/>
                  <a:pt x="299512" y="337905"/>
                </a:cubicBezTo>
                <a:lnTo>
                  <a:pt x="77678" y="337905"/>
                </a:lnTo>
                <a:close/>
                <a:moveTo>
                  <a:pt x="77678" y="320063"/>
                </a:moveTo>
                <a:lnTo>
                  <a:pt x="299512" y="320063"/>
                </a:lnTo>
                <a:cubicBezTo>
                  <a:pt x="300712" y="320063"/>
                  <a:pt x="301832" y="319560"/>
                  <a:pt x="302849" y="318566"/>
                </a:cubicBezTo>
                <a:cubicBezTo>
                  <a:pt x="303844" y="317548"/>
                  <a:pt x="304347" y="316428"/>
                  <a:pt x="304347" y="315228"/>
                </a:cubicBezTo>
                <a:lnTo>
                  <a:pt x="304347" y="159128"/>
                </a:lnTo>
                <a:lnTo>
                  <a:pt x="72843" y="159128"/>
                </a:lnTo>
                <a:lnTo>
                  <a:pt x="72843" y="315228"/>
                </a:lnTo>
                <a:cubicBezTo>
                  <a:pt x="72843" y="316428"/>
                  <a:pt x="73346" y="317548"/>
                  <a:pt x="74341" y="318566"/>
                </a:cubicBezTo>
                <a:cubicBezTo>
                  <a:pt x="75358" y="319560"/>
                  <a:pt x="76478" y="320063"/>
                  <a:pt x="77678" y="320063"/>
                </a:cubicBezTo>
                <a:close/>
                <a:moveTo>
                  <a:pt x="72843" y="141286"/>
                </a:moveTo>
                <a:lnTo>
                  <a:pt x="304347" y="141286"/>
                </a:lnTo>
                <a:lnTo>
                  <a:pt x="304347" y="87657"/>
                </a:lnTo>
                <a:cubicBezTo>
                  <a:pt x="304347" y="86457"/>
                  <a:pt x="303844" y="85336"/>
                  <a:pt x="302849" y="84319"/>
                </a:cubicBezTo>
                <a:cubicBezTo>
                  <a:pt x="301832" y="83302"/>
                  <a:pt x="300712" y="82787"/>
                  <a:pt x="299512" y="82787"/>
                </a:cubicBezTo>
                <a:lnTo>
                  <a:pt x="77678" y="82787"/>
                </a:lnTo>
                <a:cubicBezTo>
                  <a:pt x="76478" y="82787"/>
                  <a:pt x="75358" y="83302"/>
                  <a:pt x="74341" y="84319"/>
                </a:cubicBezTo>
                <a:cubicBezTo>
                  <a:pt x="73346" y="85314"/>
                  <a:pt x="72843" y="86422"/>
                  <a:pt x="72843" y="87657"/>
                </a:cubicBezTo>
                <a:lnTo>
                  <a:pt x="72843" y="141286"/>
                </a:lnTo>
                <a:close/>
                <a:moveTo>
                  <a:pt x="72843" y="141286"/>
                </a:moveTo>
                <a:lnTo>
                  <a:pt x="72843" y="82822"/>
                </a:lnTo>
                <a:lnTo>
                  <a:pt x="72843" y="14128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135634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950" dirty="0"/>
          </a:p>
        </p:txBody>
      </p:sp>
      <p:sp>
        <p:nvSpPr>
          <p:cNvPr id="129" name="圖示 已排程"/>
          <p:cNvSpPr/>
          <p:nvPr/>
        </p:nvSpPr>
        <p:spPr>
          <a:xfrm>
            <a:off x="223070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0718" y="256924"/>
                </a:moveTo>
                <a:lnTo>
                  <a:pt x="235389" y="192127"/>
                </a:lnTo>
                <a:cubicBezTo>
                  <a:pt x="237150" y="190481"/>
                  <a:pt x="239184" y="189669"/>
                  <a:pt x="241516" y="189692"/>
                </a:cubicBezTo>
                <a:cubicBezTo>
                  <a:pt x="243848" y="189727"/>
                  <a:pt x="245951" y="190641"/>
                  <a:pt x="247802" y="192447"/>
                </a:cubicBezTo>
                <a:cubicBezTo>
                  <a:pt x="249665" y="194253"/>
                  <a:pt x="250591" y="196345"/>
                  <a:pt x="250591" y="198733"/>
                </a:cubicBezTo>
                <a:cubicBezTo>
                  <a:pt x="250591" y="201111"/>
                  <a:pt x="249665" y="203180"/>
                  <a:pt x="247802" y="204940"/>
                </a:cubicBezTo>
                <a:lnTo>
                  <a:pt x="178537" y="274057"/>
                </a:lnTo>
                <a:cubicBezTo>
                  <a:pt x="176285" y="276412"/>
                  <a:pt x="173667" y="277589"/>
                  <a:pt x="170684" y="277589"/>
                </a:cubicBezTo>
                <a:cubicBezTo>
                  <a:pt x="167690" y="277589"/>
                  <a:pt x="165061" y="276412"/>
                  <a:pt x="162786" y="274057"/>
                </a:cubicBezTo>
                <a:lnTo>
                  <a:pt x="127616" y="239276"/>
                </a:lnTo>
                <a:cubicBezTo>
                  <a:pt x="125856" y="237733"/>
                  <a:pt x="124987" y="235744"/>
                  <a:pt x="124987" y="233309"/>
                </a:cubicBezTo>
                <a:cubicBezTo>
                  <a:pt x="124987" y="230875"/>
                  <a:pt x="125890" y="228749"/>
                  <a:pt x="127696" y="226943"/>
                </a:cubicBezTo>
                <a:cubicBezTo>
                  <a:pt x="129502" y="225137"/>
                  <a:pt x="131571" y="224268"/>
                  <a:pt x="133902" y="224348"/>
                </a:cubicBezTo>
                <a:cubicBezTo>
                  <a:pt x="136234" y="224428"/>
                  <a:pt x="138326" y="225262"/>
                  <a:pt x="140189" y="226863"/>
                </a:cubicBezTo>
                <a:lnTo>
                  <a:pt x="170718" y="256924"/>
                </a:lnTo>
                <a:close/>
                <a:moveTo>
                  <a:pt x="77678" y="337905"/>
                </a:moveTo>
                <a:cubicBezTo>
                  <a:pt x="71518" y="337905"/>
                  <a:pt x="66203" y="335665"/>
                  <a:pt x="61722" y="331184"/>
                </a:cubicBezTo>
                <a:cubicBezTo>
                  <a:pt x="57241" y="326704"/>
                  <a:pt x="55013" y="321389"/>
                  <a:pt x="55013" y="315228"/>
                </a:cubicBezTo>
                <a:lnTo>
                  <a:pt x="55013" y="87657"/>
                </a:lnTo>
                <a:cubicBezTo>
                  <a:pt x="55013" y="81507"/>
                  <a:pt x="57241" y="76181"/>
                  <a:pt x="61722" y="71700"/>
                </a:cubicBezTo>
                <a:cubicBezTo>
                  <a:pt x="66203" y="67231"/>
                  <a:pt x="71518" y="64991"/>
                  <a:pt x="77678" y="64991"/>
                </a:cubicBezTo>
                <a:lnTo>
                  <a:pt x="106676" y="64991"/>
                </a:lnTo>
                <a:lnTo>
                  <a:pt x="106676" y="47343"/>
                </a:lnTo>
                <a:cubicBezTo>
                  <a:pt x="106676" y="44600"/>
                  <a:pt x="107568" y="42268"/>
                  <a:pt x="109351" y="40348"/>
                </a:cubicBezTo>
                <a:cubicBezTo>
                  <a:pt x="111122" y="38439"/>
                  <a:pt x="113454" y="37479"/>
                  <a:pt x="116335" y="37479"/>
                </a:cubicBezTo>
                <a:cubicBezTo>
                  <a:pt x="119226" y="37479"/>
                  <a:pt x="121615" y="38439"/>
                  <a:pt x="123535" y="40348"/>
                </a:cubicBezTo>
                <a:cubicBezTo>
                  <a:pt x="125467" y="42268"/>
                  <a:pt x="126439" y="44600"/>
                  <a:pt x="126439" y="47343"/>
                </a:cubicBezTo>
                <a:lnTo>
                  <a:pt x="126439" y="64991"/>
                </a:lnTo>
                <a:lnTo>
                  <a:pt x="251266" y="64991"/>
                </a:lnTo>
                <a:lnTo>
                  <a:pt x="251266" y="47069"/>
                </a:lnTo>
                <a:cubicBezTo>
                  <a:pt x="251266" y="44291"/>
                  <a:pt x="252146" y="42005"/>
                  <a:pt x="253895" y="40199"/>
                </a:cubicBezTo>
                <a:cubicBezTo>
                  <a:pt x="255655" y="38382"/>
                  <a:pt x="257929" y="37479"/>
                  <a:pt x="260730" y="37479"/>
                </a:cubicBezTo>
                <a:cubicBezTo>
                  <a:pt x="263530" y="37479"/>
                  <a:pt x="265885" y="38405"/>
                  <a:pt x="267771" y="40234"/>
                </a:cubicBezTo>
                <a:cubicBezTo>
                  <a:pt x="269657" y="42062"/>
                  <a:pt x="270594" y="44337"/>
                  <a:pt x="270594" y="47034"/>
                </a:cubicBezTo>
                <a:lnTo>
                  <a:pt x="270594" y="64991"/>
                </a:lnTo>
                <a:lnTo>
                  <a:pt x="299477" y="64991"/>
                </a:lnTo>
                <a:cubicBezTo>
                  <a:pt x="305627" y="64991"/>
                  <a:pt x="310942" y="67231"/>
                  <a:pt x="315422" y="71700"/>
                </a:cubicBezTo>
                <a:cubicBezTo>
                  <a:pt x="319903" y="76181"/>
                  <a:pt x="322155" y="81507"/>
                  <a:pt x="322189" y="87657"/>
                </a:cubicBezTo>
                <a:lnTo>
                  <a:pt x="322189" y="315228"/>
                </a:lnTo>
                <a:cubicBezTo>
                  <a:pt x="322189" y="321389"/>
                  <a:pt x="319949" y="326704"/>
                  <a:pt x="315468" y="331184"/>
                </a:cubicBezTo>
                <a:cubicBezTo>
                  <a:pt x="310987" y="335665"/>
                  <a:pt x="305672" y="337905"/>
                  <a:pt x="299512" y="337905"/>
                </a:cubicBezTo>
                <a:lnTo>
                  <a:pt x="77678" y="337905"/>
                </a:lnTo>
                <a:close/>
                <a:moveTo>
                  <a:pt x="77678" y="320063"/>
                </a:moveTo>
                <a:lnTo>
                  <a:pt x="299512" y="320063"/>
                </a:lnTo>
                <a:cubicBezTo>
                  <a:pt x="300712" y="320063"/>
                  <a:pt x="301832" y="319560"/>
                  <a:pt x="302849" y="318566"/>
                </a:cubicBezTo>
                <a:cubicBezTo>
                  <a:pt x="303844" y="317548"/>
                  <a:pt x="304347" y="316428"/>
                  <a:pt x="304347" y="315228"/>
                </a:cubicBezTo>
                <a:lnTo>
                  <a:pt x="304347" y="159128"/>
                </a:lnTo>
                <a:lnTo>
                  <a:pt x="72843" y="159128"/>
                </a:lnTo>
                <a:lnTo>
                  <a:pt x="72843" y="315228"/>
                </a:lnTo>
                <a:cubicBezTo>
                  <a:pt x="72843" y="316428"/>
                  <a:pt x="73346" y="317548"/>
                  <a:pt x="74341" y="318566"/>
                </a:cubicBezTo>
                <a:cubicBezTo>
                  <a:pt x="75358" y="319560"/>
                  <a:pt x="76478" y="320063"/>
                  <a:pt x="77678" y="320063"/>
                </a:cubicBezTo>
                <a:close/>
                <a:moveTo>
                  <a:pt x="72843" y="141286"/>
                </a:moveTo>
                <a:lnTo>
                  <a:pt x="304347" y="141286"/>
                </a:lnTo>
                <a:lnTo>
                  <a:pt x="304347" y="87657"/>
                </a:lnTo>
                <a:cubicBezTo>
                  <a:pt x="304347" y="86457"/>
                  <a:pt x="303844" y="85336"/>
                  <a:pt x="302849" y="84319"/>
                </a:cubicBezTo>
                <a:cubicBezTo>
                  <a:pt x="301832" y="83302"/>
                  <a:pt x="300712" y="82787"/>
                  <a:pt x="299512" y="82787"/>
                </a:cubicBezTo>
                <a:lnTo>
                  <a:pt x="77678" y="82787"/>
                </a:lnTo>
                <a:cubicBezTo>
                  <a:pt x="76478" y="82787"/>
                  <a:pt x="75358" y="83302"/>
                  <a:pt x="74341" y="84319"/>
                </a:cubicBezTo>
                <a:cubicBezTo>
                  <a:pt x="73346" y="85314"/>
                  <a:pt x="72843" y="86422"/>
                  <a:pt x="72843" y="87657"/>
                </a:cubicBezTo>
                <a:lnTo>
                  <a:pt x="72843" y="141286"/>
                </a:lnTo>
                <a:close/>
                <a:moveTo>
                  <a:pt x="72843" y="141286"/>
                </a:moveTo>
                <a:lnTo>
                  <a:pt x="72843" y="82822"/>
                </a:lnTo>
                <a:lnTo>
                  <a:pt x="72843" y="141286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204974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950" dirty="0"/>
          </a:p>
        </p:txBody>
      </p:sp>
      <p:sp>
        <p:nvSpPr>
          <p:cNvPr id="131" name="圖示 文件"/>
          <p:cNvSpPr/>
          <p:nvPr/>
        </p:nvSpPr>
        <p:spPr>
          <a:xfrm>
            <a:off x="292410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8337" y="276092"/>
                </a:moveTo>
                <a:lnTo>
                  <a:pt x="238853" y="276092"/>
                </a:lnTo>
                <a:cubicBezTo>
                  <a:pt x="241390" y="276092"/>
                  <a:pt x="243505" y="275234"/>
                  <a:pt x="245208" y="273497"/>
                </a:cubicBezTo>
                <a:cubicBezTo>
                  <a:pt x="246911" y="271771"/>
                  <a:pt x="247768" y="269634"/>
                  <a:pt x="247768" y="267096"/>
                </a:cubicBezTo>
                <a:cubicBezTo>
                  <a:pt x="247768" y="264559"/>
                  <a:pt x="246911" y="262444"/>
                  <a:pt x="245208" y="260775"/>
                </a:cubicBezTo>
                <a:cubicBezTo>
                  <a:pt x="243505" y="259095"/>
                  <a:pt x="241390" y="258261"/>
                  <a:pt x="238853" y="258261"/>
                </a:cubicBezTo>
                <a:lnTo>
                  <a:pt x="138337" y="258261"/>
                </a:lnTo>
                <a:cubicBezTo>
                  <a:pt x="135800" y="258261"/>
                  <a:pt x="133685" y="259118"/>
                  <a:pt x="131982" y="260855"/>
                </a:cubicBezTo>
                <a:cubicBezTo>
                  <a:pt x="130279" y="262581"/>
                  <a:pt x="129422" y="264719"/>
                  <a:pt x="129422" y="267256"/>
                </a:cubicBezTo>
                <a:cubicBezTo>
                  <a:pt x="129422" y="269794"/>
                  <a:pt x="130279" y="271908"/>
                  <a:pt x="131982" y="273577"/>
                </a:cubicBezTo>
                <a:cubicBezTo>
                  <a:pt x="133685" y="275257"/>
                  <a:pt x="135800" y="276092"/>
                  <a:pt x="138337" y="276092"/>
                </a:cubicBezTo>
                <a:close/>
                <a:moveTo>
                  <a:pt x="138337" y="210358"/>
                </a:moveTo>
                <a:lnTo>
                  <a:pt x="238853" y="210358"/>
                </a:lnTo>
                <a:cubicBezTo>
                  <a:pt x="241390" y="210358"/>
                  <a:pt x="243505" y="209500"/>
                  <a:pt x="245208" y="207775"/>
                </a:cubicBezTo>
                <a:cubicBezTo>
                  <a:pt x="246911" y="206037"/>
                  <a:pt x="247768" y="203900"/>
                  <a:pt x="247768" y="201362"/>
                </a:cubicBezTo>
                <a:cubicBezTo>
                  <a:pt x="247768" y="198825"/>
                  <a:pt x="246911" y="196710"/>
                  <a:pt x="245208" y="195042"/>
                </a:cubicBezTo>
                <a:cubicBezTo>
                  <a:pt x="243505" y="193361"/>
                  <a:pt x="241390" y="192527"/>
                  <a:pt x="238853" y="192527"/>
                </a:cubicBezTo>
                <a:lnTo>
                  <a:pt x="138337" y="192527"/>
                </a:lnTo>
                <a:cubicBezTo>
                  <a:pt x="135800" y="192527"/>
                  <a:pt x="133685" y="193384"/>
                  <a:pt x="131982" y="195122"/>
                </a:cubicBezTo>
                <a:cubicBezTo>
                  <a:pt x="130279" y="196847"/>
                  <a:pt x="129422" y="198985"/>
                  <a:pt x="129422" y="201522"/>
                </a:cubicBezTo>
                <a:cubicBezTo>
                  <a:pt x="129422" y="204094"/>
                  <a:pt x="130279" y="206197"/>
                  <a:pt x="131982" y="207843"/>
                </a:cubicBezTo>
                <a:cubicBezTo>
                  <a:pt x="133685" y="209523"/>
                  <a:pt x="135800" y="210358"/>
                  <a:pt x="138337" y="210358"/>
                </a:cubicBezTo>
                <a:close/>
                <a:moveTo>
                  <a:pt x="93395" y="337905"/>
                </a:moveTo>
                <a:cubicBezTo>
                  <a:pt x="87234" y="337905"/>
                  <a:pt x="81919" y="335665"/>
                  <a:pt x="77438" y="331184"/>
                </a:cubicBezTo>
                <a:cubicBezTo>
                  <a:pt x="72958" y="326704"/>
                  <a:pt x="70729" y="321389"/>
                  <a:pt x="70729" y="315228"/>
                </a:cubicBezTo>
                <a:lnTo>
                  <a:pt x="70729" y="61962"/>
                </a:lnTo>
                <a:cubicBezTo>
                  <a:pt x="70729" y="55801"/>
                  <a:pt x="72958" y="50486"/>
                  <a:pt x="77438" y="46006"/>
                </a:cubicBezTo>
                <a:cubicBezTo>
                  <a:pt x="81919" y="41525"/>
                  <a:pt x="87234" y="39296"/>
                  <a:pt x="93395" y="39296"/>
                </a:cubicBezTo>
                <a:lnTo>
                  <a:pt x="220576" y="39296"/>
                </a:lnTo>
                <a:cubicBezTo>
                  <a:pt x="223742" y="39296"/>
                  <a:pt x="226737" y="39925"/>
                  <a:pt x="229537" y="41171"/>
                </a:cubicBezTo>
                <a:cubicBezTo>
                  <a:pt x="232338" y="42428"/>
                  <a:pt x="234784" y="44063"/>
                  <a:pt x="236887" y="46051"/>
                </a:cubicBezTo>
                <a:lnTo>
                  <a:pt x="299706" y="108871"/>
                </a:lnTo>
                <a:cubicBezTo>
                  <a:pt x="301695" y="110974"/>
                  <a:pt x="303329" y="113420"/>
                  <a:pt x="304575" y="116220"/>
                </a:cubicBezTo>
                <a:cubicBezTo>
                  <a:pt x="305833" y="119021"/>
                  <a:pt x="306473" y="122015"/>
                  <a:pt x="306473" y="125181"/>
                </a:cubicBezTo>
                <a:lnTo>
                  <a:pt x="306473" y="315228"/>
                </a:lnTo>
                <a:cubicBezTo>
                  <a:pt x="306473" y="321389"/>
                  <a:pt x="304232" y="326704"/>
                  <a:pt x="299752" y="331184"/>
                </a:cubicBezTo>
                <a:cubicBezTo>
                  <a:pt x="295271" y="335665"/>
                  <a:pt x="289956" y="337905"/>
                  <a:pt x="283795" y="337905"/>
                </a:cubicBezTo>
                <a:lnTo>
                  <a:pt x="93395" y="337905"/>
                </a:lnTo>
                <a:close/>
                <a:moveTo>
                  <a:pt x="221045" y="112528"/>
                </a:moveTo>
                <a:lnTo>
                  <a:pt x="221045" y="57127"/>
                </a:lnTo>
                <a:lnTo>
                  <a:pt x="93395" y="57127"/>
                </a:lnTo>
                <a:cubicBezTo>
                  <a:pt x="92194" y="57127"/>
                  <a:pt x="91074" y="57630"/>
                  <a:pt x="90057" y="58624"/>
                </a:cubicBezTo>
                <a:cubicBezTo>
                  <a:pt x="89063" y="59642"/>
                  <a:pt x="88560" y="60762"/>
                  <a:pt x="88560" y="61962"/>
                </a:cubicBezTo>
                <a:lnTo>
                  <a:pt x="88560" y="315228"/>
                </a:lnTo>
                <a:cubicBezTo>
                  <a:pt x="88560" y="316428"/>
                  <a:pt x="89063" y="317548"/>
                  <a:pt x="90057" y="318566"/>
                </a:cubicBezTo>
                <a:cubicBezTo>
                  <a:pt x="91074" y="319560"/>
                  <a:pt x="92194" y="320063"/>
                  <a:pt x="93395" y="320063"/>
                </a:cubicBezTo>
                <a:lnTo>
                  <a:pt x="283795" y="320063"/>
                </a:lnTo>
                <a:cubicBezTo>
                  <a:pt x="284996" y="320063"/>
                  <a:pt x="286116" y="319560"/>
                  <a:pt x="287133" y="318566"/>
                </a:cubicBezTo>
                <a:cubicBezTo>
                  <a:pt x="288127" y="317548"/>
                  <a:pt x="288630" y="316428"/>
                  <a:pt x="288630" y="315228"/>
                </a:cubicBezTo>
                <a:lnTo>
                  <a:pt x="288630" y="123844"/>
                </a:lnTo>
                <a:lnTo>
                  <a:pt x="232360" y="123844"/>
                </a:lnTo>
                <a:cubicBezTo>
                  <a:pt x="229217" y="123844"/>
                  <a:pt x="226554" y="122747"/>
                  <a:pt x="224348" y="120541"/>
                </a:cubicBezTo>
                <a:cubicBezTo>
                  <a:pt x="222153" y="118346"/>
                  <a:pt x="221045" y="115672"/>
                  <a:pt x="221045" y="112528"/>
                </a:cubicBezTo>
                <a:close/>
                <a:moveTo>
                  <a:pt x="88560" y="57127"/>
                </a:moveTo>
                <a:lnTo>
                  <a:pt x="88560" y="123844"/>
                </a:lnTo>
                <a:lnTo>
                  <a:pt x="88560" y="57127"/>
                </a:lnTo>
                <a:lnTo>
                  <a:pt x="88560" y="320063"/>
                </a:lnTo>
                <a:lnTo>
                  <a:pt x="88560" y="5712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274314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950" dirty="0"/>
          </a:p>
        </p:txBody>
      </p:sp>
      <p:sp>
        <p:nvSpPr>
          <p:cNvPr id="133" name="圖示 報告"/>
          <p:cNvSpPr/>
          <p:nvPr/>
        </p:nvSpPr>
        <p:spPr>
          <a:xfrm>
            <a:off x="361750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299512"/>
                </a:lnTo>
                <a:cubicBezTo>
                  <a:pt x="322189" y="305672"/>
                  <a:pt x="319949" y="310987"/>
                  <a:pt x="315468" y="315468"/>
                </a:cubicBezTo>
                <a:cubicBezTo>
                  <a:pt x="310987" y="319949"/>
                  <a:pt x="305672" y="322189"/>
                  <a:pt x="299512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72843" y="72843"/>
                </a:moveTo>
                <a:lnTo>
                  <a:pt x="72843" y="304347"/>
                </a:lnTo>
                <a:lnTo>
                  <a:pt x="72843" y="72843"/>
                </a:lnTo>
                <a:close/>
                <a:moveTo>
                  <a:pt x="121992" y="263484"/>
                </a:moveTo>
                <a:lnTo>
                  <a:pt x="204974" y="263484"/>
                </a:lnTo>
                <a:cubicBezTo>
                  <a:pt x="207523" y="263484"/>
                  <a:pt x="209638" y="262616"/>
                  <a:pt x="211341" y="260890"/>
                </a:cubicBezTo>
                <a:cubicBezTo>
                  <a:pt x="213044" y="259164"/>
                  <a:pt x="213901" y="257026"/>
                  <a:pt x="213901" y="254489"/>
                </a:cubicBezTo>
                <a:cubicBezTo>
                  <a:pt x="213901" y="251940"/>
                  <a:pt x="213044" y="249837"/>
                  <a:pt x="211341" y="248157"/>
                </a:cubicBezTo>
                <a:cubicBezTo>
                  <a:pt x="209638" y="246488"/>
                  <a:pt x="207523" y="245642"/>
                  <a:pt x="204974" y="245642"/>
                </a:cubicBezTo>
                <a:lnTo>
                  <a:pt x="121992" y="245642"/>
                </a:lnTo>
                <a:cubicBezTo>
                  <a:pt x="119455" y="245642"/>
                  <a:pt x="117340" y="246511"/>
                  <a:pt x="115637" y="248237"/>
                </a:cubicBezTo>
                <a:cubicBezTo>
                  <a:pt x="113934" y="249963"/>
                  <a:pt x="113077" y="252100"/>
                  <a:pt x="113077" y="254638"/>
                </a:cubicBezTo>
                <a:cubicBezTo>
                  <a:pt x="113077" y="257186"/>
                  <a:pt x="113934" y="259290"/>
                  <a:pt x="115637" y="260970"/>
                </a:cubicBezTo>
                <a:cubicBezTo>
                  <a:pt x="117340" y="262650"/>
                  <a:pt x="119455" y="263484"/>
                  <a:pt x="121992" y="263484"/>
                </a:cubicBezTo>
                <a:close/>
                <a:moveTo>
                  <a:pt x="121992" y="197510"/>
                </a:moveTo>
                <a:lnTo>
                  <a:pt x="255232" y="197510"/>
                </a:lnTo>
                <a:cubicBezTo>
                  <a:pt x="257769" y="197510"/>
                  <a:pt x="259895" y="196653"/>
                  <a:pt x="261598" y="194916"/>
                </a:cubicBezTo>
                <a:cubicBezTo>
                  <a:pt x="263301" y="193190"/>
                  <a:pt x="264147" y="191052"/>
                  <a:pt x="264147" y="188515"/>
                </a:cubicBezTo>
                <a:cubicBezTo>
                  <a:pt x="264147" y="185978"/>
                  <a:pt x="263301" y="183863"/>
                  <a:pt x="261598" y="182194"/>
                </a:cubicBezTo>
                <a:cubicBezTo>
                  <a:pt x="259895" y="180514"/>
                  <a:pt x="257769" y="179680"/>
                  <a:pt x="255232" y="179680"/>
                </a:cubicBezTo>
                <a:lnTo>
                  <a:pt x="121992" y="179680"/>
                </a:lnTo>
                <a:cubicBezTo>
                  <a:pt x="119455" y="179680"/>
                  <a:pt x="117340" y="180537"/>
                  <a:pt x="115637" y="182274"/>
                </a:cubicBezTo>
                <a:cubicBezTo>
                  <a:pt x="113934" y="184000"/>
                  <a:pt x="113077" y="186138"/>
                  <a:pt x="113077" y="188675"/>
                </a:cubicBezTo>
                <a:cubicBezTo>
                  <a:pt x="113077" y="191212"/>
                  <a:pt x="113934" y="193327"/>
                  <a:pt x="115637" y="194996"/>
                </a:cubicBezTo>
                <a:cubicBezTo>
                  <a:pt x="117340" y="196676"/>
                  <a:pt x="119455" y="197510"/>
                  <a:pt x="121992" y="197510"/>
                </a:cubicBezTo>
                <a:close/>
                <a:moveTo>
                  <a:pt x="121992" y="131548"/>
                </a:moveTo>
                <a:lnTo>
                  <a:pt x="255232" y="131548"/>
                </a:lnTo>
                <a:cubicBezTo>
                  <a:pt x="257769" y="131548"/>
                  <a:pt x="259895" y="130679"/>
                  <a:pt x="261598" y="128953"/>
                </a:cubicBezTo>
                <a:cubicBezTo>
                  <a:pt x="263301" y="127227"/>
                  <a:pt x="264147" y="125090"/>
                  <a:pt x="264147" y="122552"/>
                </a:cubicBezTo>
                <a:cubicBezTo>
                  <a:pt x="264147" y="120004"/>
                  <a:pt x="263301" y="117900"/>
                  <a:pt x="261598" y="116220"/>
                </a:cubicBezTo>
                <a:cubicBezTo>
                  <a:pt x="259895" y="114540"/>
                  <a:pt x="257769" y="113706"/>
                  <a:pt x="255232" y="113706"/>
                </a:cubicBezTo>
                <a:lnTo>
                  <a:pt x="121992" y="113706"/>
                </a:lnTo>
                <a:cubicBezTo>
                  <a:pt x="119455" y="113706"/>
                  <a:pt x="117340" y="114574"/>
                  <a:pt x="115637" y="116300"/>
                </a:cubicBezTo>
                <a:cubicBezTo>
                  <a:pt x="113934" y="118026"/>
                  <a:pt x="113077" y="120164"/>
                  <a:pt x="113077" y="122701"/>
                </a:cubicBezTo>
                <a:cubicBezTo>
                  <a:pt x="113077" y="125250"/>
                  <a:pt x="113934" y="127353"/>
                  <a:pt x="115637" y="129033"/>
                </a:cubicBezTo>
                <a:cubicBezTo>
                  <a:pt x="117340" y="130702"/>
                  <a:pt x="119455" y="131548"/>
                  <a:pt x="121992" y="13154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343654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950" dirty="0"/>
          </a:p>
        </p:txBody>
      </p:sp>
      <p:sp>
        <p:nvSpPr>
          <p:cNvPr id="135" name="圖示 任務"/>
          <p:cNvSpPr/>
          <p:nvPr/>
        </p:nvSpPr>
        <p:spPr>
          <a:xfrm>
            <a:off x="431091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158225" y="55013"/>
                </a:lnTo>
                <a:cubicBezTo>
                  <a:pt x="157723" y="46543"/>
                  <a:pt x="160466" y="39193"/>
                  <a:pt x="166432" y="32964"/>
                </a:cubicBezTo>
                <a:cubicBezTo>
                  <a:pt x="172376" y="26700"/>
                  <a:pt x="179794" y="23580"/>
                  <a:pt x="188675" y="23580"/>
                </a:cubicBezTo>
                <a:cubicBezTo>
                  <a:pt x="197556" y="23580"/>
                  <a:pt x="204974" y="26700"/>
                  <a:pt x="210952" y="32964"/>
                </a:cubicBezTo>
                <a:cubicBezTo>
                  <a:pt x="216919" y="39193"/>
                  <a:pt x="219605" y="46543"/>
                  <a:pt x="219010" y="55013"/>
                </a:cubicBezTo>
                <a:lnTo>
                  <a:pt x="299557" y="55013"/>
                </a:lnTo>
                <a:cubicBezTo>
                  <a:pt x="305707" y="55013"/>
                  <a:pt x="311022" y="57241"/>
                  <a:pt x="315502" y="61722"/>
                </a:cubicBezTo>
                <a:cubicBezTo>
                  <a:pt x="319983" y="66203"/>
                  <a:pt x="322223" y="71518"/>
                  <a:pt x="322223" y="77678"/>
                </a:cubicBezTo>
                <a:lnTo>
                  <a:pt x="322223" y="299512"/>
                </a:lnTo>
                <a:cubicBezTo>
                  <a:pt x="322223" y="305672"/>
                  <a:pt x="319983" y="310987"/>
                  <a:pt x="315502" y="315468"/>
                </a:cubicBezTo>
                <a:cubicBezTo>
                  <a:pt x="311022" y="319949"/>
                  <a:pt x="305707" y="322189"/>
                  <a:pt x="299557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122861" y="261438"/>
                </a:moveTo>
                <a:lnTo>
                  <a:pt x="205180" y="261438"/>
                </a:lnTo>
                <a:cubicBezTo>
                  <a:pt x="207695" y="261438"/>
                  <a:pt x="209809" y="260581"/>
                  <a:pt x="211546" y="258844"/>
                </a:cubicBezTo>
                <a:cubicBezTo>
                  <a:pt x="213238" y="257118"/>
                  <a:pt x="214095" y="254980"/>
                  <a:pt x="214095" y="252443"/>
                </a:cubicBezTo>
                <a:cubicBezTo>
                  <a:pt x="214095" y="249906"/>
                  <a:pt x="213238" y="247791"/>
                  <a:pt x="211546" y="246111"/>
                </a:cubicBezTo>
                <a:cubicBezTo>
                  <a:pt x="209843" y="244442"/>
                  <a:pt x="207717" y="243608"/>
                  <a:pt x="205180" y="243608"/>
                </a:cubicBezTo>
                <a:lnTo>
                  <a:pt x="122861" y="243608"/>
                </a:lnTo>
                <a:cubicBezTo>
                  <a:pt x="120346" y="243608"/>
                  <a:pt x="118220" y="244465"/>
                  <a:pt x="116495" y="246191"/>
                </a:cubicBezTo>
                <a:cubicBezTo>
                  <a:pt x="114791" y="247928"/>
                  <a:pt x="113946" y="250054"/>
                  <a:pt x="113946" y="252603"/>
                </a:cubicBezTo>
                <a:cubicBezTo>
                  <a:pt x="113946" y="255140"/>
                  <a:pt x="114791" y="257244"/>
                  <a:pt x="116495" y="258924"/>
                </a:cubicBezTo>
                <a:cubicBezTo>
                  <a:pt x="118198" y="260604"/>
                  <a:pt x="120324" y="261438"/>
                  <a:pt x="122861" y="261438"/>
                </a:cubicBezTo>
                <a:close/>
                <a:moveTo>
                  <a:pt x="122861" y="197510"/>
                </a:moveTo>
                <a:lnTo>
                  <a:pt x="254329" y="197510"/>
                </a:lnTo>
                <a:cubicBezTo>
                  <a:pt x="256844" y="197510"/>
                  <a:pt x="258970" y="196653"/>
                  <a:pt x="260695" y="194916"/>
                </a:cubicBezTo>
                <a:cubicBezTo>
                  <a:pt x="262399" y="193190"/>
                  <a:pt x="263244" y="191052"/>
                  <a:pt x="263244" y="188515"/>
                </a:cubicBezTo>
                <a:cubicBezTo>
                  <a:pt x="263244" y="185978"/>
                  <a:pt x="262399" y="183863"/>
                  <a:pt x="260695" y="182194"/>
                </a:cubicBezTo>
                <a:cubicBezTo>
                  <a:pt x="258992" y="180514"/>
                  <a:pt x="256866" y="179680"/>
                  <a:pt x="254329" y="179680"/>
                </a:cubicBezTo>
                <a:lnTo>
                  <a:pt x="122861" y="179680"/>
                </a:lnTo>
                <a:cubicBezTo>
                  <a:pt x="120346" y="179680"/>
                  <a:pt x="118220" y="180537"/>
                  <a:pt x="116495" y="182274"/>
                </a:cubicBezTo>
                <a:cubicBezTo>
                  <a:pt x="114791" y="184000"/>
                  <a:pt x="113946" y="186138"/>
                  <a:pt x="113946" y="188675"/>
                </a:cubicBezTo>
                <a:cubicBezTo>
                  <a:pt x="113946" y="191212"/>
                  <a:pt x="114791" y="193327"/>
                  <a:pt x="116495" y="194996"/>
                </a:cubicBezTo>
                <a:cubicBezTo>
                  <a:pt x="118198" y="196676"/>
                  <a:pt x="120324" y="197510"/>
                  <a:pt x="122861" y="197510"/>
                </a:cubicBezTo>
                <a:close/>
                <a:moveTo>
                  <a:pt x="122861" y="133594"/>
                </a:moveTo>
                <a:lnTo>
                  <a:pt x="254329" y="133594"/>
                </a:lnTo>
                <a:cubicBezTo>
                  <a:pt x="256844" y="133594"/>
                  <a:pt x="258970" y="132725"/>
                  <a:pt x="260695" y="130999"/>
                </a:cubicBezTo>
                <a:cubicBezTo>
                  <a:pt x="262399" y="129262"/>
                  <a:pt x="263244" y="127136"/>
                  <a:pt x="263244" y="124587"/>
                </a:cubicBezTo>
                <a:cubicBezTo>
                  <a:pt x="263244" y="122050"/>
                  <a:pt x="262399" y="119946"/>
                  <a:pt x="260695" y="118266"/>
                </a:cubicBezTo>
                <a:cubicBezTo>
                  <a:pt x="258992" y="116586"/>
                  <a:pt x="256866" y="115752"/>
                  <a:pt x="254329" y="115752"/>
                </a:cubicBezTo>
                <a:lnTo>
                  <a:pt x="122861" y="115752"/>
                </a:lnTo>
                <a:cubicBezTo>
                  <a:pt x="120346" y="115752"/>
                  <a:pt x="118220" y="116620"/>
                  <a:pt x="116495" y="118346"/>
                </a:cubicBezTo>
                <a:cubicBezTo>
                  <a:pt x="114791" y="120072"/>
                  <a:pt x="113946" y="122210"/>
                  <a:pt x="113946" y="124747"/>
                </a:cubicBezTo>
                <a:cubicBezTo>
                  <a:pt x="113946" y="127284"/>
                  <a:pt x="114791" y="129399"/>
                  <a:pt x="116495" y="131079"/>
                </a:cubicBezTo>
                <a:cubicBezTo>
                  <a:pt x="118198" y="132748"/>
                  <a:pt x="120324" y="133594"/>
                  <a:pt x="122861" y="133594"/>
                </a:cubicBezTo>
                <a:close/>
                <a:moveTo>
                  <a:pt x="197910" y="62396"/>
                </a:moveTo>
                <a:cubicBezTo>
                  <a:pt x="200574" y="59802"/>
                  <a:pt x="201911" y="56693"/>
                  <a:pt x="201911" y="53081"/>
                </a:cubicBezTo>
                <a:cubicBezTo>
                  <a:pt x="201911" y="49469"/>
                  <a:pt x="200574" y="46360"/>
                  <a:pt x="197910" y="43765"/>
                </a:cubicBezTo>
                <a:cubicBezTo>
                  <a:pt x="195236" y="41171"/>
                  <a:pt x="192127" y="39879"/>
                  <a:pt x="188595" y="39879"/>
                </a:cubicBezTo>
                <a:cubicBezTo>
                  <a:pt x="185063" y="39879"/>
                  <a:pt x="181977" y="41171"/>
                  <a:pt x="179360" y="43765"/>
                </a:cubicBezTo>
                <a:cubicBezTo>
                  <a:pt x="176765" y="46360"/>
                  <a:pt x="175473" y="49469"/>
                  <a:pt x="175473" y="53081"/>
                </a:cubicBezTo>
                <a:cubicBezTo>
                  <a:pt x="175473" y="56693"/>
                  <a:pt x="176765" y="59802"/>
                  <a:pt x="179360" y="62396"/>
                </a:cubicBezTo>
                <a:cubicBezTo>
                  <a:pt x="181954" y="64991"/>
                  <a:pt x="185029" y="66283"/>
                  <a:pt x="188595" y="66283"/>
                </a:cubicBezTo>
                <a:cubicBezTo>
                  <a:pt x="192127" y="66283"/>
                  <a:pt x="195236" y="64991"/>
                  <a:pt x="197910" y="62396"/>
                </a:cubicBezTo>
                <a:close/>
                <a:moveTo>
                  <a:pt x="72843" y="304347"/>
                </a:moveTo>
                <a:lnTo>
                  <a:pt x="72843" y="72843"/>
                </a:lnTo>
                <a:lnTo>
                  <a:pt x="72843" y="30434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412994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950" dirty="0"/>
          </a:p>
        </p:txBody>
      </p:sp>
      <p:sp>
        <p:nvSpPr>
          <p:cNvPr id="137" name="圖示 已交付"/>
          <p:cNvSpPr/>
          <p:nvPr/>
        </p:nvSpPr>
        <p:spPr>
          <a:xfrm>
            <a:off x="500431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044" y="218222"/>
                </a:moveTo>
                <a:lnTo>
                  <a:pt x="125536" y="177714"/>
                </a:lnTo>
                <a:cubicBezTo>
                  <a:pt x="123650" y="175953"/>
                  <a:pt x="121547" y="175050"/>
                  <a:pt x="119249" y="175005"/>
                </a:cubicBezTo>
                <a:cubicBezTo>
                  <a:pt x="116917" y="174948"/>
                  <a:pt x="114826" y="175851"/>
                  <a:pt x="112963" y="177714"/>
                </a:cubicBezTo>
                <a:cubicBezTo>
                  <a:pt x="111100" y="179577"/>
                  <a:pt x="110208" y="181668"/>
                  <a:pt x="110288" y="184000"/>
                </a:cubicBezTo>
                <a:cubicBezTo>
                  <a:pt x="110368" y="186332"/>
                  <a:pt x="111260" y="188424"/>
                  <a:pt x="112963" y="190287"/>
                </a:cubicBezTo>
                <a:lnTo>
                  <a:pt x="158065" y="236064"/>
                </a:lnTo>
                <a:cubicBezTo>
                  <a:pt x="160317" y="238316"/>
                  <a:pt x="162935" y="239436"/>
                  <a:pt x="165929" y="239436"/>
                </a:cubicBezTo>
                <a:cubicBezTo>
                  <a:pt x="168913" y="239436"/>
                  <a:pt x="171587" y="238316"/>
                  <a:pt x="173942" y="236064"/>
                </a:cubicBezTo>
                <a:lnTo>
                  <a:pt x="263839" y="146007"/>
                </a:lnTo>
                <a:cubicBezTo>
                  <a:pt x="265587" y="144247"/>
                  <a:pt x="266490" y="142143"/>
                  <a:pt x="266548" y="139675"/>
                </a:cubicBezTo>
                <a:cubicBezTo>
                  <a:pt x="266605" y="137217"/>
                  <a:pt x="265702" y="135057"/>
                  <a:pt x="263839" y="133194"/>
                </a:cubicBezTo>
                <a:cubicBezTo>
                  <a:pt x="261976" y="131331"/>
                  <a:pt x="259838" y="130405"/>
                  <a:pt x="257438" y="130405"/>
                </a:cubicBezTo>
                <a:cubicBezTo>
                  <a:pt x="255026" y="130405"/>
                  <a:pt x="252889" y="131331"/>
                  <a:pt x="251026" y="133194"/>
                </a:cubicBezTo>
                <a:lnTo>
                  <a:pt x="166044" y="218222"/>
                </a:lnTo>
                <a:close/>
                <a:moveTo>
                  <a:pt x="77678" y="322189"/>
                </a:moveTo>
                <a:cubicBezTo>
                  <a:pt x="71495" y="322189"/>
                  <a:pt x="66180" y="319949"/>
                  <a:pt x="61722" y="315468"/>
                </a:cubicBezTo>
                <a:cubicBezTo>
                  <a:pt x="57276" y="310987"/>
                  <a:pt x="55035" y="305672"/>
                  <a:pt x="55013" y="299512"/>
                </a:cubicBezTo>
                <a:lnTo>
                  <a:pt x="55013" y="77678"/>
                </a:lnTo>
                <a:cubicBezTo>
                  <a:pt x="55013" y="71495"/>
                  <a:pt x="57241" y="66180"/>
                  <a:pt x="61722" y="61722"/>
                </a:cubicBezTo>
                <a:cubicBezTo>
                  <a:pt x="66203" y="57276"/>
                  <a:pt x="71518" y="55035"/>
                  <a:pt x="77678" y="55013"/>
                </a:cubicBezTo>
                <a:lnTo>
                  <a:pt x="158225" y="55013"/>
                </a:lnTo>
                <a:cubicBezTo>
                  <a:pt x="157723" y="46543"/>
                  <a:pt x="160466" y="39193"/>
                  <a:pt x="166432" y="32964"/>
                </a:cubicBezTo>
                <a:cubicBezTo>
                  <a:pt x="172376" y="26700"/>
                  <a:pt x="179771" y="23580"/>
                  <a:pt x="188595" y="23580"/>
                </a:cubicBezTo>
                <a:cubicBezTo>
                  <a:pt x="197522" y="23580"/>
                  <a:pt x="204974" y="26700"/>
                  <a:pt x="210952" y="32964"/>
                </a:cubicBezTo>
                <a:cubicBezTo>
                  <a:pt x="216919" y="39193"/>
                  <a:pt x="219605" y="46543"/>
                  <a:pt x="219010" y="55013"/>
                </a:cubicBezTo>
                <a:lnTo>
                  <a:pt x="299557" y="55013"/>
                </a:lnTo>
                <a:cubicBezTo>
                  <a:pt x="305730" y="55013"/>
                  <a:pt x="311056" y="57241"/>
                  <a:pt x="315502" y="61722"/>
                </a:cubicBezTo>
                <a:cubicBezTo>
                  <a:pt x="319960" y="66203"/>
                  <a:pt x="322189" y="71518"/>
                  <a:pt x="322189" y="77678"/>
                </a:cubicBezTo>
                <a:lnTo>
                  <a:pt x="322189" y="299512"/>
                </a:lnTo>
                <a:cubicBezTo>
                  <a:pt x="322189" y="305695"/>
                  <a:pt x="319949" y="311010"/>
                  <a:pt x="315468" y="315468"/>
                </a:cubicBezTo>
                <a:cubicBezTo>
                  <a:pt x="310987" y="319914"/>
                  <a:pt x="305672" y="322155"/>
                  <a:pt x="299512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197910" y="62396"/>
                </a:moveTo>
                <a:cubicBezTo>
                  <a:pt x="200574" y="59802"/>
                  <a:pt x="201911" y="56693"/>
                  <a:pt x="201911" y="53081"/>
                </a:cubicBezTo>
                <a:cubicBezTo>
                  <a:pt x="201911" y="49469"/>
                  <a:pt x="200574" y="46360"/>
                  <a:pt x="197910" y="43765"/>
                </a:cubicBezTo>
                <a:cubicBezTo>
                  <a:pt x="195236" y="41171"/>
                  <a:pt x="192127" y="39879"/>
                  <a:pt x="188595" y="39879"/>
                </a:cubicBezTo>
                <a:cubicBezTo>
                  <a:pt x="185063" y="39879"/>
                  <a:pt x="181977" y="41171"/>
                  <a:pt x="179360" y="43765"/>
                </a:cubicBezTo>
                <a:cubicBezTo>
                  <a:pt x="176765" y="46360"/>
                  <a:pt x="175473" y="49469"/>
                  <a:pt x="175473" y="53081"/>
                </a:cubicBezTo>
                <a:cubicBezTo>
                  <a:pt x="175473" y="56693"/>
                  <a:pt x="176765" y="59802"/>
                  <a:pt x="179360" y="62396"/>
                </a:cubicBezTo>
                <a:cubicBezTo>
                  <a:pt x="181954" y="64991"/>
                  <a:pt x="185029" y="66283"/>
                  <a:pt x="188595" y="66283"/>
                </a:cubicBezTo>
                <a:cubicBezTo>
                  <a:pt x="192127" y="66283"/>
                  <a:pt x="195236" y="64991"/>
                  <a:pt x="197910" y="62396"/>
                </a:cubicBezTo>
                <a:close/>
                <a:moveTo>
                  <a:pt x="72843" y="304347"/>
                </a:moveTo>
                <a:lnTo>
                  <a:pt x="72843" y="72843"/>
                </a:lnTo>
                <a:lnTo>
                  <a:pt x="72843" y="30434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482334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950" dirty="0"/>
          </a:p>
        </p:txBody>
      </p:sp>
      <p:sp>
        <p:nvSpPr>
          <p:cNvPr id="139" name="圖示 檢核表"/>
          <p:cNvSpPr/>
          <p:nvPr/>
        </p:nvSpPr>
        <p:spPr>
          <a:xfrm>
            <a:off x="569771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9348" y="260775"/>
                </a:moveTo>
                <a:lnTo>
                  <a:pt x="152488" y="197636"/>
                </a:lnTo>
                <a:cubicBezTo>
                  <a:pt x="154236" y="195979"/>
                  <a:pt x="156340" y="195167"/>
                  <a:pt x="158774" y="195202"/>
                </a:cubicBezTo>
                <a:cubicBezTo>
                  <a:pt x="161209" y="195224"/>
                  <a:pt x="163358" y="196116"/>
                  <a:pt x="165221" y="197865"/>
                </a:cubicBezTo>
                <a:cubicBezTo>
                  <a:pt x="166867" y="199625"/>
                  <a:pt x="167690" y="201717"/>
                  <a:pt x="167690" y="204151"/>
                </a:cubicBezTo>
                <a:cubicBezTo>
                  <a:pt x="167690" y="206586"/>
                  <a:pt x="166809" y="208689"/>
                  <a:pt x="165061" y="210438"/>
                </a:cubicBezTo>
                <a:lnTo>
                  <a:pt x="97441" y="278058"/>
                </a:lnTo>
                <a:cubicBezTo>
                  <a:pt x="95189" y="280309"/>
                  <a:pt x="92537" y="281441"/>
                  <a:pt x="89508" y="281441"/>
                </a:cubicBezTo>
                <a:cubicBezTo>
                  <a:pt x="86468" y="281441"/>
                  <a:pt x="83816" y="280309"/>
                  <a:pt x="81564" y="278058"/>
                </a:cubicBezTo>
                <a:lnTo>
                  <a:pt x="45457" y="241950"/>
                </a:lnTo>
                <a:cubicBezTo>
                  <a:pt x="43708" y="240201"/>
                  <a:pt x="42851" y="238133"/>
                  <a:pt x="42908" y="235744"/>
                </a:cubicBezTo>
                <a:cubicBezTo>
                  <a:pt x="42954" y="233355"/>
                  <a:pt x="43857" y="231286"/>
                  <a:pt x="45617" y="229537"/>
                </a:cubicBezTo>
                <a:cubicBezTo>
                  <a:pt x="47366" y="227777"/>
                  <a:pt x="49446" y="226943"/>
                  <a:pt x="51824" y="227023"/>
                </a:cubicBezTo>
                <a:cubicBezTo>
                  <a:pt x="54212" y="227103"/>
                  <a:pt x="56281" y="227937"/>
                  <a:pt x="58030" y="229537"/>
                </a:cubicBezTo>
                <a:lnTo>
                  <a:pt x="89383" y="260775"/>
                </a:lnTo>
                <a:close/>
                <a:moveTo>
                  <a:pt x="89348" y="141092"/>
                </a:moveTo>
                <a:lnTo>
                  <a:pt x="152488" y="77953"/>
                </a:lnTo>
                <a:cubicBezTo>
                  <a:pt x="154236" y="76307"/>
                  <a:pt x="156340" y="75495"/>
                  <a:pt x="158774" y="75518"/>
                </a:cubicBezTo>
                <a:cubicBezTo>
                  <a:pt x="161209" y="75541"/>
                  <a:pt x="163358" y="76432"/>
                  <a:pt x="165221" y="78193"/>
                </a:cubicBezTo>
                <a:cubicBezTo>
                  <a:pt x="166867" y="79941"/>
                  <a:pt x="167690" y="82033"/>
                  <a:pt x="167690" y="84479"/>
                </a:cubicBezTo>
                <a:cubicBezTo>
                  <a:pt x="167690" y="86914"/>
                  <a:pt x="166809" y="89005"/>
                  <a:pt x="165061" y="90766"/>
                </a:cubicBezTo>
                <a:lnTo>
                  <a:pt x="97441" y="158386"/>
                </a:lnTo>
                <a:cubicBezTo>
                  <a:pt x="95189" y="160637"/>
                  <a:pt x="92537" y="161757"/>
                  <a:pt x="89508" y="161757"/>
                </a:cubicBezTo>
                <a:cubicBezTo>
                  <a:pt x="86468" y="161757"/>
                  <a:pt x="83816" y="160637"/>
                  <a:pt x="81564" y="158386"/>
                </a:cubicBezTo>
                <a:lnTo>
                  <a:pt x="45457" y="122278"/>
                </a:lnTo>
                <a:cubicBezTo>
                  <a:pt x="43708" y="120518"/>
                  <a:pt x="42851" y="118449"/>
                  <a:pt x="42908" y="116060"/>
                </a:cubicBezTo>
                <a:cubicBezTo>
                  <a:pt x="42954" y="113683"/>
                  <a:pt x="43857" y="111614"/>
                  <a:pt x="45617" y="109854"/>
                </a:cubicBezTo>
                <a:cubicBezTo>
                  <a:pt x="47366" y="108105"/>
                  <a:pt x="49446" y="107259"/>
                  <a:pt x="51824" y="107339"/>
                </a:cubicBezTo>
                <a:cubicBezTo>
                  <a:pt x="54212" y="107419"/>
                  <a:pt x="56281" y="108254"/>
                  <a:pt x="58030" y="109854"/>
                </a:cubicBezTo>
                <a:lnTo>
                  <a:pt x="89383" y="141092"/>
                </a:lnTo>
                <a:close/>
                <a:moveTo>
                  <a:pt x="213387" y="257358"/>
                </a:moveTo>
                <a:cubicBezTo>
                  <a:pt x="210849" y="257358"/>
                  <a:pt x="208723" y="256489"/>
                  <a:pt x="207020" y="254763"/>
                </a:cubicBezTo>
                <a:cubicBezTo>
                  <a:pt x="205317" y="253037"/>
                  <a:pt x="204471" y="250900"/>
                  <a:pt x="204471" y="248351"/>
                </a:cubicBezTo>
                <a:cubicBezTo>
                  <a:pt x="204471" y="245814"/>
                  <a:pt x="205317" y="243710"/>
                  <a:pt x="207020" y="242030"/>
                </a:cubicBezTo>
                <a:cubicBezTo>
                  <a:pt x="208723" y="240350"/>
                  <a:pt x="210849" y="239516"/>
                  <a:pt x="213387" y="239516"/>
                </a:cubicBezTo>
                <a:lnTo>
                  <a:pt x="329138" y="239516"/>
                </a:lnTo>
                <a:cubicBezTo>
                  <a:pt x="331676" y="239516"/>
                  <a:pt x="333802" y="240384"/>
                  <a:pt x="335505" y="242110"/>
                </a:cubicBezTo>
                <a:cubicBezTo>
                  <a:pt x="337208" y="243836"/>
                  <a:pt x="338054" y="245974"/>
                  <a:pt x="338054" y="248511"/>
                </a:cubicBezTo>
                <a:cubicBezTo>
                  <a:pt x="338054" y="251083"/>
                  <a:pt x="337208" y="253186"/>
                  <a:pt x="335505" y="254843"/>
                </a:cubicBezTo>
                <a:cubicBezTo>
                  <a:pt x="333802" y="256512"/>
                  <a:pt x="331676" y="257358"/>
                  <a:pt x="329138" y="257358"/>
                </a:cubicBezTo>
                <a:lnTo>
                  <a:pt x="213387" y="257358"/>
                </a:lnTo>
                <a:close/>
                <a:moveTo>
                  <a:pt x="213387" y="137674"/>
                </a:moveTo>
                <a:cubicBezTo>
                  <a:pt x="210849" y="137674"/>
                  <a:pt x="208723" y="136806"/>
                  <a:pt x="207020" y="135080"/>
                </a:cubicBezTo>
                <a:cubicBezTo>
                  <a:pt x="205317" y="133354"/>
                  <a:pt x="204471" y="131216"/>
                  <a:pt x="204471" y="128679"/>
                </a:cubicBezTo>
                <a:cubicBezTo>
                  <a:pt x="204471" y="126107"/>
                  <a:pt x="205317" y="124004"/>
                  <a:pt x="207020" y="122347"/>
                </a:cubicBezTo>
                <a:cubicBezTo>
                  <a:pt x="208723" y="120678"/>
                  <a:pt x="210849" y="119832"/>
                  <a:pt x="213387" y="119832"/>
                </a:cubicBezTo>
                <a:lnTo>
                  <a:pt x="329138" y="119832"/>
                </a:lnTo>
                <a:cubicBezTo>
                  <a:pt x="331676" y="119832"/>
                  <a:pt x="333802" y="120701"/>
                  <a:pt x="335505" y="122427"/>
                </a:cubicBezTo>
                <a:cubicBezTo>
                  <a:pt x="337208" y="124164"/>
                  <a:pt x="338054" y="126290"/>
                  <a:pt x="338054" y="128839"/>
                </a:cubicBezTo>
                <a:cubicBezTo>
                  <a:pt x="338054" y="131399"/>
                  <a:pt x="337208" y="133514"/>
                  <a:pt x="335505" y="135160"/>
                </a:cubicBezTo>
                <a:cubicBezTo>
                  <a:pt x="333802" y="136840"/>
                  <a:pt x="331676" y="137674"/>
                  <a:pt x="329138" y="137674"/>
                </a:cubicBezTo>
                <a:lnTo>
                  <a:pt x="213387" y="13767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551674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950" dirty="0"/>
          </a:p>
        </p:txBody>
      </p:sp>
      <p:sp>
        <p:nvSpPr>
          <p:cNvPr id="141" name="圖示 查核"/>
          <p:cNvSpPr/>
          <p:nvPr/>
        </p:nvSpPr>
        <p:spPr>
          <a:xfrm>
            <a:off x="639111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9722" y="322189"/>
                </a:moveTo>
                <a:cubicBezTo>
                  <a:pt x="53561" y="322189"/>
                  <a:pt x="48246" y="319949"/>
                  <a:pt x="43765" y="315468"/>
                </a:cubicBezTo>
                <a:cubicBezTo>
                  <a:pt x="39296" y="310987"/>
                  <a:pt x="37056" y="305672"/>
                  <a:pt x="37056" y="299512"/>
                </a:cubicBezTo>
                <a:lnTo>
                  <a:pt x="37056" y="77678"/>
                </a:lnTo>
                <a:cubicBezTo>
                  <a:pt x="37056" y="71518"/>
                  <a:pt x="39296" y="66203"/>
                  <a:pt x="43765" y="61722"/>
                </a:cubicBezTo>
                <a:cubicBezTo>
                  <a:pt x="48246" y="57241"/>
                  <a:pt x="53561" y="55013"/>
                  <a:pt x="59722" y="55013"/>
                </a:cubicBezTo>
                <a:lnTo>
                  <a:pt x="317468" y="55013"/>
                </a:lnTo>
                <a:cubicBezTo>
                  <a:pt x="323629" y="55013"/>
                  <a:pt x="328944" y="57241"/>
                  <a:pt x="333425" y="61722"/>
                </a:cubicBezTo>
                <a:cubicBezTo>
                  <a:pt x="337905" y="66203"/>
                  <a:pt x="340134" y="71518"/>
                  <a:pt x="340134" y="77678"/>
                </a:cubicBezTo>
                <a:lnTo>
                  <a:pt x="340134" y="299512"/>
                </a:lnTo>
                <a:cubicBezTo>
                  <a:pt x="340134" y="305672"/>
                  <a:pt x="337905" y="310987"/>
                  <a:pt x="333425" y="315468"/>
                </a:cubicBezTo>
                <a:cubicBezTo>
                  <a:pt x="328944" y="319949"/>
                  <a:pt x="323629" y="322189"/>
                  <a:pt x="317468" y="322189"/>
                </a:cubicBezTo>
                <a:lnTo>
                  <a:pt x="59722" y="322189"/>
                </a:lnTo>
                <a:close/>
                <a:moveTo>
                  <a:pt x="59722" y="304347"/>
                </a:moveTo>
                <a:lnTo>
                  <a:pt x="317468" y="304347"/>
                </a:lnTo>
                <a:cubicBezTo>
                  <a:pt x="318668" y="304347"/>
                  <a:pt x="319789" y="303844"/>
                  <a:pt x="320806" y="302849"/>
                </a:cubicBezTo>
                <a:cubicBezTo>
                  <a:pt x="321835" y="301832"/>
                  <a:pt x="322337" y="300712"/>
                  <a:pt x="322337" y="299512"/>
                </a:cubicBezTo>
                <a:lnTo>
                  <a:pt x="322337" y="77678"/>
                </a:lnTo>
                <a:cubicBezTo>
                  <a:pt x="322337" y="76478"/>
                  <a:pt x="321835" y="75358"/>
                  <a:pt x="320806" y="74341"/>
                </a:cubicBezTo>
                <a:cubicBezTo>
                  <a:pt x="319789" y="73346"/>
                  <a:pt x="318668" y="72843"/>
                  <a:pt x="317468" y="72843"/>
                </a:cubicBezTo>
                <a:lnTo>
                  <a:pt x="59722" y="72843"/>
                </a:lnTo>
                <a:cubicBezTo>
                  <a:pt x="58522" y="72843"/>
                  <a:pt x="57401" y="73346"/>
                  <a:pt x="56384" y="74341"/>
                </a:cubicBezTo>
                <a:cubicBezTo>
                  <a:pt x="55355" y="75358"/>
                  <a:pt x="54853" y="76478"/>
                  <a:pt x="54853" y="77678"/>
                </a:cubicBezTo>
                <a:lnTo>
                  <a:pt x="54853" y="299512"/>
                </a:lnTo>
                <a:cubicBezTo>
                  <a:pt x="54853" y="300712"/>
                  <a:pt x="55355" y="301832"/>
                  <a:pt x="56384" y="302849"/>
                </a:cubicBezTo>
                <a:cubicBezTo>
                  <a:pt x="57401" y="303844"/>
                  <a:pt x="58522" y="304347"/>
                  <a:pt x="59722" y="304347"/>
                </a:cubicBezTo>
                <a:close/>
                <a:moveTo>
                  <a:pt x="141446" y="263244"/>
                </a:moveTo>
                <a:cubicBezTo>
                  <a:pt x="144795" y="263244"/>
                  <a:pt x="147607" y="262124"/>
                  <a:pt x="149859" y="259872"/>
                </a:cubicBezTo>
                <a:cubicBezTo>
                  <a:pt x="152110" y="257621"/>
                  <a:pt x="153231" y="254809"/>
                  <a:pt x="153231" y="251460"/>
                </a:cubicBezTo>
                <a:cubicBezTo>
                  <a:pt x="153231" y="248111"/>
                  <a:pt x="152110" y="245299"/>
                  <a:pt x="149859" y="243048"/>
                </a:cubicBezTo>
                <a:cubicBezTo>
                  <a:pt x="147607" y="240796"/>
                  <a:pt x="144795" y="239676"/>
                  <a:pt x="141446" y="239676"/>
                </a:cubicBezTo>
                <a:lnTo>
                  <a:pt x="94298" y="239676"/>
                </a:lnTo>
                <a:cubicBezTo>
                  <a:pt x="90949" y="239676"/>
                  <a:pt x="88137" y="240796"/>
                  <a:pt x="85885" y="243048"/>
                </a:cubicBezTo>
                <a:cubicBezTo>
                  <a:pt x="83633" y="245299"/>
                  <a:pt x="82513" y="248111"/>
                  <a:pt x="82513" y="251460"/>
                </a:cubicBezTo>
                <a:cubicBezTo>
                  <a:pt x="82513" y="254809"/>
                  <a:pt x="83633" y="257621"/>
                  <a:pt x="85885" y="259872"/>
                </a:cubicBezTo>
                <a:cubicBezTo>
                  <a:pt x="88137" y="262124"/>
                  <a:pt x="90949" y="263244"/>
                  <a:pt x="94298" y="263244"/>
                </a:cubicBezTo>
                <a:lnTo>
                  <a:pt x="141446" y="263244"/>
                </a:lnTo>
                <a:close/>
                <a:moveTo>
                  <a:pt x="228669" y="196927"/>
                </a:moveTo>
                <a:lnTo>
                  <a:pt x="214564" y="182823"/>
                </a:lnTo>
                <a:cubicBezTo>
                  <a:pt x="212232" y="180491"/>
                  <a:pt x="209466" y="179337"/>
                  <a:pt x="206277" y="179360"/>
                </a:cubicBezTo>
                <a:cubicBezTo>
                  <a:pt x="203077" y="179382"/>
                  <a:pt x="200322" y="180617"/>
                  <a:pt x="197990" y="183051"/>
                </a:cubicBezTo>
                <a:cubicBezTo>
                  <a:pt x="195807" y="185383"/>
                  <a:pt x="194710" y="188149"/>
                  <a:pt x="194687" y="191350"/>
                </a:cubicBezTo>
                <a:cubicBezTo>
                  <a:pt x="194664" y="194539"/>
                  <a:pt x="195807" y="197305"/>
                  <a:pt x="198139" y="199636"/>
                </a:cubicBezTo>
                <a:lnTo>
                  <a:pt x="220736" y="222233"/>
                </a:lnTo>
                <a:cubicBezTo>
                  <a:pt x="223011" y="224485"/>
                  <a:pt x="225674" y="225605"/>
                  <a:pt x="228714" y="225605"/>
                </a:cubicBezTo>
                <a:cubicBezTo>
                  <a:pt x="231755" y="225605"/>
                  <a:pt x="234395" y="224485"/>
                  <a:pt x="236647" y="222233"/>
                </a:cubicBezTo>
                <a:lnTo>
                  <a:pt x="292642" y="166238"/>
                </a:lnTo>
                <a:cubicBezTo>
                  <a:pt x="294963" y="163906"/>
                  <a:pt x="296163" y="161174"/>
                  <a:pt x="296208" y="158031"/>
                </a:cubicBezTo>
                <a:cubicBezTo>
                  <a:pt x="296266" y="154888"/>
                  <a:pt x="295077" y="152099"/>
                  <a:pt x="292642" y="149653"/>
                </a:cubicBezTo>
                <a:cubicBezTo>
                  <a:pt x="290196" y="147218"/>
                  <a:pt x="287396" y="146007"/>
                  <a:pt x="284230" y="146007"/>
                </a:cubicBezTo>
                <a:cubicBezTo>
                  <a:pt x="281064" y="146007"/>
                  <a:pt x="278252" y="147218"/>
                  <a:pt x="275817" y="149653"/>
                </a:cubicBezTo>
                <a:lnTo>
                  <a:pt x="228669" y="196927"/>
                </a:lnTo>
                <a:close/>
                <a:moveTo>
                  <a:pt x="141446" y="200379"/>
                </a:moveTo>
                <a:cubicBezTo>
                  <a:pt x="144795" y="200379"/>
                  <a:pt x="147607" y="199259"/>
                  <a:pt x="149859" y="197007"/>
                </a:cubicBezTo>
                <a:cubicBezTo>
                  <a:pt x="152110" y="194756"/>
                  <a:pt x="153231" y="191944"/>
                  <a:pt x="153231" y="188595"/>
                </a:cubicBezTo>
                <a:cubicBezTo>
                  <a:pt x="153231" y="185246"/>
                  <a:pt x="152110" y="182434"/>
                  <a:pt x="149859" y="180183"/>
                </a:cubicBezTo>
                <a:cubicBezTo>
                  <a:pt x="147607" y="177931"/>
                  <a:pt x="144795" y="176811"/>
                  <a:pt x="141446" y="176811"/>
                </a:cubicBezTo>
                <a:lnTo>
                  <a:pt x="94298" y="176811"/>
                </a:lnTo>
                <a:cubicBezTo>
                  <a:pt x="90949" y="176811"/>
                  <a:pt x="88137" y="177931"/>
                  <a:pt x="85885" y="180183"/>
                </a:cubicBezTo>
                <a:cubicBezTo>
                  <a:pt x="83633" y="182434"/>
                  <a:pt x="82513" y="185246"/>
                  <a:pt x="82513" y="188595"/>
                </a:cubicBezTo>
                <a:cubicBezTo>
                  <a:pt x="82513" y="191944"/>
                  <a:pt x="83633" y="194756"/>
                  <a:pt x="85885" y="197007"/>
                </a:cubicBezTo>
                <a:cubicBezTo>
                  <a:pt x="88137" y="199259"/>
                  <a:pt x="90949" y="200379"/>
                  <a:pt x="94298" y="200379"/>
                </a:cubicBezTo>
                <a:lnTo>
                  <a:pt x="141446" y="200379"/>
                </a:lnTo>
                <a:close/>
                <a:moveTo>
                  <a:pt x="141446" y="137514"/>
                </a:moveTo>
                <a:cubicBezTo>
                  <a:pt x="144795" y="137514"/>
                  <a:pt x="147607" y="136394"/>
                  <a:pt x="149859" y="134142"/>
                </a:cubicBezTo>
                <a:cubicBezTo>
                  <a:pt x="152110" y="131891"/>
                  <a:pt x="153231" y="129079"/>
                  <a:pt x="153231" y="125730"/>
                </a:cubicBezTo>
                <a:cubicBezTo>
                  <a:pt x="153231" y="122381"/>
                  <a:pt x="152110" y="119569"/>
                  <a:pt x="149859" y="117318"/>
                </a:cubicBezTo>
                <a:cubicBezTo>
                  <a:pt x="147607" y="115066"/>
                  <a:pt x="144795" y="113946"/>
                  <a:pt x="141446" y="113946"/>
                </a:cubicBezTo>
                <a:lnTo>
                  <a:pt x="94298" y="113946"/>
                </a:lnTo>
                <a:cubicBezTo>
                  <a:pt x="90949" y="113946"/>
                  <a:pt x="88137" y="115066"/>
                  <a:pt x="85885" y="117318"/>
                </a:cubicBezTo>
                <a:cubicBezTo>
                  <a:pt x="83633" y="119569"/>
                  <a:pt x="82513" y="122381"/>
                  <a:pt x="82513" y="125730"/>
                </a:cubicBezTo>
                <a:cubicBezTo>
                  <a:pt x="82513" y="129079"/>
                  <a:pt x="83633" y="131891"/>
                  <a:pt x="85885" y="134142"/>
                </a:cubicBezTo>
                <a:cubicBezTo>
                  <a:pt x="88137" y="136394"/>
                  <a:pt x="90949" y="137514"/>
                  <a:pt x="94298" y="137514"/>
                </a:cubicBezTo>
                <a:lnTo>
                  <a:pt x="141446" y="137514"/>
                </a:lnTo>
                <a:close/>
                <a:moveTo>
                  <a:pt x="54887" y="304347"/>
                </a:moveTo>
                <a:lnTo>
                  <a:pt x="54887" y="72843"/>
                </a:lnTo>
                <a:lnTo>
                  <a:pt x="54887" y="30434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621014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950" dirty="0"/>
          </a:p>
        </p:txBody>
      </p:sp>
      <p:sp>
        <p:nvSpPr>
          <p:cNvPr id="143" name="圖示 資料夾"/>
          <p:cNvSpPr/>
          <p:nvPr/>
        </p:nvSpPr>
        <p:spPr>
          <a:xfrm>
            <a:off x="708451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1962" y="306473"/>
                </a:moveTo>
                <a:cubicBezTo>
                  <a:pt x="55801" y="306473"/>
                  <a:pt x="50486" y="304187"/>
                  <a:pt x="46006" y="299626"/>
                </a:cubicBezTo>
                <a:cubicBezTo>
                  <a:pt x="41525" y="295100"/>
                  <a:pt x="39296" y="289819"/>
                  <a:pt x="39296" y="283795"/>
                </a:cubicBezTo>
                <a:lnTo>
                  <a:pt x="39296" y="93395"/>
                </a:lnTo>
                <a:cubicBezTo>
                  <a:pt x="39296" y="87371"/>
                  <a:pt x="41525" y="82090"/>
                  <a:pt x="46006" y="77564"/>
                </a:cubicBezTo>
                <a:cubicBezTo>
                  <a:pt x="50486" y="73003"/>
                  <a:pt x="55801" y="70729"/>
                  <a:pt x="61962" y="70729"/>
                </a:cubicBezTo>
                <a:lnTo>
                  <a:pt x="150602" y="70729"/>
                </a:lnTo>
                <a:cubicBezTo>
                  <a:pt x="153768" y="70729"/>
                  <a:pt x="156751" y="71357"/>
                  <a:pt x="159563" y="72603"/>
                </a:cubicBezTo>
                <a:cubicBezTo>
                  <a:pt x="162363" y="73861"/>
                  <a:pt x="164821" y="75507"/>
                  <a:pt x="166947" y="77518"/>
                </a:cubicBezTo>
                <a:lnTo>
                  <a:pt x="185692" y="96423"/>
                </a:lnTo>
                <a:lnTo>
                  <a:pt x="315274" y="96423"/>
                </a:lnTo>
                <a:cubicBezTo>
                  <a:pt x="321297" y="96423"/>
                  <a:pt x="326567" y="98687"/>
                  <a:pt x="331104" y="103213"/>
                </a:cubicBezTo>
                <a:cubicBezTo>
                  <a:pt x="335631" y="107773"/>
                  <a:pt x="337905" y="113066"/>
                  <a:pt x="337905" y="119089"/>
                </a:cubicBezTo>
                <a:lnTo>
                  <a:pt x="337905" y="283795"/>
                </a:lnTo>
                <a:cubicBezTo>
                  <a:pt x="337905" y="289819"/>
                  <a:pt x="335619" y="295100"/>
                  <a:pt x="331059" y="299626"/>
                </a:cubicBezTo>
                <a:cubicBezTo>
                  <a:pt x="326532" y="304187"/>
                  <a:pt x="321252" y="306473"/>
                  <a:pt x="315228" y="306473"/>
                </a:cubicBezTo>
                <a:lnTo>
                  <a:pt x="61962" y="306473"/>
                </a:lnTo>
                <a:close/>
                <a:moveTo>
                  <a:pt x="61962" y="288630"/>
                </a:moveTo>
                <a:lnTo>
                  <a:pt x="315228" y="288630"/>
                </a:lnTo>
                <a:cubicBezTo>
                  <a:pt x="316645" y="288630"/>
                  <a:pt x="317800" y="288173"/>
                  <a:pt x="318691" y="287259"/>
                </a:cubicBezTo>
                <a:cubicBezTo>
                  <a:pt x="319571" y="286333"/>
                  <a:pt x="320040" y="285190"/>
                  <a:pt x="320063" y="283795"/>
                </a:cubicBezTo>
                <a:lnTo>
                  <a:pt x="320063" y="119089"/>
                </a:lnTo>
                <a:cubicBezTo>
                  <a:pt x="320063" y="117672"/>
                  <a:pt x="319606" y="116517"/>
                  <a:pt x="318691" y="115637"/>
                </a:cubicBezTo>
                <a:cubicBezTo>
                  <a:pt x="317765" y="114746"/>
                  <a:pt x="316622" y="114289"/>
                  <a:pt x="315228" y="114254"/>
                </a:cubicBezTo>
                <a:lnTo>
                  <a:pt x="178422" y="114254"/>
                </a:lnTo>
                <a:lnTo>
                  <a:pt x="154099" y="89931"/>
                </a:lnTo>
                <a:cubicBezTo>
                  <a:pt x="153596" y="89440"/>
                  <a:pt x="153082" y="89085"/>
                  <a:pt x="152522" y="88880"/>
                </a:cubicBezTo>
                <a:cubicBezTo>
                  <a:pt x="151973" y="88663"/>
                  <a:pt x="151402" y="88560"/>
                  <a:pt x="150796" y="88560"/>
                </a:cubicBezTo>
                <a:lnTo>
                  <a:pt x="61996" y="88560"/>
                </a:lnTo>
                <a:cubicBezTo>
                  <a:pt x="60590" y="88560"/>
                  <a:pt x="59436" y="89017"/>
                  <a:pt x="58544" y="89931"/>
                </a:cubicBezTo>
                <a:cubicBezTo>
                  <a:pt x="57653" y="90857"/>
                  <a:pt x="57196" y="92000"/>
                  <a:pt x="57173" y="93395"/>
                </a:cubicBezTo>
                <a:lnTo>
                  <a:pt x="57173" y="283795"/>
                </a:lnTo>
                <a:cubicBezTo>
                  <a:pt x="57173" y="285213"/>
                  <a:pt x="57630" y="286367"/>
                  <a:pt x="58544" y="287259"/>
                </a:cubicBezTo>
                <a:cubicBezTo>
                  <a:pt x="59459" y="288139"/>
                  <a:pt x="60613" y="288608"/>
                  <a:pt x="61996" y="288630"/>
                </a:cubicBezTo>
                <a:close/>
                <a:moveTo>
                  <a:pt x="57127" y="288630"/>
                </a:moveTo>
                <a:lnTo>
                  <a:pt x="57127" y="88560"/>
                </a:lnTo>
                <a:lnTo>
                  <a:pt x="57127" y="28863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6903549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950" dirty="0"/>
          </a:p>
        </p:txBody>
      </p:sp>
      <p:sp>
        <p:nvSpPr>
          <p:cNvPr id="145" name="圖示 筆記"/>
          <p:cNvSpPr/>
          <p:nvPr/>
        </p:nvSpPr>
        <p:spPr>
          <a:xfrm>
            <a:off x="777791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9644" y="217159"/>
                </a:moveTo>
                <a:cubicBezTo>
                  <a:pt x="77130" y="217159"/>
                  <a:pt x="75004" y="216290"/>
                  <a:pt x="73278" y="214564"/>
                </a:cubicBezTo>
                <a:cubicBezTo>
                  <a:pt x="71575" y="212838"/>
                  <a:pt x="70729" y="210701"/>
                  <a:pt x="70729" y="208163"/>
                </a:cubicBezTo>
                <a:cubicBezTo>
                  <a:pt x="70729" y="205626"/>
                  <a:pt x="71575" y="203511"/>
                  <a:pt x="73278" y="201831"/>
                </a:cubicBezTo>
                <a:cubicBezTo>
                  <a:pt x="74981" y="200162"/>
                  <a:pt x="77107" y="199316"/>
                  <a:pt x="79644" y="199316"/>
                </a:cubicBezTo>
                <a:lnTo>
                  <a:pt x="177554" y="199316"/>
                </a:lnTo>
                <a:cubicBezTo>
                  <a:pt x="180091" y="199316"/>
                  <a:pt x="182217" y="200185"/>
                  <a:pt x="183920" y="201911"/>
                </a:cubicBezTo>
                <a:cubicBezTo>
                  <a:pt x="185623" y="203648"/>
                  <a:pt x="186469" y="205774"/>
                  <a:pt x="186469" y="208323"/>
                </a:cubicBezTo>
                <a:cubicBezTo>
                  <a:pt x="186469" y="210861"/>
                  <a:pt x="185623" y="212964"/>
                  <a:pt x="183920" y="214644"/>
                </a:cubicBezTo>
                <a:cubicBezTo>
                  <a:pt x="182217" y="216324"/>
                  <a:pt x="180091" y="217159"/>
                  <a:pt x="177554" y="217159"/>
                </a:cubicBezTo>
                <a:lnTo>
                  <a:pt x="79644" y="217159"/>
                </a:lnTo>
                <a:close/>
                <a:moveTo>
                  <a:pt x="79644" y="152796"/>
                </a:moveTo>
                <a:cubicBezTo>
                  <a:pt x="77130" y="152796"/>
                  <a:pt x="75004" y="151950"/>
                  <a:pt x="73278" y="150247"/>
                </a:cubicBezTo>
                <a:cubicBezTo>
                  <a:pt x="71575" y="148544"/>
                  <a:pt x="70729" y="146441"/>
                  <a:pt x="70729" y="143927"/>
                </a:cubicBezTo>
                <a:cubicBezTo>
                  <a:pt x="70729" y="141412"/>
                  <a:pt x="71575" y="139286"/>
                  <a:pt x="73278" y="137560"/>
                </a:cubicBezTo>
                <a:cubicBezTo>
                  <a:pt x="74981" y="135823"/>
                  <a:pt x="77107" y="134965"/>
                  <a:pt x="79644" y="134965"/>
                </a:cubicBezTo>
                <a:lnTo>
                  <a:pt x="243288" y="134965"/>
                </a:lnTo>
                <a:cubicBezTo>
                  <a:pt x="245825" y="134965"/>
                  <a:pt x="247951" y="135857"/>
                  <a:pt x="249654" y="137640"/>
                </a:cubicBezTo>
                <a:cubicBezTo>
                  <a:pt x="251357" y="139412"/>
                  <a:pt x="252203" y="141561"/>
                  <a:pt x="252203" y="144075"/>
                </a:cubicBezTo>
                <a:cubicBezTo>
                  <a:pt x="252203" y="146590"/>
                  <a:pt x="251357" y="148670"/>
                  <a:pt x="249654" y="150327"/>
                </a:cubicBezTo>
                <a:cubicBezTo>
                  <a:pt x="247951" y="151973"/>
                  <a:pt x="245825" y="152796"/>
                  <a:pt x="243288" y="152796"/>
                </a:cubicBezTo>
                <a:lnTo>
                  <a:pt x="79644" y="152796"/>
                </a:lnTo>
                <a:close/>
                <a:moveTo>
                  <a:pt x="79644" y="88560"/>
                </a:moveTo>
                <a:cubicBezTo>
                  <a:pt x="77130" y="88560"/>
                  <a:pt x="75004" y="87691"/>
                  <a:pt x="73278" y="85965"/>
                </a:cubicBezTo>
                <a:cubicBezTo>
                  <a:pt x="71575" y="84239"/>
                  <a:pt x="70729" y="82102"/>
                  <a:pt x="70729" y="79564"/>
                </a:cubicBezTo>
                <a:cubicBezTo>
                  <a:pt x="70729" y="77027"/>
                  <a:pt x="71575" y="74912"/>
                  <a:pt x="73278" y="73232"/>
                </a:cubicBezTo>
                <a:cubicBezTo>
                  <a:pt x="74981" y="71563"/>
                  <a:pt x="77107" y="70729"/>
                  <a:pt x="79644" y="70729"/>
                </a:cubicBezTo>
                <a:lnTo>
                  <a:pt x="243288" y="70729"/>
                </a:lnTo>
                <a:cubicBezTo>
                  <a:pt x="245825" y="70729"/>
                  <a:pt x="247951" y="71586"/>
                  <a:pt x="249654" y="73312"/>
                </a:cubicBezTo>
                <a:cubicBezTo>
                  <a:pt x="251357" y="75049"/>
                  <a:pt x="252203" y="77175"/>
                  <a:pt x="252203" y="79724"/>
                </a:cubicBezTo>
                <a:cubicBezTo>
                  <a:pt x="252203" y="82262"/>
                  <a:pt x="251357" y="84365"/>
                  <a:pt x="249654" y="86045"/>
                </a:cubicBezTo>
                <a:cubicBezTo>
                  <a:pt x="247951" y="87725"/>
                  <a:pt x="245825" y="88560"/>
                  <a:pt x="243288" y="88560"/>
                </a:cubicBezTo>
                <a:lnTo>
                  <a:pt x="79644" y="88560"/>
                </a:lnTo>
                <a:close/>
                <a:moveTo>
                  <a:pt x="206117" y="295157"/>
                </a:moveTo>
                <a:lnTo>
                  <a:pt x="206117" y="269371"/>
                </a:lnTo>
                <a:cubicBezTo>
                  <a:pt x="206117" y="268068"/>
                  <a:pt x="206380" y="266742"/>
                  <a:pt x="206906" y="265405"/>
                </a:cubicBezTo>
                <a:cubicBezTo>
                  <a:pt x="207432" y="264067"/>
                  <a:pt x="208289" y="262799"/>
                  <a:pt x="209500" y="261598"/>
                </a:cubicBezTo>
                <a:lnTo>
                  <a:pt x="291339" y="180103"/>
                </a:lnTo>
                <a:cubicBezTo>
                  <a:pt x="293305" y="178148"/>
                  <a:pt x="295443" y="176754"/>
                  <a:pt x="297740" y="175942"/>
                </a:cubicBezTo>
                <a:cubicBezTo>
                  <a:pt x="300049" y="175130"/>
                  <a:pt x="302324" y="174730"/>
                  <a:pt x="304575" y="174730"/>
                </a:cubicBezTo>
                <a:cubicBezTo>
                  <a:pt x="307044" y="174730"/>
                  <a:pt x="309422" y="175188"/>
                  <a:pt x="311730" y="176102"/>
                </a:cubicBezTo>
                <a:cubicBezTo>
                  <a:pt x="314039" y="177016"/>
                  <a:pt x="316131" y="178411"/>
                  <a:pt x="318017" y="180263"/>
                </a:cubicBezTo>
                <a:lnTo>
                  <a:pt x="332556" y="194962"/>
                </a:lnTo>
                <a:cubicBezTo>
                  <a:pt x="334419" y="196927"/>
                  <a:pt x="335768" y="199042"/>
                  <a:pt x="336602" y="201328"/>
                </a:cubicBezTo>
                <a:cubicBezTo>
                  <a:pt x="337471" y="203580"/>
                  <a:pt x="337905" y="205843"/>
                  <a:pt x="337905" y="208117"/>
                </a:cubicBezTo>
                <a:cubicBezTo>
                  <a:pt x="337905" y="210403"/>
                  <a:pt x="337414" y="212724"/>
                  <a:pt x="336442" y="215078"/>
                </a:cubicBezTo>
                <a:cubicBezTo>
                  <a:pt x="335482" y="217433"/>
                  <a:pt x="334099" y="219605"/>
                  <a:pt x="332316" y="221605"/>
                </a:cubicBezTo>
                <a:lnTo>
                  <a:pt x="251026" y="303089"/>
                </a:lnTo>
                <a:cubicBezTo>
                  <a:pt x="249826" y="304289"/>
                  <a:pt x="248557" y="305158"/>
                  <a:pt x="247219" y="305684"/>
                </a:cubicBezTo>
                <a:cubicBezTo>
                  <a:pt x="245882" y="306210"/>
                  <a:pt x="244556" y="306473"/>
                  <a:pt x="243253" y="306473"/>
                </a:cubicBezTo>
                <a:lnTo>
                  <a:pt x="217479" y="306473"/>
                </a:lnTo>
                <a:cubicBezTo>
                  <a:pt x="214255" y="306473"/>
                  <a:pt x="211558" y="305375"/>
                  <a:pt x="209375" y="303204"/>
                </a:cubicBezTo>
                <a:cubicBezTo>
                  <a:pt x="207203" y="301032"/>
                  <a:pt x="206117" y="298334"/>
                  <a:pt x="206117" y="295111"/>
                </a:cubicBezTo>
                <a:close/>
                <a:moveTo>
                  <a:pt x="319160" y="208117"/>
                </a:moveTo>
                <a:lnTo>
                  <a:pt x="304621" y="193430"/>
                </a:lnTo>
                <a:lnTo>
                  <a:pt x="319160" y="208117"/>
                </a:lnTo>
                <a:close/>
                <a:moveTo>
                  <a:pt x="224862" y="287727"/>
                </a:moveTo>
                <a:lnTo>
                  <a:pt x="239790" y="287727"/>
                </a:lnTo>
                <a:lnTo>
                  <a:pt x="290791" y="236452"/>
                </a:lnTo>
                <a:lnTo>
                  <a:pt x="283555" y="228989"/>
                </a:lnTo>
                <a:lnTo>
                  <a:pt x="276252" y="221605"/>
                </a:lnTo>
                <a:lnTo>
                  <a:pt x="224862" y="272754"/>
                </a:lnTo>
                <a:lnTo>
                  <a:pt x="224862" y="287682"/>
                </a:lnTo>
                <a:close/>
                <a:moveTo>
                  <a:pt x="283601" y="228989"/>
                </a:moveTo>
                <a:lnTo>
                  <a:pt x="276297" y="221605"/>
                </a:lnTo>
                <a:lnTo>
                  <a:pt x="290825" y="236452"/>
                </a:lnTo>
                <a:lnTo>
                  <a:pt x="283601" y="228989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75969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950" dirty="0"/>
          </a:p>
        </p:txBody>
      </p:sp>
      <p:sp>
        <p:nvSpPr>
          <p:cNvPr id="147" name="圖示 手冊"/>
          <p:cNvSpPr/>
          <p:nvPr/>
        </p:nvSpPr>
        <p:spPr>
          <a:xfrm>
            <a:off x="847131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8664" y="257506"/>
                </a:moveTo>
                <a:cubicBezTo>
                  <a:pt x="112986" y="257506"/>
                  <a:pt x="126896" y="259198"/>
                  <a:pt x="140383" y="262581"/>
                </a:cubicBezTo>
                <a:cubicBezTo>
                  <a:pt x="153871" y="265953"/>
                  <a:pt x="167187" y="271120"/>
                  <a:pt x="180308" y="278058"/>
                </a:cubicBezTo>
                <a:lnTo>
                  <a:pt x="180308" y="114060"/>
                </a:lnTo>
                <a:cubicBezTo>
                  <a:pt x="168512" y="105705"/>
                  <a:pt x="155551" y="99315"/>
                  <a:pt x="141412" y="94892"/>
                </a:cubicBezTo>
                <a:cubicBezTo>
                  <a:pt x="127262" y="90457"/>
                  <a:pt x="112997" y="88251"/>
                  <a:pt x="98618" y="88251"/>
                </a:cubicBezTo>
                <a:cubicBezTo>
                  <a:pt x="88765" y="88251"/>
                  <a:pt x="79667" y="89211"/>
                  <a:pt x="71312" y="91154"/>
                </a:cubicBezTo>
                <a:cubicBezTo>
                  <a:pt x="62956" y="93097"/>
                  <a:pt x="54087" y="95738"/>
                  <a:pt x="44714" y="99087"/>
                </a:cubicBezTo>
                <a:cubicBezTo>
                  <a:pt x="43503" y="99487"/>
                  <a:pt x="42657" y="100058"/>
                  <a:pt x="42154" y="100824"/>
                </a:cubicBezTo>
                <a:cubicBezTo>
                  <a:pt x="41662" y="101578"/>
                  <a:pt x="41411" y="102401"/>
                  <a:pt x="41411" y="103293"/>
                </a:cubicBezTo>
                <a:lnTo>
                  <a:pt x="41411" y="262936"/>
                </a:lnTo>
                <a:cubicBezTo>
                  <a:pt x="41411" y="264239"/>
                  <a:pt x="41914" y="265222"/>
                  <a:pt x="42908" y="265885"/>
                </a:cubicBezTo>
                <a:cubicBezTo>
                  <a:pt x="43925" y="266536"/>
                  <a:pt x="45046" y="266662"/>
                  <a:pt x="46246" y="266273"/>
                </a:cubicBezTo>
                <a:cubicBezTo>
                  <a:pt x="52955" y="263313"/>
                  <a:pt x="60899" y="261095"/>
                  <a:pt x="70100" y="259632"/>
                </a:cubicBezTo>
                <a:cubicBezTo>
                  <a:pt x="79290" y="258192"/>
                  <a:pt x="88811" y="257472"/>
                  <a:pt x="98664" y="257472"/>
                </a:cubicBezTo>
                <a:close/>
                <a:moveTo>
                  <a:pt x="198139" y="278058"/>
                </a:moveTo>
                <a:cubicBezTo>
                  <a:pt x="211341" y="271120"/>
                  <a:pt x="224428" y="265953"/>
                  <a:pt x="237390" y="262581"/>
                </a:cubicBezTo>
                <a:cubicBezTo>
                  <a:pt x="250363" y="259198"/>
                  <a:pt x="264067" y="257506"/>
                  <a:pt x="278526" y="257506"/>
                </a:cubicBezTo>
                <a:cubicBezTo>
                  <a:pt x="288379" y="257506"/>
                  <a:pt x="298003" y="258192"/>
                  <a:pt x="307410" y="259552"/>
                </a:cubicBezTo>
                <a:cubicBezTo>
                  <a:pt x="316817" y="260913"/>
                  <a:pt x="324658" y="262661"/>
                  <a:pt x="330944" y="264776"/>
                </a:cubicBezTo>
                <a:cubicBezTo>
                  <a:pt x="332144" y="265279"/>
                  <a:pt x="333265" y="265199"/>
                  <a:pt x="334282" y="264547"/>
                </a:cubicBezTo>
                <a:cubicBezTo>
                  <a:pt x="335276" y="263884"/>
                  <a:pt x="335779" y="262856"/>
                  <a:pt x="335779" y="261438"/>
                </a:cubicBezTo>
                <a:lnTo>
                  <a:pt x="335779" y="103339"/>
                </a:lnTo>
                <a:cubicBezTo>
                  <a:pt x="335779" y="102413"/>
                  <a:pt x="335528" y="101601"/>
                  <a:pt x="335036" y="100904"/>
                </a:cubicBezTo>
                <a:cubicBezTo>
                  <a:pt x="334533" y="100195"/>
                  <a:pt x="333687" y="99590"/>
                  <a:pt x="332476" y="99087"/>
                </a:cubicBezTo>
                <a:cubicBezTo>
                  <a:pt x="323675" y="95235"/>
                  <a:pt x="314977" y="92480"/>
                  <a:pt x="306393" y="90800"/>
                </a:cubicBezTo>
                <a:cubicBezTo>
                  <a:pt x="297797" y="89097"/>
                  <a:pt x="288527" y="88251"/>
                  <a:pt x="278572" y="88251"/>
                </a:cubicBezTo>
                <a:cubicBezTo>
                  <a:pt x="264136" y="88251"/>
                  <a:pt x="250043" y="90457"/>
                  <a:pt x="236292" y="94892"/>
                </a:cubicBezTo>
                <a:cubicBezTo>
                  <a:pt x="222565" y="99315"/>
                  <a:pt x="209866" y="105705"/>
                  <a:pt x="198185" y="114060"/>
                </a:cubicBezTo>
                <a:lnTo>
                  <a:pt x="198185" y="278058"/>
                </a:lnTo>
                <a:close/>
                <a:moveTo>
                  <a:pt x="184034" y="300335"/>
                </a:moveTo>
                <a:cubicBezTo>
                  <a:pt x="182491" y="299946"/>
                  <a:pt x="181120" y="299329"/>
                  <a:pt x="179908" y="298494"/>
                </a:cubicBezTo>
                <a:cubicBezTo>
                  <a:pt x="167598" y="291179"/>
                  <a:pt x="154568" y="285533"/>
                  <a:pt x="140818" y="281555"/>
                </a:cubicBezTo>
                <a:cubicBezTo>
                  <a:pt x="127067" y="277578"/>
                  <a:pt x="112997" y="275589"/>
                  <a:pt x="98618" y="275589"/>
                </a:cubicBezTo>
                <a:cubicBezTo>
                  <a:pt x="90160" y="275589"/>
                  <a:pt x="81816" y="276457"/>
                  <a:pt x="73586" y="278218"/>
                </a:cubicBezTo>
                <a:cubicBezTo>
                  <a:pt x="65368" y="279966"/>
                  <a:pt x="57127" y="282252"/>
                  <a:pt x="48875" y="285053"/>
                </a:cubicBezTo>
                <a:cubicBezTo>
                  <a:pt x="42828" y="287727"/>
                  <a:pt x="37090" y="287167"/>
                  <a:pt x="31673" y="283361"/>
                </a:cubicBezTo>
                <a:cubicBezTo>
                  <a:pt x="26278" y="279509"/>
                  <a:pt x="23580" y="274183"/>
                  <a:pt x="23580" y="267371"/>
                </a:cubicBezTo>
                <a:lnTo>
                  <a:pt x="23580" y="102230"/>
                </a:lnTo>
                <a:cubicBezTo>
                  <a:pt x="23580" y="98092"/>
                  <a:pt x="24597" y="94298"/>
                  <a:pt x="26643" y="90846"/>
                </a:cubicBezTo>
                <a:cubicBezTo>
                  <a:pt x="28678" y="87382"/>
                  <a:pt x="31627" y="84776"/>
                  <a:pt x="35479" y="83016"/>
                </a:cubicBezTo>
                <a:cubicBezTo>
                  <a:pt x="45377" y="78696"/>
                  <a:pt x="55641" y="75518"/>
                  <a:pt x="66248" y="73472"/>
                </a:cubicBezTo>
                <a:cubicBezTo>
                  <a:pt x="76878" y="71426"/>
                  <a:pt x="87668" y="70409"/>
                  <a:pt x="98618" y="70409"/>
                </a:cubicBezTo>
                <a:cubicBezTo>
                  <a:pt x="114917" y="70409"/>
                  <a:pt x="130736" y="72683"/>
                  <a:pt x="146087" y="77244"/>
                </a:cubicBezTo>
                <a:cubicBezTo>
                  <a:pt x="161437" y="81805"/>
                  <a:pt x="175816" y="88663"/>
                  <a:pt x="189224" y="97829"/>
                </a:cubicBezTo>
                <a:cubicBezTo>
                  <a:pt x="202368" y="88663"/>
                  <a:pt x="216541" y="81805"/>
                  <a:pt x="231732" y="77244"/>
                </a:cubicBezTo>
                <a:cubicBezTo>
                  <a:pt x="246899" y="72683"/>
                  <a:pt x="262513" y="70409"/>
                  <a:pt x="278572" y="70409"/>
                </a:cubicBezTo>
                <a:cubicBezTo>
                  <a:pt x="289442" y="70409"/>
                  <a:pt x="300163" y="71426"/>
                  <a:pt x="310747" y="73472"/>
                </a:cubicBezTo>
                <a:cubicBezTo>
                  <a:pt x="321354" y="75518"/>
                  <a:pt x="331596" y="78696"/>
                  <a:pt x="341471" y="83016"/>
                </a:cubicBezTo>
                <a:cubicBezTo>
                  <a:pt x="345346" y="84753"/>
                  <a:pt x="348341" y="87359"/>
                  <a:pt x="350432" y="90834"/>
                </a:cubicBezTo>
                <a:cubicBezTo>
                  <a:pt x="352524" y="94320"/>
                  <a:pt x="353587" y="98127"/>
                  <a:pt x="353621" y="102230"/>
                </a:cubicBezTo>
                <a:lnTo>
                  <a:pt x="353621" y="267371"/>
                </a:lnTo>
                <a:cubicBezTo>
                  <a:pt x="353621" y="274469"/>
                  <a:pt x="350695" y="279932"/>
                  <a:pt x="344855" y="283761"/>
                </a:cubicBezTo>
                <a:cubicBezTo>
                  <a:pt x="339014" y="287579"/>
                  <a:pt x="333104" y="287910"/>
                  <a:pt x="327138" y="284744"/>
                </a:cubicBezTo>
                <a:cubicBezTo>
                  <a:pt x="319251" y="281887"/>
                  <a:pt x="311250" y="279646"/>
                  <a:pt x="303124" y="278023"/>
                </a:cubicBezTo>
                <a:cubicBezTo>
                  <a:pt x="295008" y="276400"/>
                  <a:pt x="286824" y="275589"/>
                  <a:pt x="278572" y="275589"/>
                </a:cubicBezTo>
                <a:cubicBezTo>
                  <a:pt x="264353" y="275589"/>
                  <a:pt x="250477" y="277578"/>
                  <a:pt x="236967" y="281555"/>
                </a:cubicBezTo>
                <a:cubicBezTo>
                  <a:pt x="223422" y="285533"/>
                  <a:pt x="210575" y="291179"/>
                  <a:pt x="198413" y="298494"/>
                </a:cubicBezTo>
                <a:cubicBezTo>
                  <a:pt x="197213" y="299329"/>
                  <a:pt x="195842" y="299946"/>
                  <a:pt x="194287" y="300335"/>
                </a:cubicBezTo>
                <a:cubicBezTo>
                  <a:pt x="192744" y="300735"/>
                  <a:pt x="191041" y="300929"/>
                  <a:pt x="189189" y="300929"/>
                </a:cubicBezTo>
                <a:cubicBezTo>
                  <a:pt x="187349" y="300929"/>
                  <a:pt x="185646" y="300735"/>
                  <a:pt x="184080" y="300335"/>
                </a:cubicBezTo>
                <a:close/>
                <a:moveTo>
                  <a:pt x="110837" y="183406"/>
                </a:moveTo>
                <a:close/>
                <a:moveTo>
                  <a:pt x="219090" y="139526"/>
                </a:moveTo>
                <a:cubicBezTo>
                  <a:pt x="219090" y="138474"/>
                  <a:pt x="219467" y="137366"/>
                  <a:pt x="220222" y="136177"/>
                </a:cubicBezTo>
                <a:cubicBezTo>
                  <a:pt x="220988" y="135000"/>
                  <a:pt x="221902" y="134234"/>
                  <a:pt x="222976" y="133868"/>
                </a:cubicBezTo>
                <a:cubicBezTo>
                  <a:pt x="230966" y="130485"/>
                  <a:pt x="239298" y="127902"/>
                  <a:pt x="247962" y="126119"/>
                </a:cubicBezTo>
                <a:cubicBezTo>
                  <a:pt x="256638" y="124347"/>
                  <a:pt x="265702" y="123455"/>
                  <a:pt x="275154" y="123455"/>
                </a:cubicBezTo>
                <a:cubicBezTo>
                  <a:pt x="280595" y="123455"/>
                  <a:pt x="285864" y="123753"/>
                  <a:pt x="290951" y="124358"/>
                </a:cubicBezTo>
                <a:cubicBezTo>
                  <a:pt x="296026" y="124953"/>
                  <a:pt x="301135" y="125856"/>
                  <a:pt x="306267" y="127067"/>
                </a:cubicBezTo>
                <a:cubicBezTo>
                  <a:pt x="307524" y="127490"/>
                  <a:pt x="308690" y="128256"/>
                  <a:pt x="309764" y="129388"/>
                </a:cubicBezTo>
                <a:cubicBezTo>
                  <a:pt x="310816" y="130485"/>
                  <a:pt x="311342" y="131765"/>
                  <a:pt x="311342" y="133240"/>
                </a:cubicBezTo>
                <a:cubicBezTo>
                  <a:pt x="311342" y="135720"/>
                  <a:pt x="310553" y="137583"/>
                  <a:pt x="308987" y="138817"/>
                </a:cubicBezTo>
                <a:cubicBezTo>
                  <a:pt x="307410" y="140040"/>
                  <a:pt x="305444" y="140360"/>
                  <a:pt x="303089" y="139755"/>
                </a:cubicBezTo>
                <a:cubicBezTo>
                  <a:pt x="298792" y="138657"/>
                  <a:pt x="294300" y="137834"/>
                  <a:pt x="289613" y="137286"/>
                </a:cubicBezTo>
                <a:cubicBezTo>
                  <a:pt x="284950" y="136737"/>
                  <a:pt x="280092" y="136451"/>
                  <a:pt x="275040" y="136451"/>
                </a:cubicBezTo>
                <a:cubicBezTo>
                  <a:pt x="266833" y="136451"/>
                  <a:pt x="258878" y="137229"/>
                  <a:pt x="251151" y="138772"/>
                </a:cubicBezTo>
                <a:cubicBezTo>
                  <a:pt x="243413" y="140315"/>
                  <a:pt x="236007" y="142635"/>
                  <a:pt x="228909" y="145733"/>
                </a:cubicBezTo>
                <a:cubicBezTo>
                  <a:pt x="226051" y="146830"/>
                  <a:pt x="223708" y="146818"/>
                  <a:pt x="221879" y="145687"/>
                </a:cubicBezTo>
                <a:cubicBezTo>
                  <a:pt x="220039" y="144567"/>
                  <a:pt x="219125" y="142509"/>
                  <a:pt x="219125" y="139526"/>
                </a:cubicBezTo>
                <a:close/>
                <a:moveTo>
                  <a:pt x="219090" y="225377"/>
                </a:moveTo>
                <a:cubicBezTo>
                  <a:pt x="219090" y="224245"/>
                  <a:pt x="219467" y="223056"/>
                  <a:pt x="220222" y="221799"/>
                </a:cubicBezTo>
                <a:cubicBezTo>
                  <a:pt x="220988" y="220542"/>
                  <a:pt x="221902" y="219719"/>
                  <a:pt x="222976" y="219319"/>
                </a:cubicBezTo>
                <a:cubicBezTo>
                  <a:pt x="230726" y="215947"/>
                  <a:pt x="239047" y="213432"/>
                  <a:pt x="247928" y="211775"/>
                </a:cubicBezTo>
                <a:cubicBezTo>
                  <a:pt x="256775" y="210129"/>
                  <a:pt x="265839" y="209306"/>
                  <a:pt x="275109" y="209306"/>
                </a:cubicBezTo>
                <a:cubicBezTo>
                  <a:pt x="280561" y="209306"/>
                  <a:pt x="285830" y="209603"/>
                  <a:pt x="290905" y="210209"/>
                </a:cubicBezTo>
                <a:cubicBezTo>
                  <a:pt x="295991" y="210803"/>
                  <a:pt x="301100" y="211706"/>
                  <a:pt x="306233" y="212918"/>
                </a:cubicBezTo>
                <a:cubicBezTo>
                  <a:pt x="307490" y="213330"/>
                  <a:pt x="308656" y="214107"/>
                  <a:pt x="309730" y="215238"/>
                </a:cubicBezTo>
                <a:cubicBezTo>
                  <a:pt x="310770" y="216336"/>
                  <a:pt x="311296" y="217616"/>
                  <a:pt x="311296" y="219079"/>
                </a:cubicBezTo>
                <a:cubicBezTo>
                  <a:pt x="311296" y="221571"/>
                  <a:pt x="310519" y="223434"/>
                  <a:pt x="308941" y="224668"/>
                </a:cubicBezTo>
                <a:cubicBezTo>
                  <a:pt x="307376" y="225891"/>
                  <a:pt x="305410" y="226211"/>
                  <a:pt x="303044" y="225605"/>
                </a:cubicBezTo>
                <a:cubicBezTo>
                  <a:pt x="298757" y="224508"/>
                  <a:pt x="294265" y="223685"/>
                  <a:pt x="289568" y="223136"/>
                </a:cubicBezTo>
                <a:cubicBezTo>
                  <a:pt x="284904" y="222576"/>
                  <a:pt x="280046" y="222302"/>
                  <a:pt x="274994" y="222302"/>
                </a:cubicBezTo>
                <a:cubicBezTo>
                  <a:pt x="266902" y="222302"/>
                  <a:pt x="259015" y="223091"/>
                  <a:pt x="251346" y="224668"/>
                </a:cubicBezTo>
                <a:cubicBezTo>
                  <a:pt x="243665" y="226234"/>
                  <a:pt x="236270" y="228554"/>
                  <a:pt x="229149" y="231618"/>
                </a:cubicBezTo>
                <a:cubicBezTo>
                  <a:pt x="226188" y="232818"/>
                  <a:pt x="223765" y="232852"/>
                  <a:pt x="221879" y="231698"/>
                </a:cubicBezTo>
                <a:cubicBezTo>
                  <a:pt x="219993" y="230543"/>
                  <a:pt x="219045" y="228440"/>
                  <a:pt x="219045" y="225377"/>
                </a:cubicBezTo>
                <a:close/>
                <a:moveTo>
                  <a:pt x="219090" y="182629"/>
                </a:moveTo>
                <a:cubicBezTo>
                  <a:pt x="219090" y="181577"/>
                  <a:pt x="219467" y="180480"/>
                  <a:pt x="220222" y="179325"/>
                </a:cubicBezTo>
                <a:cubicBezTo>
                  <a:pt x="220988" y="178148"/>
                  <a:pt x="221902" y="177371"/>
                  <a:pt x="222976" y="177005"/>
                </a:cubicBezTo>
                <a:cubicBezTo>
                  <a:pt x="230932" y="173622"/>
                  <a:pt x="239253" y="171050"/>
                  <a:pt x="247928" y="169267"/>
                </a:cubicBezTo>
                <a:cubicBezTo>
                  <a:pt x="256592" y="167484"/>
                  <a:pt x="265656" y="166592"/>
                  <a:pt x="275109" y="166592"/>
                </a:cubicBezTo>
                <a:cubicBezTo>
                  <a:pt x="280561" y="166592"/>
                  <a:pt x="285830" y="166889"/>
                  <a:pt x="290905" y="167495"/>
                </a:cubicBezTo>
                <a:cubicBezTo>
                  <a:pt x="295968" y="168101"/>
                  <a:pt x="301066" y="169004"/>
                  <a:pt x="306233" y="170204"/>
                </a:cubicBezTo>
                <a:cubicBezTo>
                  <a:pt x="307490" y="170627"/>
                  <a:pt x="308656" y="171381"/>
                  <a:pt x="309730" y="172490"/>
                </a:cubicBezTo>
                <a:cubicBezTo>
                  <a:pt x="310770" y="173610"/>
                  <a:pt x="311296" y="174890"/>
                  <a:pt x="311296" y="176342"/>
                </a:cubicBezTo>
                <a:cubicBezTo>
                  <a:pt x="311296" y="178822"/>
                  <a:pt x="310519" y="180685"/>
                  <a:pt x="308941" y="181920"/>
                </a:cubicBezTo>
                <a:cubicBezTo>
                  <a:pt x="307376" y="183143"/>
                  <a:pt x="305410" y="183463"/>
                  <a:pt x="303044" y="182857"/>
                </a:cubicBezTo>
                <a:cubicBezTo>
                  <a:pt x="298757" y="181760"/>
                  <a:pt x="294265" y="180937"/>
                  <a:pt x="289568" y="180388"/>
                </a:cubicBezTo>
                <a:cubicBezTo>
                  <a:pt x="284904" y="179828"/>
                  <a:pt x="280046" y="179554"/>
                  <a:pt x="274994" y="179554"/>
                </a:cubicBezTo>
                <a:cubicBezTo>
                  <a:pt x="266799" y="179554"/>
                  <a:pt x="258832" y="180331"/>
                  <a:pt x="251106" y="181874"/>
                </a:cubicBezTo>
                <a:cubicBezTo>
                  <a:pt x="243379" y="183417"/>
                  <a:pt x="235961" y="185726"/>
                  <a:pt x="228863" y="188789"/>
                </a:cubicBezTo>
                <a:cubicBezTo>
                  <a:pt x="226017" y="189887"/>
                  <a:pt x="223674" y="189875"/>
                  <a:pt x="221833" y="188755"/>
                </a:cubicBezTo>
                <a:cubicBezTo>
                  <a:pt x="220005" y="187623"/>
                  <a:pt x="219090" y="185566"/>
                  <a:pt x="219090" y="18258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82903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950" dirty="0"/>
          </a:p>
        </p:txBody>
      </p:sp>
      <p:sp>
        <p:nvSpPr>
          <p:cNvPr id="149" name="圖示 設定"/>
          <p:cNvSpPr/>
          <p:nvPr/>
        </p:nvSpPr>
        <p:spPr>
          <a:xfrm>
            <a:off x="916471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7690" y="337905"/>
                </a:moveTo>
                <a:cubicBezTo>
                  <a:pt x="164832" y="337905"/>
                  <a:pt x="162272" y="336968"/>
                  <a:pt x="159986" y="335105"/>
                </a:cubicBezTo>
                <a:cubicBezTo>
                  <a:pt x="157711" y="333253"/>
                  <a:pt x="156362" y="330887"/>
                  <a:pt x="155939" y="328041"/>
                </a:cubicBezTo>
                <a:lnTo>
                  <a:pt x="150362" y="290631"/>
                </a:lnTo>
                <a:cubicBezTo>
                  <a:pt x="145001" y="288802"/>
                  <a:pt x="139206" y="286127"/>
                  <a:pt x="132999" y="282618"/>
                </a:cubicBezTo>
                <a:cubicBezTo>
                  <a:pt x="126793" y="279132"/>
                  <a:pt x="121432" y="275429"/>
                  <a:pt x="116929" y="271497"/>
                </a:cubicBezTo>
                <a:lnTo>
                  <a:pt x="82822" y="287213"/>
                </a:lnTo>
                <a:cubicBezTo>
                  <a:pt x="79964" y="288390"/>
                  <a:pt x="77107" y="288539"/>
                  <a:pt x="74215" y="287647"/>
                </a:cubicBezTo>
                <a:cubicBezTo>
                  <a:pt x="71369" y="286756"/>
                  <a:pt x="69140" y="284961"/>
                  <a:pt x="67540" y="282264"/>
                </a:cubicBezTo>
                <a:lnTo>
                  <a:pt x="46554" y="245174"/>
                </a:lnTo>
                <a:cubicBezTo>
                  <a:pt x="44966" y="242476"/>
                  <a:pt x="44508" y="239721"/>
                  <a:pt x="45183" y="236921"/>
                </a:cubicBezTo>
                <a:cubicBezTo>
                  <a:pt x="45834" y="234121"/>
                  <a:pt x="47435" y="231789"/>
                  <a:pt x="49983" y="229926"/>
                </a:cubicBezTo>
                <a:lnTo>
                  <a:pt x="81256" y="206746"/>
                </a:lnTo>
                <a:cubicBezTo>
                  <a:pt x="80730" y="204003"/>
                  <a:pt x="80353" y="200985"/>
                  <a:pt x="80113" y="197716"/>
                </a:cubicBezTo>
                <a:cubicBezTo>
                  <a:pt x="79873" y="194436"/>
                  <a:pt x="79759" y="191430"/>
                  <a:pt x="79759" y="188675"/>
                </a:cubicBezTo>
                <a:cubicBezTo>
                  <a:pt x="79759" y="186000"/>
                  <a:pt x="79873" y="183040"/>
                  <a:pt x="80113" y="179794"/>
                </a:cubicBezTo>
                <a:cubicBezTo>
                  <a:pt x="80353" y="176525"/>
                  <a:pt x="80730" y="173347"/>
                  <a:pt x="81256" y="170284"/>
                </a:cubicBezTo>
                <a:lnTo>
                  <a:pt x="49983" y="147104"/>
                </a:lnTo>
                <a:cubicBezTo>
                  <a:pt x="47435" y="145241"/>
                  <a:pt x="45869" y="142886"/>
                  <a:pt x="45263" y="140029"/>
                </a:cubicBezTo>
                <a:cubicBezTo>
                  <a:pt x="44657" y="137171"/>
                  <a:pt x="45149" y="134405"/>
                  <a:pt x="46714" y="131696"/>
                </a:cubicBezTo>
                <a:lnTo>
                  <a:pt x="67540" y="95086"/>
                </a:lnTo>
                <a:cubicBezTo>
                  <a:pt x="69140" y="92492"/>
                  <a:pt x="71369" y="90720"/>
                  <a:pt x="74215" y="89783"/>
                </a:cubicBezTo>
                <a:cubicBezTo>
                  <a:pt x="77072" y="88857"/>
                  <a:pt x="79941" y="88983"/>
                  <a:pt x="82822" y="90137"/>
                </a:cubicBezTo>
                <a:lnTo>
                  <a:pt x="116769" y="105533"/>
                </a:lnTo>
                <a:cubicBezTo>
                  <a:pt x="121569" y="101636"/>
                  <a:pt x="126964" y="97955"/>
                  <a:pt x="132965" y="94492"/>
                </a:cubicBezTo>
                <a:cubicBezTo>
                  <a:pt x="138955" y="91040"/>
                  <a:pt x="144692" y="88480"/>
                  <a:pt x="150167" y="86834"/>
                </a:cubicBezTo>
                <a:lnTo>
                  <a:pt x="155905" y="49035"/>
                </a:lnTo>
                <a:cubicBezTo>
                  <a:pt x="156328" y="46177"/>
                  <a:pt x="157677" y="43823"/>
                  <a:pt x="159951" y="41960"/>
                </a:cubicBezTo>
                <a:cubicBezTo>
                  <a:pt x="162226" y="40108"/>
                  <a:pt x="164798" y="39171"/>
                  <a:pt x="167655" y="39171"/>
                </a:cubicBezTo>
                <a:lnTo>
                  <a:pt x="209500" y="39171"/>
                </a:lnTo>
                <a:cubicBezTo>
                  <a:pt x="212358" y="39171"/>
                  <a:pt x="214918" y="40108"/>
                  <a:pt x="217204" y="41960"/>
                </a:cubicBezTo>
                <a:cubicBezTo>
                  <a:pt x="219479" y="43823"/>
                  <a:pt x="220828" y="46177"/>
                  <a:pt x="221251" y="49035"/>
                </a:cubicBezTo>
                <a:lnTo>
                  <a:pt x="226828" y="86559"/>
                </a:lnTo>
                <a:cubicBezTo>
                  <a:pt x="232612" y="88708"/>
                  <a:pt x="238407" y="91349"/>
                  <a:pt x="244191" y="94492"/>
                </a:cubicBezTo>
                <a:cubicBezTo>
                  <a:pt x="249986" y="97658"/>
                  <a:pt x="255198" y="101327"/>
                  <a:pt x="259827" y="105499"/>
                </a:cubicBezTo>
                <a:lnTo>
                  <a:pt x="294528" y="90091"/>
                </a:lnTo>
                <a:cubicBezTo>
                  <a:pt x="297374" y="88914"/>
                  <a:pt x="300198" y="88800"/>
                  <a:pt x="302975" y="89737"/>
                </a:cubicBezTo>
                <a:cubicBezTo>
                  <a:pt x="305741" y="90651"/>
                  <a:pt x="307936" y="92423"/>
                  <a:pt x="309536" y="95040"/>
                </a:cubicBezTo>
                <a:lnTo>
                  <a:pt x="330590" y="131822"/>
                </a:lnTo>
                <a:cubicBezTo>
                  <a:pt x="332190" y="134520"/>
                  <a:pt x="332647" y="137331"/>
                  <a:pt x="331961" y="140269"/>
                </a:cubicBezTo>
                <a:cubicBezTo>
                  <a:pt x="331310" y="143206"/>
                  <a:pt x="329710" y="145470"/>
                  <a:pt x="327172" y="147070"/>
                </a:cubicBezTo>
                <a:lnTo>
                  <a:pt x="295271" y="170044"/>
                </a:lnTo>
                <a:cubicBezTo>
                  <a:pt x="296003" y="173165"/>
                  <a:pt x="296460" y="176308"/>
                  <a:pt x="296643" y="179474"/>
                </a:cubicBezTo>
                <a:cubicBezTo>
                  <a:pt x="296826" y="182651"/>
                  <a:pt x="296917" y="185646"/>
                  <a:pt x="296917" y="188481"/>
                </a:cubicBezTo>
                <a:cubicBezTo>
                  <a:pt x="296917" y="191201"/>
                  <a:pt x="296803" y="194093"/>
                  <a:pt x="296563" y="197156"/>
                </a:cubicBezTo>
                <a:cubicBezTo>
                  <a:pt x="296334" y="200254"/>
                  <a:pt x="295900" y="203465"/>
                  <a:pt x="295271" y="206792"/>
                </a:cubicBezTo>
                <a:lnTo>
                  <a:pt x="326704" y="229892"/>
                </a:lnTo>
                <a:cubicBezTo>
                  <a:pt x="329241" y="231492"/>
                  <a:pt x="330864" y="233755"/>
                  <a:pt x="331573" y="236681"/>
                </a:cubicBezTo>
                <a:cubicBezTo>
                  <a:pt x="332282" y="239619"/>
                  <a:pt x="331836" y="242442"/>
                  <a:pt x="330236" y="245139"/>
                </a:cubicBezTo>
                <a:lnTo>
                  <a:pt x="309570" y="282070"/>
                </a:lnTo>
                <a:cubicBezTo>
                  <a:pt x="307867" y="284767"/>
                  <a:pt x="305558" y="286562"/>
                  <a:pt x="302655" y="287453"/>
                </a:cubicBezTo>
                <a:cubicBezTo>
                  <a:pt x="299752" y="288345"/>
                  <a:pt x="296917" y="288196"/>
                  <a:pt x="294174" y="287019"/>
                </a:cubicBezTo>
                <a:lnTo>
                  <a:pt x="259792" y="271302"/>
                </a:lnTo>
                <a:cubicBezTo>
                  <a:pt x="254889" y="275417"/>
                  <a:pt x="249597" y="279212"/>
                  <a:pt x="243916" y="282698"/>
                </a:cubicBezTo>
                <a:cubicBezTo>
                  <a:pt x="238258" y="286184"/>
                  <a:pt x="232543" y="288745"/>
                  <a:pt x="226783" y="290402"/>
                </a:cubicBezTo>
                <a:lnTo>
                  <a:pt x="221205" y="327915"/>
                </a:lnTo>
                <a:cubicBezTo>
                  <a:pt x="220782" y="330773"/>
                  <a:pt x="219433" y="333127"/>
                  <a:pt x="217159" y="334990"/>
                </a:cubicBezTo>
                <a:cubicBezTo>
                  <a:pt x="214884" y="336854"/>
                  <a:pt x="212312" y="337779"/>
                  <a:pt x="209455" y="337779"/>
                </a:cubicBezTo>
                <a:lnTo>
                  <a:pt x="167690" y="337779"/>
                </a:lnTo>
                <a:close/>
                <a:moveTo>
                  <a:pt x="171781" y="320063"/>
                </a:moveTo>
                <a:lnTo>
                  <a:pt x="205294" y="320063"/>
                </a:lnTo>
                <a:lnTo>
                  <a:pt x="210952" y="276217"/>
                </a:lnTo>
                <a:cubicBezTo>
                  <a:pt x="219285" y="274114"/>
                  <a:pt x="227057" y="270982"/>
                  <a:pt x="234292" y="266822"/>
                </a:cubicBezTo>
                <a:cubicBezTo>
                  <a:pt x="241516" y="262684"/>
                  <a:pt x="248420" y="257415"/>
                  <a:pt x="254992" y="251026"/>
                </a:cubicBezTo>
                <a:lnTo>
                  <a:pt x="296060" y="268788"/>
                </a:lnTo>
                <a:lnTo>
                  <a:pt x="311776" y="240967"/>
                </a:lnTo>
                <a:lnTo>
                  <a:pt x="275429" y="214175"/>
                </a:lnTo>
                <a:cubicBezTo>
                  <a:pt x="276480" y="209512"/>
                  <a:pt x="277303" y="205123"/>
                  <a:pt x="277898" y="201008"/>
                </a:cubicBezTo>
                <a:cubicBezTo>
                  <a:pt x="278503" y="196893"/>
                  <a:pt x="278801" y="192756"/>
                  <a:pt x="278801" y="188595"/>
                </a:cubicBezTo>
                <a:cubicBezTo>
                  <a:pt x="278801" y="184252"/>
                  <a:pt x="278549" y="180057"/>
                  <a:pt x="278023" y="176022"/>
                </a:cubicBezTo>
                <a:cubicBezTo>
                  <a:pt x="277498" y="172010"/>
                  <a:pt x="276629" y="167770"/>
                  <a:pt x="275429" y="163289"/>
                </a:cubicBezTo>
                <a:lnTo>
                  <a:pt x="312050" y="136177"/>
                </a:lnTo>
                <a:lnTo>
                  <a:pt x="296334" y="108368"/>
                </a:lnTo>
                <a:lnTo>
                  <a:pt x="254843" y="126119"/>
                </a:lnTo>
                <a:cubicBezTo>
                  <a:pt x="249311" y="119912"/>
                  <a:pt x="242659" y="114437"/>
                  <a:pt x="234875" y="109705"/>
                </a:cubicBezTo>
                <a:cubicBezTo>
                  <a:pt x="227068" y="104985"/>
                  <a:pt x="219045" y="102081"/>
                  <a:pt x="210792" y="100973"/>
                </a:cubicBezTo>
                <a:lnTo>
                  <a:pt x="205454" y="57127"/>
                </a:lnTo>
                <a:lnTo>
                  <a:pt x="171781" y="57127"/>
                </a:lnTo>
                <a:lnTo>
                  <a:pt x="166592" y="100824"/>
                </a:lnTo>
                <a:cubicBezTo>
                  <a:pt x="157894" y="102550"/>
                  <a:pt x="149882" y="105510"/>
                  <a:pt x="142544" y="109705"/>
                </a:cubicBezTo>
                <a:cubicBezTo>
                  <a:pt x="135217" y="113889"/>
                  <a:pt x="128393" y="119318"/>
                  <a:pt x="122072" y="125970"/>
                </a:cubicBezTo>
                <a:lnTo>
                  <a:pt x="80902" y="108368"/>
                </a:lnTo>
                <a:lnTo>
                  <a:pt x="65185" y="136177"/>
                </a:lnTo>
                <a:lnTo>
                  <a:pt x="101533" y="162820"/>
                </a:lnTo>
                <a:cubicBezTo>
                  <a:pt x="100378" y="166958"/>
                  <a:pt x="99498" y="171164"/>
                  <a:pt x="98892" y="175428"/>
                </a:cubicBezTo>
                <a:cubicBezTo>
                  <a:pt x="98287" y="179702"/>
                  <a:pt x="97989" y="184114"/>
                  <a:pt x="97989" y="188675"/>
                </a:cubicBezTo>
                <a:cubicBezTo>
                  <a:pt x="97989" y="193018"/>
                  <a:pt x="98287" y="197282"/>
                  <a:pt x="98892" y="201442"/>
                </a:cubicBezTo>
                <a:cubicBezTo>
                  <a:pt x="99498" y="205603"/>
                  <a:pt x="100321" y="209821"/>
                  <a:pt x="101373" y="214095"/>
                </a:cubicBezTo>
                <a:lnTo>
                  <a:pt x="65185" y="240887"/>
                </a:lnTo>
                <a:lnTo>
                  <a:pt x="80902" y="268708"/>
                </a:lnTo>
                <a:lnTo>
                  <a:pt x="121958" y="251106"/>
                </a:lnTo>
                <a:cubicBezTo>
                  <a:pt x="128245" y="257495"/>
                  <a:pt x="135068" y="262764"/>
                  <a:pt x="142429" y="266902"/>
                </a:cubicBezTo>
                <a:cubicBezTo>
                  <a:pt x="149813" y="271040"/>
                  <a:pt x="157825" y="274160"/>
                  <a:pt x="166478" y="276252"/>
                </a:cubicBezTo>
                <a:lnTo>
                  <a:pt x="171816" y="319949"/>
                </a:lnTo>
                <a:close/>
                <a:moveTo>
                  <a:pt x="188161" y="232875"/>
                </a:moveTo>
                <a:cubicBezTo>
                  <a:pt x="200505" y="232875"/>
                  <a:pt x="210964" y="228577"/>
                  <a:pt x="219559" y="219993"/>
                </a:cubicBezTo>
                <a:cubicBezTo>
                  <a:pt x="228143" y="211398"/>
                  <a:pt x="232440" y="200928"/>
                  <a:pt x="232440" y="188595"/>
                </a:cubicBezTo>
                <a:cubicBezTo>
                  <a:pt x="232440" y="176262"/>
                  <a:pt x="228143" y="165792"/>
                  <a:pt x="219559" y="157197"/>
                </a:cubicBezTo>
                <a:cubicBezTo>
                  <a:pt x="210964" y="148613"/>
                  <a:pt x="200505" y="144315"/>
                  <a:pt x="188161" y="144315"/>
                </a:cubicBezTo>
                <a:cubicBezTo>
                  <a:pt x="175931" y="144315"/>
                  <a:pt x="165495" y="148613"/>
                  <a:pt x="156854" y="157197"/>
                </a:cubicBezTo>
                <a:cubicBezTo>
                  <a:pt x="148201" y="165792"/>
                  <a:pt x="143881" y="176262"/>
                  <a:pt x="143881" y="188595"/>
                </a:cubicBezTo>
                <a:cubicBezTo>
                  <a:pt x="143881" y="200928"/>
                  <a:pt x="148201" y="211398"/>
                  <a:pt x="156854" y="219993"/>
                </a:cubicBezTo>
                <a:cubicBezTo>
                  <a:pt x="165495" y="228577"/>
                  <a:pt x="175931" y="232875"/>
                  <a:pt x="188161" y="232875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898375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950" dirty="0"/>
          </a:p>
        </p:txBody>
      </p:sp>
      <p:sp>
        <p:nvSpPr>
          <p:cNvPr id="151" name="圖示 參數"/>
          <p:cNvSpPr/>
          <p:nvPr/>
        </p:nvSpPr>
        <p:spPr>
          <a:xfrm>
            <a:off x="985811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5588" y="323560"/>
                </a:moveTo>
                <a:cubicBezTo>
                  <a:pt x="173919" y="321857"/>
                  <a:pt x="173073" y="319731"/>
                  <a:pt x="173073" y="317194"/>
                </a:cubicBezTo>
                <a:lnTo>
                  <a:pt x="173073" y="252832"/>
                </a:lnTo>
                <a:cubicBezTo>
                  <a:pt x="173073" y="250397"/>
                  <a:pt x="173942" y="248305"/>
                  <a:pt x="175668" y="246545"/>
                </a:cubicBezTo>
                <a:cubicBezTo>
                  <a:pt x="177394" y="244796"/>
                  <a:pt x="179531" y="243916"/>
                  <a:pt x="182068" y="243916"/>
                </a:cubicBezTo>
                <a:cubicBezTo>
                  <a:pt x="184617" y="243916"/>
                  <a:pt x="186720" y="244796"/>
                  <a:pt x="188401" y="246545"/>
                </a:cubicBezTo>
                <a:cubicBezTo>
                  <a:pt x="190069" y="248305"/>
                  <a:pt x="190915" y="250397"/>
                  <a:pt x="190915" y="252832"/>
                </a:cubicBezTo>
                <a:lnTo>
                  <a:pt x="190915" y="276217"/>
                </a:lnTo>
                <a:lnTo>
                  <a:pt x="317228" y="276217"/>
                </a:lnTo>
                <a:cubicBezTo>
                  <a:pt x="319743" y="276217"/>
                  <a:pt x="321869" y="277075"/>
                  <a:pt x="323595" y="278812"/>
                </a:cubicBezTo>
                <a:cubicBezTo>
                  <a:pt x="325298" y="280538"/>
                  <a:pt x="326155" y="282675"/>
                  <a:pt x="326155" y="285213"/>
                </a:cubicBezTo>
                <a:cubicBezTo>
                  <a:pt x="326155" y="287750"/>
                  <a:pt x="325298" y="289865"/>
                  <a:pt x="323595" y="291534"/>
                </a:cubicBezTo>
                <a:cubicBezTo>
                  <a:pt x="321892" y="293214"/>
                  <a:pt x="319777" y="294048"/>
                  <a:pt x="317228" y="294048"/>
                </a:cubicBezTo>
                <a:lnTo>
                  <a:pt x="190915" y="294048"/>
                </a:lnTo>
                <a:lnTo>
                  <a:pt x="190915" y="317194"/>
                </a:lnTo>
                <a:cubicBezTo>
                  <a:pt x="190915" y="319709"/>
                  <a:pt x="190047" y="321835"/>
                  <a:pt x="188321" y="323560"/>
                </a:cubicBezTo>
                <a:cubicBezTo>
                  <a:pt x="186595" y="325264"/>
                  <a:pt x="184457" y="326109"/>
                  <a:pt x="181920" y="326109"/>
                </a:cubicBezTo>
                <a:cubicBezTo>
                  <a:pt x="179371" y="326109"/>
                  <a:pt x="177268" y="325264"/>
                  <a:pt x="175588" y="323560"/>
                </a:cubicBezTo>
                <a:close/>
                <a:moveTo>
                  <a:pt x="59996" y="294048"/>
                </a:moveTo>
                <a:cubicBezTo>
                  <a:pt x="57481" y="294048"/>
                  <a:pt x="55355" y="293191"/>
                  <a:pt x="53630" y="291454"/>
                </a:cubicBezTo>
                <a:cubicBezTo>
                  <a:pt x="51926" y="289728"/>
                  <a:pt x="51081" y="287590"/>
                  <a:pt x="51081" y="285053"/>
                </a:cubicBezTo>
                <a:cubicBezTo>
                  <a:pt x="51081" y="282515"/>
                  <a:pt x="51926" y="280401"/>
                  <a:pt x="53630" y="278732"/>
                </a:cubicBezTo>
                <a:cubicBezTo>
                  <a:pt x="55333" y="277052"/>
                  <a:pt x="57459" y="276217"/>
                  <a:pt x="59996" y="276217"/>
                </a:cubicBezTo>
                <a:lnTo>
                  <a:pt x="130599" y="276217"/>
                </a:lnTo>
                <a:cubicBezTo>
                  <a:pt x="133148" y="276217"/>
                  <a:pt x="135263" y="277075"/>
                  <a:pt x="136966" y="278812"/>
                </a:cubicBezTo>
                <a:cubicBezTo>
                  <a:pt x="138669" y="280538"/>
                  <a:pt x="139526" y="282675"/>
                  <a:pt x="139526" y="285213"/>
                </a:cubicBezTo>
                <a:cubicBezTo>
                  <a:pt x="139526" y="287750"/>
                  <a:pt x="138669" y="289865"/>
                  <a:pt x="136966" y="291534"/>
                </a:cubicBezTo>
                <a:cubicBezTo>
                  <a:pt x="135263" y="293214"/>
                  <a:pt x="133148" y="294048"/>
                  <a:pt x="130599" y="294048"/>
                </a:cubicBezTo>
                <a:lnTo>
                  <a:pt x="59996" y="294048"/>
                </a:lnTo>
                <a:close/>
                <a:moveTo>
                  <a:pt x="124198" y="227023"/>
                </a:moveTo>
                <a:cubicBezTo>
                  <a:pt x="122518" y="225320"/>
                  <a:pt x="121684" y="223194"/>
                  <a:pt x="121684" y="220656"/>
                </a:cubicBezTo>
                <a:lnTo>
                  <a:pt x="121684" y="197510"/>
                </a:lnTo>
                <a:lnTo>
                  <a:pt x="59996" y="197510"/>
                </a:lnTo>
                <a:cubicBezTo>
                  <a:pt x="57481" y="197510"/>
                  <a:pt x="55355" y="196653"/>
                  <a:pt x="53630" y="194916"/>
                </a:cubicBezTo>
                <a:cubicBezTo>
                  <a:pt x="51926" y="193190"/>
                  <a:pt x="51081" y="191052"/>
                  <a:pt x="51081" y="188515"/>
                </a:cubicBezTo>
                <a:cubicBezTo>
                  <a:pt x="51081" y="185978"/>
                  <a:pt x="51926" y="183863"/>
                  <a:pt x="53630" y="182194"/>
                </a:cubicBezTo>
                <a:cubicBezTo>
                  <a:pt x="55333" y="180514"/>
                  <a:pt x="57459" y="179680"/>
                  <a:pt x="59996" y="179680"/>
                </a:cubicBezTo>
                <a:lnTo>
                  <a:pt x="121684" y="179680"/>
                </a:lnTo>
                <a:lnTo>
                  <a:pt x="121684" y="156020"/>
                </a:lnTo>
                <a:cubicBezTo>
                  <a:pt x="121684" y="153505"/>
                  <a:pt x="122552" y="151390"/>
                  <a:pt x="124278" y="149653"/>
                </a:cubicBezTo>
                <a:cubicBezTo>
                  <a:pt x="126004" y="147950"/>
                  <a:pt x="128142" y="147104"/>
                  <a:pt x="130679" y="147104"/>
                </a:cubicBezTo>
                <a:cubicBezTo>
                  <a:pt x="133217" y="147104"/>
                  <a:pt x="135331" y="147950"/>
                  <a:pt x="137011" y="149653"/>
                </a:cubicBezTo>
                <a:cubicBezTo>
                  <a:pt x="138680" y="151356"/>
                  <a:pt x="139526" y="153482"/>
                  <a:pt x="139526" y="156020"/>
                </a:cubicBezTo>
                <a:lnTo>
                  <a:pt x="139526" y="220656"/>
                </a:lnTo>
                <a:cubicBezTo>
                  <a:pt x="139526" y="223171"/>
                  <a:pt x="138657" y="225297"/>
                  <a:pt x="136931" y="227023"/>
                </a:cubicBezTo>
                <a:cubicBezTo>
                  <a:pt x="135194" y="228726"/>
                  <a:pt x="133068" y="229572"/>
                  <a:pt x="130519" y="229572"/>
                </a:cubicBezTo>
                <a:cubicBezTo>
                  <a:pt x="127982" y="229572"/>
                  <a:pt x="125879" y="228726"/>
                  <a:pt x="124198" y="227023"/>
                </a:cubicBezTo>
                <a:close/>
                <a:moveTo>
                  <a:pt x="182000" y="197510"/>
                </a:moveTo>
                <a:cubicBezTo>
                  <a:pt x="179485" y="197510"/>
                  <a:pt x="177359" y="196653"/>
                  <a:pt x="175633" y="194916"/>
                </a:cubicBezTo>
                <a:cubicBezTo>
                  <a:pt x="173930" y="193190"/>
                  <a:pt x="173073" y="191052"/>
                  <a:pt x="173073" y="188515"/>
                </a:cubicBezTo>
                <a:cubicBezTo>
                  <a:pt x="173073" y="185978"/>
                  <a:pt x="173930" y="183863"/>
                  <a:pt x="175633" y="182194"/>
                </a:cubicBezTo>
                <a:cubicBezTo>
                  <a:pt x="177336" y="180514"/>
                  <a:pt x="179451" y="179680"/>
                  <a:pt x="182000" y="179680"/>
                </a:cubicBezTo>
                <a:lnTo>
                  <a:pt x="317228" y="179680"/>
                </a:lnTo>
                <a:cubicBezTo>
                  <a:pt x="319743" y="179680"/>
                  <a:pt x="321869" y="180537"/>
                  <a:pt x="323595" y="182274"/>
                </a:cubicBezTo>
                <a:cubicBezTo>
                  <a:pt x="325298" y="184000"/>
                  <a:pt x="326155" y="186138"/>
                  <a:pt x="326155" y="188675"/>
                </a:cubicBezTo>
                <a:cubicBezTo>
                  <a:pt x="326155" y="191212"/>
                  <a:pt x="325298" y="193327"/>
                  <a:pt x="323595" y="194996"/>
                </a:cubicBezTo>
                <a:cubicBezTo>
                  <a:pt x="321892" y="196676"/>
                  <a:pt x="319777" y="197510"/>
                  <a:pt x="317228" y="197510"/>
                </a:cubicBezTo>
                <a:lnTo>
                  <a:pt x="181954" y="197510"/>
                </a:lnTo>
                <a:close/>
                <a:moveTo>
                  <a:pt x="240224" y="130565"/>
                </a:moveTo>
                <a:cubicBezTo>
                  <a:pt x="238544" y="128862"/>
                  <a:pt x="237710" y="126736"/>
                  <a:pt x="237710" y="124198"/>
                </a:cubicBezTo>
                <a:lnTo>
                  <a:pt x="237710" y="59962"/>
                </a:lnTo>
                <a:cubicBezTo>
                  <a:pt x="237710" y="57447"/>
                  <a:pt x="238578" y="55321"/>
                  <a:pt x="240304" y="53595"/>
                </a:cubicBezTo>
                <a:cubicBezTo>
                  <a:pt x="242030" y="51892"/>
                  <a:pt x="244168" y="51035"/>
                  <a:pt x="246705" y="51035"/>
                </a:cubicBezTo>
                <a:cubicBezTo>
                  <a:pt x="249243" y="51035"/>
                  <a:pt x="251357" y="51892"/>
                  <a:pt x="253037" y="53595"/>
                </a:cubicBezTo>
                <a:cubicBezTo>
                  <a:pt x="254706" y="55298"/>
                  <a:pt x="255552" y="57413"/>
                  <a:pt x="255552" y="59962"/>
                </a:cubicBezTo>
                <a:lnTo>
                  <a:pt x="255552" y="83096"/>
                </a:lnTo>
                <a:lnTo>
                  <a:pt x="317228" y="83096"/>
                </a:lnTo>
                <a:cubicBezTo>
                  <a:pt x="319743" y="83096"/>
                  <a:pt x="321869" y="83965"/>
                  <a:pt x="323595" y="85691"/>
                </a:cubicBezTo>
                <a:cubicBezTo>
                  <a:pt x="325298" y="87417"/>
                  <a:pt x="326155" y="89554"/>
                  <a:pt x="326155" y="92092"/>
                </a:cubicBezTo>
                <a:cubicBezTo>
                  <a:pt x="326155" y="94640"/>
                  <a:pt x="325298" y="96744"/>
                  <a:pt x="323595" y="98424"/>
                </a:cubicBezTo>
                <a:cubicBezTo>
                  <a:pt x="321892" y="100104"/>
                  <a:pt x="319777" y="100938"/>
                  <a:pt x="317228" y="100938"/>
                </a:cubicBezTo>
                <a:lnTo>
                  <a:pt x="255552" y="100938"/>
                </a:lnTo>
                <a:lnTo>
                  <a:pt x="255552" y="124164"/>
                </a:lnTo>
                <a:cubicBezTo>
                  <a:pt x="255552" y="126702"/>
                  <a:pt x="254683" y="128816"/>
                  <a:pt x="252957" y="130519"/>
                </a:cubicBezTo>
                <a:cubicBezTo>
                  <a:pt x="251220" y="132222"/>
                  <a:pt x="249094" y="133079"/>
                  <a:pt x="246545" y="133079"/>
                </a:cubicBezTo>
                <a:cubicBezTo>
                  <a:pt x="244008" y="133079"/>
                  <a:pt x="241905" y="132222"/>
                  <a:pt x="240224" y="130519"/>
                </a:cubicBezTo>
                <a:close/>
                <a:moveTo>
                  <a:pt x="59996" y="100973"/>
                </a:moveTo>
                <a:cubicBezTo>
                  <a:pt x="57481" y="100973"/>
                  <a:pt x="55355" y="100115"/>
                  <a:pt x="53630" y="98389"/>
                </a:cubicBezTo>
                <a:cubicBezTo>
                  <a:pt x="51926" y="96652"/>
                  <a:pt x="51081" y="94515"/>
                  <a:pt x="51081" y="91977"/>
                </a:cubicBezTo>
                <a:cubicBezTo>
                  <a:pt x="51081" y="89440"/>
                  <a:pt x="51926" y="87325"/>
                  <a:pt x="53630" y="85656"/>
                </a:cubicBezTo>
                <a:cubicBezTo>
                  <a:pt x="55333" y="83976"/>
                  <a:pt x="57459" y="83142"/>
                  <a:pt x="59996" y="83142"/>
                </a:cubicBezTo>
                <a:lnTo>
                  <a:pt x="195236" y="83142"/>
                </a:lnTo>
                <a:cubicBezTo>
                  <a:pt x="197750" y="83142"/>
                  <a:pt x="199876" y="83999"/>
                  <a:pt x="201602" y="85736"/>
                </a:cubicBezTo>
                <a:cubicBezTo>
                  <a:pt x="203305" y="87462"/>
                  <a:pt x="204151" y="89600"/>
                  <a:pt x="204151" y="92137"/>
                </a:cubicBezTo>
                <a:cubicBezTo>
                  <a:pt x="204151" y="94675"/>
                  <a:pt x="203305" y="96789"/>
                  <a:pt x="201602" y="98458"/>
                </a:cubicBezTo>
                <a:cubicBezTo>
                  <a:pt x="199899" y="100138"/>
                  <a:pt x="197773" y="100973"/>
                  <a:pt x="195236" y="100973"/>
                </a:cubicBezTo>
                <a:lnTo>
                  <a:pt x="59996" y="10097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967715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950" dirty="0"/>
          </a:p>
        </p:txBody>
      </p:sp>
      <p:sp>
        <p:nvSpPr>
          <p:cNvPr id="153" name="圖示 篩選"/>
          <p:cNvSpPr/>
          <p:nvPr/>
        </p:nvSpPr>
        <p:spPr>
          <a:xfrm>
            <a:off x="1055151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8925" y="306473"/>
                </a:moveTo>
                <a:cubicBezTo>
                  <a:pt x="174970" y="306473"/>
                  <a:pt x="171679" y="305135"/>
                  <a:pt x="169027" y="302461"/>
                </a:cubicBezTo>
                <a:cubicBezTo>
                  <a:pt x="166352" y="299809"/>
                  <a:pt x="165026" y="296517"/>
                  <a:pt x="165026" y="292562"/>
                </a:cubicBezTo>
                <a:lnTo>
                  <a:pt x="165026" y="201602"/>
                </a:lnTo>
                <a:lnTo>
                  <a:pt x="75049" y="87188"/>
                </a:lnTo>
                <a:cubicBezTo>
                  <a:pt x="72192" y="83828"/>
                  <a:pt x="71792" y="80261"/>
                  <a:pt x="73872" y="76455"/>
                </a:cubicBezTo>
                <a:cubicBezTo>
                  <a:pt x="75941" y="72638"/>
                  <a:pt x="79016" y="70729"/>
                  <a:pt x="83096" y="70729"/>
                </a:cubicBezTo>
                <a:lnTo>
                  <a:pt x="294128" y="70729"/>
                </a:lnTo>
                <a:cubicBezTo>
                  <a:pt x="298220" y="70729"/>
                  <a:pt x="301295" y="72638"/>
                  <a:pt x="303364" y="76455"/>
                </a:cubicBezTo>
                <a:cubicBezTo>
                  <a:pt x="305432" y="80284"/>
                  <a:pt x="305044" y="83862"/>
                  <a:pt x="302186" y="87188"/>
                </a:cubicBezTo>
                <a:lnTo>
                  <a:pt x="212175" y="201602"/>
                </a:lnTo>
                <a:lnTo>
                  <a:pt x="212175" y="292562"/>
                </a:lnTo>
                <a:cubicBezTo>
                  <a:pt x="212175" y="296517"/>
                  <a:pt x="210838" y="299809"/>
                  <a:pt x="208163" y="302461"/>
                </a:cubicBezTo>
                <a:cubicBezTo>
                  <a:pt x="205511" y="305135"/>
                  <a:pt x="202220" y="306473"/>
                  <a:pt x="198265" y="306473"/>
                </a:cubicBezTo>
                <a:lnTo>
                  <a:pt x="178925" y="306473"/>
                </a:lnTo>
                <a:close/>
                <a:moveTo>
                  <a:pt x="188595" y="202540"/>
                </a:moveTo>
                <a:lnTo>
                  <a:pt x="278492" y="88560"/>
                </a:lnTo>
                <a:lnTo>
                  <a:pt x="98664" y="88560"/>
                </a:lnTo>
                <a:lnTo>
                  <a:pt x="188595" y="202540"/>
                </a:lnTo>
                <a:close/>
                <a:moveTo>
                  <a:pt x="188595" y="20254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1037055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950" dirty="0"/>
          </a:p>
        </p:txBody>
      </p:sp>
      <p:sp>
        <p:nvSpPr>
          <p:cNvPr id="155" name="圖示 搜尋"/>
          <p:cNvSpPr/>
          <p:nvPr/>
        </p:nvSpPr>
        <p:spPr>
          <a:xfrm>
            <a:off x="1124492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8956" y="242773"/>
                </a:moveTo>
                <a:cubicBezTo>
                  <a:pt x="122290" y="242773"/>
                  <a:pt x="99704" y="233526"/>
                  <a:pt x="81210" y="215033"/>
                </a:cubicBezTo>
                <a:cubicBezTo>
                  <a:pt x="62716" y="196550"/>
                  <a:pt x="53470" y="174147"/>
                  <a:pt x="53470" y="147847"/>
                </a:cubicBezTo>
                <a:cubicBezTo>
                  <a:pt x="53470" y="121547"/>
                  <a:pt x="62716" y="99155"/>
                  <a:pt x="81210" y="80662"/>
                </a:cubicBezTo>
                <a:cubicBezTo>
                  <a:pt x="99704" y="62168"/>
                  <a:pt x="122130" y="52921"/>
                  <a:pt x="148476" y="52921"/>
                </a:cubicBezTo>
                <a:cubicBezTo>
                  <a:pt x="174833" y="52921"/>
                  <a:pt x="197248" y="62168"/>
                  <a:pt x="215741" y="80662"/>
                </a:cubicBezTo>
                <a:cubicBezTo>
                  <a:pt x="234212" y="99155"/>
                  <a:pt x="243448" y="121547"/>
                  <a:pt x="243448" y="147847"/>
                </a:cubicBezTo>
                <a:cubicBezTo>
                  <a:pt x="243448" y="158854"/>
                  <a:pt x="241562" y="169564"/>
                  <a:pt x="237790" y="179988"/>
                </a:cubicBezTo>
                <a:cubicBezTo>
                  <a:pt x="234018" y="190412"/>
                  <a:pt x="228566" y="199854"/>
                  <a:pt x="221445" y="208323"/>
                </a:cubicBezTo>
                <a:lnTo>
                  <a:pt x="317114" y="303364"/>
                </a:lnTo>
                <a:cubicBezTo>
                  <a:pt x="318874" y="305010"/>
                  <a:pt x="319777" y="307158"/>
                  <a:pt x="319823" y="309810"/>
                </a:cubicBezTo>
                <a:cubicBezTo>
                  <a:pt x="319880" y="312473"/>
                  <a:pt x="318977" y="314702"/>
                  <a:pt x="317114" y="316485"/>
                </a:cubicBezTo>
                <a:cubicBezTo>
                  <a:pt x="315251" y="318291"/>
                  <a:pt x="313033" y="319194"/>
                  <a:pt x="310439" y="319194"/>
                </a:cubicBezTo>
                <a:cubicBezTo>
                  <a:pt x="307844" y="319194"/>
                  <a:pt x="305672" y="318268"/>
                  <a:pt x="303912" y="316405"/>
                </a:cubicBezTo>
                <a:lnTo>
                  <a:pt x="208678" y="221171"/>
                </a:lnTo>
                <a:cubicBezTo>
                  <a:pt x="200837" y="228086"/>
                  <a:pt x="191727" y="233412"/>
                  <a:pt x="181326" y="237161"/>
                </a:cubicBezTo>
                <a:cubicBezTo>
                  <a:pt x="170924" y="240899"/>
                  <a:pt x="160146" y="242773"/>
                  <a:pt x="148990" y="242773"/>
                </a:cubicBezTo>
                <a:close/>
                <a:moveTo>
                  <a:pt x="148716" y="224942"/>
                </a:moveTo>
                <a:cubicBezTo>
                  <a:pt x="170193" y="224942"/>
                  <a:pt x="188389" y="217456"/>
                  <a:pt x="203294" y="202505"/>
                </a:cubicBezTo>
                <a:cubicBezTo>
                  <a:pt x="218199" y="187543"/>
                  <a:pt x="225651" y="169324"/>
                  <a:pt x="225651" y="147847"/>
                </a:cubicBezTo>
                <a:cubicBezTo>
                  <a:pt x="225651" y="126370"/>
                  <a:pt x="218199" y="108151"/>
                  <a:pt x="203294" y="93200"/>
                </a:cubicBezTo>
                <a:cubicBezTo>
                  <a:pt x="188389" y="78238"/>
                  <a:pt x="170193" y="70763"/>
                  <a:pt x="148716" y="70763"/>
                </a:cubicBezTo>
                <a:cubicBezTo>
                  <a:pt x="127102" y="70763"/>
                  <a:pt x="108814" y="78238"/>
                  <a:pt x="93829" y="93200"/>
                </a:cubicBezTo>
                <a:cubicBezTo>
                  <a:pt x="78821" y="108151"/>
                  <a:pt x="71312" y="126370"/>
                  <a:pt x="71312" y="147847"/>
                </a:cubicBezTo>
                <a:cubicBezTo>
                  <a:pt x="71312" y="169324"/>
                  <a:pt x="78821" y="187543"/>
                  <a:pt x="93829" y="202505"/>
                </a:cubicBezTo>
                <a:cubicBezTo>
                  <a:pt x="108836" y="217456"/>
                  <a:pt x="127136" y="224942"/>
                  <a:pt x="148716" y="22494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1106395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950" dirty="0"/>
          </a:p>
        </p:txBody>
      </p:sp>
      <p:sp>
        <p:nvSpPr>
          <p:cNvPr id="157" name="圖示 想法"/>
          <p:cNvSpPr/>
          <p:nvPr/>
        </p:nvSpPr>
        <p:spPr>
          <a:xfrm>
            <a:off x="1193832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7735" y="330864"/>
                </a:moveTo>
                <a:cubicBezTo>
                  <a:pt x="161940" y="325366"/>
                  <a:pt x="158843" y="318566"/>
                  <a:pt x="158420" y="310473"/>
                </a:cubicBezTo>
                <a:lnTo>
                  <a:pt x="218736" y="310473"/>
                </a:lnTo>
                <a:cubicBezTo>
                  <a:pt x="218336" y="318566"/>
                  <a:pt x="215238" y="325366"/>
                  <a:pt x="209420" y="330864"/>
                </a:cubicBezTo>
                <a:cubicBezTo>
                  <a:pt x="203603" y="336362"/>
                  <a:pt x="196653" y="339117"/>
                  <a:pt x="188561" y="339117"/>
                </a:cubicBezTo>
                <a:cubicBezTo>
                  <a:pt x="180457" y="339117"/>
                  <a:pt x="173507" y="336362"/>
                  <a:pt x="167690" y="330864"/>
                </a:cubicBezTo>
                <a:close/>
                <a:moveTo>
                  <a:pt x="137949" y="282344"/>
                </a:moveTo>
                <a:cubicBezTo>
                  <a:pt x="135354" y="282344"/>
                  <a:pt x="133217" y="281509"/>
                  <a:pt x="131548" y="279829"/>
                </a:cubicBezTo>
                <a:cubicBezTo>
                  <a:pt x="129868" y="278149"/>
                  <a:pt x="129033" y="276012"/>
                  <a:pt x="129033" y="273428"/>
                </a:cubicBezTo>
                <a:cubicBezTo>
                  <a:pt x="129033" y="270834"/>
                  <a:pt x="129868" y="268696"/>
                  <a:pt x="131548" y="267016"/>
                </a:cubicBezTo>
                <a:cubicBezTo>
                  <a:pt x="133217" y="265347"/>
                  <a:pt x="135354" y="264502"/>
                  <a:pt x="137949" y="264502"/>
                </a:cubicBezTo>
                <a:lnTo>
                  <a:pt x="239241" y="264502"/>
                </a:lnTo>
                <a:cubicBezTo>
                  <a:pt x="241836" y="264502"/>
                  <a:pt x="243973" y="265347"/>
                  <a:pt x="245642" y="267016"/>
                </a:cubicBezTo>
                <a:cubicBezTo>
                  <a:pt x="247322" y="268696"/>
                  <a:pt x="248157" y="270834"/>
                  <a:pt x="248157" y="273428"/>
                </a:cubicBezTo>
                <a:cubicBezTo>
                  <a:pt x="248157" y="276012"/>
                  <a:pt x="247322" y="278149"/>
                  <a:pt x="245642" y="279829"/>
                </a:cubicBezTo>
                <a:cubicBezTo>
                  <a:pt x="243973" y="281509"/>
                  <a:pt x="241836" y="282344"/>
                  <a:pt x="239241" y="282344"/>
                </a:cubicBezTo>
                <a:lnTo>
                  <a:pt x="137949" y="282344"/>
                </a:lnTo>
                <a:close/>
                <a:moveTo>
                  <a:pt x="130096" y="236761"/>
                </a:moveTo>
                <a:cubicBezTo>
                  <a:pt x="114220" y="226108"/>
                  <a:pt x="101670" y="212952"/>
                  <a:pt x="92446" y="197316"/>
                </a:cubicBezTo>
                <a:cubicBezTo>
                  <a:pt x="83199" y="181680"/>
                  <a:pt x="78581" y="164055"/>
                  <a:pt x="78581" y="144429"/>
                </a:cubicBezTo>
                <a:cubicBezTo>
                  <a:pt x="78581" y="114391"/>
                  <a:pt x="89417" y="88548"/>
                  <a:pt x="111077" y="66911"/>
                </a:cubicBezTo>
                <a:cubicBezTo>
                  <a:pt x="132737" y="45251"/>
                  <a:pt x="158580" y="34416"/>
                  <a:pt x="188595" y="34416"/>
                </a:cubicBezTo>
                <a:cubicBezTo>
                  <a:pt x="218610" y="34416"/>
                  <a:pt x="244453" y="45251"/>
                  <a:pt x="266113" y="66911"/>
                </a:cubicBezTo>
                <a:cubicBezTo>
                  <a:pt x="287773" y="88548"/>
                  <a:pt x="298609" y="114391"/>
                  <a:pt x="298609" y="144429"/>
                </a:cubicBezTo>
                <a:cubicBezTo>
                  <a:pt x="298609" y="164020"/>
                  <a:pt x="294037" y="181646"/>
                  <a:pt x="284893" y="197282"/>
                </a:cubicBezTo>
                <a:cubicBezTo>
                  <a:pt x="275760" y="212918"/>
                  <a:pt x="263153" y="226063"/>
                  <a:pt x="247094" y="236727"/>
                </a:cubicBezTo>
                <a:lnTo>
                  <a:pt x="130096" y="236727"/>
                </a:lnTo>
                <a:close/>
                <a:moveTo>
                  <a:pt x="136451" y="218930"/>
                </a:moveTo>
                <a:lnTo>
                  <a:pt x="240967" y="218930"/>
                </a:lnTo>
                <a:cubicBezTo>
                  <a:pt x="253335" y="210541"/>
                  <a:pt x="263061" y="199831"/>
                  <a:pt x="270159" y="186789"/>
                </a:cubicBezTo>
                <a:cubicBezTo>
                  <a:pt x="277235" y="173713"/>
                  <a:pt x="280767" y="159609"/>
                  <a:pt x="280767" y="144475"/>
                </a:cubicBezTo>
                <a:cubicBezTo>
                  <a:pt x="280767" y="119032"/>
                  <a:pt x="271760" y="97326"/>
                  <a:pt x="253735" y="79324"/>
                </a:cubicBezTo>
                <a:cubicBezTo>
                  <a:pt x="235744" y="61276"/>
                  <a:pt x="214027" y="52258"/>
                  <a:pt x="188595" y="52258"/>
                </a:cubicBezTo>
                <a:cubicBezTo>
                  <a:pt x="163163" y="52258"/>
                  <a:pt x="141446" y="61265"/>
                  <a:pt x="123455" y="79290"/>
                </a:cubicBezTo>
                <a:cubicBezTo>
                  <a:pt x="105430" y="97315"/>
                  <a:pt x="96423" y="119021"/>
                  <a:pt x="96423" y="144429"/>
                </a:cubicBezTo>
                <a:cubicBezTo>
                  <a:pt x="96423" y="159574"/>
                  <a:pt x="99955" y="173679"/>
                  <a:pt x="107031" y="186743"/>
                </a:cubicBezTo>
                <a:cubicBezTo>
                  <a:pt x="114106" y="199796"/>
                  <a:pt x="123913" y="210506"/>
                  <a:pt x="136451" y="218885"/>
                </a:cubicBezTo>
                <a:close/>
                <a:moveTo>
                  <a:pt x="188595" y="21893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1175735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950" dirty="0"/>
          </a:p>
        </p:txBody>
      </p:sp>
      <p:sp>
        <p:nvSpPr>
          <p:cNvPr id="159" name="圖示 目標"/>
          <p:cNvSpPr/>
          <p:nvPr/>
        </p:nvSpPr>
        <p:spPr>
          <a:xfrm>
            <a:off x="1263172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405" y="326155"/>
                </a:move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192"/>
                  <a:pt x="333985" y="228611"/>
                  <a:pt x="326155" y="246785"/>
                </a:cubicBezTo>
                <a:cubicBezTo>
                  <a:pt x="318314" y="264959"/>
                  <a:pt x="307684" y="280767"/>
                  <a:pt x="294242" y="294208"/>
                </a:cubicBezTo>
                <a:cubicBezTo>
                  <a:pt x="280812" y="307650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ubicBezTo>
                  <a:pt x="167998" y="337905"/>
                  <a:pt x="148579" y="333985"/>
                  <a:pt x="130405" y="326155"/>
                </a:cubicBezTo>
                <a:close/>
                <a:moveTo>
                  <a:pt x="281795" y="281795"/>
                </a:moveTo>
                <a:cubicBezTo>
                  <a:pt x="307330" y="256283"/>
                  <a:pt x="320097" y="225217"/>
                  <a:pt x="320097" y="188595"/>
                </a:cubicBezTo>
                <a:cubicBezTo>
                  <a:pt x="320097" y="152008"/>
                  <a:pt x="307341" y="120941"/>
                  <a:pt x="281830" y="95395"/>
                </a:cubicBezTo>
                <a:cubicBezTo>
                  <a:pt x="256318" y="69860"/>
                  <a:pt x="225251" y="57093"/>
                  <a:pt x="188629" y="57093"/>
                </a:cubicBezTo>
                <a:cubicBezTo>
                  <a:pt x="152042" y="57093"/>
                  <a:pt x="120975" y="69849"/>
                  <a:pt x="95441" y="95360"/>
                </a:cubicBezTo>
                <a:cubicBezTo>
                  <a:pt x="69894" y="120872"/>
                  <a:pt x="57127" y="151939"/>
                  <a:pt x="57127" y="188561"/>
                </a:cubicBezTo>
                <a:cubicBezTo>
                  <a:pt x="57127" y="225148"/>
                  <a:pt x="69883" y="256215"/>
                  <a:pt x="95395" y="281750"/>
                </a:cubicBezTo>
                <a:cubicBezTo>
                  <a:pt x="120907" y="307296"/>
                  <a:pt x="151973" y="320063"/>
                  <a:pt x="188595" y="320063"/>
                </a:cubicBezTo>
                <a:cubicBezTo>
                  <a:pt x="225182" y="320063"/>
                  <a:pt x="256249" y="307307"/>
                  <a:pt x="281795" y="281795"/>
                </a:cubicBezTo>
                <a:close/>
                <a:moveTo>
                  <a:pt x="127422" y="249848"/>
                </a:moveTo>
                <a:cubicBezTo>
                  <a:pt x="110574" y="233035"/>
                  <a:pt x="102161" y="212632"/>
                  <a:pt x="102161" y="188629"/>
                </a:cubicBezTo>
                <a:cubicBezTo>
                  <a:pt x="102161" y="164638"/>
                  <a:pt x="110551" y="144224"/>
                  <a:pt x="127342" y="127376"/>
                </a:cubicBezTo>
                <a:cubicBezTo>
                  <a:pt x="144155" y="110562"/>
                  <a:pt x="164558" y="102161"/>
                  <a:pt x="188561" y="102161"/>
                </a:cubicBezTo>
                <a:cubicBezTo>
                  <a:pt x="212552" y="102161"/>
                  <a:pt x="232966" y="110551"/>
                  <a:pt x="249814" y="127342"/>
                </a:cubicBezTo>
                <a:cubicBezTo>
                  <a:pt x="266628" y="144155"/>
                  <a:pt x="275040" y="164558"/>
                  <a:pt x="275040" y="188561"/>
                </a:cubicBezTo>
                <a:cubicBezTo>
                  <a:pt x="275040" y="212552"/>
                  <a:pt x="266639" y="232966"/>
                  <a:pt x="249848" y="249814"/>
                </a:cubicBezTo>
                <a:cubicBezTo>
                  <a:pt x="233035" y="266628"/>
                  <a:pt x="212632" y="275040"/>
                  <a:pt x="188629" y="275040"/>
                </a:cubicBezTo>
                <a:cubicBezTo>
                  <a:pt x="164638" y="275040"/>
                  <a:pt x="144224" y="266639"/>
                  <a:pt x="127376" y="249848"/>
                </a:cubicBezTo>
                <a:close/>
                <a:moveTo>
                  <a:pt x="237195" y="237241"/>
                </a:moveTo>
                <a:cubicBezTo>
                  <a:pt x="250557" y="223902"/>
                  <a:pt x="257232" y="207706"/>
                  <a:pt x="257232" y="188629"/>
                </a:cubicBezTo>
                <a:cubicBezTo>
                  <a:pt x="257232" y="169564"/>
                  <a:pt x="250568" y="153368"/>
                  <a:pt x="237241" y="140029"/>
                </a:cubicBezTo>
                <a:cubicBezTo>
                  <a:pt x="223902" y="126679"/>
                  <a:pt x="207706" y="119992"/>
                  <a:pt x="188629" y="119992"/>
                </a:cubicBezTo>
                <a:cubicBezTo>
                  <a:pt x="169564" y="119992"/>
                  <a:pt x="153368" y="126656"/>
                  <a:pt x="140029" y="139995"/>
                </a:cubicBezTo>
                <a:cubicBezTo>
                  <a:pt x="126679" y="153322"/>
                  <a:pt x="119992" y="169530"/>
                  <a:pt x="119992" y="188595"/>
                </a:cubicBezTo>
                <a:cubicBezTo>
                  <a:pt x="119992" y="207660"/>
                  <a:pt x="126656" y="223868"/>
                  <a:pt x="139995" y="237195"/>
                </a:cubicBezTo>
                <a:cubicBezTo>
                  <a:pt x="153322" y="250557"/>
                  <a:pt x="169530" y="257232"/>
                  <a:pt x="188595" y="257232"/>
                </a:cubicBezTo>
                <a:cubicBezTo>
                  <a:pt x="207660" y="257232"/>
                  <a:pt x="223868" y="250568"/>
                  <a:pt x="237195" y="237241"/>
                </a:cubicBezTo>
                <a:close/>
                <a:moveTo>
                  <a:pt x="172010" y="205260"/>
                </a:moveTo>
                <a:cubicBezTo>
                  <a:pt x="167347" y="200562"/>
                  <a:pt x="165026" y="195007"/>
                  <a:pt x="165026" y="188595"/>
                </a:cubicBezTo>
                <a:cubicBezTo>
                  <a:pt x="165026" y="182183"/>
                  <a:pt x="167335" y="176639"/>
                  <a:pt x="171976" y="171976"/>
                </a:cubicBezTo>
                <a:cubicBezTo>
                  <a:pt x="176639" y="167335"/>
                  <a:pt x="182183" y="165026"/>
                  <a:pt x="188595" y="165026"/>
                </a:cubicBezTo>
                <a:cubicBezTo>
                  <a:pt x="195007" y="165026"/>
                  <a:pt x="200551" y="167335"/>
                  <a:pt x="205214" y="171976"/>
                </a:cubicBezTo>
                <a:cubicBezTo>
                  <a:pt x="209855" y="176639"/>
                  <a:pt x="212175" y="182183"/>
                  <a:pt x="212175" y="188595"/>
                </a:cubicBezTo>
                <a:cubicBezTo>
                  <a:pt x="212175" y="195007"/>
                  <a:pt x="209855" y="200551"/>
                  <a:pt x="205214" y="205214"/>
                </a:cubicBezTo>
                <a:cubicBezTo>
                  <a:pt x="200551" y="209855"/>
                  <a:pt x="195007" y="212175"/>
                  <a:pt x="188595" y="212175"/>
                </a:cubicBezTo>
                <a:cubicBezTo>
                  <a:pt x="182183" y="212175"/>
                  <a:pt x="176639" y="209855"/>
                  <a:pt x="171976" y="205214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1245075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950" dirty="0"/>
          </a:p>
        </p:txBody>
      </p:sp>
      <p:sp>
        <p:nvSpPr>
          <p:cNvPr id="161" name="圖示 里程碑"/>
          <p:cNvSpPr/>
          <p:nvPr/>
        </p:nvSpPr>
        <p:spPr>
          <a:xfrm>
            <a:off x="1332512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04276" y="203797"/>
                </a:moveTo>
                <a:lnTo>
                  <a:pt x="104276" y="317194"/>
                </a:lnTo>
                <a:cubicBezTo>
                  <a:pt x="104276" y="319709"/>
                  <a:pt x="103419" y="321835"/>
                  <a:pt x="101681" y="323560"/>
                </a:cubicBezTo>
                <a:cubicBezTo>
                  <a:pt x="99955" y="325264"/>
                  <a:pt x="97818" y="326109"/>
                  <a:pt x="95280" y="326109"/>
                </a:cubicBezTo>
                <a:cubicBezTo>
                  <a:pt x="92743" y="326109"/>
                  <a:pt x="90628" y="325264"/>
                  <a:pt x="88948" y="323560"/>
                </a:cubicBezTo>
                <a:cubicBezTo>
                  <a:pt x="87279" y="321857"/>
                  <a:pt x="86434" y="319731"/>
                  <a:pt x="86434" y="317194"/>
                </a:cubicBezTo>
                <a:lnTo>
                  <a:pt x="86434" y="82033"/>
                </a:lnTo>
                <a:cubicBezTo>
                  <a:pt x="86434" y="78821"/>
                  <a:pt x="87531" y="76124"/>
                  <a:pt x="89703" y="73941"/>
                </a:cubicBezTo>
                <a:cubicBezTo>
                  <a:pt x="91874" y="71769"/>
                  <a:pt x="94572" y="70683"/>
                  <a:pt x="97795" y="70683"/>
                </a:cubicBezTo>
                <a:lnTo>
                  <a:pt x="199716" y="70683"/>
                </a:lnTo>
                <a:cubicBezTo>
                  <a:pt x="202254" y="70683"/>
                  <a:pt x="204608" y="71506"/>
                  <a:pt x="206792" y="73163"/>
                </a:cubicBezTo>
                <a:cubicBezTo>
                  <a:pt x="208963" y="74809"/>
                  <a:pt x="210312" y="77027"/>
                  <a:pt x="210838" y="79804"/>
                </a:cubicBezTo>
                <a:lnTo>
                  <a:pt x="216016" y="103842"/>
                </a:lnTo>
                <a:lnTo>
                  <a:pt x="295191" y="103842"/>
                </a:lnTo>
                <a:cubicBezTo>
                  <a:pt x="298414" y="103842"/>
                  <a:pt x="301112" y="104927"/>
                  <a:pt x="303284" y="107111"/>
                </a:cubicBezTo>
                <a:cubicBezTo>
                  <a:pt x="305455" y="109282"/>
                  <a:pt x="306541" y="111957"/>
                  <a:pt x="306541" y="115123"/>
                </a:cubicBezTo>
                <a:lnTo>
                  <a:pt x="306541" y="225411"/>
                </a:lnTo>
                <a:cubicBezTo>
                  <a:pt x="306541" y="228497"/>
                  <a:pt x="305455" y="231160"/>
                  <a:pt x="303284" y="233389"/>
                </a:cubicBezTo>
                <a:cubicBezTo>
                  <a:pt x="301112" y="235584"/>
                  <a:pt x="298414" y="236681"/>
                  <a:pt x="295191" y="236681"/>
                </a:cubicBezTo>
                <a:lnTo>
                  <a:pt x="226783" y="236681"/>
                </a:lnTo>
                <a:cubicBezTo>
                  <a:pt x="224119" y="236681"/>
                  <a:pt x="221731" y="235904"/>
                  <a:pt x="219639" y="234326"/>
                </a:cubicBezTo>
                <a:cubicBezTo>
                  <a:pt x="217536" y="232761"/>
                  <a:pt x="216233" y="230589"/>
                  <a:pt x="215707" y="227811"/>
                </a:cubicBezTo>
                <a:lnTo>
                  <a:pt x="210358" y="203763"/>
                </a:lnTo>
                <a:lnTo>
                  <a:pt x="104276" y="203763"/>
                </a:lnTo>
                <a:close/>
                <a:moveTo>
                  <a:pt x="232875" y="218930"/>
                </a:moveTo>
                <a:lnTo>
                  <a:pt x="288630" y="218930"/>
                </a:lnTo>
                <a:lnTo>
                  <a:pt x="288630" y="121764"/>
                </a:lnTo>
                <a:lnTo>
                  <a:pt x="209889" y="121764"/>
                </a:lnTo>
                <a:cubicBezTo>
                  <a:pt x="207214" y="121764"/>
                  <a:pt x="204837" y="120941"/>
                  <a:pt x="202745" y="119283"/>
                </a:cubicBezTo>
                <a:cubicBezTo>
                  <a:pt x="200642" y="117638"/>
                  <a:pt x="199339" y="115420"/>
                  <a:pt x="198813" y="112643"/>
                </a:cubicBezTo>
                <a:lnTo>
                  <a:pt x="193464" y="88605"/>
                </a:lnTo>
                <a:lnTo>
                  <a:pt x="104276" y="88605"/>
                </a:lnTo>
                <a:lnTo>
                  <a:pt x="104276" y="186000"/>
                </a:lnTo>
                <a:lnTo>
                  <a:pt x="216576" y="186000"/>
                </a:lnTo>
                <a:cubicBezTo>
                  <a:pt x="219113" y="186000"/>
                  <a:pt x="221445" y="186789"/>
                  <a:pt x="223559" y="188355"/>
                </a:cubicBezTo>
                <a:cubicBezTo>
                  <a:pt x="225685" y="189932"/>
                  <a:pt x="227057" y="192104"/>
                  <a:pt x="227686" y="194882"/>
                </a:cubicBezTo>
                <a:lnTo>
                  <a:pt x="232875" y="218930"/>
                </a:lnTo>
                <a:close/>
                <a:moveTo>
                  <a:pt x="196459" y="15366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1314415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950" dirty="0"/>
          </a:p>
        </p:txBody>
      </p:sp>
      <p:sp>
        <p:nvSpPr>
          <p:cNvPr id="163" name="圖示 成果"/>
          <p:cNvSpPr/>
          <p:nvPr/>
        </p:nvSpPr>
        <p:spPr>
          <a:xfrm>
            <a:off x="1401852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04347"/>
                </a:moveTo>
                <a:lnTo>
                  <a:pt x="179680" y="243642"/>
                </a:lnTo>
                <a:cubicBezTo>
                  <a:pt x="165038" y="241676"/>
                  <a:pt x="152190" y="235835"/>
                  <a:pt x="141138" y="226120"/>
                </a:cubicBezTo>
                <a:cubicBezTo>
                  <a:pt x="130073" y="216427"/>
                  <a:pt x="122918" y="204380"/>
                  <a:pt x="119638" y="189967"/>
                </a:cubicBezTo>
                <a:cubicBezTo>
                  <a:pt x="101670" y="187978"/>
                  <a:pt x="86411" y="180800"/>
                  <a:pt x="73872" y="168444"/>
                </a:cubicBezTo>
                <a:cubicBezTo>
                  <a:pt x="61299" y="156077"/>
                  <a:pt x="55013" y="141092"/>
                  <a:pt x="55013" y="123490"/>
                </a:cubicBezTo>
                <a:lnTo>
                  <a:pt x="55013" y="111351"/>
                </a:lnTo>
                <a:cubicBezTo>
                  <a:pt x="55013" y="105167"/>
                  <a:pt x="57241" y="99852"/>
                  <a:pt x="61722" y="95395"/>
                </a:cubicBezTo>
                <a:cubicBezTo>
                  <a:pt x="66203" y="90914"/>
                  <a:pt x="71518" y="88674"/>
                  <a:pt x="77678" y="88674"/>
                </a:cubicBezTo>
                <a:lnTo>
                  <a:pt x="116266" y="88674"/>
                </a:lnTo>
                <a:lnTo>
                  <a:pt x="116266" y="77678"/>
                </a:lnTo>
                <a:cubicBezTo>
                  <a:pt x="116266" y="71495"/>
                  <a:pt x="118506" y="66180"/>
                  <a:pt x="122975" y="61722"/>
                </a:cubicBezTo>
                <a:cubicBezTo>
                  <a:pt x="127456" y="57276"/>
                  <a:pt x="132771" y="55035"/>
                  <a:pt x="138932" y="55013"/>
                </a:cubicBezTo>
                <a:lnTo>
                  <a:pt x="238258" y="55013"/>
                </a:lnTo>
                <a:cubicBezTo>
                  <a:pt x="244442" y="55013"/>
                  <a:pt x="249757" y="57241"/>
                  <a:pt x="254215" y="61722"/>
                </a:cubicBezTo>
                <a:cubicBezTo>
                  <a:pt x="258695" y="66203"/>
                  <a:pt x="260924" y="71518"/>
                  <a:pt x="260924" y="77678"/>
                </a:cubicBezTo>
                <a:lnTo>
                  <a:pt x="260924" y="88674"/>
                </a:lnTo>
                <a:lnTo>
                  <a:pt x="299512" y="88674"/>
                </a:lnTo>
                <a:cubicBezTo>
                  <a:pt x="305695" y="88674"/>
                  <a:pt x="311010" y="90914"/>
                  <a:pt x="315468" y="95395"/>
                </a:cubicBezTo>
                <a:cubicBezTo>
                  <a:pt x="319914" y="99875"/>
                  <a:pt x="322155" y="105190"/>
                  <a:pt x="322189" y="111351"/>
                </a:cubicBezTo>
                <a:lnTo>
                  <a:pt x="322189" y="123490"/>
                </a:lnTo>
                <a:cubicBezTo>
                  <a:pt x="322189" y="141092"/>
                  <a:pt x="315914" y="156077"/>
                  <a:pt x="303364" y="168444"/>
                </a:cubicBezTo>
                <a:cubicBezTo>
                  <a:pt x="290813" y="180800"/>
                  <a:pt x="275554" y="187978"/>
                  <a:pt x="257586" y="189967"/>
                </a:cubicBezTo>
                <a:cubicBezTo>
                  <a:pt x="254318" y="204346"/>
                  <a:pt x="247151" y="216404"/>
                  <a:pt x="236098" y="226120"/>
                </a:cubicBezTo>
                <a:cubicBezTo>
                  <a:pt x="225045" y="235812"/>
                  <a:pt x="212198" y="241653"/>
                  <a:pt x="197556" y="243642"/>
                </a:cubicBezTo>
                <a:lnTo>
                  <a:pt x="197556" y="304347"/>
                </a:lnTo>
                <a:lnTo>
                  <a:pt x="242305" y="304347"/>
                </a:lnTo>
                <a:cubicBezTo>
                  <a:pt x="244842" y="304347"/>
                  <a:pt x="246968" y="305215"/>
                  <a:pt x="248671" y="306941"/>
                </a:cubicBezTo>
                <a:cubicBezTo>
                  <a:pt x="250374" y="308667"/>
                  <a:pt x="251220" y="310805"/>
                  <a:pt x="251220" y="313342"/>
                </a:cubicBezTo>
                <a:cubicBezTo>
                  <a:pt x="251220" y="315879"/>
                  <a:pt x="250374" y="317994"/>
                  <a:pt x="248671" y="319674"/>
                </a:cubicBezTo>
                <a:cubicBezTo>
                  <a:pt x="246968" y="321343"/>
                  <a:pt x="244842" y="322189"/>
                  <a:pt x="242305" y="322189"/>
                </a:cubicBezTo>
                <a:lnTo>
                  <a:pt x="134920" y="322189"/>
                </a:lnTo>
                <a:cubicBezTo>
                  <a:pt x="132382" y="322189"/>
                  <a:pt x="130256" y="321320"/>
                  <a:pt x="128565" y="319594"/>
                </a:cubicBezTo>
                <a:cubicBezTo>
                  <a:pt x="126862" y="317857"/>
                  <a:pt x="126004" y="315731"/>
                  <a:pt x="126004" y="313182"/>
                </a:cubicBezTo>
                <a:cubicBezTo>
                  <a:pt x="126004" y="310645"/>
                  <a:pt x="126862" y="308541"/>
                  <a:pt x="128565" y="306861"/>
                </a:cubicBezTo>
                <a:cubicBezTo>
                  <a:pt x="130256" y="305181"/>
                  <a:pt x="132382" y="304347"/>
                  <a:pt x="134920" y="304347"/>
                </a:cubicBezTo>
                <a:lnTo>
                  <a:pt x="179680" y="304347"/>
                </a:lnTo>
                <a:close/>
                <a:moveTo>
                  <a:pt x="116266" y="171267"/>
                </a:moveTo>
                <a:lnTo>
                  <a:pt x="116266" y="106516"/>
                </a:lnTo>
                <a:lnTo>
                  <a:pt x="77678" y="106516"/>
                </a:lnTo>
                <a:cubicBezTo>
                  <a:pt x="76261" y="106516"/>
                  <a:pt x="75107" y="106985"/>
                  <a:pt x="74215" y="107933"/>
                </a:cubicBezTo>
                <a:cubicBezTo>
                  <a:pt x="73301" y="108905"/>
                  <a:pt x="72843" y="110037"/>
                  <a:pt x="72843" y="111351"/>
                </a:cubicBezTo>
                <a:lnTo>
                  <a:pt x="72843" y="123490"/>
                </a:lnTo>
                <a:cubicBezTo>
                  <a:pt x="72843" y="135674"/>
                  <a:pt x="76981" y="146201"/>
                  <a:pt x="85256" y="155082"/>
                </a:cubicBezTo>
                <a:cubicBezTo>
                  <a:pt x="93543" y="163963"/>
                  <a:pt x="103876" y="169358"/>
                  <a:pt x="116266" y="171267"/>
                </a:cubicBezTo>
                <a:close/>
                <a:moveTo>
                  <a:pt x="227023" y="210518"/>
                </a:moveTo>
                <a:cubicBezTo>
                  <a:pt x="237527" y="199968"/>
                  <a:pt x="242773" y="187098"/>
                  <a:pt x="242773" y="171930"/>
                </a:cubicBezTo>
                <a:lnTo>
                  <a:pt x="242773" y="77678"/>
                </a:lnTo>
                <a:cubicBezTo>
                  <a:pt x="242773" y="76261"/>
                  <a:pt x="242305" y="75107"/>
                  <a:pt x="241367" y="74215"/>
                </a:cubicBezTo>
                <a:cubicBezTo>
                  <a:pt x="240396" y="73301"/>
                  <a:pt x="239253" y="72843"/>
                  <a:pt x="237950" y="72843"/>
                </a:cubicBezTo>
                <a:lnTo>
                  <a:pt x="139252" y="72843"/>
                </a:lnTo>
                <a:cubicBezTo>
                  <a:pt x="137937" y="72843"/>
                  <a:pt x="136794" y="73301"/>
                  <a:pt x="135823" y="74215"/>
                </a:cubicBezTo>
                <a:cubicBezTo>
                  <a:pt x="134885" y="75141"/>
                  <a:pt x="134417" y="76284"/>
                  <a:pt x="134417" y="77678"/>
                </a:cubicBezTo>
                <a:lnTo>
                  <a:pt x="134417" y="171930"/>
                </a:lnTo>
                <a:cubicBezTo>
                  <a:pt x="134417" y="187098"/>
                  <a:pt x="139686" y="199968"/>
                  <a:pt x="150247" y="210518"/>
                </a:cubicBezTo>
                <a:cubicBezTo>
                  <a:pt x="160809" y="221079"/>
                  <a:pt x="173610" y="226348"/>
                  <a:pt x="188675" y="226348"/>
                </a:cubicBezTo>
                <a:cubicBezTo>
                  <a:pt x="203740" y="226348"/>
                  <a:pt x="216518" y="221079"/>
                  <a:pt x="227023" y="210518"/>
                </a:cubicBezTo>
                <a:close/>
                <a:moveTo>
                  <a:pt x="260890" y="171267"/>
                </a:moveTo>
                <a:cubicBezTo>
                  <a:pt x="273280" y="169358"/>
                  <a:pt x="283613" y="163963"/>
                  <a:pt x="291888" y="155082"/>
                </a:cubicBezTo>
                <a:cubicBezTo>
                  <a:pt x="300163" y="146201"/>
                  <a:pt x="304301" y="135674"/>
                  <a:pt x="304301" y="123490"/>
                </a:cubicBezTo>
                <a:lnTo>
                  <a:pt x="304301" y="111351"/>
                </a:lnTo>
                <a:cubicBezTo>
                  <a:pt x="304301" y="110037"/>
                  <a:pt x="303844" y="108905"/>
                  <a:pt x="302929" y="107933"/>
                </a:cubicBezTo>
                <a:cubicBezTo>
                  <a:pt x="302015" y="106985"/>
                  <a:pt x="300860" y="106516"/>
                  <a:pt x="299477" y="106516"/>
                </a:cubicBezTo>
                <a:lnTo>
                  <a:pt x="260890" y="106516"/>
                </a:lnTo>
                <a:lnTo>
                  <a:pt x="260890" y="171267"/>
                </a:lnTo>
                <a:close/>
                <a:moveTo>
                  <a:pt x="188595" y="14950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1383755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950" dirty="0"/>
          </a:p>
        </p:txBody>
      </p:sp>
      <p:sp>
        <p:nvSpPr>
          <p:cNvPr id="165" name="圖示 重點"/>
          <p:cNvSpPr/>
          <p:nvPr/>
        </p:nvSpPr>
        <p:spPr>
          <a:xfrm>
            <a:off x="84390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245" y="276572"/>
                </a:moveTo>
                <a:lnTo>
                  <a:pt x="188595" y="241436"/>
                </a:lnTo>
                <a:lnTo>
                  <a:pt x="246945" y="276960"/>
                </a:lnTo>
                <a:lnTo>
                  <a:pt x="231503" y="210483"/>
                </a:lnTo>
                <a:lnTo>
                  <a:pt x="282858" y="165884"/>
                </a:lnTo>
                <a:lnTo>
                  <a:pt x="215113" y="159917"/>
                </a:lnTo>
                <a:lnTo>
                  <a:pt x="188595" y="97406"/>
                </a:lnTo>
                <a:lnTo>
                  <a:pt x="162077" y="159517"/>
                </a:lnTo>
                <a:lnTo>
                  <a:pt x="94332" y="165495"/>
                </a:lnTo>
                <a:lnTo>
                  <a:pt x="145687" y="210209"/>
                </a:lnTo>
                <a:lnTo>
                  <a:pt x="130245" y="276526"/>
                </a:lnTo>
                <a:close/>
                <a:moveTo>
                  <a:pt x="188595" y="262261"/>
                </a:moveTo>
                <a:lnTo>
                  <a:pt x="121718" y="302655"/>
                </a:lnTo>
                <a:cubicBezTo>
                  <a:pt x="120015" y="303569"/>
                  <a:pt x="118289" y="303981"/>
                  <a:pt x="116540" y="303878"/>
                </a:cubicBezTo>
                <a:cubicBezTo>
                  <a:pt x="114780" y="303798"/>
                  <a:pt x="113180" y="303249"/>
                  <a:pt x="111740" y="302221"/>
                </a:cubicBezTo>
                <a:cubicBezTo>
                  <a:pt x="110300" y="301203"/>
                  <a:pt x="109225" y="299877"/>
                  <a:pt x="108516" y="298254"/>
                </a:cubicBezTo>
                <a:cubicBezTo>
                  <a:pt x="107819" y="296609"/>
                  <a:pt x="107716" y="294768"/>
                  <a:pt x="108242" y="292757"/>
                </a:cubicBezTo>
                <a:lnTo>
                  <a:pt x="125844" y="216724"/>
                </a:lnTo>
                <a:lnTo>
                  <a:pt x="66991" y="165415"/>
                </a:lnTo>
                <a:cubicBezTo>
                  <a:pt x="65391" y="164078"/>
                  <a:pt x="64397" y="162546"/>
                  <a:pt x="64008" y="160820"/>
                </a:cubicBezTo>
                <a:cubicBezTo>
                  <a:pt x="63608" y="159083"/>
                  <a:pt x="63654" y="157414"/>
                  <a:pt x="64122" y="155791"/>
                </a:cubicBezTo>
                <a:cubicBezTo>
                  <a:pt x="64591" y="154168"/>
                  <a:pt x="65528" y="152796"/>
                  <a:pt x="66911" y="151699"/>
                </a:cubicBezTo>
                <a:cubicBezTo>
                  <a:pt x="68306" y="150602"/>
                  <a:pt x="69997" y="149973"/>
                  <a:pt x="72020" y="149813"/>
                </a:cubicBezTo>
                <a:lnTo>
                  <a:pt x="149893" y="142944"/>
                </a:lnTo>
                <a:lnTo>
                  <a:pt x="180183" y="71003"/>
                </a:lnTo>
                <a:cubicBezTo>
                  <a:pt x="181028" y="69243"/>
                  <a:pt x="182217" y="67906"/>
                  <a:pt x="183760" y="66991"/>
                </a:cubicBezTo>
                <a:cubicBezTo>
                  <a:pt x="185280" y="66077"/>
                  <a:pt x="186892" y="65620"/>
                  <a:pt x="188595" y="65620"/>
                </a:cubicBezTo>
                <a:cubicBezTo>
                  <a:pt x="190298" y="65620"/>
                  <a:pt x="191910" y="66077"/>
                  <a:pt x="193430" y="66991"/>
                </a:cubicBezTo>
                <a:cubicBezTo>
                  <a:pt x="194973" y="67906"/>
                  <a:pt x="196162" y="69243"/>
                  <a:pt x="197007" y="71003"/>
                </a:cubicBezTo>
                <a:lnTo>
                  <a:pt x="227297" y="142944"/>
                </a:lnTo>
                <a:lnTo>
                  <a:pt x="305170" y="149813"/>
                </a:lnTo>
                <a:cubicBezTo>
                  <a:pt x="307193" y="149973"/>
                  <a:pt x="308884" y="150602"/>
                  <a:pt x="310279" y="151699"/>
                </a:cubicBezTo>
                <a:cubicBezTo>
                  <a:pt x="311662" y="152796"/>
                  <a:pt x="312599" y="154168"/>
                  <a:pt x="313068" y="155791"/>
                </a:cubicBezTo>
                <a:cubicBezTo>
                  <a:pt x="313536" y="157437"/>
                  <a:pt x="313582" y="159117"/>
                  <a:pt x="313182" y="160820"/>
                </a:cubicBezTo>
                <a:cubicBezTo>
                  <a:pt x="312793" y="162546"/>
                  <a:pt x="311799" y="164078"/>
                  <a:pt x="310199" y="165415"/>
                </a:cubicBezTo>
                <a:lnTo>
                  <a:pt x="251346" y="216770"/>
                </a:lnTo>
                <a:lnTo>
                  <a:pt x="269062" y="292791"/>
                </a:lnTo>
                <a:cubicBezTo>
                  <a:pt x="269485" y="294814"/>
                  <a:pt x="269337" y="296643"/>
                  <a:pt x="268628" y="298300"/>
                </a:cubicBezTo>
                <a:cubicBezTo>
                  <a:pt x="267919" y="299946"/>
                  <a:pt x="266845" y="301272"/>
                  <a:pt x="265405" y="302266"/>
                </a:cubicBezTo>
                <a:cubicBezTo>
                  <a:pt x="263964" y="303261"/>
                  <a:pt x="262364" y="303809"/>
                  <a:pt x="260615" y="303912"/>
                </a:cubicBezTo>
                <a:cubicBezTo>
                  <a:pt x="258855" y="303992"/>
                  <a:pt x="257129" y="303581"/>
                  <a:pt x="255426" y="302701"/>
                </a:cubicBezTo>
                <a:lnTo>
                  <a:pt x="188595" y="262261"/>
                </a:lnTo>
                <a:close/>
                <a:moveTo>
                  <a:pt x="188595" y="1909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66294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50" dirty="0"/>
          </a:p>
        </p:txBody>
      </p:sp>
      <p:sp>
        <p:nvSpPr>
          <p:cNvPr id="167" name="圖示 思考"/>
          <p:cNvSpPr/>
          <p:nvPr/>
        </p:nvSpPr>
        <p:spPr>
          <a:xfrm>
            <a:off x="153730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8102" y="213112"/>
                </a:moveTo>
                <a:lnTo>
                  <a:pt x="178571" y="223091"/>
                </a:lnTo>
                <a:cubicBezTo>
                  <a:pt x="178651" y="224714"/>
                  <a:pt x="179234" y="226017"/>
                  <a:pt x="180308" y="226977"/>
                </a:cubicBezTo>
                <a:cubicBezTo>
                  <a:pt x="181348" y="227948"/>
                  <a:pt x="182640" y="228440"/>
                  <a:pt x="184160" y="228440"/>
                </a:cubicBezTo>
                <a:lnTo>
                  <a:pt x="192401" y="228440"/>
                </a:lnTo>
                <a:cubicBezTo>
                  <a:pt x="193899" y="228440"/>
                  <a:pt x="195167" y="227948"/>
                  <a:pt x="196219" y="226977"/>
                </a:cubicBezTo>
                <a:cubicBezTo>
                  <a:pt x="197270" y="226017"/>
                  <a:pt x="197842" y="224714"/>
                  <a:pt x="197945" y="223091"/>
                </a:cubicBezTo>
                <a:lnTo>
                  <a:pt x="198573" y="213112"/>
                </a:lnTo>
                <a:cubicBezTo>
                  <a:pt x="202425" y="212484"/>
                  <a:pt x="206083" y="211169"/>
                  <a:pt x="209535" y="209180"/>
                </a:cubicBezTo>
                <a:cubicBezTo>
                  <a:pt x="212998" y="207192"/>
                  <a:pt x="215970" y="204780"/>
                  <a:pt x="218462" y="201957"/>
                </a:cubicBezTo>
                <a:lnTo>
                  <a:pt x="227960" y="205569"/>
                </a:lnTo>
                <a:cubicBezTo>
                  <a:pt x="229274" y="206094"/>
                  <a:pt x="230566" y="206140"/>
                  <a:pt x="231858" y="205729"/>
                </a:cubicBezTo>
                <a:cubicBezTo>
                  <a:pt x="233138" y="205306"/>
                  <a:pt x="234155" y="204471"/>
                  <a:pt x="234921" y="203214"/>
                </a:cubicBezTo>
                <a:lnTo>
                  <a:pt x="238853" y="196459"/>
                </a:lnTo>
                <a:cubicBezTo>
                  <a:pt x="239584" y="195270"/>
                  <a:pt x="239847" y="194036"/>
                  <a:pt x="239630" y="192721"/>
                </a:cubicBezTo>
                <a:cubicBezTo>
                  <a:pt x="239424" y="191407"/>
                  <a:pt x="238784" y="190264"/>
                  <a:pt x="237710" y="189258"/>
                </a:cubicBezTo>
                <a:lnTo>
                  <a:pt x="230795" y="183806"/>
                </a:lnTo>
                <a:cubicBezTo>
                  <a:pt x="232418" y="179508"/>
                  <a:pt x="233229" y="175062"/>
                  <a:pt x="233229" y="170478"/>
                </a:cubicBezTo>
                <a:cubicBezTo>
                  <a:pt x="233229" y="165929"/>
                  <a:pt x="232418" y="161506"/>
                  <a:pt x="230795" y="157243"/>
                </a:cubicBezTo>
                <a:lnTo>
                  <a:pt x="237710" y="151939"/>
                </a:lnTo>
                <a:cubicBezTo>
                  <a:pt x="238807" y="150865"/>
                  <a:pt x="239447" y="149653"/>
                  <a:pt x="239630" y="148327"/>
                </a:cubicBezTo>
                <a:cubicBezTo>
                  <a:pt x="239847" y="147013"/>
                  <a:pt x="239584" y="145744"/>
                  <a:pt x="238853" y="144509"/>
                </a:cubicBezTo>
                <a:lnTo>
                  <a:pt x="234875" y="137949"/>
                </a:lnTo>
                <a:cubicBezTo>
                  <a:pt x="234121" y="136714"/>
                  <a:pt x="233103" y="135868"/>
                  <a:pt x="231812" y="135400"/>
                </a:cubicBezTo>
                <a:cubicBezTo>
                  <a:pt x="230532" y="134920"/>
                  <a:pt x="229240" y="135000"/>
                  <a:pt x="227926" y="135628"/>
                </a:cubicBezTo>
                <a:lnTo>
                  <a:pt x="218416" y="139092"/>
                </a:lnTo>
                <a:cubicBezTo>
                  <a:pt x="215821" y="136360"/>
                  <a:pt x="212781" y="134051"/>
                  <a:pt x="209306" y="132131"/>
                </a:cubicBezTo>
                <a:cubicBezTo>
                  <a:pt x="205820" y="130222"/>
                  <a:pt x="202231" y="128873"/>
                  <a:pt x="198539" y="128085"/>
                </a:cubicBezTo>
                <a:lnTo>
                  <a:pt x="197910" y="117946"/>
                </a:lnTo>
                <a:cubicBezTo>
                  <a:pt x="197808" y="116380"/>
                  <a:pt x="197225" y="115100"/>
                  <a:pt x="196173" y="114094"/>
                </a:cubicBezTo>
                <a:cubicBezTo>
                  <a:pt x="195133" y="113100"/>
                  <a:pt x="193864" y="112608"/>
                  <a:pt x="192367" y="112608"/>
                </a:cubicBezTo>
                <a:lnTo>
                  <a:pt x="184229" y="112608"/>
                </a:lnTo>
                <a:cubicBezTo>
                  <a:pt x="182720" y="112608"/>
                  <a:pt x="181406" y="113100"/>
                  <a:pt x="180308" y="114094"/>
                </a:cubicBezTo>
                <a:cubicBezTo>
                  <a:pt x="179234" y="115100"/>
                  <a:pt x="178639" y="116380"/>
                  <a:pt x="178537" y="117946"/>
                </a:cubicBezTo>
                <a:lnTo>
                  <a:pt x="178068" y="128085"/>
                </a:lnTo>
                <a:cubicBezTo>
                  <a:pt x="174262" y="128873"/>
                  <a:pt x="170627" y="130222"/>
                  <a:pt x="167141" y="132131"/>
                </a:cubicBezTo>
                <a:cubicBezTo>
                  <a:pt x="163655" y="134051"/>
                  <a:pt x="160614" y="136360"/>
                  <a:pt x="158031" y="139092"/>
                </a:cubicBezTo>
                <a:lnTo>
                  <a:pt x="148521" y="135628"/>
                </a:lnTo>
                <a:cubicBezTo>
                  <a:pt x="147207" y="135000"/>
                  <a:pt x="145904" y="134943"/>
                  <a:pt x="144590" y="135434"/>
                </a:cubicBezTo>
                <a:cubicBezTo>
                  <a:pt x="143275" y="135937"/>
                  <a:pt x="142258" y="136749"/>
                  <a:pt x="141526" y="137869"/>
                </a:cubicBezTo>
                <a:lnTo>
                  <a:pt x="137594" y="144590"/>
                </a:lnTo>
                <a:cubicBezTo>
                  <a:pt x="136966" y="145767"/>
                  <a:pt x="136749" y="147013"/>
                  <a:pt x="136931" y="148327"/>
                </a:cubicBezTo>
                <a:cubicBezTo>
                  <a:pt x="137137" y="149630"/>
                  <a:pt x="137777" y="150842"/>
                  <a:pt x="138852" y="151939"/>
                </a:cubicBezTo>
                <a:lnTo>
                  <a:pt x="145767" y="157243"/>
                </a:lnTo>
                <a:cubicBezTo>
                  <a:pt x="144064" y="161540"/>
                  <a:pt x="143218" y="165975"/>
                  <a:pt x="143218" y="170558"/>
                </a:cubicBezTo>
                <a:cubicBezTo>
                  <a:pt x="143218" y="175119"/>
                  <a:pt x="144064" y="179531"/>
                  <a:pt x="145767" y="183806"/>
                </a:cubicBezTo>
                <a:lnTo>
                  <a:pt x="138852" y="189258"/>
                </a:lnTo>
                <a:cubicBezTo>
                  <a:pt x="137754" y="190264"/>
                  <a:pt x="137114" y="191407"/>
                  <a:pt x="136931" y="192721"/>
                </a:cubicBezTo>
                <a:cubicBezTo>
                  <a:pt x="136714" y="194036"/>
                  <a:pt x="136943" y="195270"/>
                  <a:pt x="137594" y="196459"/>
                </a:cubicBezTo>
                <a:lnTo>
                  <a:pt x="141561" y="203214"/>
                </a:lnTo>
                <a:cubicBezTo>
                  <a:pt x="142326" y="204471"/>
                  <a:pt x="143344" y="205306"/>
                  <a:pt x="144624" y="205729"/>
                </a:cubicBezTo>
                <a:cubicBezTo>
                  <a:pt x="145915" y="206140"/>
                  <a:pt x="147207" y="206094"/>
                  <a:pt x="148521" y="205569"/>
                </a:cubicBezTo>
                <a:lnTo>
                  <a:pt x="158031" y="201957"/>
                </a:lnTo>
                <a:cubicBezTo>
                  <a:pt x="160511" y="204780"/>
                  <a:pt x="163483" y="207192"/>
                  <a:pt x="166947" y="209180"/>
                </a:cubicBezTo>
                <a:cubicBezTo>
                  <a:pt x="170398" y="211169"/>
                  <a:pt x="174113" y="212484"/>
                  <a:pt x="178068" y="213112"/>
                </a:cubicBezTo>
                <a:close/>
                <a:moveTo>
                  <a:pt x="167541" y="191384"/>
                </a:moveTo>
                <a:cubicBezTo>
                  <a:pt x="161883" y="185669"/>
                  <a:pt x="159048" y="178731"/>
                  <a:pt x="159048" y="170558"/>
                </a:cubicBezTo>
                <a:cubicBezTo>
                  <a:pt x="159048" y="162409"/>
                  <a:pt x="161883" y="155494"/>
                  <a:pt x="167541" y="149813"/>
                </a:cubicBezTo>
                <a:cubicBezTo>
                  <a:pt x="173199" y="144132"/>
                  <a:pt x="180091" y="141286"/>
                  <a:pt x="188241" y="141286"/>
                </a:cubicBezTo>
                <a:cubicBezTo>
                  <a:pt x="196390" y="141286"/>
                  <a:pt x="203340" y="144121"/>
                  <a:pt x="209100" y="149779"/>
                </a:cubicBezTo>
                <a:cubicBezTo>
                  <a:pt x="214838" y="155437"/>
                  <a:pt x="217707" y="162340"/>
                  <a:pt x="217707" y="170478"/>
                </a:cubicBezTo>
                <a:cubicBezTo>
                  <a:pt x="217707" y="178651"/>
                  <a:pt x="214850" y="185612"/>
                  <a:pt x="209146" y="191350"/>
                </a:cubicBezTo>
                <a:cubicBezTo>
                  <a:pt x="203431" y="197087"/>
                  <a:pt x="196493" y="199945"/>
                  <a:pt x="188321" y="199945"/>
                </a:cubicBezTo>
                <a:cubicBezTo>
                  <a:pt x="180171" y="199945"/>
                  <a:pt x="173256" y="197099"/>
                  <a:pt x="167575" y="191384"/>
                </a:cubicBezTo>
                <a:close/>
                <a:moveTo>
                  <a:pt x="102161" y="274560"/>
                </a:moveTo>
                <a:cubicBezTo>
                  <a:pt x="87222" y="260947"/>
                  <a:pt x="75632" y="245334"/>
                  <a:pt x="67380" y="227731"/>
                </a:cubicBezTo>
                <a:cubicBezTo>
                  <a:pt x="59127" y="210129"/>
                  <a:pt x="55013" y="191807"/>
                  <a:pt x="55013" y="172764"/>
                </a:cubicBezTo>
                <a:cubicBezTo>
                  <a:pt x="55013" y="135674"/>
                  <a:pt x="67997" y="104162"/>
                  <a:pt x="93989" y="78227"/>
                </a:cubicBezTo>
                <a:cubicBezTo>
                  <a:pt x="119946" y="52269"/>
                  <a:pt x="151482" y="39296"/>
                  <a:pt x="188595" y="39296"/>
                </a:cubicBezTo>
                <a:cubicBezTo>
                  <a:pt x="219113" y="39296"/>
                  <a:pt x="246408" y="48417"/>
                  <a:pt x="270480" y="66671"/>
                </a:cubicBezTo>
                <a:cubicBezTo>
                  <a:pt x="294551" y="84936"/>
                  <a:pt x="310176" y="108596"/>
                  <a:pt x="317354" y="137674"/>
                </a:cubicBezTo>
                <a:lnTo>
                  <a:pt x="336602" y="213935"/>
                </a:lnTo>
                <a:cubicBezTo>
                  <a:pt x="337516" y="217501"/>
                  <a:pt x="336876" y="220725"/>
                  <a:pt x="334682" y="223605"/>
                </a:cubicBezTo>
                <a:cubicBezTo>
                  <a:pt x="332476" y="226463"/>
                  <a:pt x="329470" y="227891"/>
                  <a:pt x="325641" y="227891"/>
                </a:cubicBezTo>
                <a:lnTo>
                  <a:pt x="290756" y="227891"/>
                </a:lnTo>
                <a:lnTo>
                  <a:pt x="290756" y="283795"/>
                </a:lnTo>
                <a:cubicBezTo>
                  <a:pt x="290756" y="289956"/>
                  <a:pt x="288516" y="295271"/>
                  <a:pt x="284036" y="299752"/>
                </a:cubicBezTo>
                <a:cubicBezTo>
                  <a:pt x="279555" y="304232"/>
                  <a:pt x="274240" y="306473"/>
                  <a:pt x="268079" y="306473"/>
                </a:cubicBezTo>
                <a:lnTo>
                  <a:pt x="227891" y="306473"/>
                </a:lnTo>
                <a:lnTo>
                  <a:pt x="227891" y="328978"/>
                </a:lnTo>
                <a:cubicBezTo>
                  <a:pt x="227891" y="331493"/>
                  <a:pt x="227023" y="333619"/>
                  <a:pt x="225297" y="335345"/>
                </a:cubicBezTo>
                <a:cubicBezTo>
                  <a:pt x="223559" y="337048"/>
                  <a:pt x="221433" y="337905"/>
                  <a:pt x="218885" y="337905"/>
                </a:cubicBezTo>
                <a:cubicBezTo>
                  <a:pt x="216347" y="337905"/>
                  <a:pt x="214244" y="337048"/>
                  <a:pt x="212564" y="335345"/>
                </a:cubicBezTo>
                <a:cubicBezTo>
                  <a:pt x="210884" y="333642"/>
                  <a:pt x="210049" y="331516"/>
                  <a:pt x="210049" y="328978"/>
                </a:cubicBezTo>
                <a:lnTo>
                  <a:pt x="210049" y="300026"/>
                </a:lnTo>
                <a:cubicBezTo>
                  <a:pt x="210049" y="296746"/>
                  <a:pt x="211135" y="294025"/>
                  <a:pt x="213307" y="291854"/>
                </a:cubicBezTo>
                <a:cubicBezTo>
                  <a:pt x="215478" y="289682"/>
                  <a:pt x="218176" y="288585"/>
                  <a:pt x="221399" y="288585"/>
                </a:cubicBezTo>
                <a:lnTo>
                  <a:pt x="268079" y="288585"/>
                </a:lnTo>
                <a:cubicBezTo>
                  <a:pt x="269497" y="288585"/>
                  <a:pt x="270651" y="288127"/>
                  <a:pt x="271543" y="287213"/>
                </a:cubicBezTo>
                <a:cubicBezTo>
                  <a:pt x="272423" y="286299"/>
                  <a:pt x="272891" y="285144"/>
                  <a:pt x="272914" y="283761"/>
                </a:cubicBezTo>
                <a:lnTo>
                  <a:pt x="272914" y="221365"/>
                </a:lnTo>
                <a:cubicBezTo>
                  <a:pt x="272914" y="218142"/>
                  <a:pt x="274000" y="215444"/>
                  <a:pt x="276172" y="213272"/>
                </a:cubicBezTo>
                <a:cubicBezTo>
                  <a:pt x="278343" y="211101"/>
                  <a:pt x="281041" y="210003"/>
                  <a:pt x="284264" y="210003"/>
                </a:cubicBezTo>
                <a:lnTo>
                  <a:pt x="317114" y="210003"/>
                </a:lnTo>
                <a:lnTo>
                  <a:pt x="300186" y="141881"/>
                </a:lnTo>
                <a:cubicBezTo>
                  <a:pt x="294002" y="116780"/>
                  <a:pt x="280446" y="96378"/>
                  <a:pt x="259518" y="80662"/>
                </a:cubicBezTo>
                <a:cubicBezTo>
                  <a:pt x="238613" y="64945"/>
                  <a:pt x="214975" y="57093"/>
                  <a:pt x="188595" y="57093"/>
                </a:cubicBezTo>
                <a:cubicBezTo>
                  <a:pt x="156431" y="57093"/>
                  <a:pt x="129090" y="68226"/>
                  <a:pt x="106596" y="90491"/>
                </a:cubicBezTo>
                <a:cubicBezTo>
                  <a:pt x="84091" y="112746"/>
                  <a:pt x="72843" y="139926"/>
                  <a:pt x="72843" y="172010"/>
                </a:cubicBezTo>
                <a:cubicBezTo>
                  <a:pt x="72843" y="188652"/>
                  <a:pt x="76238" y="204403"/>
                  <a:pt x="83016" y="219285"/>
                </a:cubicBezTo>
                <a:cubicBezTo>
                  <a:pt x="89806" y="234132"/>
                  <a:pt x="99384" y="247311"/>
                  <a:pt x="111740" y="258809"/>
                </a:cubicBezTo>
                <a:lnTo>
                  <a:pt x="119958" y="266628"/>
                </a:lnTo>
                <a:lnTo>
                  <a:pt x="119958" y="328944"/>
                </a:lnTo>
                <a:cubicBezTo>
                  <a:pt x="119958" y="331459"/>
                  <a:pt x="119089" y="333573"/>
                  <a:pt x="117363" y="335310"/>
                </a:cubicBezTo>
                <a:cubicBezTo>
                  <a:pt x="115637" y="337014"/>
                  <a:pt x="113500" y="337859"/>
                  <a:pt x="110951" y="337859"/>
                </a:cubicBezTo>
                <a:cubicBezTo>
                  <a:pt x="108414" y="337859"/>
                  <a:pt x="106310" y="337014"/>
                  <a:pt x="104630" y="335310"/>
                </a:cubicBezTo>
                <a:cubicBezTo>
                  <a:pt x="102950" y="333607"/>
                  <a:pt x="102116" y="331481"/>
                  <a:pt x="102116" y="328944"/>
                </a:cubicBezTo>
                <a:lnTo>
                  <a:pt x="102116" y="274526"/>
                </a:lnTo>
                <a:close/>
                <a:moveTo>
                  <a:pt x="194962" y="19751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135634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950" dirty="0"/>
          </a:p>
        </p:txBody>
      </p:sp>
      <p:sp>
        <p:nvSpPr>
          <p:cNvPr id="169" name="圖示 啟動"/>
          <p:cNvSpPr/>
          <p:nvPr/>
        </p:nvSpPr>
        <p:spPr>
          <a:xfrm>
            <a:off x="223070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7009" y="186240"/>
                </a:moveTo>
                <a:cubicBezTo>
                  <a:pt x="122118" y="176205"/>
                  <a:pt x="127616" y="166352"/>
                  <a:pt x="133514" y="156694"/>
                </a:cubicBezTo>
                <a:cubicBezTo>
                  <a:pt x="139400" y="147024"/>
                  <a:pt x="145698" y="137754"/>
                  <a:pt x="152408" y="128873"/>
                </a:cubicBezTo>
                <a:lnTo>
                  <a:pt x="122861" y="122907"/>
                </a:lnTo>
                <a:cubicBezTo>
                  <a:pt x="122050" y="122690"/>
                  <a:pt x="121261" y="122712"/>
                  <a:pt x="120506" y="122975"/>
                </a:cubicBezTo>
                <a:cubicBezTo>
                  <a:pt x="119741" y="123238"/>
                  <a:pt x="119066" y="123673"/>
                  <a:pt x="118461" y="124278"/>
                </a:cubicBezTo>
                <a:lnTo>
                  <a:pt x="75632" y="166947"/>
                </a:lnTo>
                <a:cubicBezTo>
                  <a:pt x="75347" y="167232"/>
                  <a:pt x="75244" y="167610"/>
                  <a:pt x="75324" y="168090"/>
                </a:cubicBezTo>
                <a:cubicBezTo>
                  <a:pt x="75427" y="168535"/>
                  <a:pt x="75678" y="168810"/>
                  <a:pt x="76067" y="168913"/>
                </a:cubicBezTo>
                <a:lnTo>
                  <a:pt x="117009" y="186240"/>
                </a:lnTo>
                <a:close/>
                <a:moveTo>
                  <a:pt x="311182" y="62899"/>
                </a:moveTo>
                <a:cubicBezTo>
                  <a:pt x="283864" y="64602"/>
                  <a:pt x="260147" y="70169"/>
                  <a:pt x="240030" y="79599"/>
                </a:cubicBezTo>
                <a:cubicBezTo>
                  <a:pt x="219913" y="89028"/>
                  <a:pt x="200288" y="103304"/>
                  <a:pt x="181166" y="122427"/>
                </a:cubicBezTo>
                <a:cubicBezTo>
                  <a:pt x="171953" y="131651"/>
                  <a:pt x="163015" y="142738"/>
                  <a:pt x="154374" y="155711"/>
                </a:cubicBezTo>
                <a:cubicBezTo>
                  <a:pt x="145733" y="168650"/>
                  <a:pt x="138052" y="182434"/>
                  <a:pt x="131354" y="197087"/>
                </a:cubicBezTo>
                <a:lnTo>
                  <a:pt x="181326" y="247219"/>
                </a:lnTo>
                <a:cubicBezTo>
                  <a:pt x="195967" y="240407"/>
                  <a:pt x="209786" y="232681"/>
                  <a:pt x="222782" y="224039"/>
                </a:cubicBezTo>
                <a:cubicBezTo>
                  <a:pt x="235767" y="215387"/>
                  <a:pt x="246877" y="206460"/>
                  <a:pt x="256101" y="197236"/>
                </a:cubicBezTo>
                <a:cubicBezTo>
                  <a:pt x="275223" y="178114"/>
                  <a:pt x="289488" y="158568"/>
                  <a:pt x="298929" y="138577"/>
                </a:cubicBezTo>
                <a:cubicBezTo>
                  <a:pt x="308359" y="118598"/>
                  <a:pt x="313914" y="94938"/>
                  <a:pt x="315617" y="67620"/>
                </a:cubicBezTo>
                <a:cubicBezTo>
                  <a:pt x="315617" y="67048"/>
                  <a:pt x="315548" y="66431"/>
                  <a:pt x="315388" y="65768"/>
                </a:cubicBezTo>
                <a:cubicBezTo>
                  <a:pt x="315228" y="65140"/>
                  <a:pt x="314942" y="64568"/>
                  <a:pt x="314519" y="64042"/>
                </a:cubicBezTo>
                <a:cubicBezTo>
                  <a:pt x="314108" y="63619"/>
                  <a:pt x="313616" y="63334"/>
                  <a:pt x="313068" y="63174"/>
                </a:cubicBezTo>
                <a:cubicBezTo>
                  <a:pt x="312519" y="63025"/>
                  <a:pt x="311902" y="62945"/>
                  <a:pt x="311216" y="62945"/>
                </a:cubicBezTo>
                <a:close/>
                <a:moveTo>
                  <a:pt x="213981" y="140429"/>
                </a:moveTo>
                <a:cubicBezTo>
                  <a:pt x="213981" y="133560"/>
                  <a:pt x="216347" y="127765"/>
                  <a:pt x="221090" y="123021"/>
                </a:cubicBezTo>
                <a:cubicBezTo>
                  <a:pt x="225834" y="118278"/>
                  <a:pt x="231629" y="115912"/>
                  <a:pt x="238498" y="115912"/>
                </a:cubicBezTo>
                <a:cubicBezTo>
                  <a:pt x="245356" y="115912"/>
                  <a:pt x="251163" y="118278"/>
                  <a:pt x="255895" y="123021"/>
                </a:cubicBezTo>
                <a:cubicBezTo>
                  <a:pt x="260638" y="127765"/>
                  <a:pt x="263016" y="133560"/>
                  <a:pt x="263016" y="140429"/>
                </a:cubicBezTo>
                <a:cubicBezTo>
                  <a:pt x="263016" y="147287"/>
                  <a:pt x="260638" y="153059"/>
                  <a:pt x="255895" y="157757"/>
                </a:cubicBezTo>
                <a:cubicBezTo>
                  <a:pt x="251163" y="162443"/>
                  <a:pt x="245356" y="164786"/>
                  <a:pt x="238498" y="164786"/>
                </a:cubicBezTo>
                <a:cubicBezTo>
                  <a:pt x="231629" y="164786"/>
                  <a:pt x="225834" y="162443"/>
                  <a:pt x="221090" y="157757"/>
                </a:cubicBezTo>
                <a:cubicBezTo>
                  <a:pt x="216347" y="153059"/>
                  <a:pt x="213981" y="147287"/>
                  <a:pt x="213981" y="140429"/>
                </a:cubicBezTo>
                <a:close/>
                <a:moveTo>
                  <a:pt x="192127" y="261758"/>
                </a:moveTo>
                <a:lnTo>
                  <a:pt x="209500" y="302415"/>
                </a:lnTo>
                <a:cubicBezTo>
                  <a:pt x="209603" y="302815"/>
                  <a:pt x="209878" y="303032"/>
                  <a:pt x="210323" y="303089"/>
                </a:cubicBezTo>
                <a:cubicBezTo>
                  <a:pt x="210769" y="303135"/>
                  <a:pt x="211146" y="303009"/>
                  <a:pt x="211466" y="302701"/>
                </a:cubicBezTo>
                <a:lnTo>
                  <a:pt x="254135" y="260181"/>
                </a:lnTo>
                <a:cubicBezTo>
                  <a:pt x="254729" y="259575"/>
                  <a:pt x="255163" y="258878"/>
                  <a:pt x="255426" y="258055"/>
                </a:cubicBezTo>
                <a:cubicBezTo>
                  <a:pt x="255689" y="257244"/>
                  <a:pt x="255712" y="256489"/>
                  <a:pt x="255506" y="255781"/>
                </a:cubicBezTo>
                <a:lnTo>
                  <a:pt x="249768" y="226120"/>
                </a:lnTo>
                <a:cubicBezTo>
                  <a:pt x="240887" y="232852"/>
                  <a:pt x="231595" y="239218"/>
                  <a:pt x="221879" y="245208"/>
                </a:cubicBezTo>
                <a:cubicBezTo>
                  <a:pt x="212187" y="251209"/>
                  <a:pt x="202265" y="256729"/>
                  <a:pt x="192127" y="261758"/>
                </a:cubicBezTo>
                <a:close/>
                <a:moveTo>
                  <a:pt x="333847" y="56338"/>
                </a:moveTo>
                <a:cubicBezTo>
                  <a:pt x="333825" y="86674"/>
                  <a:pt x="328521" y="114323"/>
                  <a:pt x="317937" y="139286"/>
                </a:cubicBezTo>
                <a:cubicBezTo>
                  <a:pt x="307353" y="164249"/>
                  <a:pt x="291122" y="187726"/>
                  <a:pt x="269222" y="209729"/>
                </a:cubicBezTo>
                <a:cubicBezTo>
                  <a:pt x="268559" y="210289"/>
                  <a:pt x="267896" y="210861"/>
                  <a:pt x="267211" y="211466"/>
                </a:cubicBezTo>
                <a:cubicBezTo>
                  <a:pt x="266559" y="212038"/>
                  <a:pt x="265896" y="212609"/>
                  <a:pt x="265210" y="213192"/>
                </a:cubicBezTo>
                <a:lnTo>
                  <a:pt x="272948" y="252169"/>
                </a:lnTo>
                <a:cubicBezTo>
                  <a:pt x="273737" y="255986"/>
                  <a:pt x="273577" y="259655"/>
                  <a:pt x="272480" y="263164"/>
                </a:cubicBezTo>
                <a:cubicBezTo>
                  <a:pt x="271382" y="266673"/>
                  <a:pt x="269497" y="269771"/>
                  <a:pt x="266822" y="272445"/>
                </a:cubicBezTo>
                <a:lnTo>
                  <a:pt x="215947" y="323480"/>
                </a:lnTo>
                <a:cubicBezTo>
                  <a:pt x="213055" y="326258"/>
                  <a:pt x="209672" y="327252"/>
                  <a:pt x="205763" y="326464"/>
                </a:cubicBezTo>
                <a:cubicBezTo>
                  <a:pt x="201865" y="325675"/>
                  <a:pt x="199179" y="323378"/>
                  <a:pt x="197716" y="319549"/>
                </a:cubicBezTo>
                <a:lnTo>
                  <a:pt x="174330" y="265256"/>
                </a:lnTo>
                <a:lnTo>
                  <a:pt x="113351" y="204037"/>
                </a:lnTo>
                <a:lnTo>
                  <a:pt x="58819" y="180891"/>
                </a:lnTo>
                <a:cubicBezTo>
                  <a:pt x="54990" y="179325"/>
                  <a:pt x="52784" y="176548"/>
                  <a:pt x="52178" y="172570"/>
                </a:cubicBezTo>
                <a:cubicBezTo>
                  <a:pt x="51572" y="168581"/>
                  <a:pt x="52658" y="165209"/>
                  <a:pt x="55436" y="162432"/>
                </a:cubicBezTo>
                <a:lnTo>
                  <a:pt x="106048" y="111660"/>
                </a:lnTo>
                <a:cubicBezTo>
                  <a:pt x="108722" y="108996"/>
                  <a:pt x="111843" y="107088"/>
                  <a:pt x="115432" y="105968"/>
                </a:cubicBezTo>
                <a:cubicBezTo>
                  <a:pt x="118998" y="104836"/>
                  <a:pt x="122655" y="104676"/>
                  <a:pt x="126393" y="105453"/>
                </a:cubicBezTo>
                <a:lnTo>
                  <a:pt x="165369" y="113157"/>
                </a:lnTo>
                <a:cubicBezTo>
                  <a:pt x="165929" y="112608"/>
                  <a:pt x="166512" y="112025"/>
                  <a:pt x="167141" y="111431"/>
                </a:cubicBezTo>
                <a:cubicBezTo>
                  <a:pt x="167747" y="110848"/>
                  <a:pt x="168387" y="110277"/>
                  <a:pt x="169073" y="109705"/>
                </a:cubicBezTo>
                <a:cubicBezTo>
                  <a:pt x="190961" y="87702"/>
                  <a:pt x="214358" y="71380"/>
                  <a:pt x="239241" y="60739"/>
                </a:cubicBezTo>
                <a:cubicBezTo>
                  <a:pt x="264124" y="50109"/>
                  <a:pt x="291728" y="44828"/>
                  <a:pt x="322063" y="44908"/>
                </a:cubicBezTo>
                <a:cubicBezTo>
                  <a:pt x="323640" y="44806"/>
                  <a:pt x="325115" y="45057"/>
                  <a:pt x="326509" y="45651"/>
                </a:cubicBezTo>
                <a:cubicBezTo>
                  <a:pt x="327892" y="46257"/>
                  <a:pt x="329195" y="47183"/>
                  <a:pt x="330396" y="48440"/>
                </a:cubicBezTo>
                <a:cubicBezTo>
                  <a:pt x="331596" y="49698"/>
                  <a:pt x="332476" y="50932"/>
                  <a:pt x="333024" y="52144"/>
                </a:cubicBezTo>
                <a:cubicBezTo>
                  <a:pt x="333573" y="53344"/>
                  <a:pt x="333847" y="54727"/>
                  <a:pt x="333847" y="56304"/>
                </a:cubicBezTo>
                <a:close/>
                <a:moveTo>
                  <a:pt x="68843" y="251460"/>
                </a:moveTo>
                <a:cubicBezTo>
                  <a:pt x="76490" y="243710"/>
                  <a:pt x="85794" y="239813"/>
                  <a:pt x="96778" y="239790"/>
                </a:cubicBezTo>
                <a:cubicBezTo>
                  <a:pt x="107751" y="239767"/>
                  <a:pt x="117112" y="243630"/>
                  <a:pt x="124861" y="251380"/>
                </a:cubicBezTo>
                <a:cubicBezTo>
                  <a:pt x="132519" y="259027"/>
                  <a:pt x="136303" y="268342"/>
                  <a:pt x="136223" y="279315"/>
                </a:cubicBezTo>
                <a:cubicBezTo>
                  <a:pt x="136143" y="290265"/>
                  <a:pt x="132279" y="299626"/>
                  <a:pt x="124633" y="307410"/>
                </a:cubicBezTo>
                <a:cubicBezTo>
                  <a:pt x="114129" y="317811"/>
                  <a:pt x="101636" y="324223"/>
                  <a:pt x="87142" y="326658"/>
                </a:cubicBezTo>
                <a:cubicBezTo>
                  <a:pt x="72661" y="329104"/>
                  <a:pt x="58087" y="331196"/>
                  <a:pt x="43411" y="332944"/>
                </a:cubicBezTo>
                <a:cubicBezTo>
                  <a:pt x="45171" y="318177"/>
                  <a:pt x="47229" y="303512"/>
                  <a:pt x="49583" y="288939"/>
                </a:cubicBezTo>
                <a:cubicBezTo>
                  <a:pt x="51938" y="274377"/>
                  <a:pt x="58373" y="261896"/>
                  <a:pt x="68877" y="251494"/>
                </a:cubicBezTo>
                <a:close/>
                <a:moveTo>
                  <a:pt x="81256" y="264422"/>
                </a:moveTo>
                <a:cubicBezTo>
                  <a:pt x="75358" y="270640"/>
                  <a:pt x="71495" y="277863"/>
                  <a:pt x="69666" y="286116"/>
                </a:cubicBezTo>
                <a:cubicBezTo>
                  <a:pt x="67826" y="294368"/>
                  <a:pt x="66225" y="302769"/>
                  <a:pt x="64865" y="311342"/>
                </a:cubicBezTo>
                <a:cubicBezTo>
                  <a:pt x="73438" y="309982"/>
                  <a:pt x="81816" y="308324"/>
                  <a:pt x="90011" y="306393"/>
                </a:cubicBezTo>
                <a:cubicBezTo>
                  <a:pt x="98218" y="304449"/>
                  <a:pt x="105465" y="300529"/>
                  <a:pt x="111785" y="294643"/>
                </a:cubicBezTo>
                <a:cubicBezTo>
                  <a:pt x="116415" y="290585"/>
                  <a:pt x="118735" y="285533"/>
                  <a:pt x="118735" y="279509"/>
                </a:cubicBezTo>
                <a:cubicBezTo>
                  <a:pt x="118735" y="273486"/>
                  <a:pt x="116575" y="268239"/>
                  <a:pt x="112254" y="263759"/>
                </a:cubicBezTo>
                <a:cubicBezTo>
                  <a:pt x="107773" y="259438"/>
                  <a:pt x="102527" y="257301"/>
                  <a:pt x="96503" y="257358"/>
                </a:cubicBezTo>
                <a:cubicBezTo>
                  <a:pt x="90468" y="257404"/>
                  <a:pt x="85382" y="259747"/>
                  <a:pt x="81210" y="264387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204974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950" dirty="0"/>
          </a:p>
        </p:txBody>
      </p:sp>
      <p:sp>
        <p:nvSpPr>
          <p:cNvPr id="171" name="圖示 效能"/>
          <p:cNvSpPr/>
          <p:nvPr/>
        </p:nvSpPr>
        <p:spPr>
          <a:xfrm>
            <a:off x="292410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6355" y="252797"/>
                </a:moveTo>
                <a:cubicBezTo>
                  <a:pt x="196230" y="252294"/>
                  <a:pt x="203385" y="248648"/>
                  <a:pt x="207809" y="241836"/>
                </a:cubicBezTo>
                <a:lnTo>
                  <a:pt x="274057" y="142269"/>
                </a:lnTo>
                <a:cubicBezTo>
                  <a:pt x="275886" y="139572"/>
                  <a:pt x="275714" y="137137"/>
                  <a:pt x="273543" y="134965"/>
                </a:cubicBezTo>
                <a:cubicBezTo>
                  <a:pt x="271371" y="132794"/>
                  <a:pt x="268868" y="132565"/>
                  <a:pt x="266033" y="134291"/>
                </a:cubicBezTo>
                <a:lnTo>
                  <a:pt x="167301" y="201008"/>
                </a:lnTo>
                <a:cubicBezTo>
                  <a:pt x="160546" y="205569"/>
                  <a:pt x="156900" y="212769"/>
                  <a:pt x="156374" y="222622"/>
                </a:cubicBezTo>
                <a:cubicBezTo>
                  <a:pt x="155848" y="232498"/>
                  <a:pt x="158248" y="240121"/>
                  <a:pt x="163563" y="245494"/>
                </a:cubicBezTo>
                <a:cubicBezTo>
                  <a:pt x="168890" y="250854"/>
                  <a:pt x="176479" y="253289"/>
                  <a:pt x="186355" y="252797"/>
                </a:cubicBezTo>
                <a:close/>
                <a:moveTo>
                  <a:pt x="187966" y="70957"/>
                </a:moveTo>
                <a:cubicBezTo>
                  <a:pt x="200071" y="70957"/>
                  <a:pt x="212221" y="72478"/>
                  <a:pt x="224428" y="75518"/>
                </a:cubicBezTo>
                <a:cubicBezTo>
                  <a:pt x="236635" y="78558"/>
                  <a:pt x="248614" y="83359"/>
                  <a:pt x="260375" y="89931"/>
                </a:cubicBezTo>
                <a:cubicBezTo>
                  <a:pt x="262661" y="91371"/>
                  <a:pt x="264022" y="93326"/>
                  <a:pt x="264467" y="95795"/>
                </a:cubicBezTo>
                <a:cubicBezTo>
                  <a:pt x="264913" y="98275"/>
                  <a:pt x="264364" y="100618"/>
                  <a:pt x="262810" y="102824"/>
                </a:cubicBezTo>
                <a:cubicBezTo>
                  <a:pt x="261267" y="105019"/>
                  <a:pt x="259438" y="106276"/>
                  <a:pt x="257312" y="106596"/>
                </a:cubicBezTo>
                <a:cubicBezTo>
                  <a:pt x="255198" y="106882"/>
                  <a:pt x="252912" y="106345"/>
                  <a:pt x="250477" y="104985"/>
                </a:cubicBezTo>
                <a:cubicBezTo>
                  <a:pt x="240053" y="99430"/>
                  <a:pt x="229389" y="95349"/>
                  <a:pt x="218496" y="92732"/>
                </a:cubicBezTo>
                <a:cubicBezTo>
                  <a:pt x="207626" y="90103"/>
                  <a:pt x="197430" y="88800"/>
                  <a:pt x="187932" y="88800"/>
                </a:cubicBezTo>
                <a:cubicBezTo>
                  <a:pt x="151676" y="88800"/>
                  <a:pt x="120804" y="101681"/>
                  <a:pt x="95315" y="127456"/>
                </a:cubicBezTo>
                <a:cubicBezTo>
                  <a:pt x="69837" y="153231"/>
                  <a:pt x="57093" y="184457"/>
                  <a:pt x="57093" y="221125"/>
                </a:cubicBezTo>
                <a:cubicBezTo>
                  <a:pt x="57093" y="232703"/>
                  <a:pt x="58670" y="244351"/>
                  <a:pt x="61848" y="256055"/>
                </a:cubicBezTo>
                <a:cubicBezTo>
                  <a:pt x="65014" y="267736"/>
                  <a:pt x="69574" y="278595"/>
                  <a:pt x="75518" y="288630"/>
                </a:cubicBezTo>
                <a:lnTo>
                  <a:pt x="300106" y="288630"/>
                </a:lnTo>
                <a:cubicBezTo>
                  <a:pt x="305970" y="279098"/>
                  <a:pt x="310530" y="268262"/>
                  <a:pt x="313776" y="256135"/>
                </a:cubicBezTo>
                <a:cubicBezTo>
                  <a:pt x="317022" y="244008"/>
                  <a:pt x="318646" y="232029"/>
                  <a:pt x="318646" y="220188"/>
                </a:cubicBezTo>
                <a:cubicBezTo>
                  <a:pt x="318646" y="210918"/>
                  <a:pt x="317445" y="200917"/>
                  <a:pt x="315034" y="190207"/>
                </a:cubicBezTo>
                <a:cubicBezTo>
                  <a:pt x="312622" y="179497"/>
                  <a:pt x="308724" y="169290"/>
                  <a:pt x="303318" y="159597"/>
                </a:cubicBezTo>
                <a:cubicBezTo>
                  <a:pt x="301878" y="157323"/>
                  <a:pt x="301295" y="154911"/>
                  <a:pt x="301558" y="152373"/>
                </a:cubicBezTo>
                <a:cubicBezTo>
                  <a:pt x="301786" y="149824"/>
                  <a:pt x="303066" y="147881"/>
                  <a:pt x="305364" y="146510"/>
                </a:cubicBezTo>
                <a:cubicBezTo>
                  <a:pt x="307490" y="144944"/>
                  <a:pt x="309799" y="144578"/>
                  <a:pt x="312279" y="145412"/>
                </a:cubicBezTo>
                <a:cubicBezTo>
                  <a:pt x="314771" y="146258"/>
                  <a:pt x="316657" y="147938"/>
                  <a:pt x="317937" y="150487"/>
                </a:cubicBezTo>
                <a:cubicBezTo>
                  <a:pt x="324075" y="162272"/>
                  <a:pt x="328590" y="173713"/>
                  <a:pt x="331493" y="184823"/>
                </a:cubicBezTo>
                <a:cubicBezTo>
                  <a:pt x="334430" y="195933"/>
                  <a:pt x="336111" y="207169"/>
                  <a:pt x="336522" y="218530"/>
                </a:cubicBezTo>
                <a:cubicBezTo>
                  <a:pt x="336842" y="233252"/>
                  <a:pt x="335322" y="247048"/>
                  <a:pt x="331961" y="259907"/>
                </a:cubicBezTo>
                <a:cubicBezTo>
                  <a:pt x="328613" y="272800"/>
                  <a:pt x="323549" y="285076"/>
                  <a:pt x="316760" y="296757"/>
                </a:cubicBezTo>
                <a:cubicBezTo>
                  <a:pt x="314428" y="301089"/>
                  <a:pt x="311925" y="303764"/>
                  <a:pt x="309262" y="304815"/>
                </a:cubicBezTo>
                <a:cubicBezTo>
                  <a:pt x="306587" y="305867"/>
                  <a:pt x="303181" y="306393"/>
                  <a:pt x="299043" y="306393"/>
                </a:cubicBezTo>
                <a:lnTo>
                  <a:pt x="76661" y="306393"/>
                </a:lnTo>
                <a:cubicBezTo>
                  <a:pt x="73301" y="306393"/>
                  <a:pt x="69986" y="305501"/>
                  <a:pt x="66717" y="303718"/>
                </a:cubicBezTo>
                <a:cubicBezTo>
                  <a:pt x="63471" y="301935"/>
                  <a:pt x="60990" y="299409"/>
                  <a:pt x="59287" y="296128"/>
                </a:cubicBezTo>
                <a:cubicBezTo>
                  <a:pt x="53287" y="285236"/>
                  <a:pt x="48463" y="273680"/>
                  <a:pt x="44794" y="261484"/>
                </a:cubicBezTo>
                <a:cubicBezTo>
                  <a:pt x="41125" y="249277"/>
                  <a:pt x="39296" y="235835"/>
                  <a:pt x="39296" y="221171"/>
                </a:cubicBezTo>
                <a:cubicBezTo>
                  <a:pt x="39296" y="200631"/>
                  <a:pt x="43183" y="181246"/>
                  <a:pt x="50955" y="163015"/>
                </a:cubicBezTo>
                <a:cubicBezTo>
                  <a:pt x="58739" y="144784"/>
                  <a:pt x="69334" y="128873"/>
                  <a:pt x="82742" y="115283"/>
                </a:cubicBezTo>
                <a:cubicBezTo>
                  <a:pt x="96126" y="101681"/>
                  <a:pt x="111900" y="90903"/>
                  <a:pt x="130051" y="82948"/>
                </a:cubicBezTo>
                <a:cubicBezTo>
                  <a:pt x="148179" y="74958"/>
                  <a:pt x="167484" y="70957"/>
                  <a:pt x="187966" y="70957"/>
                </a:cubicBezTo>
                <a:close/>
                <a:moveTo>
                  <a:pt x="185177" y="19240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274314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950" dirty="0"/>
          </a:p>
        </p:txBody>
      </p:sp>
      <p:sp>
        <p:nvSpPr>
          <p:cNvPr id="173" name="圖示 快速"/>
          <p:cNvSpPr/>
          <p:nvPr/>
        </p:nvSpPr>
        <p:spPr>
          <a:xfrm>
            <a:off x="361750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7437" y="305250"/>
                </a:moveTo>
                <a:lnTo>
                  <a:pt x="259518" y="182857"/>
                </a:lnTo>
                <a:lnTo>
                  <a:pt x="190915" y="182857"/>
                </a:lnTo>
                <a:lnTo>
                  <a:pt x="204311" y="76695"/>
                </a:lnTo>
                <a:lnTo>
                  <a:pt x="112174" y="210049"/>
                </a:lnTo>
                <a:lnTo>
                  <a:pt x="171027" y="210049"/>
                </a:lnTo>
                <a:lnTo>
                  <a:pt x="157483" y="305250"/>
                </a:lnTo>
                <a:close/>
                <a:moveTo>
                  <a:pt x="150522" y="227891"/>
                </a:moveTo>
                <a:lnTo>
                  <a:pt x="97201" y="227891"/>
                </a:lnTo>
                <a:cubicBezTo>
                  <a:pt x="93200" y="227891"/>
                  <a:pt x="90228" y="226097"/>
                  <a:pt x="88285" y="222508"/>
                </a:cubicBezTo>
                <a:cubicBezTo>
                  <a:pt x="86377" y="218919"/>
                  <a:pt x="86651" y="215410"/>
                  <a:pt x="89108" y="211969"/>
                </a:cubicBezTo>
                <a:lnTo>
                  <a:pt x="203328" y="46680"/>
                </a:lnTo>
                <a:cubicBezTo>
                  <a:pt x="205031" y="44394"/>
                  <a:pt x="207146" y="42840"/>
                  <a:pt x="209660" y="42005"/>
                </a:cubicBezTo>
                <a:cubicBezTo>
                  <a:pt x="212198" y="41159"/>
                  <a:pt x="214735" y="41274"/>
                  <a:pt x="217273" y="42314"/>
                </a:cubicBezTo>
                <a:cubicBezTo>
                  <a:pt x="219822" y="43365"/>
                  <a:pt x="221822" y="45080"/>
                  <a:pt x="223285" y="47457"/>
                </a:cubicBezTo>
                <a:cubicBezTo>
                  <a:pt x="224782" y="49846"/>
                  <a:pt x="225308" y="52384"/>
                  <a:pt x="224862" y="55081"/>
                </a:cubicBezTo>
                <a:lnTo>
                  <a:pt x="211112" y="165026"/>
                </a:lnTo>
                <a:lnTo>
                  <a:pt x="275737" y="165026"/>
                </a:lnTo>
                <a:cubicBezTo>
                  <a:pt x="280115" y="165026"/>
                  <a:pt x="283190" y="166947"/>
                  <a:pt x="284973" y="170798"/>
                </a:cubicBezTo>
                <a:cubicBezTo>
                  <a:pt x="286756" y="174650"/>
                  <a:pt x="286287" y="178285"/>
                  <a:pt x="283555" y="181714"/>
                </a:cubicBezTo>
                <a:lnTo>
                  <a:pt x="157757" y="332670"/>
                </a:lnTo>
                <a:cubicBezTo>
                  <a:pt x="156054" y="334796"/>
                  <a:pt x="153871" y="336168"/>
                  <a:pt x="151230" y="336796"/>
                </a:cubicBezTo>
                <a:cubicBezTo>
                  <a:pt x="148556" y="337425"/>
                  <a:pt x="146053" y="337219"/>
                  <a:pt x="143721" y="336168"/>
                </a:cubicBezTo>
                <a:cubicBezTo>
                  <a:pt x="141389" y="335128"/>
                  <a:pt x="139583" y="333459"/>
                  <a:pt x="138303" y="331184"/>
                </a:cubicBezTo>
                <a:cubicBezTo>
                  <a:pt x="136989" y="328898"/>
                  <a:pt x="136508" y="326361"/>
                  <a:pt x="136851" y="323560"/>
                </a:cubicBezTo>
                <a:lnTo>
                  <a:pt x="150522" y="227891"/>
                </a:lnTo>
                <a:close/>
                <a:moveTo>
                  <a:pt x="185692" y="191030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343654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950" dirty="0"/>
          </a:p>
        </p:txBody>
      </p:sp>
      <p:sp>
        <p:nvSpPr>
          <p:cNvPr id="175" name="圖示 鎖定"/>
          <p:cNvSpPr/>
          <p:nvPr/>
        </p:nvSpPr>
        <p:spPr>
          <a:xfrm>
            <a:off x="431091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3395" y="337905"/>
                </a:moveTo>
                <a:cubicBezTo>
                  <a:pt x="87211" y="337905"/>
                  <a:pt x="81896" y="335665"/>
                  <a:pt x="77438" y="331184"/>
                </a:cubicBezTo>
                <a:cubicBezTo>
                  <a:pt x="72992" y="326704"/>
                  <a:pt x="70752" y="321389"/>
                  <a:pt x="70729" y="315228"/>
                </a:cubicBezTo>
                <a:lnTo>
                  <a:pt x="70729" y="158031"/>
                </a:lnTo>
                <a:cubicBezTo>
                  <a:pt x="70729" y="151768"/>
                  <a:pt x="72958" y="146418"/>
                  <a:pt x="77438" y="141995"/>
                </a:cubicBezTo>
                <a:cubicBezTo>
                  <a:pt x="81919" y="137571"/>
                  <a:pt x="87234" y="135354"/>
                  <a:pt x="93395" y="135354"/>
                </a:cubicBezTo>
                <a:lnTo>
                  <a:pt x="120735" y="135354"/>
                </a:lnTo>
                <a:lnTo>
                  <a:pt x="120735" y="99292"/>
                </a:lnTo>
                <a:cubicBezTo>
                  <a:pt x="120735" y="80456"/>
                  <a:pt x="127342" y="64442"/>
                  <a:pt x="140543" y="51241"/>
                </a:cubicBezTo>
                <a:cubicBezTo>
                  <a:pt x="153768" y="38039"/>
                  <a:pt x="169804" y="31433"/>
                  <a:pt x="188629" y="31433"/>
                </a:cubicBezTo>
                <a:cubicBezTo>
                  <a:pt x="207489" y="31433"/>
                  <a:pt x="223514" y="38028"/>
                  <a:pt x="236692" y="51241"/>
                </a:cubicBezTo>
                <a:cubicBezTo>
                  <a:pt x="249860" y="64442"/>
                  <a:pt x="256455" y="80456"/>
                  <a:pt x="256455" y="99292"/>
                </a:cubicBezTo>
                <a:lnTo>
                  <a:pt x="256455" y="135354"/>
                </a:lnTo>
                <a:lnTo>
                  <a:pt x="283795" y="135354"/>
                </a:lnTo>
                <a:cubicBezTo>
                  <a:pt x="289979" y="135354"/>
                  <a:pt x="295294" y="137571"/>
                  <a:pt x="299752" y="141995"/>
                </a:cubicBezTo>
                <a:cubicBezTo>
                  <a:pt x="304198" y="146418"/>
                  <a:pt x="306438" y="151768"/>
                  <a:pt x="306473" y="158031"/>
                </a:cubicBezTo>
                <a:lnTo>
                  <a:pt x="306473" y="315228"/>
                </a:lnTo>
                <a:cubicBezTo>
                  <a:pt x="306473" y="321412"/>
                  <a:pt x="304232" y="326727"/>
                  <a:pt x="299752" y="331184"/>
                </a:cubicBezTo>
                <a:cubicBezTo>
                  <a:pt x="295271" y="335631"/>
                  <a:pt x="289956" y="337871"/>
                  <a:pt x="283795" y="337905"/>
                </a:cubicBezTo>
                <a:lnTo>
                  <a:pt x="93395" y="337905"/>
                </a:lnTo>
                <a:close/>
                <a:moveTo>
                  <a:pt x="93395" y="320063"/>
                </a:moveTo>
                <a:lnTo>
                  <a:pt x="283795" y="320063"/>
                </a:lnTo>
                <a:cubicBezTo>
                  <a:pt x="285213" y="320063"/>
                  <a:pt x="286367" y="319606"/>
                  <a:pt x="287259" y="318691"/>
                </a:cubicBezTo>
                <a:cubicBezTo>
                  <a:pt x="288139" y="317765"/>
                  <a:pt x="288608" y="316622"/>
                  <a:pt x="288630" y="315228"/>
                </a:cubicBezTo>
                <a:lnTo>
                  <a:pt x="288630" y="158031"/>
                </a:lnTo>
                <a:cubicBezTo>
                  <a:pt x="288630" y="156614"/>
                  <a:pt x="288173" y="155459"/>
                  <a:pt x="287259" y="154568"/>
                </a:cubicBezTo>
                <a:cubicBezTo>
                  <a:pt x="286333" y="153676"/>
                  <a:pt x="285190" y="153219"/>
                  <a:pt x="283795" y="153196"/>
                </a:cubicBezTo>
                <a:lnTo>
                  <a:pt x="93395" y="153196"/>
                </a:lnTo>
                <a:cubicBezTo>
                  <a:pt x="91977" y="153196"/>
                  <a:pt x="90823" y="153653"/>
                  <a:pt x="89931" y="154568"/>
                </a:cubicBezTo>
                <a:cubicBezTo>
                  <a:pt x="89051" y="155482"/>
                  <a:pt x="88583" y="156637"/>
                  <a:pt x="88560" y="158031"/>
                </a:cubicBezTo>
                <a:lnTo>
                  <a:pt x="88560" y="315228"/>
                </a:lnTo>
                <a:cubicBezTo>
                  <a:pt x="88560" y="316645"/>
                  <a:pt x="89017" y="317800"/>
                  <a:pt x="89931" y="318691"/>
                </a:cubicBezTo>
                <a:cubicBezTo>
                  <a:pt x="90857" y="319571"/>
                  <a:pt x="92000" y="320040"/>
                  <a:pt x="93395" y="320063"/>
                </a:cubicBezTo>
                <a:close/>
                <a:moveTo>
                  <a:pt x="207455" y="255586"/>
                </a:moveTo>
                <a:cubicBezTo>
                  <a:pt x="212644" y="250477"/>
                  <a:pt x="215238" y="244328"/>
                  <a:pt x="215238" y="237115"/>
                </a:cubicBezTo>
                <a:cubicBezTo>
                  <a:pt x="215238" y="230177"/>
                  <a:pt x="212609" y="223914"/>
                  <a:pt x="207374" y="218336"/>
                </a:cubicBezTo>
                <a:cubicBezTo>
                  <a:pt x="202140" y="212781"/>
                  <a:pt x="195853" y="210003"/>
                  <a:pt x="188515" y="210003"/>
                </a:cubicBezTo>
                <a:cubicBezTo>
                  <a:pt x="181177" y="210003"/>
                  <a:pt x="174925" y="212781"/>
                  <a:pt x="169736" y="218336"/>
                </a:cubicBezTo>
                <a:cubicBezTo>
                  <a:pt x="164546" y="223891"/>
                  <a:pt x="161952" y="230212"/>
                  <a:pt x="161952" y="237321"/>
                </a:cubicBezTo>
                <a:cubicBezTo>
                  <a:pt x="161952" y="244385"/>
                  <a:pt x="164581" y="250477"/>
                  <a:pt x="169816" y="255586"/>
                </a:cubicBezTo>
                <a:cubicBezTo>
                  <a:pt x="175050" y="260695"/>
                  <a:pt x="181337" y="263244"/>
                  <a:pt x="188675" y="263244"/>
                </a:cubicBezTo>
                <a:cubicBezTo>
                  <a:pt x="196013" y="263244"/>
                  <a:pt x="202265" y="260695"/>
                  <a:pt x="207455" y="255586"/>
                </a:cubicBezTo>
                <a:close/>
                <a:moveTo>
                  <a:pt x="138577" y="135354"/>
                </a:moveTo>
                <a:lnTo>
                  <a:pt x="238613" y="135354"/>
                </a:lnTo>
                <a:lnTo>
                  <a:pt x="238613" y="99292"/>
                </a:lnTo>
                <a:cubicBezTo>
                  <a:pt x="238613" y="85405"/>
                  <a:pt x="233755" y="73586"/>
                  <a:pt x="224039" y="63848"/>
                </a:cubicBezTo>
                <a:cubicBezTo>
                  <a:pt x="214313" y="54098"/>
                  <a:pt x="202517" y="49240"/>
                  <a:pt x="188629" y="49275"/>
                </a:cubicBezTo>
                <a:cubicBezTo>
                  <a:pt x="174753" y="49275"/>
                  <a:pt x="162935" y="54132"/>
                  <a:pt x="153196" y="63848"/>
                </a:cubicBezTo>
                <a:cubicBezTo>
                  <a:pt x="143447" y="73563"/>
                  <a:pt x="138577" y="85382"/>
                  <a:pt x="138577" y="99292"/>
                </a:cubicBezTo>
                <a:lnTo>
                  <a:pt x="138577" y="135354"/>
                </a:lnTo>
                <a:close/>
                <a:moveTo>
                  <a:pt x="88560" y="320063"/>
                </a:moveTo>
                <a:lnTo>
                  <a:pt x="88560" y="153151"/>
                </a:lnTo>
                <a:lnTo>
                  <a:pt x="88560" y="32006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412994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950" dirty="0"/>
          </a:p>
        </p:txBody>
      </p:sp>
      <p:sp>
        <p:nvSpPr>
          <p:cNvPr id="177" name="圖示 資安"/>
          <p:cNvSpPr/>
          <p:nvPr/>
        </p:nvSpPr>
        <p:spPr>
          <a:xfrm>
            <a:off x="500431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19114"/>
                </a:moveTo>
                <a:cubicBezTo>
                  <a:pt x="215650" y="310244"/>
                  <a:pt x="238155" y="293740"/>
                  <a:pt x="256101" y="269611"/>
                </a:cubicBezTo>
                <a:cubicBezTo>
                  <a:pt x="274069" y="245494"/>
                  <a:pt x="284573" y="218484"/>
                  <a:pt x="287613" y="188595"/>
                </a:cubicBezTo>
                <a:lnTo>
                  <a:pt x="188595" y="188595"/>
                </a:lnTo>
                <a:lnTo>
                  <a:pt x="188595" y="59253"/>
                </a:lnTo>
                <a:lnTo>
                  <a:pt x="91749" y="95246"/>
                </a:lnTo>
                <a:cubicBezTo>
                  <a:pt x="90743" y="95635"/>
                  <a:pt x="89966" y="96241"/>
                  <a:pt x="89383" y="97052"/>
                </a:cubicBezTo>
                <a:cubicBezTo>
                  <a:pt x="88834" y="97864"/>
                  <a:pt x="88560" y="98767"/>
                  <a:pt x="88560" y="99761"/>
                </a:cubicBezTo>
                <a:lnTo>
                  <a:pt x="88560" y="172684"/>
                </a:lnTo>
                <a:cubicBezTo>
                  <a:pt x="88560" y="175611"/>
                  <a:pt x="88628" y="178194"/>
                  <a:pt x="88754" y="180423"/>
                </a:cubicBezTo>
                <a:cubicBezTo>
                  <a:pt x="88891" y="182651"/>
                  <a:pt x="89165" y="185372"/>
                  <a:pt x="89588" y="188595"/>
                </a:cubicBezTo>
                <a:lnTo>
                  <a:pt x="188595" y="188595"/>
                </a:lnTo>
                <a:lnTo>
                  <a:pt x="188595" y="319114"/>
                </a:lnTo>
                <a:close/>
                <a:moveTo>
                  <a:pt x="184789" y="335459"/>
                </a:moveTo>
                <a:cubicBezTo>
                  <a:pt x="183554" y="335196"/>
                  <a:pt x="182286" y="334808"/>
                  <a:pt x="180971" y="334282"/>
                </a:cubicBezTo>
                <a:cubicBezTo>
                  <a:pt x="146978" y="322189"/>
                  <a:pt x="120095" y="301100"/>
                  <a:pt x="100344" y="271028"/>
                </a:cubicBezTo>
                <a:cubicBezTo>
                  <a:pt x="80593" y="240979"/>
                  <a:pt x="70729" y="208117"/>
                  <a:pt x="70729" y="172444"/>
                </a:cubicBezTo>
                <a:lnTo>
                  <a:pt x="70729" y="99681"/>
                </a:lnTo>
                <a:cubicBezTo>
                  <a:pt x="70729" y="94915"/>
                  <a:pt x="72112" y="90548"/>
                  <a:pt x="74889" y="86594"/>
                </a:cubicBezTo>
                <a:cubicBezTo>
                  <a:pt x="77667" y="82639"/>
                  <a:pt x="81176" y="79804"/>
                  <a:pt x="85416" y="78067"/>
                </a:cubicBezTo>
                <a:lnTo>
                  <a:pt x="180617" y="42668"/>
                </a:lnTo>
                <a:cubicBezTo>
                  <a:pt x="183394" y="41617"/>
                  <a:pt x="186046" y="41102"/>
                  <a:pt x="188561" y="41102"/>
                </a:cubicBezTo>
                <a:cubicBezTo>
                  <a:pt x="191075" y="41102"/>
                  <a:pt x="193716" y="41617"/>
                  <a:pt x="196493" y="42668"/>
                </a:cubicBezTo>
                <a:lnTo>
                  <a:pt x="291694" y="78067"/>
                </a:lnTo>
                <a:cubicBezTo>
                  <a:pt x="295934" y="79804"/>
                  <a:pt x="299443" y="82639"/>
                  <a:pt x="302221" y="86594"/>
                </a:cubicBezTo>
                <a:cubicBezTo>
                  <a:pt x="305055" y="90548"/>
                  <a:pt x="306473" y="94915"/>
                  <a:pt x="306473" y="99681"/>
                </a:cubicBezTo>
                <a:lnTo>
                  <a:pt x="306473" y="172444"/>
                </a:lnTo>
                <a:cubicBezTo>
                  <a:pt x="306473" y="208117"/>
                  <a:pt x="296597" y="240979"/>
                  <a:pt x="276846" y="271028"/>
                </a:cubicBezTo>
                <a:cubicBezTo>
                  <a:pt x="257095" y="301100"/>
                  <a:pt x="230212" y="322189"/>
                  <a:pt x="196219" y="334282"/>
                </a:cubicBezTo>
                <a:cubicBezTo>
                  <a:pt x="194904" y="334808"/>
                  <a:pt x="193636" y="335196"/>
                  <a:pt x="192401" y="335459"/>
                </a:cubicBezTo>
                <a:cubicBezTo>
                  <a:pt x="191178" y="335722"/>
                  <a:pt x="189909" y="335859"/>
                  <a:pt x="188595" y="335859"/>
                </a:cubicBezTo>
                <a:cubicBezTo>
                  <a:pt x="187281" y="335859"/>
                  <a:pt x="186012" y="335722"/>
                  <a:pt x="184789" y="33545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482334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950" dirty="0"/>
          </a:p>
        </p:txBody>
      </p:sp>
      <p:sp>
        <p:nvSpPr>
          <p:cNvPr id="179" name="圖示 認證"/>
          <p:cNvSpPr/>
          <p:nvPr/>
        </p:nvSpPr>
        <p:spPr>
          <a:xfrm>
            <a:off x="569771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2330" y="210838"/>
                </a:moveTo>
                <a:lnTo>
                  <a:pt x="140703" y="179200"/>
                </a:lnTo>
                <a:cubicBezTo>
                  <a:pt x="139046" y="177451"/>
                  <a:pt x="136931" y="176548"/>
                  <a:pt x="134337" y="176491"/>
                </a:cubicBezTo>
                <a:cubicBezTo>
                  <a:pt x="131742" y="176445"/>
                  <a:pt x="129513" y="177348"/>
                  <a:pt x="127650" y="179200"/>
                </a:cubicBezTo>
                <a:cubicBezTo>
                  <a:pt x="125799" y="180960"/>
                  <a:pt x="124861" y="183097"/>
                  <a:pt x="124861" y="185612"/>
                </a:cubicBezTo>
                <a:cubicBezTo>
                  <a:pt x="124861" y="188126"/>
                  <a:pt x="125799" y="190355"/>
                  <a:pt x="127650" y="192287"/>
                </a:cubicBezTo>
                <a:lnTo>
                  <a:pt x="163689" y="228394"/>
                </a:lnTo>
                <a:cubicBezTo>
                  <a:pt x="165941" y="230749"/>
                  <a:pt x="168558" y="231938"/>
                  <a:pt x="171541" y="231938"/>
                </a:cubicBezTo>
                <a:cubicBezTo>
                  <a:pt x="174525" y="231938"/>
                  <a:pt x="177154" y="230749"/>
                  <a:pt x="179405" y="228394"/>
                </a:cubicBezTo>
                <a:lnTo>
                  <a:pt x="249140" y="158774"/>
                </a:lnTo>
                <a:cubicBezTo>
                  <a:pt x="250900" y="156991"/>
                  <a:pt x="251803" y="154854"/>
                  <a:pt x="251849" y="152373"/>
                </a:cubicBezTo>
                <a:cubicBezTo>
                  <a:pt x="251906" y="149859"/>
                  <a:pt x="251071" y="147801"/>
                  <a:pt x="249334" y="146201"/>
                </a:cubicBezTo>
                <a:cubicBezTo>
                  <a:pt x="247608" y="144601"/>
                  <a:pt x="245471" y="143847"/>
                  <a:pt x="242933" y="143927"/>
                </a:cubicBezTo>
                <a:cubicBezTo>
                  <a:pt x="240396" y="143995"/>
                  <a:pt x="238327" y="144841"/>
                  <a:pt x="236727" y="146441"/>
                </a:cubicBezTo>
                <a:lnTo>
                  <a:pt x="172330" y="210838"/>
                </a:lnTo>
                <a:close/>
                <a:moveTo>
                  <a:pt x="184629" y="335459"/>
                </a:moveTo>
                <a:cubicBezTo>
                  <a:pt x="183371" y="335196"/>
                  <a:pt x="182148" y="334808"/>
                  <a:pt x="180971" y="334282"/>
                </a:cubicBezTo>
                <a:cubicBezTo>
                  <a:pt x="146978" y="322189"/>
                  <a:pt x="120095" y="301100"/>
                  <a:pt x="100344" y="271028"/>
                </a:cubicBezTo>
                <a:cubicBezTo>
                  <a:pt x="80593" y="240979"/>
                  <a:pt x="70729" y="208106"/>
                  <a:pt x="70729" y="172410"/>
                </a:cubicBezTo>
                <a:lnTo>
                  <a:pt x="70729" y="99681"/>
                </a:lnTo>
                <a:cubicBezTo>
                  <a:pt x="70729" y="94835"/>
                  <a:pt x="72100" y="90446"/>
                  <a:pt x="74844" y="86514"/>
                </a:cubicBezTo>
                <a:cubicBezTo>
                  <a:pt x="77598" y="82593"/>
                  <a:pt x="81130" y="79759"/>
                  <a:pt x="85462" y="78033"/>
                </a:cubicBezTo>
                <a:lnTo>
                  <a:pt x="180663" y="42634"/>
                </a:lnTo>
                <a:cubicBezTo>
                  <a:pt x="183440" y="41582"/>
                  <a:pt x="186080" y="41057"/>
                  <a:pt x="188595" y="41057"/>
                </a:cubicBezTo>
                <a:cubicBezTo>
                  <a:pt x="191110" y="41057"/>
                  <a:pt x="193750" y="41582"/>
                  <a:pt x="196527" y="42634"/>
                </a:cubicBezTo>
                <a:lnTo>
                  <a:pt x="291728" y="78033"/>
                </a:lnTo>
                <a:cubicBezTo>
                  <a:pt x="296060" y="79736"/>
                  <a:pt x="299592" y="82559"/>
                  <a:pt x="302346" y="86514"/>
                </a:cubicBezTo>
                <a:cubicBezTo>
                  <a:pt x="305090" y="90446"/>
                  <a:pt x="306473" y="94835"/>
                  <a:pt x="306473" y="99681"/>
                </a:cubicBezTo>
                <a:lnTo>
                  <a:pt x="306473" y="172410"/>
                </a:lnTo>
                <a:cubicBezTo>
                  <a:pt x="306473" y="208106"/>
                  <a:pt x="296597" y="240979"/>
                  <a:pt x="276846" y="271028"/>
                </a:cubicBezTo>
                <a:cubicBezTo>
                  <a:pt x="257095" y="301100"/>
                  <a:pt x="230212" y="322189"/>
                  <a:pt x="196219" y="334282"/>
                </a:cubicBezTo>
                <a:cubicBezTo>
                  <a:pt x="195007" y="334808"/>
                  <a:pt x="193796" y="335196"/>
                  <a:pt x="192561" y="335459"/>
                </a:cubicBezTo>
                <a:cubicBezTo>
                  <a:pt x="191304" y="335722"/>
                  <a:pt x="189978" y="335859"/>
                  <a:pt x="188595" y="335859"/>
                </a:cubicBezTo>
                <a:cubicBezTo>
                  <a:pt x="187212" y="335859"/>
                  <a:pt x="185886" y="335722"/>
                  <a:pt x="184629" y="335459"/>
                </a:cubicBezTo>
                <a:close/>
                <a:moveTo>
                  <a:pt x="188595" y="318726"/>
                </a:moveTo>
                <a:cubicBezTo>
                  <a:pt x="217902" y="309193"/>
                  <a:pt x="241916" y="290825"/>
                  <a:pt x="260615" y="263644"/>
                </a:cubicBezTo>
                <a:cubicBezTo>
                  <a:pt x="279292" y="236452"/>
                  <a:pt x="288630" y="206049"/>
                  <a:pt x="288630" y="172444"/>
                </a:cubicBezTo>
                <a:lnTo>
                  <a:pt x="288630" y="99521"/>
                </a:lnTo>
                <a:cubicBezTo>
                  <a:pt x="288630" y="98504"/>
                  <a:pt x="288356" y="97601"/>
                  <a:pt x="287807" y="96812"/>
                </a:cubicBezTo>
                <a:cubicBezTo>
                  <a:pt x="287259" y="96001"/>
                  <a:pt x="286470" y="95395"/>
                  <a:pt x="285441" y="95006"/>
                </a:cubicBezTo>
                <a:lnTo>
                  <a:pt x="190241" y="59207"/>
                </a:lnTo>
                <a:cubicBezTo>
                  <a:pt x="189749" y="59002"/>
                  <a:pt x="189201" y="58899"/>
                  <a:pt x="188595" y="58899"/>
                </a:cubicBezTo>
                <a:cubicBezTo>
                  <a:pt x="187989" y="58899"/>
                  <a:pt x="187441" y="59002"/>
                  <a:pt x="186949" y="59207"/>
                </a:cubicBezTo>
                <a:lnTo>
                  <a:pt x="91749" y="95006"/>
                </a:lnTo>
                <a:cubicBezTo>
                  <a:pt x="90743" y="95395"/>
                  <a:pt x="89966" y="96001"/>
                  <a:pt x="89383" y="96812"/>
                </a:cubicBezTo>
                <a:cubicBezTo>
                  <a:pt x="88834" y="97624"/>
                  <a:pt x="88560" y="98527"/>
                  <a:pt x="88560" y="99521"/>
                </a:cubicBezTo>
                <a:lnTo>
                  <a:pt x="88560" y="172444"/>
                </a:lnTo>
                <a:cubicBezTo>
                  <a:pt x="88560" y="206049"/>
                  <a:pt x="97898" y="236452"/>
                  <a:pt x="116575" y="263644"/>
                </a:cubicBezTo>
                <a:cubicBezTo>
                  <a:pt x="135274" y="290825"/>
                  <a:pt x="159288" y="309193"/>
                  <a:pt x="188595" y="318726"/>
                </a:cubicBezTo>
                <a:close/>
                <a:moveTo>
                  <a:pt x="188595" y="18886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551674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950" dirty="0"/>
          </a:p>
        </p:txBody>
      </p:sp>
      <p:sp>
        <p:nvSpPr>
          <p:cNvPr id="181" name="圖示 金鑰"/>
          <p:cNvSpPr/>
          <p:nvPr/>
        </p:nvSpPr>
        <p:spPr>
          <a:xfrm>
            <a:off x="639111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572" y="204071"/>
                </a:moveTo>
                <a:cubicBezTo>
                  <a:pt x="90274" y="199785"/>
                  <a:pt x="88125" y="194619"/>
                  <a:pt x="88125" y="188595"/>
                </a:cubicBezTo>
                <a:cubicBezTo>
                  <a:pt x="88125" y="182571"/>
                  <a:pt x="90263" y="177405"/>
                  <a:pt x="94538" y="173119"/>
                </a:cubicBezTo>
                <a:cubicBezTo>
                  <a:pt x="98824" y="168844"/>
                  <a:pt x="103990" y="166707"/>
                  <a:pt x="110014" y="166707"/>
                </a:cubicBezTo>
                <a:cubicBezTo>
                  <a:pt x="116037" y="166707"/>
                  <a:pt x="121204" y="168844"/>
                  <a:pt x="125490" y="173119"/>
                </a:cubicBezTo>
                <a:cubicBezTo>
                  <a:pt x="129765" y="177405"/>
                  <a:pt x="131902" y="182571"/>
                  <a:pt x="131902" y="188595"/>
                </a:cubicBezTo>
                <a:cubicBezTo>
                  <a:pt x="131902" y="194619"/>
                  <a:pt x="129765" y="199785"/>
                  <a:pt x="125490" y="204071"/>
                </a:cubicBezTo>
                <a:cubicBezTo>
                  <a:pt x="121204" y="208346"/>
                  <a:pt x="116037" y="210483"/>
                  <a:pt x="110014" y="210483"/>
                </a:cubicBezTo>
                <a:cubicBezTo>
                  <a:pt x="103990" y="210483"/>
                  <a:pt x="98824" y="208346"/>
                  <a:pt x="94538" y="204071"/>
                </a:cubicBezTo>
                <a:close/>
                <a:moveTo>
                  <a:pt x="110014" y="275040"/>
                </a:moveTo>
                <a:cubicBezTo>
                  <a:pt x="86045" y="275040"/>
                  <a:pt x="65642" y="266628"/>
                  <a:pt x="48795" y="249814"/>
                </a:cubicBezTo>
                <a:cubicBezTo>
                  <a:pt x="31958" y="232989"/>
                  <a:pt x="23546" y="212587"/>
                  <a:pt x="23580" y="188595"/>
                </a:cubicBezTo>
                <a:cubicBezTo>
                  <a:pt x="23580" y="164626"/>
                  <a:pt x="31981" y="144224"/>
                  <a:pt x="48795" y="127376"/>
                </a:cubicBezTo>
                <a:cubicBezTo>
                  <a:pt x="65620" y="110540"/>
                  <a:pt x="86022" y="102127"/>
                  <a:pt x="110014" y="102161"/>
                </a:cubicBezTo>
                <a:cubicBezTo>
                  <a:pt x="127776" y="102161"/>
                  <a:pt x="143447" y="106608"/>
                  <a:pt x="157048" y="115512"/>
                </a:cubicBezTo>
                <a:cubicBezTo>
                  <a:pt x="170638" y="124416"/>
                  <a:pt x="180891" y="137309"/>
                  <a:pt x="187806" y="154179"/>
                </a:cubicBezTo>
                <a:lnTo>
                  <a:pt x="325995" y="154179"/>
                </a:lnTo>
                <a:cubicBezTo>
                  <a:pt x="327458" y="154179"/>
                  <a:pt x="328818" y="154442"/>
                  <a:pt x="330076" y="154968"/>
                </a:cubicBezTo>
                <a:cubicBezTo>
                  <a:pt x="331333" y="155482"/>
                  <a:pt x="332567" y="156351"/>
                  <a:pt x="333779" y="157551"/>
                </a:cubicBezTo>
                <a:lnTo>
                  <a:pt x="359508" y="183291"/>
                </a:lnTo>
                <a:cubicBezTo>
                  <a:pt x="360719" y="184492"/>
                  <a:pt x="361577" y="185772"/>
                  <a:pt x="362102" y="187098"/>
                </a:cubicBezTo>
                <a:cubicBezTo>
                  <a:pt x="362628" y="188435"/>
                  <a:pt x="362891" y="189887"/>
                  <a:pt x="362891" y="191464"/>
                </a:cubicBezTo>
                <a:cubicBezTo>
                  <a:pt x="362891" y="193030"/>
                  <a:pt x="362582" y="194447"/>
                  <a:pt x="361988" y="195704"/>
                </a:cubicBezTo>
                <a:cubicBezTo>
                  <a:pt x="361382" y="196962"/>
                  <a:pt x="360479" y="198196"/>
                  <a:pt x="359279" y="199396"/>
                </a:cubicBezTo>
                <a:lnTo>
                  <a:pt x="318177" y="237321"/>
                </a:lnTo>
                <a:cubicBezTo>
                  <a:pt x="317228" y="238361"/>
                  <a:pt x="316131" y="239150"/>
                  <a:pt x="314874" y="239676"/>
                </a:cubicBezTo>
                <a:cubicBezTo>
                  <a:pt x="313616" y="240201"/>
                  <a:pt x="312336" y="240464"/>
                  <a:pt x="311022" y="240464"/>
                </a:cubicBezTo>
                <a:cubicBezTo>
                  <a:pt x="309719" y="240464"/>
                  <a:pt x="308496" y="240327"/>
                  <a:pt x="307376" y="240064"/>
                </a:cubicBezTo>
                <a:cubicBezTo>
                  <a:pt x="306244" y="239801"/>
                  <a:pt x="305078" y="239276"/>
                  <a:pt x="303878" y="238498"/>
                </a:cubicBezTo>
                <a:lnTo>
                  <a:pt x="279635" y="220816"/>
                </a:lnTo>
                <a:lnTo>
                  <a:pt x="253940" y="239321"/>
                </a:lnTo>
                <a:cubicBezTo>
                  <a:pt x="252889" y="240110"/>
                  <a:pt x="251803" y="240602"/>
                  <a:pt x="250671" y="240807"/>
                </a:cubicBezTo>
                <a:cubicBezTo>
                  <a:pt x="249551" y="241024"/>
                  <a:pt x="248385" y="241127"/>
                  <a:pt x="247174" y="241127"/>
                </a:cubicBezTo>
                <a:cubicBezTo>
                  <a:pt x="245974" y="241127"/>
                  <a:pt x="244808" y="240956"/>
                  <a:pt x="243676" y="240613"/>
                </a:cubicBezTo>
                <a:cubicBezTo>
                  <a:pt x="242556" y="240270"/>
                  <a:pt x="241516" y="239767"/>
                  <a:pt x="240579" y="239081"/>
                </a:cubicBezTo>
                <a:lnTo>
                  <a:pt x="219559" y="222976"/>
                </a:lnTo>
                <a:lnTo>
                  <a:pt x="187886" y="222976"/>
                </a:lnTo>
                <a:cubicBezTo>
                  <a:pt x="182046" y="238087"/>
                  <a:pt x="172399" y="250534"/>
                  <a:pt x="158934" y="260295"/>
                </a:cubicBezTo>
                <a:cubicBezTo>
                  <a:pt x="145412" y="270125"/>
                  <a:pt x="129113" y="275040"/>
                  <a:pt x="110014" y="275040"/>
                </a:cubicBezTo>
                <a:close/>
                <a:moveTo>
                  <a:pt x="110014" y="257198"/>
                </a:moveTo>
                <a:cubicBezTo>
                  <a:pt x="125421" y="257198"/>
                  <a:pt x="139263" y="252203"/>
                  <a:pt x="151539" y="242225"/>
                </a:cubicBezTo>
                <a:cubicBezTo>
                  <a:pt x="163826" y="232246"/>
                  <a:pt x="171701" y="219902"/>
                  <a:pt x="175153" y="205180"/>
                </a:cubicBezTo>
                <a:lnTo>
                  <a:pt x="226005" y="205180"/>
                </a:lnTo>
                <a:lnTo>
                  <a:pt x="247528" y="221948"/>
                </a:lnTo>
                <a:lnTo>
                  <a:pt x="247448" y="221948"/>
                </a:lnTo>
                <a:lnTo>
                  <a:pt x="247654" y="221948"/>
                </a:lnTo>
                <a:lnTo>
                  <a:pt x="247528" y="221948"/>
                </a:lnTo>
                <a:lnTo>
                  <a:pt x="279989" y="198848"/>
                </a:lnTo>
                <a:lnTo>
                  <a:pt x="309764" y="221399"/>
                </a:lnTo>
                <a:lnTo>
                  <a:pt x="309650" y="221399"/>
                </a:lnTo>
                <a:lnTo>
                  <a:pt x="309764" y="221399"/>
                </a:lnTo>
                <a:lnTo>
                  <a:pt x="309764" y="221319"/>
                </a:lnTo>
                <a:lnTo>
                  <a:pt x="309764" y="221399"/>
                </a:lnTo>
                <a:lnTo>
                  <a:pt x="341951" y="190835"/>
                </a:lnTo>
                <a:lnTo>
                  <a:pt x="342066" y="191030"/>
                </a:lnTo>
                <a:cubicBezTo>
                  <a:pt x="342146" y="191167"/>
                  <a:pt x="342100" y="191098"/>
                  <a:pt x="341951" y="190835"/>
                </a:cubicBezTo>
                <a:lnTo>
                  <a:pt x="342066" y="190835"/>
                </a:lnTo>
                <a:lnTo>
                  <a:pt x="341951" y="190835"/>
                </a:lnTo>
                <a:lnTo>
                  <a:pt x="323126" y="172010"/>
                </a:lnTo>
                <a:lnTo>
                  <a:pt x="175153" y="172010"/>
                </a:lnTo>
                <a:cubicBezTo>
                  <a:pt x="172124" y="158054"/>
                  <a:pt x="164535" y="145904"/>
                  <a:pt x="152408" y="135548"/>
                </a:cubicBezTo>
                <a:cubicBezTo>
                  <a:pt x="140280" y="125204"/>
                  <a:pt x="126153" y="120038"/>
                  <a:pt x="110014" y="120038"/>
                </a:cubicBezTo>
                <a:cubicBezTo>
                  <a:pt x="90971" y="120038"/>
                  <a:pt x="74775" y="126713"/>
                  <a:pt x="61413" y="140075"/>
                </a:cubicBezTo>
                <a:cubicBezTo>
                  <a:pt x="48052" y="153425"/>
                  <a:pt x="41377" y="169633"/>
                  <a:pt x="41377" y="188675"/>
                </a:cubicBezTo>
                <a:cubicBezTo>
                  <a:pt x="41377" y="207717"/>
                  <a:pt x="48052" y="223914"/>
                  <a:pt x="61413" y="237275"/>
                </a:cubicBezTo>
                <a:cubicBezTo>
                  <a:pt x="74775" y="250637"/>
                  <a:pt x="90971" y="257312"/>
                  <a:pt x="110014" y="257312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621014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950" dirty="0"/>
          </a:p>
        </p:txBody>
      </p:sp>
      <p:sp>
        <p:nvSpPr>
          <p:cNvPr id="183" name="圖示 稽核"/>
          <p:cNvSpPr/>
          <p:nvPr/>
        </p:nvSpPr>
        <p:spPr>
          <a:xfrm>
            <a:off x="708451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4583" y="335585"/>
                </a:moveTo>
                <a:cubicBezTo>
                  <a:pt x="183223" y="335288"/>
                  <a:pt x="181943" y="334956"/>
                  <a:pt x="180743" y="334556"/>
                </a:cubicBezTo>
                <a:cubicBezTo>
                  <a:pt x="146898" y="322429"/>
                  <a:pt x="120095" y="301375"/>
                  <a:pt x="100344" y="271382"/>
                </a:cubicBezTo>
                <a:cubicBezTo>
                  <a:pt x="80593" y="241367"/>
                  <a:pt x="70729" y="208472"/>
                  <a:pt x="70729" y="172719"/>
                </a:cubicBezTo>
                <a:lnTo>
                  <a:pt x="70729" y="99921"/>
                </a:lnTo>
                <a:cubicBezTo>
                  <a:pt x="70729" y="95040"/>
                  <a:pt x="72089" y="90651"/>
                  <a:pt x="74809" y="86754"/>
                </a:cubicBezTo>
                <a:cubicBezTo>
                  <a:pt x="77530" y="82856"/>
                  <a:pt x="81073" y="80021"/>
                  <a:pt x="85416" y="78261"/>
                </a:cubicBezTo>
                <a:lnTo>
                  <a:pt x="180617" y="42863"/>
                </a:lnTo>
                <a:cubicBezTo>
                  <a:pt x="183452" y="41925"/>
                  <a:pt x="186092" y="41457"/>
                  <a:pt x="188561" y="41457"/>
                </a:cubicBezTo>
                <a:cubicBezTo>
                  <a:pt x="191018" y="41457"/>
                  <a:pt x="193658" y="41925"/>
                  <a:pt x="196493" y="42863"/>
                </a:cubicBezTo>
                <a:lnTo>
                  <a:pt x="291694" y="78261"/>
                </a:lnTo>
                <a:cubicBezTo>
                  <a:pt x="296037" y="80021"/>
                  <a:pt x="299580" y="82856"/>
                  <a:pt x="302301" y="86754"/>
                </a:cubicBezTo>
                <a:cubicBezTo>
                  <a:pt x="305078" y="90651"/>
                  <a:pt x="306473" y="95040"/>
                  <a:pt x="306473" y="99921"/>
                </a:cubicBezTo>
                <a:lnTo>
                  <a:pt x="306473" y="172684"/>
                </a:lnTo>
                <a:cubicBezTo>
                  <a:pt x="306473" y="189395"/>
                  <a:pt x="304438" y="206037"/>
                  <a:pt x="300380" y="222622"/>
                </a:cubicBezTo>
                <a:cubicBezTo>
                  <a:pt x="296311" y="239173"/>
                  <a:pt x="289339" y="255083"/>
                  <a:pt x="279441" y="270354"/>
                </a:cubicBezTo>
                <a:cubicBezTo>
                  <a:pt x="277440" y="273166"/>
                  <a:pt x="274823" y="274731"/>
                  <a:pt x="271577" y="275074"/>
                </a:cubicBezTo>
                <a:cubicBezTo>
                  <a:pt x="268308" y="275417"/>
                  <a:pt x="265439" y="274457"/>
                  <a:pt x="262970" y="272205"/>
                </a:cubicBezTo>
                <a:lnTo>
                  <a:pt x="219090" y="229777"/>
                </a:lnTo>
                <a:cubicBezTo>
                  <a:pt x="214495" y="232761"/>
                  <a:pt x="209626" y="235138"/>
                  <a:pt x="204471" y="236921"/>
                </a:cubicBezTo>
                <a:cubicBezTo>
                  <a:pt x="199282" y="238704"/>
                  <a:pt x="193990" y="239596"/>
                  <a:pt x="188595" y="239596"/>
                </a:cubicBezTo>
                <a:cubicBezTo>
                  <a:pt x="174193" y="239596"/>
                  <a:pt x="161940" y="234578"/>
                  <a:pt x="151859" y="224542"/>
                </a:cubicBezTo>
                <a:cubicBezTo>
                  <a:pt x="141778" y="214518"/>
                  <a:pt x="136737" y="202265"/>
                  <a:pt x="136737" y="187806"/>
                </a:cubicBezTo>
                <a:cubicBezTo>
                  <a:pt x="136737" y="173347"/>
                  <a:pt x="141766" y="161060"/>
                  <a:pt x="151825" y="150956"/>
                </a:cubicBezTo>
                <a:cubicBezTo>
                  <a:pt x="161883" y="140840"/>
                  <a:pt x="174136" y="135788"/>
                  <a:pt x="188595" y="135788"/>
                </a:cubicBezTo>
                <a:cubicBezTo>
                  <a:pt x="203054" y="135788"/>
                  <a:pt x="215330" y="140840"/>
                  <a:pt x="225411" y="150956"/>
                </a:cubicBezTo>
                <a:cubicBezTo>
                  <a:pt x="235492" y="161060"/>
                  <a:pt x="240533" y="173393"/>
                  <a:pt x="240533" y="187932"/>
                </a:cubicBezTo>
                <a:cubicBezTo>
                  <a:pt x="240533" y="193167"/>
                  <a:pt x="239756" y="198276"/>
                  <a:pt x="238178" y="203248"/>
                </a:cubicBezTo>
                <a:cubicBezTo>
                  <a:pt x="236612" y="208232"/>
                  <a:pt x="234315" y="212781"/>
                  <a:pt x="231309" y="216919"/>
                </a:cubicBezTo>
                <a:lnTo>
                  <a:pt x="268594" y="253106"/>
                </a:lnTo>
                <a:cubicBezTo>
                  <a:pt x="275086" y="241744"/>
                  <a:pt x="280046" y="229183"/>
                  <a:pt x="283487" y="215433"/>
                </a:cubicBezTo>
                <a:cubicBezTo>
                  <a:pt x="286939" y="201682"/>
                  <a:pt x="288665" y="187429"/>
                  <a:pt x="288665" y="172684"/>
                </a:cubicBezTo>
                <a:lnTo>
                  <a:pt x="288665" y="98938"/>
                </a:lnTo>
                <a:cubicBezTo>
                  <a:pt x="288665" y="98012"/>
                  <a:pt x="288390" y="97144"/>
                  <a:pt x="287842" y="96298"/>
                </a:cubicBezTo>
                <a:cubicBezTo>
                  <a:pt x="287293" y="95441"/>
                  <a:pt x="286504" y="94812"/>
                  <a:pt x="285487" y="94412"/>
                </a:cubicBezTo>
                <a:lnTo>
                  <a:pt x="190287" y="59836"/>
                </a:lnTo>
                <a:cubicBezTo>
                  <a:pt x="189784" y="59630"/>
                  <a:pt x="189235" y="59527"/>
                  <a:pt x="188629" y="59527"/>
                </a:cubicBezTo>
                <a:cubicBezTo>
                  <a:pt x="188035" y="59527"/>
                  <a:pt x="187486" y="59630"/>
                  <a:pt x="186983" y="59836"/>
                </a:cubicBezTo>
                <a:lnTo>
                  <a:pt x="91783" y="94412"/>
                </a:lnTo>
                <a:cubicBezTo>
                  <a:pt x="90788" y="94812"/>
                  <a:pt x="90000" y="95441"/>
                  <a:pt x="89428" y="96298"/>
                </a:cubicBezTo>
                <a:cubicBezTo>
                  <a:pt x="88880" y="97166"/>
                  <a:pt x="88605" y="98047"/>
                  <a:pt x="88605" y="98938"/>
                </a:cubicBezTo>
                <a:lnTo>
                  <a:pt x="88605" y="172684"/>
                </a:lnTo>
                <a:cubicBezTo>
                  <a:pt x="88605" y="206289"/>
                  <a:pt x="97944" y="236692"/>
                  <a:pt x="116620" y="263873"/>
                </a:cubicBezTo>
                <a:cubicBezTo>
                  <a:pt x="135285" y="291065"/>
                  <a:pt x="159288" y="309479"/>
                  <a:pt x="188595" y="319114"/>
                </a:cubicBezTo>
                <a:cubicBezTo>
                  <a:pt x="194721" y="317343"/>
                  <a:pt x="201614" y="314359"/>
                  <a:pt x="209260" y="310199"/>
                </a:cubicBezTo>
                <a:cubicBezTo>
                  <a:pt x="216907" y="306004"/>
                  <a:pt x="223982" y="301501"/>
                  <a:pt x="230475" y="296689"/>
                </a:cubicBezTo>
                <a:cubicBezTo>
                  <a:pt x="232498" y="294985"/>
                  <a:pt x="234704" y="294242"/>
                  <a:pt x="237115" y="294483"/>
                </a:cubicBezTo>
                <a:cubicBezTo>
                  <a:pt x="239527" y="294723"/>
                  <a:pt x="241527" y="295843"/>
                  <a:pt x="243128" y="297866"/>
                </a:cubicBezTo>
                <a:cubicBezTo>
                  <a:pt x="244671" y="299900"/>
                  <a:pt x="245254" y="302198"/>
                  <a:pt x="244865" y="304735"/>
                </a:cubicBezTo>
                <a:cubicBezTo>
                  <a:pt x="244465" y="307284"/>
                  <a:pt x="243196" y="309353"/>
                  <a:pt x="241047" y="310942"/>
                </a:cubicBezTo>
                <a:cubicBezTo>
                  <a:pt x="234155" y="316005"/>
                  <a:pt x="227034" y="320451"/>
                  <a:pt x="219673" y="324303"/>
                </a:cubicBezTo>
                <a:cubicBezTo>
                  <a:pt x="212335" y="328155"/>
                  <a:pt x="204654" y="331630"/>
                  <a:pt x="196607" y="334716"/>
                </a:cubicBezTo>
                <a:cubicBezTo>
                  <a:pt x="195247" y="335105"/>
                  <a:pt x="193899" y="335436"/>
                  <a:pt x="192561" y="335699"/>
                </a:cubicBezTo>
                <a:cubicBezTo>
                  <a:pt x="191201" y="335939"/>
                  <a:pt x="189864" y="336053"/>
                  <a:pt x="188561" y="336053"/>
                </a:cubicBezTo>
                <a:cubicBezTo>
                  <a:pt x="187246" y="336053"/>
                  <a:pt x="185909" y="335905"/>
                  <a:pt x="184549" y="335619"/>
                </a:cubicBezTo>
                <a:close/>
                <a:moveTo>
                  <a:pt x="212678" y="211969"/>
                </a:moveTo>
                <a:cubicBezTo>
                  <a:pt x="219330" y="205454"/>
                  <a:pt x="222656" y="197385"/>
                  <a:pt x="222656" y="187772"/>
                </a:cubicBezTo>
                <a:cubicBezTo>
                  <a:pt x="222656" y="178342"/>
                  <a:pt x="219307" y="170296"/>
                  <a:pt x="212598" y="163643"/>
                </a:cubicBezTo>
                <a:cubicBezTo>
                  <a:pt x="205900" y="156991"/>
                  <a:pt x="197865" y="153665"/>
                  <a:pt x="188515" y="153665"/>
                </a:cubicBezTo>
                <a:cubicBezTo>
                  <a:pt x="179188" y="153665"/>
                  <a:pt x="171187" y="156991"/>
                  <a:pt x="164512" y="163643"/>
                </a:cubicBezTo>
                <a:cubicBezTo>
                  <a:pt x="157825" y="170296"/>
                  <a:pt x="154499" y="178342"/>
                  <a:pt x="154534" y="187772"/>
                </a:cubicBezTo>
                <a:cubicBezTo>
                  <a:pt x="154534" y="197385"/>
                  <a:pt x="157883" y="205454"/>
                  <a:pt x="164592" y="211969"/>
                </a:cubicBezTo>
                <a:cubicBezTo>
                  <a:pt x="171290" y="218496"/>
                  <a:pt x="179325" y="221753"/>
                  <a:pt x="188675" y="221753"/>
                </a:cubicBezTo>
                <a:cubicBezTo>
                  <a:pt x="198002" y="221753"/>
                  <a:pt x="206003" y="218496"/>
                  <a:pt x="212678" y="211969"/>
                </a:cubicBezTo>
                <a:close/>
                <a:moveTo>
                  <a:pt x="188286" y="188984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6903549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950" dirty="0"/>
          </a:p>
        </p:txBody>
      </p:sp>
      <p:sp>
        <p:nvSpPr>
          <p:cNvPr id="185" name="圖示 交換"/>
          <p:cNvSpPr/>
          <p:nvPr/>
        </p:nvSpPr>
        <p:spPr>
          <a:xfrm>
            <a:off x="777791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3198" y="244076"/>
                </a:moveTo>
                <a:lnTo>
                  <a:pt x="116735" y="287613"/>
                </a:lnTo>
                <a:cubicBezTo>
                  <a:pt x="118483" y="289362"/>
                  <a:pt x="119386" y="291431"/>
                  <a:pt x="119443" y="293820"/>
                </a:cubicBezTo>
                <a:cubicBezTo>
                  <a:pt x="119501" y="296197"/>
                  <a:pt x="118598" y="298266"/>
                  <a:pt x="116735" y="300026"/>
                </a:cubicBezTo>
                <a:cubicBezTo>
                  <a:pt x="114872" y="301878"/>
                  <a:pt x="112780" y="302815"/>
                  <a:pt x="110448" y="302815"/>
                </a:cubicBezTo>
                <a:cubicBezTo>
                  <a:pt x="108116" y="302815"/>
                  <a:pt x="106025" y="301878"/>
                  <a:pt x="104162" y="300026"/>
                </a:cubicBezTo>
                <a:lnTo>
                  <a:pt x="47229" y="243128"/>
                </a:lnTo>
                <a:cubicBezTo>
                  <a:pt x="46017" y="241927"/>
                  <a:pt x="45160" y="240693"/>
                  <a:pt x="44634" y="239436"/>
                </a:cubicBezTo>
                <a:cubicBezTo>
                  <a:pt x="44108" y="238178"/>
                  <a:pt x="43845" y="236795"/>
                  <a:pt x="43845" y="235275"/>
                </a:cubicBezTo>
                <a:cubicBezTo>
                  <a:pt x="43845" y="233755"/>
                  <a:pt x="44108" y="232338"/>
                  <a:pt x="44634" y="231035"/>
                </a:cubicBezTo>
                <a:cubicBezTo>
                  <a:pt x="45160" y="229720"/>
                  <a:pt x="46017" y="228463"/>
                  <a:pt x="47229" y="227263"/>
                </a:cubicBezTo>
                <a:lnTo>
                  <a:pt x="104116" y="170364"/>
                </a:lnTo>
                <a:cubicBezTo>
                  <a:pt x="105876" y="168604"/>
                  <a:pt x="107945" y="167701"/>
                  <a:pt x="110334" y="167655"/>
                </a:cubicBezTo>
                <a:cubicBezTo>
                  <a:pt x="112711" y="167598"/>
                  <a:pt x="114837" y="168501"/>
                  <a:pt x="116689" y="170364"/>
                </a:cubicBezTo>
                <a:cubicBezTo>
                  <a:pt x="118552" y="172124"/>
                  <a:pt x="119455" y="174193"/>
                  <a:pt x="119409" y="176571"/>
                </a:cubicBezTo>
                <a:cubicBezTo>
                  <a:pt x="119352" y="178960"/>
                  <a:pt x="118449" y="181074"/>
                  <a:pt x="116689" y="182937"/>
                </a:cubicBezTo>
                <a:lnTo>
                  <a:pt x="73198" y="226280"/>
                </a:lnTo>
                <a:lnTo>
                  <a:pt x="187063" y="226280"/>
                </a:lnTo>
                <a:cubicBezTo>
                  <a:pt x="189658" y="226280"/>
                  <a:pt x="191795" y="227114"/>
                  <a:pt x="193464" y="228794"/>
                </a:cubicBezTo>
                <a:cubicBezTo>
                  <a:pt x="195144" y="230463"/>
                  <a:pt x="195979" y="232600"/>
                  <a:pt x="195979" y="235195"/>
                </a:cubicBezTo>
                <a:cubicBezTo>
                  <a:pt x="195979" y="237790"/>
                  <a:pt x="195144" y="239927"/>
                  <a:pt x="193464" y="241596"/>
                </a:cubicBezTo>
                <a:cubicBezTo>
                  <a:pt x="191795" y="243276"/>
                  <a:pt x="189658" y="244111"/>
                  <a:pt x="187063" y="244111"/>
                </a:cubicBezTo>
                <a:lnTo>
                  <a:pt x="73198" y="244111"/>
                </a:lnTo>
                <a:close/>
                <a:moveTo>
                  <a:pt x="303992" y="150762"/>
                </a:moveTo>
                <a:lnTo>
                  <a:pt x="190127" y="150762"/>
                </a:lnTo>
                <a:cubicBezTo>
                  <a:pt x="187532" y="150762"/>
                  <a:pt x="185395" y="149916"/>
                  <a:pt x="183726" y="148247"/>
                </a:cubicBezTo>
                <a:cubicBezTo>
                  <a:pt x="182046" y="146567"/>
                  <a:pt x="181211" y="144429"/>
                  <a:pt x="181211" y="141835"/>
                </a:cubicBezTo>
                <a:cubicBezTo>
                  <a:pt x="181211" y="139252"/>
                  <a:pt x="182046" y="137114"/>
                  <a:pt x="183726" y="135434"/>
                </a:cubicBezTo>
                <a:cubicBezTo>
                  <a:pt x="185395" y="133754"/>
                  <a:pt x="187532" y="132919"/>
                  <a:pt x="190127" y="132919"/>
                </a:cubicBezTo>
                <a:lnTo>
                  <a:pt x="303992" y="132919"/>
                </a:lnTo>
                <a:lnTo>
                  <a:pt x="260455" y="89428"/>
                </a:lnTo>
                <a:cubicBezTo>
                  <a:pt x="258707" y="87668"/>
                  <a:pt x="257804" y="85599"/>
                  <a:pt x="257747" y="83222"/>
                </a:cubicBezTo>
                <a:cubicBezTo>
                  <a:pt x="257689" y="80833"/>
                  <a:pt x="258592" y="78764"/>
                  <a:pt x="260455" y="77015"/>
                </a:cubicBezTo>
                <a:cubicBezTo>
                  <a:pt x="262319" y="75152"/>
                  <a:pt x="264410" y="74215"/>
                  <a:pt x="266742" y="74215"/>
                </a:cubicBezTo>
                <a:cubicBezTo>
                  <a:pt x="269074" y="74215"/>
                  <a:pt x="271165" y="75152"/>
                  <a:pt x="273028" y="77015"/>
                </a:cubicBezTo>
                <a:lnTo>
                  <a:pt x="329927" y="133902"/>
                </a:lnTo>
                <a:cubicBezTo>
                  <a:pt x="331127" y="135103"/>
                  <a:pt x="332019" y="136337"/>
                  <a:pt x="332590" y="137594"/>
                </a:cubicBezTo>
                <a:cubicBezTo>
                  <a:pt x="333173" y="138852"/>
                  <a:pt x="333459" y="140246"/>
                  <a:pt x="333459" y="141766"/>
                </a:cubicBezTo>
                <a:cubicBezTo>
                  <a:pt x="333459" y="143275"/>
                  <a:pt x="333173" y="144692"/>
                  <a:pt x="332590" y="146007"/>
                </a:cubicBezTo>
                <a:cubicBezTo>
                  <a:pt x="332019" y="147310"/>
                  <a:pt x="331127" y="148567"/>
                  <a:pt x="329927" y="149779"/>
                </a:cubicBezTo>
                <a:lnTo>
                  <a:pt x="273028" y="206712"/>
                </a:lnTo>
                <a:cubicBezTo>
                  <a:pt x="271280" y="208460"/>
                  <a:pt x="269211" y="209363"/>
                  <a:pt x="266822" y="209420"/>
                </a:cubicBezTo>
                <a:cubicBezTo>
                  <a:pt x="264444" y="209466"/>
                  <a:pt x="262319" y="208563"/>
                  <a:pt x="260455" y="206712"/>
                </a:cubicBezTo>
                <a:cubicBezTo>
                  <a:pt x="258592" y="204951"/>
                  <a:pt x="257689" y="202883"/>
                  <a:pt x="257747" y="200505"/>
                </a:cubicBezTo>
                <a:cubicBezTo>
                  <a:pt x="257804" y="198116"/>
                  <a:pt x="258707" y="195990"/>
                  <a:pt x="260455" y="194139"/>
                </a:cubicBezTo>
                <a:lnTo>
                  <a:pt x="303992" y="150762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75969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950" dirty="0"/>
          </a:p>
        </p:txBody>
      </p:sp>
      <p:sp>
        <p:nvSpPr>
          <p:cNvPr id="187" name="圖示 同步"/>
          <p:cNvSpPr/>
          <p:nvPr/>
        </p:nvSpPr>
        <p:spPr>
          <a:xfrm>
            <a:off x="847131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4628" y="189932"/>
                </a:moveTo>
                <a:cubicBezTo>
                  <a:pt x="84628" y="205729"/>
                  <a:pt x="87577" y="219787"/>
                  <a:pt x="93475" y="232132"/>
                </a:cubicBezTo>
                <a:cubicBezTo>
                  <a:pt x="99361" y="244465"/>
                  <a:pt x="107613" y="255335"/>
                  <a:pt x="118220" y="264742"/>
                </a:cubicBezTo>
                <a:lnTo>
                  <a:pt x="133937" y="277978"/>
                </a:lnTo>
                <a:lnTo>
                  <a:pt x="133937" y="236372"/>
                </a:lnTo>
                <a:cubicBezTo>
                  <a:pt x="133937" y="233778"/>
                  <a:pt x="134783" y="231640"/>
                  <a:pt x="136451" y="229972"/>
                </a:cubicBezTo>
                <a:cubicBezTo>
                  <a:pt x="138132" y="228291"/>
                  <a:pt x="140269" y="227457"/>
                  <a:pt x="142864" y="227457"/>
                </a:cubicBezTo>
                <a:cubicBezTo>
                  <a:pt x="145458" y="227457"/>
                  <a:pt x="147584" y="228291"/>
                  <a:pt x="149264" y="229972"/>
                </a:cubicBezTo>
                <a:cubicBezTo>
                  <a:pt x="150945" y="231640"/>
                  <a:pt x="151779" y="233778"/>
                  <a:pt x="151779" y="236372"/>
                </a:cubicBezTo>
                <a:lnTo>
                  <a:pt x="151779" y="297866"/>
                </a:lnTo>
                <a:cubicBezTo>
                  <a:pt x="151779" y="301135"/>
                  <a:pt x="150705" y="303844"/>
                  <a:pt x="148556" y="305993"/>
                </a:cubicBezTo>
                <a:cubicBezTo>
                  <a:pt x="146407" y="308141"/>
                  <a:pt x="143698" y="309216"/>
                  <a:pt x="140429" y="309216"/>
                </a:cubicBezTo>
                <a:lnTo>
                  <a:pt x="78901" y="309216"/>
                </a:lnTo>
                <a:cubicBezTo>
                  <a:pt x="76307" y="309216"/>
                  <a:pt x="74169" y="308381"/>
                  <a:pt x="72489" y="306701"/>
                </a:cubicBezTo>
                <a:cubicBezTo>
                  <a:pt x="70820" y="305021"/>
                  <a:pt x="69974" y="302895"/>
                  <a:pt x="69974" y="300300"/>
                </a:cubicBezTo>
                <a:cubicBezTo>
                  <a:pt x="69974" y="297706"/>
                  <a:pt x="70820" y="295568"/>
                  <a:pt x="72489" y="293900"/>
                </a:cubicBezTo>
                <a:cubicBezTo>
                  <a:pt x="74169" y="292219"/>
                  <a:pt x="76307" y="291385"/>
                  <a:pt x="78901" y="291385"/>
                </a:cubicBezTo>
                <a:lnTo>
                  <a:pt x="121649" y="291385"/>
                </a:lnTo>
                <a:lnTo>
                  <a:pt x="110448" y="281087"/>
                </a:lnTo>
                <a:cubicBezTo>
                  <a:pt x="95303" y="268114"/>
                  <a:pt x="84239" y="254146"/>
                  <a:pt x="77244" y="239161"/>
                </a:cubicBezTo>
                <a:cubicBezTo>
                  <a:pt x="70283" y="224177"/>
                  <a:pt x="66797" y="207775"/>
                  <a:pt x="66797" y="189932"/>
                </a:cubicBezTo>
                <a:cubicBezTo>
                  <a:pt x="66797" y="166306"/>
                  <a:pt x="73026" y="144647"/>
                  <a:pt x="85496" y="124941"/>
                </a:cubicBezTo>
                <a:cubicBezTo>
                  <a:pt x="97967" y="105270"/>
                  <a:pt x="114666" y="90240"/>
                  <a:pt x="135594" y="79839"/>
                </a:cubicBezTo>
                <a:cubicBezTo>
                  <a:pt x="137766" y="78844"/>
                  <a:pt x="139903" y="78764"/>
                  <a:pt x="141995" y="79599"/>
                </a:cubicBezTo>
                <a:cubicBezTo>
                  <a:pt x="144087" y="80444"/>
                  <a:pt x="145584" y="81942"/>
                  <a:pt x="146475" y="84125"/>
                </a:cubicBezTo>
                <a:cubicBezTo>
                  <a:pt x="147470" y="86297"/>
                  <a:pt x="147458" y="88548"/>
                  <a:pt x="146441" y="90880"/>
                </a:cubicBezTo>
                <a:cubicBezTo>
                  <a:pt x="145390" y="93235"/>
                  <a:pt x="143709" y="95029"/>
                  <a:pt x="141412" y="96263"/>
                </a:cubicBezTo>
                <a:cubicBezTo>
                  <a:pt x="124141" y="105373"/>
                  <a:pt x="110368" y="118300"/>
                  <a:pt x="100070" y="135045"/>
                </a:cubicBezTo>
                <a:cubicBezTo>
                  <a:pt x="89783" y="151779"/>
                  <a:pt x="84628" y="170078"/>
                  <a:pt x="84628" y="189932"/>
                </a:cubicBezTo>
                <a:close/>
                <a:moveTo>
                  <a:pt x="292562" y="187258"/>
                </a:moveTo>
                <a:cubicBezTo>
                  <a:pt x="292562" y="174399"/>
                  <a:pt x="289613" y="161472"/>
                  <a:pt x="283715" y="148476"/>
                </a:cubicBezTo>
                <a:cubicBezTo>
                  <a:pt x="277829" y="135514"/>
                  <a:pt x="269794" y="123947"/>
                  <a:pt x="259632" y="113786"/>
                </a:cubicBezTo>
                <a:lnTo>
                  <a:pt x="244156" y="99212"/>
                </a:lnTo>
                <a:lnTo>
                  <a:pt x="244156" y="140818"/>
                </a:lnTo>
                <a:cubicBezTo>
                  <a:pt x="244156" y="143412"/>
                  <a:pt x="243310" y="145550"/>
                  <a:pt x="241642" y="147218"/>
                </a:cubicBezTo>
                <a:cubicBezTo>
                  <a:pt x="239961" y="148899"/>
                  <a:pt x="237824" y="149733"/>
                  <a:pt x="235229" y="149733"/>
                </a:cubicBezTo>
                <a:cubicBezTo>
                  <a:pt x="232635" y="149733"/>
                  <a:pt x="230509" y="148899"/>
                  <a:pt x="228829" y="147218"/>
                </a:cubicBezTo>
                <a:cubicBezTo>
                  <a:pt x="227148" y="145550"/>
                  <a:pt x="226314" y="143412"/>
                  <a:pt x="226314" y="140818"/>
                </a:cubicBezTo>
                <a:lnTo>
                  <a:pt x="226314" y="79324"/>
                </a:lnTo>
                <a:cubicBezTo>
                  <a:pt x="226314" y="76055"/>
                  <a:pt x="227388" y="73346"/>
                  <a:pt x="229537" y="71197"/>
                </a:cubicBezTo>
                <a:cubicBezTo>
                  <a:pt x="231686" y="69049"/>
                  <a:pt x="234395" y="67974"/>
                  <a:pt x="237664" y="67974"/>
                </a:cubicBezTo>
                <a:lnTo>
                  <a:pt x="299157" y="67974"/>
                </a:lnTo>
                <a:cubicBezTo>
                  <a:pt x="301752" y="67974"/>
                  <a:pt x="303889" y="68809"/>
                  <a:pt x="305558" y="70489"/>
                </a:cubicBezTo>
                <a:cubicBezTo>
                  <a:pt x="307238" y="72169"/>
                  <a:pt x="308073" y="74295"/>
                  <a:pt x="308073" y="76890"/>
                </a:cubicBezTo>
                <a:cubicBezTo>
                  <a:pt x="308073" y="79484"/>
                  <a:pt x="307238" y="81622"/>
                  <a:pt x="305558" y="83290"/>
                </a:cubicBezTo>
                <a:cubicBezTo>
                  <a:pt x="303889" y="84971"/>
                  <a:pt x="301752" y="85805"/>
                  <a:pt x="299157" y="85805"/>
                </a:cubicBezTo>
                <a:lnTo>
                  <a:pt x="256135" y="85805"/>
                </a:lnTo>
                <a:lnTo>
                  <a:pt x="267176" y="96778"/>
                </a:lnTo>
                <a:cubicBezTo>
                  <a:pt x="281658" y="110528"/>
                  <a:pt x="292494" y="125296"/>
                  <a:pt x="299672" y="141092"/>
                </a:cubicBezTo>
                <a:cubicBezTo>
                  <a:pt x="306815" y="156911"/>
                  <a:pt x="310393" y="172319"/>
                  <a:pt x="310393" y="187303"/>
                </a:cubicBezTo>
                <a:cubicBezTo>
                  <a:pt x="310393" y="210746"/>
                  <a:pt x="304335" y="232178"/>
                  <a:pt x="292208" y="251620"/>
                </a:cubicBezTo>
                <a:cubicBezTo>
                  <a:pt x="280081" y="271051"/>
                  <a:pt x="263759" y="286161"/>
                  <a:pt x="243253" y="296963"/>
                </a:cubicBezTo>
                <a:cubicBezTo>
                  <a:pt x="240967" y="298140"/>
                  <a:pt x="238624" y="298392"/>
                  <a:pt x="236212" y="297706"/>
                </a:cubicBezTo>
                <a:cubicBezTo>
                  <a:pt x="233801" y="297020"/>
                  <a:pt x="232098" y="295488"/>
                  <a:pt x="231103" y="293111"/>
                </a:cubicBezTo>
                <a:cubicBezTo>
                  <a:pt x="230109" y="290939"/>
                  <a:pt x="230143" y="288653"/>
                  <a:pt x="231183" y="286276"/>
                </a:cubicBezTo>
                <a:cubicBezTo>
                  <a:pt x="232235" y="283887"/>
                  <a:pt x="233846" y="282115"/>
                  <a:pt x="236018" y="280972"/>
                </a:cubicBezTo>
                <a:cubicBezTo>
                  <a:pt x="253437" y="272114"/>
                  <a:pt x="267211" y="259255"/>
                  <a:pt x="277349" y="242385"/>
                </a:cubicBezTo>
                <a:cubicBezTo>
                  <a:pt x="287487" y="225514"/>
                  <a:pt x="292562" y="207157"/>
                  <a:pt x="292562" y="18730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82903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950" dirty="0"/>
          </a:p>
        </p:txBody>
      </p:sp>
      <p:sp>
        <p:nvSpPr>
          <p:cNvPr id="189" name="圖示 循環"/>
          <p:cNvSpPr/>
          <p:nvPr/>
        </p:nvSpPr>
        <p:spPr>
          <a:xfrm>
            <a:off x="916471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4628" y="189384"/>
                </a:moveTo>
                <a:cubicBezTo>
                  <a:pt x="84628" y="194721"/>
                  <a:pt x="85016" y="200025"/>
                  <a:pt x="85771" y="205294"/>
                </a:cubicBezTo>
                <a:cubicBezTo>
                  <a:pt x="86537" y="210563"/>
                  <a:pt x="87622" y="215570"/>
                  <a:pt x="89028" y="220348"/>
                </a:cubicBezTo>
                <a:cubicBezTo>
                  <a:pt x="89714" y="222782"/>
                  <a:pt x="89600" y="225160"/>
                  <a:pt x="88674" y="227491"/>
                </a:cubicBezTo>
                <a:cubicBezTo>
                  <a:pt x="87760" y="229823"/>
                  <a:pt x="86216" y="231503"/>
                  <a:pt x="84045" y="232520"/>
                </a:cubicBezTo>
                <a:cubicBezTo>
                  <a:pt x="81873" y="233435"/>
                  <a:pt x="79656" y="233412"/>
                  <a:pt x="77404" y="232440"/>
                </a:cubicBezTo>
                <a:cubicBezTo>
                  <a:pt x="75152" y="231503"/>
                  <a:pt x="73609" y="229892"/>
                  <a:pt x="72763" y="227606"/>
                </a:cubicBezTo>
                <a:cubicBezTo>
                  <a:pt x="70672" y="221353"/>
                  <a:pt x="69163" y="215067"/>
                  <a:pt x="68249" y="208746"/>
                </a:cubicBezTo>
                <a:cubicBezTo>
                  <a:pt x="67277" y="202437"/>
                  <a:pt x="66797" y="195979"/>
                  <a:pt x="66797" y="189384"/>
                </a:cubicBezTo>
                <a:cubicBezTo>
                  <a:pt x="66797" y="155985"/>
                  <a:pt x="78741" y="127307"/>
                  <a:pt x="102630" y="103339"/>
                </a:cubicBezTo>
                <a:cubicBezTo>
                  <a:pt x="126519" y="79370"/>
                  <a:pt x="155174" y="67391"/>
                  <a:pt x="188595" y="67426"/>
                </a:cubicBezTo>
                <a:lnTo>
                  <a:pt x="211226" y="67426"/>
                </a:lnTo>
                <a:lnTo>
                  <a:pt x="183177" y="39365"/>
                </a:lnTo>
                <a:cubicBezTo>
                  <a:pt x="181577" y="37776"/>
                  <a:pt x="180777" y="35890"/>
                  <a:pt x="180777" y="33707"/>
                </a:cubicBezTo>
                <a:cubicBezTo>
                  <a:pt x="180777" y="31535"/>
                  <a:pt x="181577" y="29604"/>
                  <a:pt x="183177" y="27901"/>
                </a:cubicBezTo>
                <a:cubicBezTo>
                  <a:pt x="184880" y="26300"/>
                  <a:pt x="186858" y="25500"/>
                  <a:pt x="189109" y="25500"/>
                </a:cubicBezTo>
                <a:cubicBezTo>
                  <a:pt x="191361" y="25500"/>
                  <a:pt x="193281" y="26300"/>
                  <a:pt x="194882" y="27901"/>
                </a:cubicBezTo>
                <a:lnTo>
                  <a:pt x="235584" y="68363"/>
                </a:lnTo>
                <a:cubicBezTo>
                  <a:pt x="237835" y="70615"/>
                  <a:pt x="238967" y="73243"/>
                  <a:pt x="238967" y="76227"/>
                </a:cubicBezTo>
                <a:cubicBezTo>
                  <a:pt x="238967" y="79210"/>
                  <a:pt x="237835" y="81827"/>
                  <a:pt x="235584" y="84079"/>
                </a:cubicBezTo>
                <a:lnTo>
                  <a:pt x="195270" y="124587"/>
                </a:lnTo>
                <a:cubicBezTo>
                  <a:pt x="193681" y="126187"/>
                  <a:pt x="191681" y="126987"/>
                  <a:pt x="189304" y="126987"/>
                </a:cubicBezTo>
                <a:cubicBezTo>
                  <a:pt x="186915" y="126987"/>
                  <a:pt x="184880" y="126187"/>
                  <a:pt x="183177" y="124587"/>
                </a:cubicBezTo>
                <a:cubicBezTo>
                  <a:pt x="181577" y="122884"/>
                  <a:pt x="180777" y="120872"/>
                  <a:pt x="180777" y="118541"/>
                </a:cubicBezTo>
                <a:cubicBezTo>
                  <a:pt x="180777" y="116209"/>
                  <a:pt x="181577" y="114197"/>
                  <a:pt x="183177" y="112494"/>
                </a:cubicBezTo>
                <a:lnTo>
                  <a:pt x="210598" y="85256"/>
                </a:lnTo>
                <a:lnTo>
                  <a:pt x="188595" y="85256"/>
                </a:lnTo>
                <a:cubicBezTo>
                  <a:pt x="159963" y="85256"/>
                  <a:pt x="135480" y="95452"/>
                  <a:pt x="115123" y="115832"/>
                </a:cubicBezTo>
                <a:cubicBezTo>
                  <a:pt x="94766" y="136211"/>
                  <a:pt x="84593" y="160729"/>
                  <a:pt x="84593" y="189384"/>
                </a:cubicBezTo>
                <a:close/>
                <a:moveTo>
                  <a:pt x="292562" y="188675"/>
                </a:moveTo>
                <a:cubicBezTo>
                  <a:pt x="292562" y="183326"/>
                  <a:pt x="292208" y="178022"/>
                  <a:pt x="291499" y="172764"/>
                </a:cubicBezTo>
                <a:cubicBezTo>
                  <a:pt x="290791" y="167495"/>
                  <a:pt x="289682" y="162397"/>
                  <a:pt x="288162" y="157483"/>
                </a:cubicBezTo>
                <a:cubicBezTo>
                  <a:pt x="287316" y="155037"/>
                  <a:pt x="287362" y="152659"/>
                  <a:pt x="288276" y="150327"/>
                </a:cubicBezTo>
                <a:cubicBezTo>
                  <a:pt x="289190" y="147996"/>
                  <a:pt x="290733" y="146315"/>
                  <a:pt x="292917" y="145298"/>
                </a:cubicBezTo>
                <a:cubicBezTo>
                  <a:pt x="295088" y="144281"/>
                  <a:pt x="297237" y="144281"/>
                  <a:pt x="299352" y="145298"/>
                </a:cubicBezTo>
                <a:cubicBezTo>
                  <a:pt x="301478" y="146315"/>
                  <a:pt x="302918" y="147916"/>
                  <a:pt x="303672" y="150087"/>
                </a:cubicBezTo>
                <a:cubicBezTo>
                  <a:pt x="305935" y="156351"/>
                  <a:pt x="307604" y="162706"/>
                  <a:pt x="308701" y="169141"/>
                </a:cubicBezTo>
                <a:cubicBezTo>
                  <a:pt x="309833" y="175565"/>
                  <a:pt x="310393" y="182068"/>
                  <a:pt x="310393" y="188675"/>
                </a:cubicBezTo>
                <a:cubicBezTo>
                  <a:pt x="310393" y="222073"/>
                  <a:pt x="298449" y="250751"/>
                  <a:pt x="274560" y="274720"/>
                </a:cubicBezTo>
                <a:cubicBezTo>
                  <a:pt x="250671" y="298689"/>
                  <a:pt x="222016" y="310656"/>
                  <a:pt x="188595" y="310633"/>
                </a:cubicBezTo>
                <a:lnTo>
                  <a:pt x="165449" y="310633"/>
                </a:lnTo>
                <a:lnTo>
                  <a:pt x="193350" y="338682"/>
                </a:lnTo>
                <a:cubicBezTo>
                  <a:pt x="194950" y="340283"/>
                  <a:pt x="195773" y="342168"/>
                  <a:pt x="195830" y="344340"/>
                </a:cubicBezTo>
                <a:cubicBezTo>
                  <a:pt x="195876" y="346512"/>
                  <a:pt x="195053" y="348398"/>
                  <a:pt x="193350" y="349998"/>
                </a:cubicBezTo>
                <a:cubicBezTo>
                  <a:pt x="191647" y="351701"/>
                  <a:pt x="189692" y="352558"/>
                  <a:pt x="187498" y="352558"/>
                </a:cubicBezTo>
                <a:cubicBezTo>
                  <a:pt x="185292" y="352558"/>
                  <a:pt x="183349" y="351701"/>
                  <a:pt x="181646" y="349998"/>
                </a:cubicBezTo>
                <a:lnTo>
                  <a:pt x="141092" y="309684"/>
                </a:lnTo>
                <a:cubicBezTo>
                  <a:pt x="138840" y="307433"/>
                  <a:pt x="137709" y="304815"/>
                  <a:pt x="137709" y="301832"/>
                </a:cubicBezTo>
                <a:cubicBezTo>
                  <a:pt x="137709" y="298849"/>
                  <a:pt x="138840" y="296174"/>
                  <a:pt x="141092" y="293820"/>
                </a:cubicBezTo>
                <a:lnTo>
                  <a:pt x="181646" y="253266"/>
                </a:lnTo>
                <a:cubicBezTo>
                  <a:pt x="183234" y="251666"/>
                  <a:pt x="185166" y="250843"/>
                  <a:pt x="187418" y="250797"/>
                </a:cubicBezTo>
                <a:cubicBezTo>
                  <a:pt x="189669" y="250740"/>
                  <a:pt x="191647" y="251563"/>
                  <a:pt x="193350" y="253266"/>
                </a:cubicBezTo>
                <a:cubicBezTo>
                  <a:pt x="195053" y="254969"/>
                  <a:pt x="195899" y="256924"/>
                  <a:pt x="195899" y="259118"/>
                </a:cubicBezTo>
                <a:cubicBezTo>
                  <a:pt x="195899" y="261324"/>
                  <a:pt x="195053" y="263279"/>
                  <a:pt x="193350" y="264970"/>
                </a:cubicBezTo>
                <a:lnTo>
                  <a:pt x="165449" y="292871"/>
                </a:lnTo>
                <a:lnTo>
                  <a:pt x="188595" y="292871"/>
                </a:lnTo>
                <a:cubicBezTo>
                  <a:pt x="217227" y="292871"/>
                  <a:pt x="241722" y="282687"/>
                  <a:pt x="262067" y="262307"/>
                </a:cubicBezTo>
                <a:cubicBezTo>
                  <a:pt x="282424" y="241927"/>
                  <a:pt x="292597" y="217410"/>
                  <a:pt x="292597" y="18875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898375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950" dirty="0"/>
          </a:p>
        </p:txBody>
      </p:sp>
      <p:sp>
        <p:nvSpPr>
          <p:cNvPr id="191" name="圖示 路徑"/>
          <p:cNvSpPr/>
          <p:nvPr/>
        </p:nvSpPr>
        <p:spPr>
          <a:xfrm>
            <a:off x="985811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9212" y="309262"/>
                </a:moveTo>
                <a:cubicBezTo>
                  <a:pt x="88080" y="298014"/>
                  <a:pt x="82513" y="284447"/>
                  <a:pt x="82513" y="268548"/>
                </a:cubicBezTo>
                <a:lnTo>
                  <a:pt x="82513" y="131114"/>
                </a:lnTo>
                <a:cubicBezTo>
                  <a:pt x="73346" y="127707"/>
                  <a:pt x="65814" y="122472"/>
                  <a:pt x="59916" y="115397"/>
                </a:cubicBezTo>
                <a:cubicBezTo>
                  <a:pt x="54030" y="108322"/>
                  <a:pt x="51081" y="100378"/>
                  <a:pt x="51081" y="91543"/>
                </a:cubicBezTo>
                <a:cubicBezTo>
                  <a:pt x="51081" y="80204"/>
                  <a:pt x="55024" y="70626"/>
                  <a:pt x="62899" y="62831"/>
                </a:cubicBezTo>
                <a:cubicBezTo>
                  <a:pt x="70820" y="54990"/>
                  <a:pt x="80353" y="51081"/>
                  <a:pt x="91509" y="51081"/>
                </a:cubicBezTo>
                <a:cubicBezTo>
                  <a:pt x="102687" y="51081"/>
                  <a:pt x="112185" y="55013"/>
                  <a:pt x="119992" y="62865"/>
                </a:cubicBezTo>
                <a:cubicBezTo>
                  <a:pt x="127822" y="70729"/>
                  <a:pt x="131742" y="80261"/>
                  <a:pt x="131742" y="91474"/>
                </a:cubicBezTo>
                <a:cubicBezTo>
                  <a:pt x="131742" y="100218"/>
                  <a:pt x="128793" y="108151"/>
                  <a:pt x="122907" y="115283"/>
                </a:cubicBezTo>
                <a:cubicBezTo>
                  <a:pt x="117009" y="122404"/>
                  <a:pt x="109477" y="127673"/>
                  <a:pt x="100310" y="131079"/>
                </a:cubicBezTo>
                <a:lnTo>
                  <a:pt x="100310" y="268514"/>
                </a:lnTo>
                <a:cubicBezTo>
                  <a:pt x="100310" y="279441"/>
                  <a:pt x="104173" y="288790"/>
                  <a:pt x="111900" y="296563"/>
                </a:cubicBezTo>
                <a:cubicBezTo>
                  <a:pt x="119626" y="304347"/>
                  <a:pt x="129056" y="308233"/>
                  <a:pt x="140189" y="308233"/>
                </a:cubicBezTo>
                <a:cubicBezTo>
                  <a:pt x="151322" y="308233"/>
                  <a:pt x="160683" y="304347"/>
                  <a:pt x="168284" y="296563"/>
                </a:cubicBezTo>
                <a:cubicBezTo>
                  <a:pt x="175851" y="288790"/>
                  <a:pt x="179634" y="279441"/>
                  <a:pt x="179634" y="268514"/>
                </a:cubicBezTo>
                <a:lnTo>
                  <a:pt x="179634" y="108482"/>
                </a:lnTo>
                <a:cubicBezTo>
                  <a:pt x="179634" y="92480"/>
                  <a:pt x="185200" y="78890"/>
                  <a:pt x="196333" y="67734"/>
                </a:cubicBezTo>
                <a:cubicBezTo>
                  <a:pt x="207466" y="56601"/>
                  <a:pt x="221068" y="51035"/>
                  <a:pt x="237115" y="51035"/>
                </a:cubicBezTo>
                <a:cubicBezTo>
                  <a:pt x="253197" y="51035"/>
                  <a:pt x="266799" y="56601"/>
                  <a:pt x="277898" y="67734"/>
                </a:cubicBezTo>
                <a:cubicBezTo>
                  <a:pt x="289088" y="78890"/>
                  <a:pt x="294677" y="92480"/>
                  <a:pt x="294677" y="108482"/>
                </a:cubicBezTo>
                <a:lnTo>
                  <a:pt x="294677" y="246076"/>
                </a:lnTo>
                <a:cubicBezTo>
                  <a:pt x="303844" y="249483"/>
                  <a:pt x="311376" y="254718"/>
                  <a:pt x="317274" y="261793"/>
                </a:cubicBezTo>
                <a:cubicBezTo>
                  <a:pt x="323160" y="268868"/>
                  <a:pt x="326109" y="276823"/>
                  <a:pt x="326109" y="285681"/>
                </a:cubicBezTo>
                <a:cubicBezTo>
                  <a:pt x="326109" y="296791"/>
                  <a:pt x="322200" y="306301"/>
                  <a:pt x="314359" y="314211"/>
                </a:cubicBezTo>
                <a:cubicBezTo>
                  <a:pt x="306530" y="322120"/>
                  <a:pt x="297009" y="326075"/>
                  <a:pt x="285796" y="326075"/>
                </a:cubicBezTo>
                <a:cubicBezTo>
                  <a:pt x="274697" y="326075"/>
                  <a:pt x="265199" y="322120"/>
                  <a:pt x="257312" y="314211"/>
                </a:cubicBezTo>
                <a:cubicBezTo>
                  <a:pt x="249403" y="306301"/>
                  <a:pt x="245448" y="296791"/>
                  <a:pt x="245448" y="285681"/>
                </a:cubicBezTo>
                <a:cubicBezTo>
                  <a:pt x="245448" y="276823"/>
                  <a:pt x="248397" y="268788"/>
                  <a:pt x="254295" y="261553"/>
                </a:cubicBezTo>
                <a:cubicBezTo>
                  <a:pt x="260181" y="254352"/>
                  <a:pt x="267713" y="249185"/>
                  <a:pt x="276880" y="246042"/>
                </a:cubicBezTo>
                <a:lnTo>
                  <a:pt x="276880" y="108448"/>
                </a:lnTo>
                <a:cubicBezTo>
                  <a:pt x="276880" y="97498"/>
                  <a:pt x="273017" y="88160"/>
                  <a:pt x="265290" y="80433"/>
                </a:cubicBezTo>
                <a:cubicBezTo>
                  <a:pt x="257564" y="72706"/>
                  <a:pt x="248202" y="68843"/>
                  <a:pt x="237195" y="68843"/>
                </a:cubicBezTo>
                <a:cubicBezTo>
                  <a:pt x="226200" y="68843"/>
                  <a:pt x="216827" y="72706"/>
                  <a:pt x="209100" y="80433"/>
                </a:cubicBezTo>
                <a:cubicBezTo>
                  <a:pt x="201408" y="88160"/>
                  <a:pt x="197556" y="97498"/>
                  <a:pt x="197556" y="108448"/>
                </a:cubicBezTo>
                <a:lnTo>
                  <a:pt x="197556" y="268468"/>
                </a:lnTo>
                <a:cubicBezTo>
                  <a:pt x="197556" y="284367"/>
                  <a:pt x="191990" y="297946"/>
                  <a:pt x="180857" y="309182"/>
                </a:cubicBezTo>
                <a:cubicBezTo>
                  <a:pt x="169701" y="320463"/>
                  <a:pt x="156088" y="326109"/>
                  <a:pt x="140029" y="326109"/>
                </a:cubicBezTo>
                <a:cubicBezTo>
                  <a:pt x="123947" y="326109"/>
                  <a:pt x="110345" y="320497"/>
                  <a:pt x="99212" y="309262"/>
                </a:cubicBezTo>
                <a:close/>
                <a:moveTo>
                  <a:pt x="91623" y="113946"/>
                </a:moveTo>
                <a:cubicBezTo>
                  <a:pt x="97807" y="113946"/>
                  <a:pt x="103076" y="111705"/>
                  <a:pt x="107419" y="107225"/>
                </a:cubicBezTo>
                <a:cubicBezTo>
                  <a:pt x="111774" y="102744"/>
                  <a:pt x="113946" y="97418"/>
                  <a:pt x="113946" y="91234"/>
                </a:cubicBezTo>
                <a:cubicBezTo>
                  <a:pt x="113946" y="85051"/>
                  <a:pt x="111785" y="79781"/>
                  <a:pt x="107465" y="75438"/>
                </a:cubicBezTo>
                <a:cubicBezTo>
                  <a:pt x="103133" y="71095"/>
                  <a:pt x="97795" y="68911"/>
                  <a:pt x="91429" y="68911"/>
                </a:cubicBezTo>
                <a:cubicBezTo>
                  <a:pt x="85382" y="68911"/>
                  <a:pt x="80113" y="71072"/>
                  <a:pt x="75632" y="75404"/>
                </a:cubicBezTo>
                <a:cubicBezTo>
                  <a:pt x="71152" y="79724"/>
                  <a:pt x="68911" y="85062"/>
                  <a:pt x="68911" y="91429"/>
                </a:cubicBezTo>
                <a:cubicBezTo>
                  <a:pt x="68911" y="97475"/>
                  <a:pt x="71152" y="102744"/>
                  <a:pt x="75632" y="107225"/>
                </a:cubicBezTo>
                <a:cubicBezTo>
                  <a:pt x="80113" y="111705"/>
                  <a:pt x="85439" y="113946"/>
                  <a:pt x="91623" y="113946"/>
                </a:cubicBezTo>
                <a:close/>
                <a:moveTo>
                  <a:pt x="285956" y="308279"/>
                </a:moveTo>
                <a:cubicBezTo>
                  <a:pt x="292139" y="308279"/>
                  <a:pt x="297409" y="306038"/>
                  <a:pt x="301752" y="301558"/>
                </a:cubicBezTo>
                <a:cubicBezTo>
                  <a:pt x="306095" y="297077"/>
                  <a:pt x="308279" y="291751"/>
                  <a:pt x="308279" y="285567"/>
                </a:cubicBezTo>
                <a:cubicBezTo>
                  <a:pt x="308279" y="279383"/>
                  <a:pt x="306118" y="274114"/>
                  <a:pt x="301786" y="269771"/>
                </a:cubicBezTo>
                <a:cubicBezTo>
                  <a:pt x="297466" y="265416"/>
                  <a:pt x="292128" y="263244"/>
                  <a:pt x="285761" y="263244"/>
                </a:cubicBezTo>
                <a:cubicBezTo>
                  <a:pt x="279715" y="263244"/>
                  <a:pt x="274446" y="265405"/>
                  <a:pt x="269965" y="269725"/>
                </a:cubicBezTo>
                <a:cubicBezTo>
                  <a:pt x="265485" y="274057"/>
                  <a:pt x="263244" y="279395"/>
                  <a:pt x="263244" y="285761"/>
                </a:cubicBezTo>
                <a:cubicBezTo>
                  <a:pt x="263244" y="291808"/>
                  <a:pt x="265485" y="297077"/>
                  <a:pt x="269965" y="301558"/>
                </a:cubicBezTo>
                <a:cubicBezTo>
                  <a:pt x="274446" y="306038"/>
                  <a:pt x="279772" y="308279"/>
                  <a:pt x="285956" y="308279"/>
                </a:cubicBezTo>
                <a:close/>
                <a:moveTo>
                  <a:pt x="91429" y="91429"/>
                </a:moveTo>
                <a:close/>
                <a:moveTo>
                  <a:pt x="285761" y="285761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967715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950" dirty="0"/>
          </a:p>
        </p:txBody>
      </p:sp>
      <p:sp>
        <p:nvSpPr>
          <p:cNvPr id="193" name="圖示 分流"/>
          <p:cNvSpPr/>
          <p:nvPr/>
        </p:nvSpPr>
        <p:spPr>
          <a:xfrm>
            <a:off x="1055151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28978"/>
                </a:moveTo>
                <a:lnTo>
                  <a:pt x="179680" y="269451"/>
                </a:lnTo>
                <a:cubicBezTo>
                  <a:pt x="179680" y="256592"/>
                  <a:pt x="177634" y="245916"/>
                  <a:pt x="173542" y="237435"/>
                </a:cubicBezTo>
                <a:cubicBezTo>
                  <a:pt x="169461" y="228943"/>
                  <a:pt x="163095" y="220588"/>
                  <a:pt x="154454" y="212369"/>
                </a:cubicBezTo>
                <a:lnTo>
                  <a:pt x="167255" y="199556"/>
                </a:lnTo>
                <a:cubicBezTo>
                  <a:pt x="170776" y="202642"/>
                  <a:pt x="174559" y="206849"/>
                  <a:pt x="178617" y="212175"/>
                </a:cubicBezTo>
                <a:cubicBezTo>
                  <a:pt x="182651" y="217490"/>
                  <a:pt x="185978" y="222645"/>
                  <a:pt x="188595" y="227651"/>
                </a:cubicBezTo>
                <a:cubicBezTo>
                  <a:pt x="192447" y="220530"/>
                  <a:pt x="196779" y="214118"/>
                  <a:pt x="201602" y="208437"/>
                </a:cubicBezTo>
                <a:cubicBezTo>
                  <a:pt x="206414" y="202757"/>
                  <a:pt x="211204" y="197910"/>
                  <a:pt x="215947" y="193899"/>
                </a:cubicBezTo>
                <a:cubicBezTo>
                  <a:pt x="231343" y="181303"/>
                  <a:pt x="242453" y="165724"/>
                  <a:pt x="249265" y="147184"/>
                </a:cubicBezTo>
                <a:cubicBezTo>
                  <a:pt x="256101" y="128668"/>
                  <a:pt x="258832" y="104036"/>
                  <a:pt x="257472" y="73312"/>
                </a:cubicBezTo>
                <a:lnTo>
                  <a:pt x="227331" y="103453"/>
                </a:lnTo>
                <a:cubicBezTo>
                  <a:pt x="225582" y="105316"/>
                  <a:pt x="223514" y="106242"/>
                  <a:pt x="221125" y="106242"/>
                </a:cubicBezTo>
                <a:cubicBezTo>
                  <a:pt x="218747" y="106242"/>
                  <a:pt x="216621" y="105316"/>
                  <a:pt x="214758" y="103453"/>
                </a:cubicBezTo>
                <a:cubicBezTo>
                  <a:pt x="213009" y="101693"/>
                  <a:pt x="212129" y="99658"/>
                  <a:pt x="212129" y="97326"/>
                </a:cubicBezTo>
                <a:cubicBezTo>
                  <a:pt x="212129" y="94995"/>
                  <a:pt x="213009" y="92892"/>
                  <a:pt x="214758" y="91040"/>
                </a:cubicBezTo>
                <a:lnTo>
                  <a:pt x="258729" y="47229"/>
                </a:lnTo>
                <a:cubicBezTo>
                  <a:pt x="259930" y="46017"/>
                  <a:pt x="261164" y="45137"/>
                  <a:pt x="262421" y="44554"/>
                </a:cubicBezTo>
                <a:cubicBezTo>
                  <a:pt x="263679" y="43983"/>
                  <a:pt x="265073" y="43697"/>
                  <a:pt x="266582" y="43697"/>
                </a:cubicBezTo>
                <a:cubicBezTo>
                  <a:pt x="268102" y="43697"/>
                  <a:pt x="269497" y="43983"/>
                  <a:pt x="270754" y="44554"/>
                </a:cubicBezTo>
                <a:cubicBezTo>
                  <a:pt x="272011" y="45137"/>
                  <a:pt x="273246" y="46017"/>
                  <a:pt x="274446" y="47229"/>
                </a:cubicBezTo>
                <a:lnTo>
                  <a:pt x="318257" y="91040"/>
                </a:lnTo>
                <a:cubicBezTo>
                  <a:pt x="320006" y="92789"/>
                  <a:pt x="320909" y="94858"/>
                  <a:pt x="320966" y="97246"/>
                </a:cubicBezTo>
                <a:cubicBezTo>
                  <a:pt x="321023" y="99624"/>
                  <a:pt x="320109" y="101693"/>
                  <a:pt x="318257" y="103453"/>
                </a:cubicBezTo>
                <a:cubicBezTo>
                  <a:pt x="316394" y="105316"/>
                  <a:pt x="314302" y="106242"/>
                  <a:pt x="311970" y="106242"/>
                </a:cubicBezTo>
                <a:cubicBezTo>
                  <a:pt x="309639" y="106242"/>
                  <a:pt x="307536" y="105316"/>
                  <a:pt x="305684" y="103453"/>
                </a:cubicBezTo>
                <a:lnTo>
                  <a:pt x="275234" y="73003"/>
                </a:lnTo>
                <a:cubicBezTo>
                  <a:pt x="276537" y="106116"/>
                  <a:pt x="273520" y="132634"/>
                  <a:pt x="266159" y="152568"/>
                </a:cubicBezTo>
                <a:cubicBezTo>
                  <a:pt x="258764" y="172524"/>
                  <a:pt x="246042" y="190801"/>
                  <a:pt x="227960" y="207374"/>
                </a:cubicBezTo>
                <a:cubicBezTo>
                  <a:pt x="216941" y="217456"/>
                  <a:pt x="209089" y="226828"/>
                  <a:pt x="204426" y="235469"/>
                </a:cubicBezTo>
                <a:cubicBezTo>
                  <a:pt x="199762" y="244111"/>
                  <a:pt x="197430" y="255415"/>
                  <a:pt x="197430" y="269371"/>
                </a:cubicBezTo>
                <a:lnTo>
                  <a:pt x="197430" y="328898"/>
                </a:lnTo>
                <a:cubicBezTo>
                  <a:pt x="197430" y="331493"/>
                  <a:pt x="196596" y="333630"/>
                  <a:pt x="194916" y="335310"/>
                </a:cubicBezTo>
                <a:cubicBezTo>
                  <a:pt x="193293" y="337036"/>
                  <a:pt x="191190" y="337905"/>
                  <a:pt x="188595" y="337905"/>
                </a:cubicBezTo>
                <a:cubicBezTo>
                  <a:pt x="186000" y="337905"/>
                  <a:pt x="183863" y="337059"/>
                  <a:pt x="182194" y="335390"/>
                </a:cubicBezTo>
                <a:cubicBezTo>
                  <a:pt x="180514" y="333710"/>
                  <a:pt x="179680" y="331573"/>
                  <a:pt x="179680" y="328978"/>
                </a:cubicBezTo>
                <a:close/>
                <a:moveTo>
                  <a:pt x="104710" y="127147"/>
                </a:moveTo>
                <a:cubicBezTo>
                  <a:pt x="103556" y="122221"/>
                  <a:pt x="102653" y="114826"/>
                  <a:pt x="102001" y="104950"/>
                </a:cubicBezTo>
                <a:cubicBezTo>
                  <a:pt x="101338" y="95040"/>
                  <a:pt x="101178" y="84536"/>
                  <a:pt x="101487" y="73438"/>
                </a:cubicBezTo>
                <a:lnTo>
                  <a:pt x="71426" y="103487"/>
                </a:lnTo>
                <a:cubicBezTo>
                  <a:pt x="69677" y="105247"/>
                  <a:pt x="67608" y="106150"/>
                  <a:pt x="65220" y="106208"/>
                </a:cubicBezTo>
                <a:cubicBezTo>
                  <a:pt x="62842" y="106253"/>
                  <a:pt x="60716" y="105350"/>
                  <a:pt x="58853" y="103487"/>
                </a:cubicBezTo>
                <a:cubicBezTo>
                  <a:pt x="57001" y="101738"/>
                  <a:pt x="56064" y="99692"/>
                  <a:pt x="56064" y="97361"/>
                </a:cubicBezTo>
                <a:cubicBezTo>
                  <a:pt x="56064" y="95029"/>
                  <a:pt x="57001" y="92937"/>
                  <a:pt x="58853" y="91074"/>
                </a:cubicBezTo>
                <a:lnTo>
                  <a:pt x="102664" y="47263"/>
                </a:lnTo>
                <a:cubicBezTo>
                  <a:pt x="103876" y="46063"/>
                  <a:pt x="105099" y="45171"/>
                  <a:pt x="106356" y="44600"/>
                </a:cubicBezTo>
                <a:cubicBezTo>
                  <a:pt x="107613" y="44017"/>
                  <a:pt x="109008" y="43731"/>
                  <a:pt x="110528" y="43731"/>
                </a:cubicBezTo>
                <a:cubicBezTo>
                  <a:pt x="112048" y="43731"/>
                  <a:pt x="113431" y="44017"/>
                  <a:pt x="114689" y="44600"/>
                </a:cubicBezTo>
                <a:cubicBezTo>
                  <a:pt x="115946" y="45171"/>
                  <a:pt x="117226" y="46063"/>
                  <a:pt x="118541" y="47263"/>
                </a:cubicBezTo>
                <a:lnTo>
                  <a:pt x="162272" y="91074"/>
                </a:lnTo>
                <a:cubicBezTo>
                  <a:pt x="164020" y="92834"/>
                  <a:pt x="164923" y="94903"/>
                  <a:pt x="164981" y="97281"/>
                </a:cubicBezTo>
                <a:cubicBezTo>
                  <a:pt x="165038" y="99670"/>
                  <a:pt x="164181" y="101738"/>
                  <a:pt x="162432" y="103487"/>
                </a:cubicBezTo>
                <a:cubicBezTo>
                  <a:pt x="160569" y="105350"/>
                  <a:pt x="158443" y="106276"/>
                  <a:pt x="156065" y="106276"/>
                </a:cubicBezTo>
                <a:cubicBezTo>
                  <a:pt x="153676" y="106276"/>
                  <a:pt x="151608" y="105350"/>
                  <a:pt x="149859" y="103487"/>
                </a:cubicBezTo>
                <a:lnTo>
                  <a:pt x="119718" y="73358"/>
                </a:lnTo>
                <a:cubicBezTo>
                  <a:pt x="119192" y="83702"/>
                  <a:pt x="119146" y="93143"/>
                  <a:pt x="119558" y="101681"/>
                </a:cubicBezTo>
                <a:cubicBezTo>
                  <a:pt x="119981" y="110219"/>
                  <a:pt x="120769" y="117386"/>
                  <a:pt x="121924" y="123181"/>
                </a:cubicBezTo>
                <a:lnTo>
                  <a:pt x="104710" y="127182"/>
                </a:lnTo>
                <a:close/>
                <a:moveTo>
                  <a:pt x="135594" y="193590"/>
                </a:moveTo>
                <a:cubicBezTo>
                  <a:pt x="131456" y="188869"/>
                  <a:pt x="126976" y="182811"/>
                  <a:pt x="122152" y="175393"/>
                </a:cubicBezTo>
                <a:cubicBezTo>
                  <a:pt x="117340" y="167952"/>
                  <a:pt x="113729" y="160511"/>
                  <a:pt x="111351" y="153082"/>
                </a:cubicBezTo>
                <a:lnTo>
                  <a:pt x="128953" y="148681"/>
                </a:lnTo>
                <a:cubicBezTo>
                  <a:pt x="130919" y="154305"/>
                  <a:pt x="133708" y="160134"/>
                  <a:pt x="137320" y="166158"/>
                </a:cubicBezTo>
                <a:cubicBezTo>
                  <a:pt x="140932" y="172182"/>
                  <a:pt x="144555" y="177131"/>
                  <a:pt x="148167" y="181017"/>
                </a:cubicBezTo>
                <a:lnTo>
                  <a:pt x="135594" y="19359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1037055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950" dirty="0"/>
          </a:p>
        </p:txBody>
      </p:sp>
      <p:sp>
        <p:nvSpPr>
          <p:cNvPr id="195" name="圖示 分歧"/>
          <p:cNvSpPr/>
          <p:nvPr/>
        </p:nvSpPr>
        <p:spPr>
          <a:xfrm>
            <a:off x="1124492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8560" y="101133"/>
                </a:moveTo>
                <a:lnTo>
                  <a:pt x="88560" y="143881"/>
                </a:lnTo>
                <a:cubicBezTo>
                  <a:pt x="88560" y="146418"/>
                  <a:pt x="87702" y="148544"/>
                  <a:pt x="85965" y="150247"/>
                </a:cubicBezTo>
                <a:cubicBezTo>
                  <a:pt x="84239" y="151950"/>
                  <a:pt x="82102" y="152796"/>
                  <a:pt x="79564" y="152796"/>
                </a:cubicBezTo>
                <a:cubicBezTo>
                  <a:pt x="77027" y="152796"/>
                  <a:pt x="74912" y="151950"/>
                  <a:pt x="73243" y="150247"/>
                </a:cubicBezTo>
                <a:cubicBezTo>
                  <a:pt x="71563" y="148544"/>
                  <a:pt x="70729" y="146418"/>
                  <a:pt x="70729" y="143881"/>
                </a:cubicBezTo>
                <a:lnTo>
                  <a:pt x="70729" y="82079"/>
                </a:lnTo>
                <a:cubicBezTo>
                  <a:pt x="70729" y="78833"/>
                  <a:pt x="71815" y="76135"/>
                  <a:pt x="73986" y="73986"/>
                </a:cubicBezTo>
                <a:cubicBezTo>
                  <a:pt x="76135" y="71815"/>
                  <a:pt x="78833" y="70717"/>
                  <a:pt x="82079" y="70717"/>
                </a:cubicBezTo>
                <a:lnTo>
                  <a:pt x="144041" y="70717"/>
                </a:lnTo>
                <a:cubicBezTo>
                  <a:pt x="146475" y="70717"/>
                  <a:pt x="148567" y="71586"/>
                  <a:pt x="150327" y="73312"/>
                </a:cubicBezTo>
                <a:cubicBezTo>
                  <a:pt x="152076" y="75049"/>
                  <a:pt x="152956" y="77175"/>
                  <a:pt x="152956" y="79724"/>
                </a:cubicBezTo>
                <a:cubicBezTo>
                  <a:pt x="152956" y="82262"/>
                  <a:pt x="152076" y="84365"/>
                  <a:pt x="150327" y="86045"/>
                </a:cubicBezTo>
                <a:cubicBezTo>
                  <a:pt x="148567" y="87725"/>
                  <a:pt x="146475" y="88560"/>
                  <a:pt x="144041" y="88560"/>
                </a:cubicBezTo>
                <a:lnTo>
                  <a:pt x="101373" y="88560"/>
                </a:lnTo>
                <a:lnTo>
                  <a:pt x="191224" y="178422"/>
                </a:lnTo>
                <a:cubicBezTo>
                  <a:pt x="193213" y="180388"/>
                  <a:pt x="194870" y="182811"/>
                  <a:pt x="196173" y="185692"/>
                </a:cubicBezTo>
                <a:cubicBezTo>
                  <a:pt x="197488" y="188572"/>
                  <a:pt x="198139" y="191567"/>
                  <a:pt x="198139" y="194687"/>
                </a:cubicBezTo>
                <a:lnTo>
                  <a:pt x="198139" y="297546"/>
                </a:lnTo>
                <a:cubicBezTo>
                  <a:pt x="198139" y="300083"/>
                  <a:pt x="197282" y="302209"/>
                  <a:pt x="195544" y="303912"/>
                </a:cubicBezTo>
                <a:cubicBezTo>
                  <a:pt x="193819" y="305615"/>
                  <a:pt x="191681" y="306461"/>
                  <a:pt x="189144" y="306461"/>
                </a:cubicBezTo>
                <a:cubicBezTo>
                  <a:pt x="186606" y="306461"/>
                  <a:pt x="184492" y="305615"/>
                  <a:pt x="182823" y="303912"/>
                </a:cubicBezTo>
                <a:cubicBezTo>
                  <a:pt x="181143" y="302209"/>
                  <a:pt x="180308" y="300083"/>
                  <a:pt x="180308" y="297546"/>
                </a:cubicBezTo>
                <a:lnTo>
                  <a:pt x="180308" y="194687"/>
                </a:lnTo>
                <a:cubicBezTo>
                  <a:pt x="180308" y="194081"/>
                  <a:pt x="180171" y="193510"/>
                  <a:pt x="179908" y="192961"/>
                </a:cubicBezTo>
                <a:cubicBezTo>
                  <a:pt x="179645" y="192401"/>
                  <a:pt x="179325" y="191887"/>
                  <a:pt x="178925" y="191384"/>
                </a:cubicBezTo>
                <a:lnTo>
                  <a:pt x="88525" y="101133"/>
                </a:lnTo>
                <a:close/>
                <a:moveTo>
                  <a:pt x="288630" y="101133"/>
                </a:moveTo>
                <a:lnTo>
                  <a:pt x="225880" y="163483"/>
                </a:lnTo>
                <a:cubicBezTo>
                  <a:pt x="224131" y="165244"/>
                  <a:pt x="222062" y="166146"/>
                  <a:pt x="219673" y="166204"/>
                </a:cubicBezTo>
                <a:cubicBezTo>
                  <a:pt x="217296" y="166249"/>
                  <a:pt x="215193" y="165346"/>
                  <a:pt x="213387" y="163483"/>
                </a:cubicBezTo>
                <a:cubicBezTo>
                  <a:pt x="211581" y="161632"/>
                  <a:pt x="210678" y="159506"/>
                  <a:pt x="210678" y="157128"/>
                </a:cubicBezTo>
                <a:cubicBezTo>
                  <a:pt x="210678" y="154739"/>
                  <a:pt x="211604" y="152728"/>
                  <a:pt x="213467" y="151070"/>
                </a:cubicBezTo>
                <a:lnTo>
                  <a:pt x="275817" y="88560"/>
                </a:lnTo>
                <a:lnTo>
                  <a:pt x="233343" y="88560"/>
                </a:lnTo>
                <a:cubicBezTo>
                  <a:pt x="230806" y="88560"/>
                  <a:pt x="228680" y="87691"/>
                  <a:pt x="226977" y="85965"/>
                </a:cubicBezTo>
                <a:cubicBezTo>
                  <a:pt x="225274" y="84239"/>
                  <a:pt x="224428" y="82102"/>
                  <a:pt x="224428" y="79564"/>
                </a:cubicBezTo>
                <a:cubicBezTo>
                  <a:pt x="224428" y="77027"/>
                  <a:pt x="225274" y="74912"/>
                  <a:pt x="226977" y="73232"/>
                </a:cubicBezTo>
                <a:cubicBezTo>
                  <a:pt x="228680" y="71563"/>
                  <a:pt x="230806" y="70729"/>
                  <a:pt x="233343" y="70729"/>
                </a:cubicBezTo>
                <a:lnTo>
                  <a:pt x="295157" y="70729"/>
                </a:lnTo>
                <a:cubicBezTo>
                  <a:pt x="298403" y="70729"/>
                  <a:pt x="301100" y="71815"/>
                  <a:pt x="303249" y="73986"/>
                </a:cubicBezTo>
                <a:cubicBezTo>
                  <a:pt x="305421" y="76135"/>
                  <a:pt x="306507" y="78833"/>
                  <a:pt x="306507" y="82079"/>
                </a:cubicBezTo>
                <a:lnTo>
                  <a:pt x="306507" y="143881"/>
                </a:lnTo>
                <a:cubicBezTo>
                  <a:pt x="306507" y="146418"/>
                  <a:pt x="305638" y="148544"/>
                  <a:pt x="303912" y="150247"/>
                </a:cubicBezTo>
                <a:cubicBezTo>
                  <a:pt x="302186" y="151950"/>
                  <a:pt x="300049" y="152796"/>
                  <a:pt x="297511" y="152796"/>
                </a:cubicBezTo>
                <a:cubicBezTo>
                  <a:pt x="294963" y="152796"/>
                  <a:pt x="292859" y="151950"/>
                  <a:pt x="291179" y="150247"/>
                </a:cubicBezTo>
                <a:cubicBezTo>
                  <a:pt x="289510" y="148544"/>
                  <a:pt x="288665" y="146418"/>
                  <a:pt x="288665" y="143881"/>
                </a:cubicBezTo>
                <a:lnTo>
                  <a:pt x="288665" y="101133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1106395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950" dirty="0"/>
          </a:p>
        </p:txBody>
      </p:sp>
      <p:sp>
        <p:nvSpPr>
          <p:cNvPr id="197" name="圖示 合併"/>
          <p:cNvSpPr/>
          <p:nvPr/>
        </p:nvSpPr>
        <p:spPr>
          <a:xfrm>
            <a:off x="1193832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34178"/>
                </a:moveTo>
                <a:lnTo>
                  <a:pt x="106710" y="316051"/>
                </a:lnTo>
                <a:cubicBezTo>
                  <a:pt x="104962" y="317811"/>
                  <a:pt x="102916" y="318657"/>
                  <a:pt x="100584" y="318611"/>
                </a:cubicBezTo>
                <a:cubicBezTo>
                  <a:pt x="98252" y="318554"/>
                  <a:pt x="96206" y="317651"/>
                  <a:pt x="94458" y="315902"/>
                </a:cubicBezTo>
                <a:cubicBezTo>
                  <a:pt x="92697" y="314142"/>
                  <a:pt x="91817" y="312073"/>
                  <a:pt x="91817" y="309684"/>
                </a:cubicBezTo>
                <a:cubicBezTo>
                  <a:pt x="91817" y="307307"/>
                  <a:pt x="92697" y="305238"/>
                  <a:pt x="94458" y="303478"/>
                </a:cubicBezTo>
                <a:lnTo>
                  <a:pt x="163803" y="234246"/>
                </a:lnTo>
                <a:cubicBezTo>
                  <a:pt x="170398" y="227674"/>
                  <a:pt x="174696" y="221971"/>
                  <a:pt x="176685" y="217124"/>
                </a:cubicBezTo>
                <a:cubicBezTo>
                  <a:pt x="178685" y="212278"/>
                  <a:pt x="179680" y="204746"/>
                  <a:pt x="179680" y="194527"/>
                </a:cubicBezTo>
                <a:lnTo>
                  <a:pt x="179680" y="88605"/>
                </a:lnTo>
                <a:lnTo>
                  <a:pt x="149104" y="119169"/>
                </a:lnTo>
                <a:cubicBezTo>
                  <a:pt x="147356" y="120918"/>
                  <a:pt x="145310" y="121798"/>
                  <a:pt x="142978" y="121798"/>
                </a:cubicBezTo>
                <a:cubicBezTo>
                  <a:pt x="140646" y="121798"/>
                  <a:pt x="138600" y="120918"/>
                  <a:pt x="136851" y="119169"/>
                </a:cubicBezTo>
                <a:cubicBezTo>
                  <a:pt x="135091" y="117409"/>
                  <a:pt x="134222" y="115374"/>
                  <a:pt x="134222" y="113043"/>
                </a:cubicBezTo>
                <a:cubicBezTo>
                  <a:pt x="134222" y="110711"/>
                  <a:pt x="135091" y="108665"/>
                  <a:pt x="136851" y="106905"/>
                </a:cubicBezTo>
                <a:lnTo>
                  <a:pt x="180663" y="62945"/>
                </a:lnTo>
                <a:cubicBezTo>
                  <a:pt x="182914" y="60693"/>
                  <a:pt x="185555" y="59562"/>
                  <a:pt x="188595" y="59562"/>
                </a:cubicBezTo>
                <a:cubicBezTo>
                  <a:pt x="191635" y="59562"/>
                  <a:pt x="194276" y="60693"/>
                  <a:pt x="196527" y="62945"/>
                </a:cubicBezTo>
                <a:lnTo>
                  <a:pt x="240499" y="106905"/>
                </a:lnTo>
                <a:cubicBezTo>
                  <a:pt x="242247" y="108665"/>
                  <a:pt x="243128" y="110711"/>
                  <a:pt x="243128" y="113043"/>
                </a:cubicBezTo>
                <a:cubicBezTo>
                  <a:pt x="243128" y="115374"/>
                  <a:pt x="242247" y="117363"/>
                  <a:pt x="240499" y="119009"/>
                </a:cubicBezTo>
                <a:cubicBezTo>
                  <a:pt x="238738" y="120872"/>
                  <a:pt x="236670" y="121798"/>
                  <a:pt x="234292" y="121798"/>
                </a:cubicBezTo>
                <a:cubicBezTo>
                  <a:pt x="231903" y="121798"/>
                  <a:pt x="229834" y="120872"/>
                  <a:pt x="228086" y="119009"/>
                </a:cubicBezTo>
                <a:lnTo>
                  <a:pt x="197510" y="88560"/>
                </a:lnTo>
                <a:lnTo>
                  <a:pt x="197510" y="194493"/>
                </a:lnTo>
                <a:cubicBezTo>
                  <a:pt x="197510" y="204700"/>
                  <a:pt x="198562" y="212289"/>
                  <a:pt x="200654" y="217239"/>
                </a:cubicBezTo>
                <a:cubicBezTo>
                  <a:pt x="202757" y="222188"/>
                  <a:pt x="207100" y="227948"/>
                  <a:pt x="213707" y="234521"/>
                </a:cubicBezTo>
                <a:lnTo>
                  <a:pt x="282893" y="303638"/>
                </a:lnTo>
                <a:cubicBezTo>
                  <a:pt x="284653" y="305398"/>
                  <a:pt x="285521" y="307433"/>
                  <a:pt x="285521" y="309764"/>
                </a:cubicBezTo>
                <a:cubicBezTo>
                  <a:pt x="285521" y="312096"/>
                  <a:pt x="284653" y="314142"/>
                  <a:pt x="282893" y="315902"/>
                </a:cubicBezTo>
                <a:cubicBezTo>
                  <a:pt x="281132" y="317651"/>
                  <a:pt x="279063" y="318531"/>
                  <a:pt x="276686" y="318531"/>
                </a:cubicBezTo>
                <a:cubicBezTo>
                  <a:pt x="274297" y="318531"/>
                  <a:pt x="272228" y="317651"/>
                  <a:pt x="270480" y="315902"/>
                </a:cubicBezTo>
                <a:lnTo>
                  <a:pt x="188595" y="23417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1175735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950" dirty="0"/>
          </a:p>
        </p:txBody>
      </p:sp>
      <p:sp>
        <p:nvSpPr>
          <p:cNvPr id="199" name="圖示 樞紐"/>
          <p:cNvSpPr/>
          <p:nvPr/>
        </p:nvSpPr>
        <p:spPr>
          <a:xfrm>
            <a:off x="1263172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3139" y="345483"/>
                </a:moveTo>
                <a:cubicBezTo>
                  <a:pt x="55104" y="337436"/>
                  <a:pt x="51081" y="327618"/>
                  <a:pt x="51081" y="316017"/>
                </a:cubicBezTo>
                <a:cubicBezTo>
                  <a:pt x="51081" y="304415"/>
                  <a:pt x="55127" y="294620"/>
                  <a:pt x="63219" y="286630"/>
                </a:cubicBezTo>
                <a:cubicBezTo>
                  <a:pt x="71312" y="278641"/>
                  <a:pt x="81107" y="274640"/>
                  <a:pt x="92606" y="274640"/>
                </a:cubicBezTo>
                <a:cubicBezTo>
                  <a:pt x="96035" y="274640"/>
                  <a:pt x="99201" y="274994"/>
                  <a:pt x="102081" y="275703"/>
                </a:cubicBezTo>
                <a:cubicBezTo>
                  <a:pt x="104962" y="276412"/>
                  <a:pt x="107853" y="277475"/>
                  <a:pt x="110757" y="278881"/>
                </a:cubicBezTo>
                <a:lnTo>
                  <a:pt x="150053" y="230120"/>
                </a:lnTo>
                <a:cubicBezTo>
                  <a:pt x="145287" y="224497"/>
                  <a:pt x="141766" y="218199"/>
                  <a:pt x="139480" y="211226"/>
                </a:cubicBezTo>
                <a:cubicBezTo>
                  <a:pt x="137206" y="204254"/>
                  <a:pt x="136680" y="196985"/>
                  <a:pt x="137914" y="189418"/>
                </a:cubicBezTo>
                <a:lnTo>
                  <a:pt x="81130" y="170444"/>
                </a:lnTo>
                <a:cubicBezTo>
                  <a:pt x="77518" y="176776"/>
                  <a:pt x="72626" y="181760"/>
                  <a:pt x="66443" y="185372"/>
                </a:cubicBezTo>
                <a:cubicBezTo>
                  <a:pt x="60282" y="188984"/>
                  <a:pt x="53241" y="190801"/>
                  <a:pt x="45297" y="190801"/>
                </a:cubicBezTo>
                <a:cubicBezTo>
                  <a:pt x="33913" y="190801"/>
                  <a:pt x="24152" y="186766"/>
                  <a:pt x="16036" y="178697"/>
                </a:cubicBezTo>
                <a:cubicBezTo>
                  <a:pt x="7967" y="170604"/>
                  <a:pt x="3932" y="160786"/>
                  <a:pt x="3932" y="149264"/>
                </a:cubicBezTo>
                <a:cubicBezTo>
                  <a:pt x="3932" y="137743"/>
                  <a:pt x="7978" y="127959"/>
                  <a:pt x="16071" y="119912"/>
                </a:cubicBezTo>
                <a:cubicBezTo>
                  <a:pt x="24163" y="111843"/>
                  <a:pt x="33959" y="107819"/>
                  <a:pt x="45457" y="107819"/>
                </a:cubicBezTo>
                <a:cubicBezTo>
                  <a:pt x="56956" y="107819"/>
                  <a:pt x="66728" y="111843"/>
                  <a:pt x="74775" y="119912"/>
                </a:cubicBezTo>
                <a:cubicBezTo>
                  <a:pt x="82833" y="127982"/>
                  <a:pt x="86868" y="137766"/>
                  <a:pt x="86868" y="149264"/>
                </a:cubicBezTo>
                <a:cubicBezTo>
                  <a:pt x="86868" y="149767"/>
                  <a:pt x="86845" y="150327"/>
                  <a:pt x="86788" y="150956"/>
                </a:cubicBezTo>
                <a:cubicBezTo>
                  <a:pt x="86742" y="151585"/>
                  <a:pt x="86719" y="152042"/>
                  <a:pt x="86719" y="152328"/>
                </a:cubicBezTo>
                <a:lnTo>
                  <a:pt x="143721" y="172010"/>
                </a:lnTo>
                <a:cubicBezTo>
                  <a:pt x="147733" y="164729"/>
                  <a:pt x="152728" y="158991"/>
                  <a:pt x="158694" y="154808"/>
                </a:cubicBezTo>
                <a:cubicBezTo>
                  <a:pt x="164672" y="150613"/>
                  <a:pt x="171519" y="147698"/>
                  <a:pt x="179245" y="146041"/>
                </a:cubicBezTo>
                <a:lnTo>
                  <a:pt x="179245" y="85691"/>
                </a:lnTo>
                <a:cubicBezTo>
                  <a:pt x="169130" y="83313"/>
                  <a:pt x="161266" y="78193"/>
                  <a:pt x="155631" y="70329"/>
                </a:cubicBezTo>
                <a:cubicBezTo>
                  <a:pt x="149996" y="62442"/>
                  <a:pt x="147184" y="54132"/>
                  <a:pt x="147184" y="45377"/>
                </a:cubicBezTo>
                <a:cubicBezTo>
                  <a:pt x="147184" y="33959"/>
                  <a:pt x="151196" y="24186"/>
                  <a:pt x="159208" y="16071"/>
                </a:cubicBezTo>
                <a:cubicBezTo>
                  <a:pt x="167164" y="7978"/>
                  <a:pt x="176982" y="3932"/>
                  <a:pt x="188629" y="3932"/>
                </a:cubicBezTo>
                <a:cubicBezTo>
                  <a:pt x="200288" y="3932"/>
                  <a:pt x="210118" y="7978"/>
                  <a:pt x="218107" y="16071"/>
                </a:cubicBezTo>
                <a:cubicBezTo>
                  <a:pt x="226097" y="24163"/>
                  <a:pt x="230086" y="33936"/>
                  <a:pt x="230086" y="45377"/>
                </a:cubicBezTo>
                <a:cubicBezTo>
                  <a:pt x="230086" y="54155"/>
                  <a:pt x="227217" y="62476"/>
                  <a:pt x="221479" y="70329"/>
                </a:cubicBezTo>
                <a:cubicBezTo>
                  <a:pt x="215776" y="78215"/>
                  <a:pt x="207935" y="83336"/>
                  <a:pt x="197990" y="85691"/>
                </a:cubicBezTo>
                <a:lnTo>
                  <a:pt x="197990" y="146041"/>
                </a:lnTo>
                <a:cubicBezTo>
                  <a:pt x="205717" y="147664"/>
                  <a:pt x="212598" y="150590"/>
                  <a:pt x="218656" y="154808"/>
                </a:cubicBezTo>
                <a:cubicBezTo>
                  <a:pt x="224702" y="158991"/>
                  <a:pt x="229789" y="164729"/>
                  <a:pt x="233892" y="172010"/>
                </a:cubicBezTo>
                <a:lnTo>
                  <a:pt x="290516" y="152328"/>
                </a:lnTo>
                <a:cubicBezTo>
                  <a:pt x="290413" y="152042"/>
                  <a:pt x="290356" y="151585"/>
                  <a:pt x="290356" y="150956"/>
                </a:cubicBezTo>
                <a:lnTo>
                  <a:pt x="290356" y="149310"/>
                </a:lnTo>
                <a:cubicBezTo>
                  <a:pt x="290356" y="137800"/>
                  <a:pt x="294391" y="128027"/>
                  <a:pt x="302461" y="119958"/>
                </a:cubicBezTo>
                <a:cubicBezTo>
                  <a:pt x="310530" y="111888"/>
                  <a:pt x="320303" y="107853"/>
                  <a:pt x="331767" y="107853"/>
                </a:cubicBezTo>
                <a:cubicBezTo>
                  <a:pt x="343243" y="107853"/>
                  <a:pt x="353038" y="111865"/>
                  <a:pt x="361165" y="119878"/>
                </a:cubicBezTo>
                <a:cubicBezTo>
                  <a:pt x="369223" y="127867"/>
                  <a:pt x="373258" y="137686"/>
                  <a:pt x="373258" y="149344"/>
                </a:cubicBezTo>
                <a:cubicBezTo>
                  <a:pt x="373258" y="161003"/>
                  <a:pt x="369212" y="170821"/>
                  <a:pt x="361119" y="178811"/>
                </a:cubicBezTo>
                <a:cubicBezTo>
                  <a:pt x="353027" y="186800"/>
                  <a:pt x="343266" y="190801"/>
                  <a:pt x="331847" y="190801"/>
                </a:cubicBezTo>
                <a:cubicBezTo>
                  <a:pt x="323938" y="190801"/>
                  <a:pt x="316851" y="188961"/>
                  <a:pt x="310587" y="185292"/>
                </a:cubicBezTo>
                <a:cubicBezTo>
                  <a:pt x="304335" y="181623"/>
                  <a:pt x="299477" y="176662"/>
                  <a:pt x="296014" y="170398"/>
                </a:cubicBezTo>
                <a:lnTo>
                  <a:pt x="239276" y="189384"/>
                </a:lnTo>
                <a:cubicBezTo>
                  <a:pt x="240590" y="196950"/>
                  <a:pt x="240133" y="204243"/>
                  <a:pt x="237904" y="211261"/>
                </a:cubicBezTo>
                <a:cubicBezTo>
                  <a:pt x="235675" y="218290"/>
                  <a:pt x="232086" y="224508"/>
                  <a:pt x="227137" y="229926"/>
                </a:cubicBezTo>
                <a:lnTo>
                  <a:pt x="266433" y="278846"/>
                </a:lnTo>
                <a:cubicBezTo>
                  <a:pt x="269211" y="277429"/>
                  <a:pt x="272080" y="276366"/>
                  <a:pt x="275040" y="275669"/>
                </a:cubicBezTo>
                <a:cubicBezTo>
                  <a:pt x="277989" y="274960"/>
                  <a:pt x="281121" y="274606"/>
                  <a:pt x="284424" y="274606"/>
                </a:cubicBezTo>
                <a:cubicBezTo>
                  <a:pt x="296186" y="274606"/>
                  <a:pt x="306073" y="278595"/>
                  <a:pt x="314085" y="286584"/>
                </a:cubicBezTo>
                <a:cubicBezTo>
                  <a:pt x="322109" y="294574"/>
                  <a:pt x="326109" y="304381"/>
                  <a:pt x="326109" y="316017"/>
                </a:cubicBezTo>
                <a:cubicBezTo>
                  <a:pt x="326109" y="327641"/>
                  <a:pt x="322086" y="337471"/>
                  <a:pt x="314051" y="345483"/>
                </a:cubicBezTo>
                <a:cubicBezTo>
                  <a:pt x="306004" y="353518"/>
                  <a:pt x="296186" y="357542"/>
                  <a:pt x="284584" y="357542"/>
                </a:cubicBezTo>
                <a:cubicBezTo>
                  <a:pt x="272983" y="357542"/>
                  <a:pt x="263187" y="353496"/>
                  <a:pt x="255198" y="345403"/>
                </a:cubicBezTo>
                <a:cubicBezTo>
                  <a:pt x="247208" y="337334"/>
                  <a:pt x="243208" y="327538"/>
                  <a:pt x="243208" y="316017"/>
                </a:cubicBezTo>
                <a:cubicBezTo>
                  <a:pt x="243208" y="311010"/>
                  <a:pt x="243905" y="306484"/>
                  <a:pt x="245288" y="302415"/>
                </a:cubicBezTo>
                <a:cubicBezTo>
                  <a:pt x="246682" y="298392"/>
                  <a:pt x="248877" y="294403"/>
                  <a:pt x="251894" y="290471"/>
                </a:cubicBezTo>
                <a:lnTo>
                  <a:pt x="212598" y="241436"/>
                </a:lnTo>
                <a:cubicBezTo>
                  <a:pt x="205294" y="245585"/>
                  <a:pt x="197236" y="247654"/>
                  <a:pt x="188435" y="247654"/>
                </a:cubicBezTo>
                <a:cubicBezTo>
                  <a:pt x="179634" y="247654"/>
                  <a:pt x="171610" y="245585"/>
                  <a:pt x="164352" y="241436"/>
                </a:cubicBezTo>
                <a:lnTo>
                  <a:pt x="125296" y="290871"/>
                </a:lnTo>
                <a:cubicBezTo>
                  <a:pt x="128233" y="294688"/>
                  <a:pt x="130416" y="298586"/>
                  <a:pt x="131856" y="302541"/>
                </a:cubicBezTo>
                <a:cubicBezTo>
                  <a:pt x="133297" y="306495"/>
                  <a:pt x="134017" y="310976"/>
                  <a:pt x="134017" y="315971"/>
                </a:cubicBezTo>
                <a:cubicBezTo>
                  <a:pt x="134017" y="327504"/>
                  <a:pt x="130028" y="337299"/>
                  <a:pt x="122038" y="345369"/>
                </a:cubicBezTo>
                <a:cubicBezTo>
                  <a:pt x="114049" y="353484"/>
                  <a:pt x="104242" y="357542"/>
                  <a:pt x="92606" y="357542"/>
                </a:cubicBezTo>
                <a:cubicBezTo>
                  <a:pt x="80982" y="357542"/>
                  <a:pt x="71152" y="353518"/>
                  <a:pt x="63139" y="345483"/>
                </a:cubicBezTo>
                <a:close/>
                <a:moveTo>
                  <a:pt x="45457" y="172913"/>
                </a:moveTo>
                <a:cubicBezTo>
                  <a:pt x="52064" y="172913"/>
                  <a:pt x="57641" y="170627"/>
                  <a:pt x="62202" y="166044"/>
                </a:cubicBezTo>
                <a:cubicBezTo>
                  <a:pt x="66751" y="161460"/>
                  <a:pt x="69037" y="155871"/>
                  <a:pt x="69037" y="149264"/>
                </a:cubicBezTo>
                <a:cubicBezTo>
                  <a:pt x="69037" y="142669"/>
                  <a:pt x="66740" y="137080"/>
                  <a:pt x="62156" y="132531"/>
                </a:cubicBezTo>
                <a:cubicBezTo>
                  <a:pt x="57573" y="127970"/>
                  <a:pt x="51984" y="125696"/>
                  <a:pt x="45377" y="125696"/>
                </a:cubicBezTo>
                <a:cubicBezTo>
                  <a:pt x="38782" y="125696"/>
                  <a:pt x="33204" y="127982"/>
                  <a:pt x="28644" y="132565"/>
                </a:cubicBezTo>
                <a:cubicBezTo>
                  <a:pt x="24083" y="137149"/>
                  <a:pt x="21808" y="142738"/>
                  <a:pt x="21808" y="149344"/>
                </a:cubicBezTo>
                <a:cubicBezTo>
                  <a:pt x="21808" y="155939"/>
                  <a:pt x="24094" y="161529"/>
                  <a:pt x="28678" y="166078"/>
                </a:cubicBezTo>
                <a:cubicBezTo>
                  <a:pt x="33261" y="170638"/>
                  <a:pt x="38862" y="172913"/>
                  <a:pt x="45457" y="172913"/>
                </a:cubicBezTo>
                <a:close/>
                <a:moveTo>
                  <a:pt x="109351" y="332796"/>
                </a:moveTo>
                <a:cubicBezTo>
                  <a:pt x="113900" y="328212"/>
                  <a:pt x="116186" y="322612"/>
                  <a:pt x="116186" y="316017"/>
                </a:cubicBezTo>
                <a:cubicBezTo>
                  <a:pt x="116186" y="309410"/>
                  <a:pt x="113889" y="303832"/>
                  <a:pt x="109305" y="299272"/>
                </a:cubicBezTo>
                <a:cubicBezTo>
                  <a:pt x="104722" y="294723"/>
                  <a:pt x="99132" y="292437"/>
                  <a:pt x="92526" y="292437"/>
                </a:cubicBezTo>
                <a:cubicBezTo>
                  <a:pt x="85931" y="292437"/>
                  <a:pt x="80353" y="294734"/>
                  <a:pt x="75792" y="299317"/>
                </a:cubicBezTo>
                <a:cubicBezTo>
                  <a:pt x="71232" y="303901"/>
                  <a:pt x="68957" y="309490"/>
                  <a:pt x="68957" y="316097"/>
                </a:cubicBezTo>
                <a:cubicBezTo>
                  <a:pt x="68957" y="322692"/>
                  <a:pt x="71243" y="328270"/>
                  <a:pt x="75827" y="332830"/>
                </a:cubicBezTo>
                <a:cubicBezTo>
                  <a:pt x="80410" y="337391"/>
                  <a:pt x="86011" y="339665"/>
                  <a:pt x="92606" y="339665"/>
                </a:cubicBezTo>
                <a:cubicBezTo>
                  <a:pt x="99212" y="339665"/>
                  <a:pt x="104790" y="337379"/>
                  <a:pt x="109351" y="332796"/>
                </a:cubicBezTo>
                <a:close/>
                <a:moveTo>
                  <a:pt x="205409" y="62122"/>
                </a:moveTo>
                <a:cubicBezTo>
                  <a:pt x="209969" y="57539"/>
                  <a:pt x="212244" y="51938"/>
                  <a:pt x="212244" y="45343"/>
                </a:cubicBezTo>
                <a:cubicBezTo>
                  <a:pt x="212244" y="38736"/>
                  <a:pt x="209958" y="33158"/>
                  <a:pt x="205374" y="28598"/>
                </a:cubicBezTo>
                <a:cubicBezTo>
                  <a:pt x="200791" y="24049"/>
                  <a:pt x="195202" y="21763"/>
                  <a:pt x="188595" y="21763"/>
                </a:cubicBezTo>
                <a:cubicBezTo>
                  <a:pt x="181988" y="21763"/>
                  <a:pt x="176411" y="24060"/>
                  <a:pt x="171861" y="28644"/>
                </a:cubicBezTo>
                <a:cubicBezTo>
                  <a:pt x="167301" y="33227"/>
                  <a:pt x="165015" y="38816"/>
                  <a:pt x="165026" y="45423"/>
                </a:cubicBezTo>
                <a:cubicBezTo>
                  <a:pt x="165026" y="52018"/>
                  <a:pt x="167312" y="57596"/>
                  <a:pt x="171896" y="62156"/>
                </a:cubicBezTo>
                <a:cubicBezTo>
                  <a:pt x="176479" y="66717"/>
                  <a:pt x="182068" y="68991"/>
                  <a:pt x="188675" y="68991"/>
                </a:cubicBezTo>
                <a:cubicBezTo>
                  <a:pt x="195270" y="68991"/>
                  <a:pt x="200859" y="66705"/>
                  <a:pt x="205409" y="62122"/>
                </a:cubicBezTo>
                <a:close/>
                <a:moveTo>
                  <a:pt x="188709" y="229846"/>
                </a:moveTo>
                <a:cubicBezTo>
                  <a:pt x="197990" y="229846"/>
                  <a:pt x="205843" y="226577"/>
                  <a:pt x="212289" y="220028"/>
                </a:cubicBezTo>
                <a:cubicBezTo>
                  <a:pt x="218759" y="213501"/>
                  <a:pt x="221993" y="205603"/>
                  <a:pt x="221993" y="196333"/>
                </a:cubicBezTo>
                <a:cubicBezTo>
                  <a:pt x="221993" y="187063"/>
                  <a:pt x="218747" y="179200"/>
                  <a:pt x="212244" y="172764"/>
                </a:cubicBezTo>
                <a:cubicBezTo>
                  <a:pt x="205774" y="166295"/>
                  <a:pt x="197899" y="163060"/>
                  <a:pt x="188595" y="163060"/>
                </a:cubicBezTo>
                <a:cubicBezTo>
                  <a:pt x="179405" y="163060"/>
                  <a:pt x="171541" y="166306"/>
                  <a:pt x="165026" y="172799"/>
                </a:cubicBezTo>
                <a:cubicBezTo>
                  <a:pt x="158477" y="179268"/>
                  <a:pt x="155197" y="187155"/>
                  <a:pt x="155197" y="196459"/>
                </a:cubicBezTo>
                <a:cubicBezTo>
                  <a:pt x="155197" y="205649"/>
                  <a:pt x="158477" y="213501"/>
                  <a:pt x="165026" y="220028"/>
                </a:cubicBezTo>
                <a:cubicBezTo>
                  <a:pt x="171564" y="226554"/>
                  <a:pt x="179462" y="229823"/>
                  <a:pt x="188709" y="229846"/>
                </a:cubicBezTo>
                <a:close/>
                <a:moveTo>
                  <a:pt x="301443" y="332830"/>
                </a:moveTo>
                <a:cubicBezTo>
                  <a:pt x="305993" y="328247"/>
                  <a:pt x="308279" y="322657"/>
                  <a:pt x="308279" y="316051"/>
                </a:cubicBezTo>
                <a:cubicBezTo>
                  <a:pt x="308279" y="309456"/>
                  <a:pt x="305981" y="303878"/>
                  <a:pt x="301398" y="299317"/>
                </a:cubicBezTo>
                <a:cubicBezTo>
                  <a:pt x="296814" y="294757"/>
                  <a:pt x="291225" y="292482"/>
                  <a:pt x="284618" y="292482"/>
                </a:cubicBezTo>
                <a:cubicBezTo>
                  <a:pt x="278023" y="292482"/>
                  <a:pt x="272445" y="294768"/>
                  <a:pt x="267885" y="299352"/>
                </a:cubicBezTo>
                <a:cubicBezTo>
                  <a:pt x="263324" y="303935"/>
                  <a:pt x="261050" y="309536"/>
                  <a:pt x="261050" y="316131"/>
                </a:cubicBezTo>
                <a:cubicBezTo>
                  <a:pt x="261050" y="322737"/>
                  <a:pt x="263336" y="328315"/>
                  <a:pt x="267919" y="332876"/>
                </a:cubicBezTo>
                <a:cubicBezTo>
                  <a:pt x="272503" y="337425"/>
                  <a:pt x="278103" y="339711"/>
                  <a:pt x="284698" y="339711"/>
                </a:cubicBezTo>
                <a:cubicBezTo>
                  <a:pt x="291305" y="339711"/>
                  <a:pt x="296883" y="337414"/>
                  <a:pt x="301443" y="332830"/>
                </a:cubicBezTo>
                <a:close/>
                <a:moveTo>
                  <a:pt x="348592" y="166044"/>
                </a:moveTo>
                <a:cubicBezTo>
                  <a:pt x="353141" y="161460"/>
                  <a:pt x="355427" y="155871"/>
                  <a:pt x="355427" y="149264"/>
                </a:cubicBezTo>
                <a:cubicBezTo>
                  <a:pt x="355427" y="142669"/>
                  <a:pt x="353130" y="137080"/>
                  <a:pt x="348546" y="132531"/>
                </a:cubicBezTo>
                <a:cubicBezTo>
                  <a:pt x="343963" y="127970"/>
                  <a:pt x="338374" y="125696"/>
                  <a:pt x="331767" y="125696"/>
                </a:cubicBezTo>
                <a:cubicBezTo>
                  <a:pt x="325172" y="125696"/>
                  <a:pt x="319594" y="127982"/>
                  <a:pt x="315034" y="132565"/>
                </a:cubicBezTo>
                <a:cubicBezTo>
                  <a:pt x="310473" y="137149"/>
                  <a:pt x="308199" y="142738"/>
                  <a:pt x="308199" y="149344"/>
                </a:cubicBezTo>
                <a:cubicBezTo>
                  <a:pt x="308199" y="155939"/>
                  <a:pt x="310485" y="161529"/>
                  <a:pt x="315068" y="166078"/>
                </a:cubicBezTo>
                <a:cubicBezTo>
                  <a:pt x="319651" y="170638"/>
                  <a:pt x="325252" y="172913"/>
                  <a:pt x="331847" y="172913"/>
                </a:cubicBezTo>
                <a:cubicBezTo>
                  <a:pt x="338454" y="172913"/>
                  <a:pt x="344032" y="170627"/>
                  <a:pt x="348592" y="166044"/>
                </a:cubicBezTo>
                <a:close/>
                <a:moveTo>
                  <a:pt x="188595" y="45377"/>
                </a:moveTo>
                <a:close/>
                <a:moveTo>
                  <a:pt x="45377" y="149310"/>
                </a:moveTo>
                <a:close/>
                <a:moveTo>
                  <a:pt x="188595" y="196459"/>
                </a:moveTo>
                <a:close/>
                <a:moveTo>
                  <a:pt x="331813" y="149310"/>
                </a:moveTo>
                <a:close/>
                <a:moveTo>
                  <a:pt x="92526" y="316097"/>
                </a:moveTo>
                <a:close/>
                <a:moveTo>
                  <a:pt x="284618" y="316097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1245075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950" dirty="0"/>
          </a:p>
        </p:txBody>
      </p:sp>
      <p:sp>
        <p:nvSpPr>
          <p:cNvPr id="201" name="圖示 付款"/>
          <p:cNvSpPr/>
          <p:nvPr/>
        </p:nvSpPr>
        <p:spPr>
          <a:xfrm>
            <a:off x="1332512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0358" y="205534"/>
                </a:moveTo>
                <a:cubicBezTo>
                  <a:pt x="199385" y="205534"/>
                  <a:pt x="190092" y="201728"/>
                  <a:pt x="182469" y="194139"/>
                </a:cubicBezTo>
                <a:cubicBezTo>
                  <a:pt x="174868" y="186538"/>
                  <a:pt x="171073" y="177245"/>
                  <a:pt x="171073" y="166238"/>
                </a:cubicBezTo>
                <a:cubicBezTo>
                  <a:pt x="171073" y="155265"/>
                  <a:pt x="174868" y="145961"/>
                  <a:pt x="182469" y="138337"/>
                </a:cubicBezTo>
                <a:cubicBezTo>
                  <a:pt x="190058" y="130748"/>
                  <a:pt x="199362" y="126953"/>
                  <a:pt x="210358" y="126953"/>
                </a:cubicBezTo>
                <a:cubicBezTo>
                  <a:pt x="221342" y="126953"/>
                  <a:pt x="230635" y="130748"/>
                  <a:pt x="238258" y="138337"/>
                </a:cubicBezTo>
                <a:cubicBezTo>
                  <a:pt x="245859" y="145938"/>
                  <a:pt x="249654" y="155242"/>
                  <a:pt x="249654" y="166238"/>
                </a:cubicBezTo>
                <a:cubicBezTo>
                  <a:pt x="249654" y="177211"/>
                  <a:pt x="245859" y="186515"/>
                  <a:pt x="238258" y="194139"/>
                </a:cubicBezTo>
                <a:cubicBezTo>
                  <a:pt x="230657" y="201728"/>
                  <a:pt x="221365" y="205534"/>
                  <a:pt x="210358" y="205534"/>
                </a:cubicBezTo>
                <a:close/>
                <a:moveTo>
                  <a:pt x="95200" y="259907"/>
                </a:moveTo>
                <a:cubicBezTo>
                  <a:pt x="89051" y="259907"/>
                  <a:pt x="83725" y="257666"/>
                  <a:pt x="79244" y="253186"/>
                </a:cubicBezTo>
                <a:cubicBezTo>
                  <a:pt x="74775" y="248705"/>
                  <a:pt x="72535" y="243390"/>
                  <a:pt x="72535" y="237241"/>
                </a:cubicBezTo>
                <a:lnTo>
                  <a:pt x="72535" y="95200"/>
                </a:lnTo>
                <a:cubicBezTo>
                  <a:pt x="72535" y="89051"/>
                  <a:pt x="74775" y="83725"/>
                  <a:pt x="79244" y="79244"/>
                </a:cubicBezTo>
                <a:cubicBezTo>
                  <a:pt x="83725" y="74775"/>
                  <a:pt x="89051" y="72535"/>
                  <a:pt x="95200" y="72535"/>
                </a:cubicBezTo>
                <a:lnTo>
                  <a:pt x="325481" y="72535"/>
                </a:lnTo>
                <a:cubicBezTo>
                  <a:pt x="331641" y="72535"/>
                  <a:pt x="336956" y="74775"/>
                  <a:pt x="341437" y="79244"/>
                </a:cubicBezTo>
                <a:cubicBezTo>
                  <a:pt x="345918" y="83725"/>
                  <a:pt x="348158" y="89051"/>
                  <a:pt x="348158" y="95200"/>
                </a:cubicBezTo>
                <a:lnTo>
                  <a:pt x="348158" y="237241"/>
                </a:lnTo>
                <a:cubicBezTo>
                  <a:pt x="348158" y="243390"/>
                  <a:pt x="345918" y="248705"/>
                  <a:pt x="341437" y="253186"/>
                </a:cubicBezTo>
                <a:cubicBezTo>
                  <a:pt x="336956" y="257666"/>
                  <a:pt x="331641" y="259907"/>
                  <a:pt x="325481" y="259907"/>
                </a:cubicBezTo>
                <a:lnTo>
                  <a:pt x="95200" y="259907"/>
                </a:lnTo>
                <a:close/>
                <a:moveTo>
                  <a:pt x="124507" y="242065"/>
                </a:moveTo>
                <a:lnTo>
                  <a:pt x="296174" y="242065"/>
                </a:lnTo>
                <a:cubicBezTo>
                  <a:pt x="296174" y="232589"/>
                  <a:pt x="299500" y="224519"/>
                  <a:pt x="306153" y="217867"/>
                </a:cubicBezTo>
                <a:cubicBezTo>
                  <a:pt x="312805" y="211215"/>
                  <a:pt x="320863" y="207889"/>
                  <a:pt x="330316" y="207889"/>
                </a:cubicBezTo>
                <a:lnTo>
                  <a:pt x="330316" y="124473"/>
                </a:lnTo>
                <a:cubicBezTo>
                  <a:pt x="320829" y="124473"/>
                  <a:pt x="312771" y="121147"/>
                  <a:pt x="306118" y="114494"/>
                </a:cubicBezTo>
                <a:cubicBezTo>
                  <a:pt x="299489" y="107842"/>
                  <a:pt x="296174" y="99784"/>
                  <a:pt x="296174" y="90331"/>
                </a:cubicBezTo>
                <a:lnTo>
                  <a:pt x="124507" y="90331"/>
                </a:lnTo>
                <a:cubicBezTo>
                  <a:pt x="124507" y="99807"/>
                  <a:pt x="121181" y="107876"/>
                  <a:pt x="114529" y="114529"/>
                </a:cubicBezTo>
                <a:cubicBezTo>
                  <a:pt x="107876" y="121158"/>
                  <a:pt x="99830" y="124473"/>
                  <a:pt x="90366" y="124473"/>
                </a:cubicBezTo>
                <a:lnTo>
                  <a:pt x="90366" y="207889"/>
                </a:lnTo>
                <a:cubicBezTo>
                  <a:pt x="99852" y="207889"/>
                  <a:pt x="107922" y="211215"/>
                  <a:pt x="114574" y="217867"/>
                </a:cubicBezTo>
                <a:cubicBezTo>
                  <a:pt x="121204" y="224519"/>
                  <a:pt x="124507" y="232578"/>
                  <a:pt x="124507" y="242030"/>
                </a:cubicBezTo>
                <a:close/>
                <a:moveTo>
                  <a:pt x="292402" y="303444"/>
                </a:moveTo>
                <a:lnTo>
                  <a:pt x="51664" y="303444"/>
                </a:lnTo>
                <a:cubicBezTo>
                  <a:pt x="45514" y="303444"/>
                  <a:pt x="40199" y="301203"/>
                  <a:pt x="35719" y="296723"/>
                </a:cubicBezTo>
                <a:cubicBezTo>
                  <a:pt x="31238" y="292242"/>
                  <a:pt x="28998" y="286927"/>
                  <a:pt x="28998" y="280767"/>
                </a:cubicBezTo>
                <a:lnTo>
                  <a:pt x="28998" y="128279"/>
                </a:lnTo>
                <a:cubicBezTo>
                  <a:pt x="28998" y="125764"/>
                  <a:pt x="29867" y="123650"/>
                  <a:pt x="31593" y="121924"/>
                </a:cubicBezTo>
                <a:cubicBezTo>
                  <a:pt x="33318" y="120221"/>
                  <a:pt x="35456" y="119363"/>
                  <a:pt x="37993" y="119363"/>
                </a:cubicBezTo>
                <a:cubicBezTo>
                  <a:pt x="40531" y="119363"/>
                  <a:pt x="42645" y="120221"/>
                  <a:pt x="44326" y="121924"/>
                </a:cubicBezTo>
                <a:cubicBezTo>
                  <a:pt x="45994" y="123627"/>
                  <a:pt x="46840" y="125741"/>
                  <a:pt x="46840" y="128279"/>
                </a:cubicBezTo>
                <a:lnTo>
                  <a:pt x="46840" y="280767"/>
                </a:lnTo>
                <a:cubicBezTo>
                  <a:pt x="46840" y="281978"/>
                  <a:pt x="47343" y="283087"/>
                  <a:pt x="48372" y="284116"/>
                </a:cubicBezTo>
                <a:cubicBezTo>
                  <a:pt x="49389" y="285110"/>
                  <a:pt x="50498" y="285601"/>
                  <a:pt x="51709" y="285601"/>
                </a:cubicBezTo>
                <a:lnTo>
                  <a:pt x="292437" y="285601"/>
                </a:lnTo>
                <a:cubicBezTo>
                  <a:pt x="294951" y="285601"/>
                  <a:pt x="297077" y="286470"/>
                  <a:pt x="298803" y="288196"/>
                </a:cubicBezTo>
                <a:cubicBezTo>
                  <a:pt x="300506" y="289922"/>
                  <a:pt x="301363" y="292059"/>
                  <a:pt x="301363" y="294597"/>
                </a:cubicBezTo>
                <a:cubicBezTo>
                  <a:pt x="301363" y="297146"/>
                  <a:pt x="300506" y="299249"/>
                  <a:pt x="298803" y="300929"/>
                </a:cubicBezTo>
                <a:cubicBezTo>
                  <a:pt x="297100" y="302598"/>
                  <a:pt x="294985" y="303444"/>
                  <a:pt x="292437" y="303444"/>
                </a:cubicBezTo>
                <a:close/>
                <a:moveTo>
                  <a:pt x="95200" y="242065"/>
                </a:moveTo>
                <a:lnTo>
                  <a:pt x="90366" y="242065"/>
                </a:lnTo>
                <a:lnTo>
                  <a:pt x="90366" y="90366"/>
                </a:lnTo>
                <a:lnTo>
                  <a:pt x="95200" y="90366"/>
                </a:lnTo>
                <a:cubicBezTo>
                  <a:pt x="93886" y="90366"/>
                  <a:pt x="92754" y="90846"/>
                  <a:pt x="91783" y="91783"/>
                </a:cubicBezTo>
                <a:cubicBezTo>
                  <a:pt x="90846" y="92754"/>
                  <a:pt x="90366" y="93886"/>
                  <a:pt x="90366" y="95200"/>
                </a:cubicBezTo>
                <a:lnTo>
                  <a:pt x="90366" y="237241"/>
                </a:lnTo>
                <a:cubicBezTo>
                  <a:pt x="90366" y="238544"/>
                  <a:pt x="90846" y="239687"/>
                  <a:pt x="91783" y="240659"/>
                </a:cubicBezTo>
                <a:cubicBezTo>
                  <a:pt x="92754" y="241596"/>
                  <a:pt x="93886" y="242065"/>
                  <a:pt x="95200" y="24206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1314415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950" dirty="0"/>
          </a:p>
        </p:txBody>
      </p:sp>
      <p:sp>
        <p:nvSpPr>
          <p:cNvPr id="203" name="圖示 金額"/>
          <p:cNvSpPr/>
          <p:nvPr/>
        </p:nvSpPr>
        <p:spPr>
          <a:xfrm>
            <a:off x="1401852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675" y="326109"/>
                </a:moveTo>
                <a:cubicBezTo>
                  <a:pt x="186080" y="326109"/>
                  <a:pt x="183943" y="325275"/>
                  <a:pt x="182274" y="323595"/>
                </a:cubicBezTo>
                <a:cubicBezTo>
                  <a:pt x="180594" y="321926"/>
                  <a:pt x="179760" y="319789"/>
                  <a:pt x="179760" y="317194"/>
                </a:cubicBezTo>
                <a:lnTo>
                  <a:pt x="179760" y="293854"/>
                </a:lnTo>
                <a:cubicBezTo>
                  <a:pt x="167072" y="292151"/>
                  <a:pt x="156260" y="287979"/>
                  <a:pt x="147298" y="281327"/>
                </a:cubicBezTo>
                <a:cubicBezTo>
                  <a:pt x="138337" y="274663"/>
                  <a:pt x="131376" y="266045"/>
                  <a:pt x="126393" y="255472"/>
                </a:cubicBezTo>
                <a:cubicBezTo>
                  <a:pt x="125376" y="253289"/>
                  <a:pt x="125376" y="251014"/>
                  <a:pt x="126393" y="248637"/>
                </a:cubicBezTo>
                <a:cubicBezTo>
                  <a:pt x="127422" y="246248"/>
                  <a:pt x="129090" y="244545"/>
                  <a:pt x="131422" y="243528"/>
                </a:cubicBezTo>
                <a:cubicBezTo>
                  <a:pt x="133605" y="242499"/>
                  <a:pt x="135868" y="242476"/>
                  <a:pt x="138223" y="243448"/>
                </a:cubicBezTo>
                <a:cubicBezTo>
                  <a:pt x="140578" y="244419"/>
                  <a:pt x="142292" y="245985"/>
                  <a:pt x="143366" y="248157"/>
                </a:cubicBezTo>
                <a:cubicBezTo>
                  <a:pt x="148190" y="257564"/>
                  <a:pt x="154454" y="264696"/>
                  <a:pt x="162157" y="269577"/>
                </a:cubicBezTo>
                <a:cubicBezTo>
                  <a:pt x="169850" y="274423"/>
                  <a:pt x="179234" y="276846"/>
                  <a:pt x="190287" y="276846"/>
                </a:cubicBezTo>
                <a:cubicBezTo>
                  <a:pt x="202963" y="276846"/>
                  <a:pt x="213890" y="273623"/>
                  <a:pt x="223056" y="267176"/>
                </a:cubicBezTo>
                <a:cubicBezTo>
                  <a:pt x="232223" y="260730"/>
                  <a:pt x="236807" y="251357"/>
                  <a:pt x="236807" y="239047"/>
                </a:cubicBezTo>
                <a:cubicBezTo>
                  <a:pt x="236807" y="227126"/>
                  <a:pt x="233023" y="217787"/>
                  <a:pt x="225445" y="211032"/>
                </a:cubicBezTo>
                <a:cubicBezTo>
                  <a:pt x="217902" y="204300"/>
                  <a:pt x="204277" y="197716"/>
                  <a:pt x="184549" y="191270"/>
                </a:cubicBezTo>
                <a:cubicBezTo>
                  <a:pt x="165792" y="185246"/>
                  <a:pt x="151916" y="177656"/>
                  <a:pt x="142898" y="168512"/>
                </a:cubicBezTo>
                <a:cubicBezTo>
                  <a:pt x="133891" y="159380"/>
                  <a:pt x="129388" y="147641"/>
                  <a:pt x="129388" y="133308"/>
                </a:cubicBezTo>
                <a:cubicBezTo>
                  <a:pt x="129388" y="119409"/>
                  <a:pt x="134314" y="107819"/>
                  <a:pt x="144155" y="98538"/>
                </a:cubicBezTo>
                <a:cubicBezTo>
                  <a:pt x="154008" y="89245"/>
                  <a:pt x="165849" y="84148"/>
                  <a:pt x="179680" y="83256"/>
                </a:cubicBezTo>
                <a:lnTo>
                  <a:pt x="179680" y="59996"/>
                </a:lnTo>
                <a:cubicBezTo>
                  <a:pt x="179680" y="57401"/>
                  <a:pt x="180514" y="55264"/>
                  <a:pt x="182194" y="53595"/>
                </a:cubicBezTo>
                <a:cubicBezTo>
                  <a:pt x="183863" y="51915"/>
                  <a:pt x="186000" y="51081"/>
                  <a:pt x="188595" y="51081"/>
                </a:cubicBezTo>
                <a:cubicBezTo>
                  <a:pt x="191190" y="51081"/>
                  <a:pt x="193327" y="51915"/>
                  <a:pt x="194996" y="53595"/>
                </a:cubicBezTo>
                <a:cubicBezTo>
                  <a:pt x="196676" y="55264"/>
                  <a:pt x="197510" y="57401"/>
                  <a:pt x="197510" y="59996"/>
                </a:cubicBezTo>
                <a:lnTo>
                  <a:pt x="197510" y="83256"/>
                </a:lnTo>
                <a:cubicBezTo>
                  <a:pt x="206837" y="84251"/>
                  <a:pt x="215158" y="86777"/>
                  <a:pt x="222462" y="90834"/>
                </a:cubicBezTo>
                <a:cubicBezTo>
                  <a:pt x="229777" y="94903"/>
                  <a:pt x="236018" y="100470"/>
                  <a:pt x="241207" y="107533"/>
                </a:cubicBezTo>
                <a:cubicBezTo>
                  <a:pt x="242545" y="109557"/>
                  <a:pt x="242876" y="111694"/>
                  <a:pt x="242225" y="113946"/>
                </a:cubicBezTo>
                <a:cubicBezTo>
                  <a:pt x="241573" y="116197"/>
                  <a:pt x="240076" y="117832"/>
                  <a:pt x="237744" y="118849"/>
                </a:cubicBezTo>
                <a:cubicBezTo>
                  <a:pt x="235572" y="119958"/>
                  <a:pt x="233263" y="120141"/>
                  <a:pt x="230829" y="119409"/>
                </a:cubicBezTo>
                <a:cubicBezTo>
                  <a:pt x="228394" y="118643"/>
                  <a:pt x="226428" y="117226"/>
                  <a:pt x="224942" y="115157"/>
                </a:cubicBezTo>
                <a:cubicBezTo>
                  <a:pt x="221068" y="110162"/>
                  <a:pt x="216244" y="106310"/>
                  <a:pt x="210483" y="103613"/>
                </a:cubicBezTo>
                <a:cubicBezTo>
                  <a:pt x="204723" y="100938"/>
                  <a:pt x="197682" y="99601"/>
                  <a:pt x="189384" y="99601"/>
                </a:cubicBezTo>
                <a:cubicBezTo>
                  <a:pt x="177222" y="99601"/>
                  <a:pt x="167164" y="102596"/>
                  <a:pt x="159208" y="108596"/>
                </a:cubicBezTo>
                <a:cubicBezTo>
                  <a:pt x="151219" y="114597"/>
                  <a:pt x="147218" y="122770"/>
                  <a:pt x="147218" y="133114"/>
                </a:cubicBezTo>
                <a:cubicBezTo>
                  <a:pt x="147218" y="143172"/>
                  <a:pt x="150899" y="151413"/>
                  <a:pt x="158260" y="157825"/>
                </a:cubicBezTo>
                <a:cubicBezTo>
                  <a:pt x="165621" y="164249"/>
                  <a:pt x="179965" y="170787"/>
                  <a:pt x="201282" y="177439"/>
                </a:cubicBezTo>
                <a:cubicBezTo>
                  <a:pt x="219696" y="183326"/>
                  <a:pt x="233195" y="191098"/>
                  <a:pt x="241756" y="200734"/>
                </a:cubicBezTo>
                <a:cubicBezTo>
                  <a:pt x="250317" y="210381"/>
                  <a:pt x="254603" y="222805"/>
                  <a:pt x="254603" y="238018"/>
                </a:cubicBezTo>
                <a:cubicBezTo>
                  <a:pt x="254603" y="253712"/>
                  <a:pt x="249563" y="266456"/>
                  <a:pt x="239481" y="276252"/>
                </a:cubicBezTo>
                <a:cubicBezTo>
                  <a:pt x="229389" y="286047"/>
                  <a:pt x="215421" y="291979"/>
                  <a:pt x="197556" y="294048"/>
                </a:cubicBezTo>
                <a:lnTo>
                  <a:pt x="197556" y="317308"/>
                </a:lnTo>
                <a:cubicBezTo>
                  <a:pt x="197556" y="319903"/>
                  <a:pt x="196710" y="322040"/>
                  <a:pt x="195042" y="323720"/>
                </a:cubicBezTo>
                <a:cubicBezTo>
                  <a:pt x="193361" y="325389"/>
                  <a:pt x="191224" y="326235"/>
                  <a:pt x="188629" y="32623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1383755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950" dirty="0"/>
          </a:p>
        </p:txBody>
      </p:sp>
      <p:sp>
        <p:nvSpPr>
          <p:cNvPr id="205" name="圖示 節省"/>
          <p:cNvSpPr/>
          <p:nvPr/>
        </p:nvSpPr>
        <p:spPr>
          <a:xfrm>
            <a:off x="84390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5521" y="322189"/>
                </a:moveTo>
                <a:cubicBezTo>
                  <a:pt x="90228" y="322189"/>
                  <a:pt x="85279" y="320429"/>
                  <a:pt x="80662" y="316920"/>
                </a:cubicBezTo>
                <a:cubicBezTo>
                  <a:pt x="76055" y="313411"/>
                  <a:pt x="73026" y="309124"/>
                  <a:pt x="71586" y="304072"/>
                </a:cubicBezTo>
                <a:cubicBezTo>
                  <a:pt x="65037" y="281155"/>
                  <a:pt x="59665" y="261724"/>
                  <a:pt x="55481" y="245802"/>
                </a:cubicBezTo>
                <a:cubicBezTo>
                  <a:pt x="51286" y="229903"/>
                  <a:pt x="48017" y="216187"/>
                  <a:pt x="45651" y="204666"/>
                </a:cubicBezTo>
                <a:cubicBezTo>
                  <a:pt x="43274" y="193144"/>
                  <a:pt x="41617" y="183086"/>
                  <a:pt x="40702" y="174490"/>
                </a:cubicBezTo>
                <a:cubicBezTo>
                  <a:pt x="39765" y="165895"/>
                  <a:pt x="39296" y="157460"/>
                  <a:pt x="39296" y="149184"/>
                </a:cubicBezTo>
                <a:cubicBezTo>
                  <a:pt x="39296" y="127342"/>
                  <a:pt x="46909" y="108791"/>
                  <a:pt x="62156" y="93555"/>
                </a:cubicBezTo>
                <a:cubicBezTo>
                  <a:pt x="77427" y="78330"/>
                  <a:pt x="96001" y="70729"/>
                  <a:pt x="117878" y="70729"/>
                </a:cubicBezTo>
                <a:lnTo>
                  <a:pt x="200379" y="70729"/>
                </a:lnTo>
                <a:cubicBezTo>
                  <a:pt x="207455" y="61299"/>
                  <a:pt x="216096" y="53698"/>
                  <a:pt x="226314" y="47937"/>
                </a:cubicBezTo>
                <a:cubicBezTo>
                  <a:pt x="236532" y="42177"/>
                  <a:pt x="247528" y="39296"/>
                  <a:pt x="259324" y="39296"/>
                </a:cubicBezTo>
                <a:cubicBezTo>
                  <a:pt x="263644" y="39296"/>
                  <a:pt x="267348" y="40828"/>
                  <a:pt x="270434" y="43891"/>
                </a:cubicBezTo>
                <a:cubicBezTo>
                  <a:pt x="273531" y="46954"/>
                  <a:pt x="275063" y="50658"/>
                  <a:pt x="275040" y="55013"/>
                </a:cubicBezTo>
                <a:cubicBezTo>
                  <a:pt x="275040" y="56076"/>
                  <a:pt x="274892" y="57127"/>
                  <a:pt x="274606" y="58156"/>
                </a:cubicBezTo>
                <a:cubicBezTo>
                  <a:pt x="274309" y="59173"/>
                  <a:pt x="274011" y="60179"/>
                  <a:pt x="273703" y="61173"/>
                </a:cubicBezTo>
                <a:cubicBezTo>
                  <a:pt x="272548" y="64271"/>
                  <a:pt x="271428" y="67608"/>
                  <a:pt x="270354" y="71197"/>
                </a:cubicBezTo>
                <a:cubicBezTo>
                  <a:pt x="269279" y="74786"/>
                  <a:pt x="268285" y="79336"/>
                  <a:pt x="267371" y="84868"/>
                </a:cubicBezTo>
                <a:lnTo>
                  <a:pt x="308233" y="125730"/>
                </a:lnTo>
                <a:lnTo>
                  <a:pt x="326544" y="125730"/>
                </a:lnTo>
                <a:cubicBezTo>
                  <a:pt x="329790" y="125730"/>
                  <a:pt x="332487" y="126816"/>
                  <a:pt x="334636" y="128988"/>
                </a:cubicBezTo>
                <a:cubicBezTo>
                  <a:pt x="336808" y="131136"/>
                  <a:pt x="337905" y="133834"/>
                  <a:pt x="337905" y="137080"/>
                </a:cubicBezTo>
                <a:lnTo>
                  <a:pt x="337905" y="213432"/>
                </a:lnTo>
                <a:cubicBezTo>
                  <a:pt x="337905" y="216016"/>
                  <a:pt x="337208" y="218324"/>
                  <a:pt x="335813" y="220348"/>
                </a:cubicBezTo>
                <a:cubicBezTo>
                  <a:pt x="334453" y="222359"/>
                  <a:pt x="332487" y="223708"/>
                  <a:pt x="329927" y="224394"/>
                </a:cubicBezTo>
                <a:lnTo>
                  <a:pt x="295031" y="235984"/>
                </a:lnTo>
                <a:lnTo>
                  <a:pt x="274091" y="305913"/>
                </a:lnTo>
                <a:cubicBezTo>
                  <a:pt x="272525" y="310839"/>
                  <a:pt x="269759" y="314782"/>
                  <a:pt x="265805" y="317743"/>
                </a:cubicBezTo>
                <a:cubicBezTo>
                  <a:pt x="261873" y="320703"/>
                  <a:pt x="257335" y="322189"/>
                  <a:pt x="252203" y="322189"/>
                </a:cubicBezTo>
                <a:lnTo>
                  <a:pt x="219125" y="322189"/>
                </a:lnTo>
                <a:cubicBezTo>
                  <a:pt x="212941" y="322189"/>
                  <a:pt x="207626" y="319949"/>
                  <a:pt x="203168" y="315468"/>
                </a:cubicBezTo>
                <a:cubicBezTo>
                  <a:pt x="198722" y="310987"/>
                  <a:pt x="196482" y="305672"/>
                  <a:pt x="196459" y="299512"/>
                </a:cubicBezTo>
                <a:lnTo>
                  <a:pt x="196459" y="290756"/>
                </a:lnTo>
                <a:lnTo>
                  <a:pt x="149310" y="290756"/>
                </a:lnTo>
                <a:lnTo>
                  <a:pt x="149310" y="299512"/>
                </a:lnTo>
                <a:cubicBezTo>
                  <a:pt x="149310" y="305695"/>
                  <a:pt x="147070" y="311010"/>
                  <a:pt x="142589" y="315468"/>
                </a:cubicBezTo>
                <a:cubicBezTo>
                  <a:pt x="138109" y="319914"/>
                  <a:pt x="132794" y="322155"/>
                  <a:pt x="126633" y="322189"/>
                </a:cubicBezTo>
                <a:lnTo>
                  <a:pt x="95521" y="322189"/>
                </a:lnTo>
                <a:close/>
                <a:moveTo>
                  <a:pt x="93989" y="304347"/>
                </a:moveTo>
                <a:lnTo>
                  <a:pt x="126633" y="304347"/>
                </a:lnTo>
                <a:cubicBezTo>
                  <a:pt x="128050" y="304347"/>
                  <a:pt x="129205" y="303889"/>
                  <a:pt x="130096" y="302975"/>
                </a:cubicBezTo>
                <a:cubicBezTo>
                  <a:pt x="130976" y="302049"/>
                  <a:pt x="131445" y="300906"/>
                  <a:pt x="131468" y="299512"/>
                </a:cubicBezTo>
                <a:lnTo>
                  <a:pt x="131468" y="272914"/>
                </a:lnTo>
                <a:lnTo>
                  <a:pt x="214290" y="272914"/>
                </a:lnTo>
                <a:lnTo>
                  <a:pt x="214290" y="299512"/>
                </a:lnTo>
                <a:cubicBezTo>
                  <a:pt x="214290" y="300929"/>
                  <a:pt x="214747" y="302083"/>
                  <a:pt x="215661" y="302975"/>
                </a:cubicBezTo>
                <a:cubicBezTo>
                  <a:pt x="216587" y="303855"/>
                  <a:pt x="217730" y="304324"/>
                  <a:pt x="219125" y="304347"/>
                </a:cubicBezTo>
                <a:lnTo>
                  <a:pt x="252203" y="304347"/>
                </a:lnTo>
                <a:cubicBezTo>
                  <a:pt x="253232" y="304347"/>
                  <a:pt x="254157" y="304049"/>
                  <a:pt x="254992" y="303444"/>
                </a:cubicBezTo>
                <a:cubicBezTo>
                  <a:pt x="255861" y="302838"/>
                  <a:pt x="256489" y="301992"/>
                  <a:pt x="256878" y="300883"/>
                </a:cubicBezTo>
                <a:lnTo>
                  <a:pt x="280412" y="222302"/>
                </a:lnTo>
                <a:lnTo>
                  <a:pt x="320017" y="208712"/>
                </a:lnTo>
                <a:lnTo>
                  <a:pt x="320017" y="143572"/>
                </a:lnTo>
                <a:lnTo>
                  <a:pt x="300815" y="143572"/>
                </a:lnTo>
                <a:lnTo>
                  <a:pt x="249334" y="92057"/>
                </a:lnTo>
                <a:cubicBezTo>
                  <a:pt x="249494" y="87600"/>
                  <a:pt x="250111" y="82273"/>
                  <a:pt x="251186" y="76067"/>
                </a:cubicBezTo>
                <a:cubicBezTo>
                  <a:pt x="252260" y="69860"/>
                  <a:pt x="253792" y="63379"/>
                  <a:pt x="255781" y="56613"/>
                </a:cubicBezTo>
                <a:cubicBezTo>
                  <a:pt x="245825" y="59185"/>
                  <a:pt x="236852" y="63379"/>
                  <a:pt x="228863" y="69186"/>
                </a:cubicBezTo>
                <a:cubicBezTo>
                  <a:pt x="220873" y="75004"/>
                  <a:pt x="214975" y="81462"/>
                  <a:pt x="211146" y="88560"/>
                </a:cubicBezTo>
                <a:lnTo>
                  <a:pt x="117878" y="88560"/>
                </a:lnTo>
                <a:cubicBezTo>
                  <a:pt x="101007" y="88560"/>
                  <a:pt x="86662" y="94469"/>
                  <a:pt x="74844" y="106276"/>
                </a:cubicBezTo>
                <a:cubicBezTo>
                  <a:pt x="63036" y="118095"/>
                  <a:pt x="57127" y="132439"/>
                  <a:pt x="57127" y="149299"/>
                </a:cubicBezTo>
                <a:cubicBezTo>
                  <a:pt x="57127" y="160100"/>
                  <a:pt x="59882" y="178651"/>
                  <a:pt x="65380" y="204974"/>
                </a:cubicBezTo>
                <a:cubicBezTo>
                  <a:pt x="70912" y="231275"/>
                  <a:pt x="78776" y="263141"/>
                  <a:pt x="88994" y="300575"/>
                </a:cubicBezTo>
                <a:cubicBezTo>
                  <a:pt x="89280" y="301672"/>
                  <a:pt x="89908" y="302575"/>
                  <a:pt x="90880" y="303284"/>
                </a:cubicBezTo>
                <a:cubicBezTo>
                  <a:pt x="91817" y="303992"/>
                  <a:pt x="92857" y="304347"/>
                  <a:pt x="93989" y="304347"/>
                </a:cubicBezTo>
                <a:close/>
                <a:moveTo>
                  <a:pt x="261278" y="166981"/>
                </a:moveTo>
                <a:cubicBezTo>
                  <a:pt x="263976" y="164283"/>
                  <a:pt x="265325" y="161014"/>
                  <a:pt x="265325" y="157163"/>
                </a:cubicBezTo>
                <a:cubicBezTo>
                  <a:pt x="265325" y="153311"/>
                  <a:pt x="263976" y="150042"/>
                  <a:pt x="261278" y="147344"/>
                </a:cubicBezTo>
                <a:cubicBezTo>
                  <a:pt x="258581" y="144647"/>
                  <a:pt x="255312" y="143298"/>
                  <a:pt x="251460" y="143298"/>
                </a:cubicBezTo>
                <a:cubicBezTo>
                  <a:pt x="247608" y="143298"/>
                  <a:pt x="244339" y="144647"/>
                  <a:pt x="241642" y="147344"/>
                </a:cubicBezTo>
                <a:cubicBezTo>
                  <a:pt x="238944" y="150042"/>
                  <a:pt x="237595" y="153311"/>
                  <a:pt x="237595" y="157163"/>
                </a:cubicBezTo>
                <a:cubicBezTo>
                  <a:pt x="237595" y="161014"/>
                  <a:pt x="238944" y="164283"/>
                  <a:pt x="241642" y="166981"/>
                </a:cubicBezTo>
                <a:cubicBezTo>
                  <a:pt x="244339" y="169678"/>
                  <a:pt x="247608" y="171027"/>
                  <a:pt x="251460" y="171027"/>
                </a:cubicBezTo>
                <a:cubicBezTo>
                  <a:pt x="255312" y="171027"/>
                  <a:pt x="258581" y="169678"/>
                  <a:pt x="261278" y="166981"/>
                </a:cubicBezTo>
                <a:close/>
                <a:moveTo>
                  <a:pt x="195396" y="131742"/>
                </a:moveTo>
                <a:cubicBezTo>
                  <a:pt x="197933" y="131742"/>
                  <a:pt x="200059" y="130874"/>
                  <a:pt x="201762" y="129148"/>
                </a:cubicBezTo>
                <a:cubicBezTo>
                  <a:pt x="203465" y="127422"/>
                  <a:pt x="204311" y="125284"/>
                  <a:pt x="204311" y="122747"/>
                </a:cubicBezTo>
                <a:cubicBezTo>
                  <a:pt x="204311" y="120198"/>
                  <a:pt x="203465" y="118095"/>
                  <a:pt x="201762" y="116415"/>
                </a:cubicBezTo>
                <a:cubicBezTo>
                  <a:pt x="200059" y="114746"/>
                  <a:pt x="197933" y="113900"/>
                  <a:pt x="195396" y="113900"/>
                </a:cubicBezTo>
                <a:lnTo>
                  <a:pt x="134645" y="113900"/>
                </a:lnTo>
                <a:cubicBezTo>
                  <a:pt x="132108" y="113900"/>
                  <a:pt x="129982" y="114769"/>
                  <a:pt x="128279" y="116495"/>
                </a:cubicBezTo>
                <a:cubicBezTo>
                  <a:pt x="126576" y="118220"/>
                  <a:pt x="125730" y="120358"/>
                  <a:pt x="125730" y="122907"/>
                </a:cubicBezTo>
                <a:cubicBezTo>
                  <a:pt x="125730" y="125467"/>
                  <a:pt x="126576" y="127582"/>
                  <a:pt x="128279" y="129228"/>
                </a:cubicBezTo>
                <a:cubicBezTo>
                  <a:pt x="129982" y="130908"/>
                  <a:pt x="132108" y="131742"/>
                  <a:pt x="134645" y="131742"/>
                </a:cubicBezTo>
                <a:lnTo>
                  <a:pt x="195396" y="131742"/>
                </a:lnTo>
                <a:close/>
                <a:moveTo>
                  <a:pt x="188595" y="180388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66294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950" dirty="0"/>
          </a:p>
        </p:txBody>
      </p:sp>
      <p:sp>
        <p:nvSpPr>
          <p:cNvPr id="207" name="圖示 收益"/>
          <p:cNvSpPr/>
          <p:nvPr/>
        </p:nvSpPr>
        <p:spPr>
          <a:xfrm>
            <a:off x="153730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74" y="96423"/>
                  <a:pt x="83142" y="82982"/>
                </a:cubicBezTo>
                <a:cubicBezTo>
                  <a:pt x="96709" y="69540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84" y="280446"/>
                  <a:pt x="294242" y="294014"/>
                </a:cubicBezTo>
                <a:cubicBezTo>
                  <a:pt x="280812" y="307581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lose/>
                <a:moveTo>
                  <a:pt x="188595" y="320063"/>
                </a:moveTo>
                <a:cubicBezTo>
                  <a:pt x="225182" y="320063"/>
                  <a:pt x="256249" y="307250"/>
                  <a:pt x="281795" y="281635"/>
                </a:cubicBezTo>
                <a:cubicBezTo>
                  <a:pt x="307330" y="256021"/>
                  <a:pt x="320097" y="225000"/>
                  <a:pt x="320097" y="188595"/>
                </a:cubicBezTo>
                <a:cubicBezTo>
                  <a:pt x="320097" y="152008"/>
                  <a:pt x="307330" y="120941"/>
                  <a:pt x="281795" y="95395"/>
                </a:cubicBezTo>
                <a:cubicBezTo>
                  <a:pt x="256249" y="69860"/>
                  <a:pt x="225182" y="57093"/>
                  <a:pt x="188595" y="57093"/>
                </a:cubicBezTo>
                <a:cubicBezTo>
                  <a:pt x="152156" y="57093"/>
                  <a:pt x="121147" y="69860"/>
                  <a:pt x="95555" y="95395"/>
                </a:cubicBezTo>
                <a:cubicBezTo>
                  <a:pt x="69940" y="120941"/>
                  <a:pt x="57127" y="152008"/>
                  <a:pt x="57127" y="188595"/>
                </a:cubicBezTo>
                <a:cubicBezTo>
                  <a:pt x="57127" y="225034"/>
                  <a:pt x="69940" y="256043"/>
                  <a:pt x="95555" y="281635"/>
                </a:cubicBezTo>
                <a:cubicBezTo>
                  <a:pt x="121169" y="307250"/>
                  <a:pt x="152190" y="320063"/>
                  <a:pt x="188595" y="320063"/>
                </a:cubicBezTo>
                <a:close/>
                <a:moveTo>
                  <a:pt x="188595" y="188595"/>
                </a:moveTo>
                <a:close/>
                <a:moveTo>
                  <a:pt x="194173" y="294917"/>
                </a:moveTo>
                <a:cubicBezTo>
                  <a:pt x="195876" y="293134"/>
                  <a:pt x="196733" y="291099"/>
                  <a:pt x="196733" y="288825"/>
                </a:cubicBezTo>
                <a:lnTo>
                  <a:pt x="196733" y="277898"/>
                </a:lnTo>
                <a:cubicBezTo>
                  <a:pt x="210849" y="276777"/>
                  <a:pt x="222702" y="272103"/>
                  <a:pt x="232292" y="263873"/>
                </a:cubicBezTo>
                <a:cubicBezTo>
                  <a:pt x="241870" y="255655"/>
                  <a:pt x="246671" y="244579"/>
                  <a:pt x="246671" y="230680"/>
                </a:cubicBezTo>
                <a:cubicBezTo>
                  <a:pt x="246671" y="217764"/>
                  <a:pt x="242990" y="207443"/>
                  <a:pt x="235629" y="199716"/>
                </a:cubicBezTo>
                <a:cubicBezTo>
                  <a:pt x="228269" y="191990"/>
                  <a:pt x="215364" y="185017"/>
                  <a:pt x="196927" y="178811"/>
                </a:cubicBezTo>
                <a:cubicBezTo>
                  <a:pt x="179817" y="172993"/>
                  <a:pt x="168490" y="167507"/>
                  <a:pt x="162935" y="162352"/>
                </a:cubicBezTo>
                <a:cubicBezTo>
                  <a:pt x="157380" y="157185"/>
                  <a:pt x="154614" y="150236"/>
                  <a:pt x="154614" y="141481"/>
                </a:cubicBezTo>
                <a:cubicBezTo>
                  <a:pt x="154614" y="133057"/>
                  <a:pt x="157780" y="126290"/>
                  <a:pt x="164112" y="121215"/>
                </a:cubicBezTo>
                <a:cubicBezTo>
                  <a:pt x="170456" y="116129"/>
                  <a:pt x="178891" y="113591"/>
                  <a:pt x="189418" y="113591"/>
                </a:cubicBezTo>
                <a:cubicBezTo>
                  <a:pt x="196105" y="113591"/>
                  <a:pt x="202002" y="114872"/>
                  <a:pt x="207146" y="117443"/>
                </a:cubicBezTo>
                <a:cubicBezTo>
                  <a:pt x="212278" y="120004"/>
                  <a:pt x="216724" y="123684"/>
                  <a:pt x="220496" y="128485"/>
                </a:cubicBezTo>
                <a:cubicBezTo>
                  <a:pt x="221833" y="129971"/>
                  <a:pt x="223537" y="131034"/>
                  <a:pt x="225605" y="131662"/>
                </a:cubicBezTo>
                <a:cubicBezTo>
                  <a:pt x="227674" y="132291"/>
                  <a:pt x="229629" y="132165"/>
                  <a:pt x="231458" y="131274"/>
                </a:cubicBezTo>
                <a:cubicBezTo>
                  <a:pt x="233789" y="130222"/>
                  <a:pt x="235309" y="128576"/>
                  <a:pt x="236018" y="126324"/>
                </a:cubicBezTo>
                <a:cubicBezTo>
                  <a:pt x="236727" y="124061"/>
                  <a:pt x="236361" y="122015"/>
                  <a:pt x="234921" y="120152"/>
                </a:cubicBezTo>
                <a:cubicBezTo>
                  <a:pt x="230463" y="114071"/>
                  <a:pt x="225057" y="109225"/>
                  <a:pt x="218690" y="105613"/>
                </a:cubicBezTo>
                <a:cubicBezTo>
                  <a:pt x="212324" y="102001"/>
                  <a:pt x="205283" y="99852"/>
                  <a:pt x="197556" y="99167"/>
                </a:cubicBezTo>
                <a:lnTo>
                  <a:pt x="197556" y="88365"/>
                </a:lnTo>
                <a:cubicBezTo>
                  <a:pt x="197556" y="86091"/>
                  <a:pt x="196699" y="84091"/>
                  <a:pt x="194996" y="82387"/>
                </a:cubicBezTo>
                <a:cubicBezTo>
                  <a:pt x="193293" y="80684"/>
                  <a:pt x="191304" y="79839"/>
                  <a:pt x="189029" y="79839"/>
                </a:cubicBezTo>
                <a:cubicBezTo>
                  <a:pt x="186743" y="79839"/>
                  <a:pt x="184720" y="80684"/>
                  <a:pt x="182937" y="82387"/>
                </a:cubicBezTo>
                <a:cubicBezTo>
                  <a:pt x="181154" y="84091"/>
                  <a:pt x="180263" y="86091"/>
                  <a:pt x="180263" y="88365"/>
                </a:cubicBezTo>
                <a:lnTo>
                  <a:pt x="180263" y="99167"/>
                </a:lnTo>
                <a:cubicBezTo>
                  <a:pt x="166695" y="101007"/>
                  <a:pt x="156180" y="105796"/>
                  <a:pt x="148716" y="113546"/>
                </a:cubicBezTo>
                <a:cubicBezTo>
                  <a:pt x="141252" y="121307"/>
                  <a:pt x="137514" y="130633"/>
                  <a:pt x="137514" y="141526"/>
                </a:cubicBezTo>
                <a:cubicBezTo>
                  <a:pt x="137514" y="153756"/>
                  <a:pt x="140886" y="163449"/>
                  <a:pt x="147618" y="170604"/>
                </a:cubicBezTo>
                <a:cubicBezTo>
                  <a:pt x="154351" y="177748"/>
                  <a:pt x="166798" y="184732"/>
                  <a:pt x="184983" y="191544"/>
                </a:cubicBezTo>
                <a:cubicBezTo>
                  <a:pt x="203180" y="198402"/>
                  <a:pt x="215193" y="204460"/>
                  <a:pt x="221010" y="209695"/>
                </a:cubicBezTo>
                <a:cubicBezTo>
                  <a:pt x="226828" y="214930"/>
                  <a:pt x="229732" y="221936"/>
                  <a:pt x="229732" y="230715"/>
                </a:cubicBezTo>
                <a:cubicBezTo>
                  <a:pt x="229732" y="240567"/>
                  <a:pt x="225845" y="248385"/>
                  <a:pt x="218062" y="254169"/>
                </a:cubicBezTo>
                <a:cubicBezTo>
                  <a:pt x="210289" y="259964"/>
                  <a:pt x="201339" y="262856"/>
                  <a:pt x="191224" y="262856"/>
                </a:cubicBezTo>
                <a:cubicBezTo>
                  <a:pt x="182423" y="262856"/>
                  <a:pt x="174388" y="260650"/>
                  <a:pt x="167107" y="256249"/>
                </a:cubicBezTo>
                <a:cubicBezTo>
                  <a:pt x="159826" y="251849"/>
                  <a:pt x="154076" y="245768"/>
                  <a:pt x="149859" y="237984"/>
                </a:cubicBezTo>
                <a:cubicBezTo>
                  <a:pt x="148830" y="236281"/>
                  <a:pt x="147424" y="235024"/>
                  <a:pt x="145607" y="234212"/>
                </a:cubicBezTo>
                <a:cubicBezTo>
                  <a:pt x="143778" y="233401"/>
                  <a:pt x="141949" y="233286"/>
                  <a:pt x="140109" y="233858"/>
                </a:cubicBezTo>
                <a:cubicBezTo>
                  <a:pt x="137491" y="234989"/>
                  <a:pt x="135720" y="236612"/>
                  <a:pt x="134805" y="238727"/>
                </a:cubicBezTo>
                <a:cubicBezTo>
                  <a:pt x="133891" y="240876"/>
                  <a:pt x="134188" y="243082"/>
                  <a:pt x="135708" y="245334"/>
                </a:cubicBezTo>
                <a:cubicBezTo>
                  <a:pt x="140840" y="253975"/>
                  <a:pt x="146990" y="260833"/>
                  <a:pt x="154134" y="265919"/>
                </a:cubicBezTo>
                <a:cubicBezTo>
                  <a:pt x="161289" y="271005"/>
                  <a:pt x="169736" y="274743"/>
                  <a:pt x="179485" y="277155"/>
                </a:cubicBezTo>
                <a:lnTo>
                  <a:pt x="179485" y="289145"/>
                </a:lnTo>
                <a:cubicBezTo>
                  <a:pt x="179485" y="291522"/>
                  <a:pt x="180365" y="293522"/>
                  <a:pt x="182148" y="295157"/>
                </a:cubicBezTo>
                <a:cubicBezTo>
                  <a:pt x="183932" y="296803"/>
                  <a:pt x="185966" y="297626"/>
                  <a:pt x="188241" y="297626"/>
                </a:cubicBezTo>
                <a:cubicBezTo>
                  <a:pt x="190515" y="297626"/>
                  <a:pt x="192515" y="296734"/>
                  <a:pt x="194219" y="294951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135634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950" dirty="0"/>
          </a:p>
        </p:txBody>
      </p:sp>
      <p:sp>
        <p:nvSpPr>
          <p:cNvPr id="209" name="圖示 財務"/>
          <p:cNvSpPr/>
          <p:nvPr/>
        </p:nvSpPr>
        <p:spPr>
          <a:xfrm>
            <a:off x="223070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3863" y="269497"/>
                </a:moveTo>
                <a:lnTo>
                  <a:pt x="93863" y="152488"/>
                </a:lnTo>
                <a:cubicBezTo>
                  <a:pt x="93863" y="149950"/>
                  <a:pt x="94732" y="147824"/>
                  <a:pt x="96458" y="146121"/>
                </a:cubicBezTo>
                <a:cubicBezTo>
                  <a:pt x="98184" y="144418"/>
                  <a:pt x="100321" y="143572"/>
                  <a:pt x="102859" y="143572"/>
                </a:cubicBezTo>
                <a:cubicBezTo>
                  <a:pt x="105407" y="143572"/>
                  <a:pt x="107511" y="144418"/>
                  <a:pt x="109191" y="146121"/>
                </a:cubicBezTo>
                <a:cubicBezTo>
                  <a:pt x="110860" y="147824"/>
                  <a:pt x="111705" y="149950"/>
                  <a:pt x="111705" y="152488"/>
                </a:cubicBezTo>
                <a:lnTo>
                  <a:pt x="111705" y="269497"/>
                </a:lnTo>
                <a:cubicBezTo>
                  <a:pt x="111705" y="272034"/>
                  <a:pt x="110837" y="274160"/>
                  <a:pt x="109111" y="275863"/>
                </a:cubicBezTo>
                <a:cubicBezTo>
                  <a:pt x="107385" y="277566"/>
                  <a:pt x="105247" y="278412"/>
                  <a:pt x="102710" y="278412"/>
                </a:cubicBezTo>
                <a:cubicBezTo>
                  <a:pt x="100161" y="278412"/>
                  <a:pt x="98058" y="277566"/>
                  <a:pt x="96378" y="275863"/>
                </a:cubicBezTo>
                <a:cubicBezTo>
                  <a:pt x="94709" y="274160"/>
                  <a:pt x="93863" y="272034"/>
                  <a:pt x="93863" y="269497"/>
                </a:cubicBezTo>
                <a:close/>
                <a:moveTo>
                  <a:pt x="180777" y="269497"/>
                </a:moveTo>
                <a:lnTo>
                  <a:pt x="180777" y="152488"/>
                </a:lnTo>
                <a:cubicBezTo>
                  <a:pt x="180777" y="149950"/>
                  <a:pt x="181646" y="147824"/>
                  <a:pt x="183371" y="146121"/>
                </a:cubicBezTo>
                <a:cubicBezTo>
                  <a:pt x="185097" y="144418"/>
                  <a:pt x="187235" y="143572"/>
                  <a:pt x="189772" y="143572"/>
                </a:cubicBezTo>
                <a:cubicBezTo>
                  <a:pt x="192310" y="143572"/>
                  <a:pt x="194424" y="144418"/>
                  <a:pt x="196105" y="146121"/>
                </a:cubicBezTo>
                <a:cubicBezTo>
                  <a:pt x="197773" y="147824"/>
                  <a:pt x="198619" y="149950"/>
                  <a:pt x="198619" y="152488"/>
                </a:cubicBezTo>
                <a:lnTo>
                  <a:pt x="198619" y="269497"/>
                </a:lnTo>
                <a:cubicBezTo>
                  <a:pt x="198619" y="272034"/>
                  <a:pt x="197750" y="274160"/>
                  <a:pt x="196025" y="275863"/>
                </a:cubicBezTo>
                <a:cubicBezTo>
                  <a:pt x="194287" y="277566"/>
                  <a:pt x="192161" y="278412"/>
                  <a:pt x="189612" y="278412"/>
                </a:cubicBezTo>
                <a:cubicBezTo>
                  <a:pt x="187075" y="278412"/>
                  <a:pt x="184972" y="277566"/>
                  <a:pt x="183291" y="275863"/>
                </a:cubicBezTo>
                <a:cubicBezTo>
                  <a:pt x="181611" y="274160"/>
                  <a:pt x="180777" y="272034"/>
                  <a:pt x="180777" y="269497"/>
                </a:cubicBezTo>
                <a:close/>
                <a:moveTo>
                  <a:pt x="52452" y="321949"/>
                </a:moveTo>
                <a:cubicBezTo>
                  <a:pt x="49938" y="321949"/>
                  <a:pt x="47812" y="321080"/>
                  <a:pt x="46086" y="319354"/>
                </a:cubicBezTo>
                <a:cubicBezTo>
                  <a:pt x="44383" y="317628"/>
                  <a:pt x="43537" y="315491"/>
                  <a:pt x="43537" y="312953"/>
                </a:cubicBezTo>
                <a:cubicBezTo>
                  <a:pt x="43537" y="310405"/>
                  <a:pt x="44383" y="308301"/>
                  <a:pt x="46086" y="306621"/>
                </a:cubicBezTo>
                <a:cubicBezTo>
                  <a:pt x="47789" y="304952"/>
                  <a:pt x="49915" y="304107"/>
                  <a:pt x="52452" y="304107"/>
                </a:cubicBezTo>
                <a:lnTo>
                  <a:pt x="324772" y="304107"/>
                </a:lnTo>
                <a:cubicBezTo>
                  <a:pt x="327287" y="304107"/>
                  <a:pt x="329413" y="304975"/>
                  <a:pt x="331139" y="306701"/>
                </a:cubicBezTo>
                <a:cubicBezTo>
                  <a:pt x="332842" y="308427"/>
                  <a:pt x="333699" y="310565"/>
                  <a:pt x="333699" y="313102"/>
                </a:cubicBezTo>
                <a:cubicBezTo>
                  <a:pt x="333699" y="315651"/>
                  <a:pt x="332842" y="317754"/>
                  <a:pt x="331139" y="319434"/>
                </a:cubicBezTo>
                <a:cubicBezTo>
                  <a:pt x="329435" y="321114"/>
                  <a:pt x="327321" y="321949"/>
                  <a:pt x="324772" y="321949"/>
                </a:cubicBezTo>
                <a:lnTo>
                  <a:pt x="52452" y="321949"/>
                </a:lnTo>
                <a:close/>
                <a:moveTo>
                  <a:pt x="265485" y="269497"/>
                </a:moveTo>
                <a:lnTo>
                  <a:pt x="265485" y="152488"/>
                </a:lnTo>
                <a:cubicBezTo>
                  <a:pt x="265485" y="149950"/>
                  <a:pt x="266353" y="147824"/>
                  <a:pt x="268079" y="146121"/>
                </a:cubicBezTo>
                <a:cubicBezTo>
                  <a:pt x="269805" y="144418"/>
                  <a:pt x="271943" y="143572"/>
                  <a:pt x="274480" y="143572"/>
                </a:cubicBezTo>
                <a:cubicBezTo>
                  <a:pt x="277029" y="143572"/>
                  <a:pt x="279132" y="144418"/>
                  <a:pt x="280812" y="146121"/>
                </a:cubicBezTo>
                <a:cubicBezTo>
                  <a:pt x="282481" y="147824"/>
                  <a:pt x="283327" y="149950"/>
                  <a:pt x="283327" y="152488"/>
                </a:cubicBezTo>
                <a:lnTo>
                  <a:pt x="283327" y="269497"/>
                </a:lnTo>
                <a:cubicBezTo>
                  <a:pt x="283327" y="272034"/>
                  <a:pt x="282458" y="274160"/>
                  <a:pt x="280732" y="275863"/>
                </a:cubicBezTo>
                <a:cubicBezTo>
                  <a:pt x="279006" y="277566"/>
                  <a:pt x="276869" y="278412"/>
                  <a:pt x="274331" y="278412"/>
                </a:cubicBezTo>
                <a:cubicBezTo>
                  <a:pt x="271783" y="278412"/>
                  <a:pt x="269679" y="277566"/>
                  <a:pt x="267999" y="275863"/>
                </a:cubicBezTo>
                <a:cubicBezTo>
                  <a:pt x="266330" y="274160"/>
                  <a:pt x="265485" y="272034"/>
                  <a:pt x="265485" y="269497"/>
                </a:cubicBezTo>
                <a:close/>
                <a:moveTo>
                  <a:pt x="326464" y="117878"/>
                </a:moveTo>
                <a:lnTo>
                  <a:pt x="49823" y="117878"/>
                </a:lnTo>
                <a:cubicBezTo>
                  <a:pt x="48143" y="117878"/>
                  <a:pt x="46669" y="117249"/>
                  <a:pt x="45377" y="115992"/>
                </a:cubicBezTo>
                <a:cubicBezTo>
                  <a:pt x="44120" y="114734"/>
                  <a:pt x="43491" y="113260"/>
                  <a:pt x="43491" y="111591"/>
                </a:cubicBezTo>
                <a:lnTo>
                  <a:pt x="43491" y="106790"/>
                </a:lnTo>
                <a:cubicBezTo>
                  <a:pt x="43491" y="105773"/>
                  <a:pt x="43800" y="104733"/>
                  <a:pt x="44394" y="103693"/>
                </a:cubicBezTo>
                <a:cubicBezTo>
                  <a:pt x="45000" y="102641"/>
                  <a:pt x="45811" y="101864"/>
                  <a:pt x="46840" y="101373"/>
                </a:cubicBezTo>
                <a:lnTo>
                  <a:pt x="177828" y="29981"/>
                </a:lnTo>
                <a:cubicBezTo>
                  <a:pt x="181211" y="28198"/>
                  <a:pt x="184766" y="27306"/>
                  <a:pt x="188515" y="27306"/>
                </a:cubicBezTo>
                <a:cubicBezTo>
                  <a:pt x="192287" y="27306"/>
                  <a:pt x="195876" y="28198"/>
                  <a:pt x="199282" y="29981"/>
                </a:cubicBezTo>
                <a:lnTo>
                  <a:pt x="330041" y="100973"/>
                </a:lnTo>
                <a:cubicBezTo>
                  <a:pt x="331116" y="101716"/>
                  <a:pt x="331984" y="102619"/>
                  <a:pt x="332636" y="103693"/>
                </a:cubicBezTo>
                <a:cubicBezTo>
                  <a:pt x="333287" y="104767"/>
                  <a:pt x="333619" y="106036"/>
                  <a:pt x="333619" y="107499"/>
                </a:cubicBezTo>
                <a:lnTo>
                  <a:pt x="333619" y="110368"/>
                </a:lnTo>
                <a:cubicBezTo>
                  <a:pt x="333619" y="112540"/>
                  <a:pt x="332944" y="114323"/>
                  <a:pt x="331619" y="115706"/>
                </a:cubicBezTo>
                <a:cubicBezTo>
                  <a:pt x="330281" y="117100"/>
                  <a:pt x="328544" y="117798"/>
                  <a:pt x="326429" y="117798"/>
                </a:cubicBezTo>
                <a:close/>
                <a:moveTo>
                  <a:pt x="86639" y="100035"/>
                </a:moveTo>
                <a:lnTo>
                  <a:pt x="290516" y="100035"/>
                </a:lnTo>
                <a:lnTo>
                  <a:pt x="86639" y="100035"/>
                </a:lnTo>
                <a:close/>
                <a:moveTo>
                  <a:pt x="86639" y="100035"/>
                </a:moveTo>
                <a:lnTo>
                  <a:pt x="290516" y="100035"/>
                </a:lnTo>
                <a:lnTo>
                  <a:pt x="190721" y="45617"/>
                </a:lnTo>
                <a:cubicBezTo>
                  <a:pt x="190012" y="45297"/>
                  <a:pt x="189304" y="45149"/>
                  <a:pt x="188595" y="45149"/>
                </a:cubicBezTo>
                <a:cubicBezTo>
                  <a:pt x="187886" y="45149"/>
                  <a:pt x="187178" y="45297"/>
                  <a:pt x="186469" y="45617"/>
                </a:cubicBezTo>
                <a:lnTo>
                  <a:pt x="86639" y="100035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204974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950" dirty="0"/>
          </a:p>
        </p:txBody>
      </p:sp>
      <p:sp>
        <p:nvSpPr>
          <p:cNvPr id="211" name="圖示 報價"/>
          <p:cNvSpPr/>
          <p:nvPr/>
        </p:nvSpPr>
        <p:spPr>
          <a:xfrm>
            <a:off x="292410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2389" y="276766"/>
                </a:moveTo>
                <a:lnTo>
                  <a:pt x="182389" y="287053"/>
                </a:lnTo>
                <a:cubicBezTo>
                  <a:pt x="182389" y="288493"/>
                  <a:pt x="182926" y="289773"/>
                  <a:pt x="184000" y="290871"/>
                </a:cubicBezTo>
                <a:cubicBezTo>
                  <a:pt x="185075" y="291968"/>
                  <a:pt x="186332" y="292517"/>
                  <a:pt x="187772" y="292517"/>
                </a:cubicBezTo>
                <a:lnTo>
                  <a:pt x="194573" y="292517"/>
                </a:lnTo>
                <a:cubicBezTo>
                  <a:pt x="196082" y="292517"/>
                  <a:pt x="197408" y="291945"/>
                  <a:pt x="198539" y="290791"/>
                </a:cubicBezTo>
                <a:cubicBezTo>
                  <a:pt x="199659" y="289636"/>
                  <a:pt x="200231" y="288299"/>
                  <a:pt x="200231" y="286779"/>
                </a:cubicBezTo>
                <a:lnTo>
                  <a:pt x="200231" y="276800"/>
                </a:lnTo>
                <a:lnTo>
                  <a:pt x="225605" y="276800"/>
                </a:lnTo>
                <a:cubicBezTo>
                  <a:pt x="228143" y="276800"/>
                  <a:pt x="230269" y="275954"/>
                  <a:pt x="231972" y="274251"/>
                </a:cubicBezTo>
                <a:cubicBezTo>
                  <a:pt x="233675" y="272548"/>
                  <a:pt x="234521" y="270422"/>
                  <a:pt x="234521" y="267885"/>
                </a:cubicBezTo>
                <a:lnTo>
                  <a:pt x="234521" y="217867"/>
                </a:lnTo>
                <a:cubicBezTo>
                  <a:pt x="234521" y="215353"/>
                  <a:pt x="233675" y="213227"/>
                  <a:pt x="231972" y="211501"/>
                </a:cubicBezTo>
                <a:cubicBezTo>
                  <a:pt x="230269" y="209798"/>
                  <a:pt x="228143" y="208952"/>
                  <a:pt x="225605" y="208952"/>
                </a:cubicBezTo>
                <a:lnTo>
                  <a:pt x="165929" y="208952"/>
                </a:lnTo>
                <a:lnTo>
                  <a:pt x="165929" y="176765"/>
                </a:lnTo>
                <a:lnTo>
                  <a:pt x="225605" y="176765"/>
                </a:lnTo>
                <a:cubicBezTo>
                  <a:pt x="228143" y="176765"/>
                  <a:pt x="230269" y="175908"/>
                  <a:pt x="231972" y="174170"/>
                </a:cubicBezTo>
                <a:cubicBezTo>
                  <a:pt x="233675" y="172444"/>
                  <a:pt x="234521" y="170307"/>
                  <a:pt x="234521" y="167770"/>
                </a:cubicBezTo>
                <a:cubicBezTo>
                  <a:pt x="234521" y="165232"/>
                  <a:pt x="233675" y="163118"/>
                  <a:pt x="231972" y="161449"/>
                </a:cubicBezTo>
                <a:cubicBezTo>
                  <a:pt x="230269" y="159769"/>
                  <a:pt x="228143" y="158934"/>
                  <a:pt x="225605" y="158934"/>
                </a:cubicBezTo>
                <a:lnTo>
                  <a:pt x="200231" y="158934"/>
                </a:lnTo>
                <a:lnTo>
                  <a:pt x="200231" y="148521"/>
                </a:lnTo>
                <a:cubicBezTo>
                  <a:pt x="200231" y="147104"/>
                  <a:pt x="199694" y="145870"/>
                  <a:pt x="198619" y="144830"/>
                </a:cubicBezTo>
                <a:cubicBezTo>
                  <a:pt x="197545" y="143778"/>
                  <a:pt x="196299" y="143252"/>
                  <a:pt x="194882" y="143252"/>
                </a:cubicBezTo>
                <a:lnTo>
                  <a:pt x="188126" y="143252"/>
                </a:lnTo>
                <a:cubicBezTo>
                  <a:pt x="186606" y="143252"/>
                  <a:pt x="185269" y="143812"/>
                  <a:pt x="184114" y="144944"/>
                </a:cubicBezTo>
                <a:cubicBezTo>
                  <a:pt x="182960" y="146064"/>
                  <a:pt x="182389" y="147378"/>
                  <a:pt x="182389" y="148876"/>
                </a:cubicBezTo>
                <a:lnTo>
                  <a:pt x="182389" y="159014"/>
                </a:lnTo>
                <a:lnTo>
                  <a:pt x="157002" y="159014"/>
                </a:lnTo>
                <a:cubicBezTo>
                  <a:pt x="154465" y="159014"/>
                  <a:pt x="152339" y="159860"/>
                  <a:pt x="150636" y="161563"/>
                </a:cubicBezTo>
                <a:cubicBezTo>
                  <a:pt x="148933" y="163266"/>
                  <a:pt x="148087" y="165392"/>
                  <a:pt x="148087" y="167930"/>
                </a:cubicBezTo>
                <a:lnTo>
                  <a:pt x="148087" y="217947"/>
                </a:lnTo>
                <a:cubicBezTo>
                  <a:pt x="148087" y="220485"/>
                  <a:pt x="148933" y="222611"/>
                  <a:pt x="150636" y="224314"/>
                </a:cubicBezTo>
                <a:cubicBezTo>
                  <a:pt x="152339" y="226017"/>
                  <a:pt x="154465" y="226863"/>
                  <a:pt x="157002" y="226863"/>
                </a:cubicBezTo>
                <a:lnTo>
                  <a:pt x="216690" y="226863"/>
                </a:lnTo>
                <a:lnTo>
                  <a:pt x="216690" y="258924"/>
                </a:lnTo>
                <a:lnTo>
                  <a:pt x="157002" y="258924"/>
                </a:lnTo>
                <a:cubicBezTo>
                  <a:pt x="154465" y="258924"/>
                  <a:pt x="152339" y="259792"/>
                  <a:pt x="150636" y="261518"/>
                </a:cubicBezTo>
                <a:cubicBezTo>
                  <a:pt x="148933" y="263244"/>
                  <a:pt x="148087" y="265382"/>
                  <a:pt x="148087" y="267919"/>
                </a:cubicBezTo>
                <a:cubicBezTo>
                  <a:pt x="148087" y="270468"/>
                  <a:pt x="148933" y="272571"/>
                  <a:pt x="150636" y="274251"/>
                </a:cubicBezTo>
                <a:cubicBezTo>
                  <a:pt x="152339" y="275920"/>
                  <a:pt x="154465" y="276766"/>
                  <a:pt x="157002" y="276766"/>
                </a:cubicBezTo>
                <a:lnTo>
                  <a:pt x="182389" y="276766"/>
                </a:lnTo>
                <a:close/>
                <a:moveTo>
                  <a:pt x="93395" y="337905"/>
                </a:moveTo>
                <a:cubicBezTo>
                  <a:pt x="87234" y="337905"/>
                  <a:pt x="81919" y="335665"/>
                  <a:pt x="77438" y="331184"/>
                </a:cubicBezTo>
                <a:cubicBezTo>
                  <a:pt x="72958" y="326704"/>
                  <a:pt x="70729" y="321389"/>
                  <a:pt x="70729" y="315228"/>
                </a:cubicBezTo>
                <a:lnTo>
                  <a:pt x="70729" y="61962"/>
                </a:lnTo>
                <a:cubicBezTo>
                  <a:pt x="70729" y="55801"/>
                  <a:pt x="72958" y="50486"/>
                  <a:pt x="77438" y="46006"/>
                </a:cubicBezTo>
                <a:cubicBezTo>
                  <a:pt x="81919" y="41525"/>
                  <a:pt x="87234" y="39296"/>
                  <a:pt x="93395" y="39296"/>
                </a:cubicBezTo>
                <a:lnTo>
                  <a:pt x="228120" y="39296"/>
                </a:lnTo>
                <a:lnTo>
                  <a:pt x="306473" y="117638"/>
                </a:lnTo>
                <a:lnTo>
                  <a:pt x="306473" y="315228"/>
                </a:lnTo>
                <a:cubicBezTo>
                  <a:pt x="306473" y="321389"/>
                  <a:pt x="304232" y="326704"/>
                  <a:pt x="299752" y="331184"/>
                </a:cubicBezTo>
                <a:cubicBezTo>
                  <a:pt x="295271" y="335665"/>
                  <a:pt x="289956" y="337905"/>
                  <a:pt x="283795" y="337905"/>
                </a:cubicBezTo>
                <a:lnTo>
                  <a:pt x="93395" y="337905"/>
                </a:lnTo>
                <a:close/>
                <a:moveTo>
                  <a:pt x="93395" y="320063"/>
                </a:moveTo>
                <a:lnTo>
                  <a:pt x="283795" y="320063"/>
                </a:lnTo>
                <a:cubicBezTo>
                  <a:pt x="284996" y="320063"/>
                  <a:pt x="286116" y="319560"/>
                  <a:pt x="287133" y="318566"/>
                </a:cubicBezTo>
                <a:cubicBezTo>
                  <a:pt x="288127" y="317548"/>
                  <a:pt x="288630" y="316428"/>
                  <a:pt x="288630" y="315228"/>
                </a:cubicBezTo>
                <a:lnTo>
                  <a:pt x="288630" y="125650"/>
                </a:lnTo>
                <a:lnTo>
                  <a:pt x="231423" y="125650"/>
                </a:lnTo>
                <a:cubicBezTo>
                  <a:pt x="228303" y="125650"/>
                  <a:pt x="225628" y="124541"/>
                  <a:pt x="223411" y="122312"/>
                </a:cubicBezTo>
                <a:cubicBezTo>
                  <a:pt x="221182" y="120084"/>
                  <a:pt x="220062" y="117409"/>
                  <a:pt x="220062" y="114300"/>
                </a:cubicBezTo>
                <a:lnTo>
                  <a:pt x="220062" y="57093"/>
                </a:lnTo>
                <a:lnTo>
                  <a:pt x="93395" y="57093"/>
                </a:lnTo>
                <a:cubicBezTo>
                  <a:pt x="92194" y="57093"/>
                  <a:pt x="91074" y="57584"/>
                  <a:pt x="90057" y="58579"/>
                </a:cubicBezTo>
                <a:cubicBezTo>
                  <a:pt x="89063" y="59607"/>
                  <a:pt x="88560" y="60716"/>
                  <a:pt x="88560" y="61916"/>
                </a:cubicBezTo>
                <a:lnTo>
                  <a:pt x="88560" y="315194"/>
                </a:lnTo>
                <a:cubicBezTo>
                  <a:pt x="88560" y="316394"/>
                  <a:pt x="89063" y="317503"/>
                  <a:pt x="90057" y="318531"/>
                </a:cubicBezTo>
                <a:cubicBezTo>
                  <a:pt x="91074" y="319526"/>
                  <a:pt x="92194" y="320017"/>
                  <a:pt x="93395" y="320017"/>
                </a:cubicBezTo>
                <a:close/>
                <a:moveTo>
                  <a:pt x="88560" y="57127"/>
                </a:moveTo>
                <a:lnTo>
                  <a:pt x="88560" y="125696"/>
                </a:lnTo>
                <a:lnTo>
                  <a:pt x="88560" y="57127"/>
                </a:lnTo>
                <a:lnTo>
                  <a:pt x="88560" y="320063"/>
                </a:lnTo>
                <a:lnTo>
                  <a:pt x="88560" y="5712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274314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950" dirty="0"/>
          </a:p>
        </p:txBody>
      </p:sp>
      <p:sp>
        <p:nvSpPr>
          <p:cNvPr id="213" name="圖示 郵件"/>
          <p:cNvSpPr/>
          <p:nvPr/>
        </p:nvSpPr>
        <p:spPr>
          <a:xfrm>
            <a:off x="361750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1962" y="306473"/>
                </a:moveTo>
                <a:cubicBezTo>
                  <a:pt x="55801" y="306473"/>
                  <a:pt x="50486" y="304232"/>
                  <a:pt x="46006" y="299752"/>
                </a:cubicBezTo>
                <a:cubicBezTo>
                  <a:pt x="41525" y="295271"/>
                  <a:pt x="39296" y="289956"/>
                  <a:pt x="39296" y="283795"/>
                </a:cubicBezTo>
                <a:lnTo>
                  <a:pt x="39296" y="93395"/>
                </a:lnTo>
                <a:cubicBezTo>
                  <a:pt x="39296" y="87234"/>
                  <a:pt x="41525" y="81919"/>
                  <a:pt x="46006" y="77438"/>
                </a:cubicBezTo>
                <a:cubicBezTo>
                  <a:pt x="50486" y="72958"/>
                  <a:pt x="55801" y="70729"/>
                  <a:pt x="61962" y="70729"/>
                </a:cubicBezTo>
                <a:lnTo>
                  <a:pt x="315228" y="70729"/>
                </a:lnTo>
                <a:cubicBezTo>
                  <a:pt x="321389" y="70729"/>
                  <a:pt x="326704" y="72958"/>
                  <a:pt x="331184" y="77438"/>
                </a:cubicBezTo>
                <a:cubicBezTo>
                  <a:pt x="335665" y="81919"/>
                  <a:pt x="337905" y="87234"/>
                  <a:pt x="337905" y="93395"/>
                </a:cubicBezTo>
                <a:lnTo>
                  <a:pt x="337905" y="283795"/>
                </a:lnTo>
                <a:cubicBezTo>
                  <a:pt x="337905" y="289956"/>
                  <a:pt x="335665" y="295271"/>
                  <a:pt x="331184" y="299752"/>
                </a:cubicBezTo>
                <a:cubicBezTo>
                  <a:pt x="326704" y="304232"/>
                  <a:pt x="321389" y="306473"/>
                  <a:pt x="315228" y="306473"/>
                </a:cubicBezTo>
                <a:lnTo>
                  <a:pt x="61962" y="306473"/>
                </a:lnTo>
                <a:close/>
                <a:moveTo>
                  <a:pt x="320063" y="103967"/>
                </a:moveTo>
                <a:lnTo>
                  <a:pt x="194882" y="186823"/>
                </a:lnTo>
                <a:cubicBezTo>
                  <a:pt x="193830" y="187349"/>
                  <a:pt x="192824" y="187806"/>
                  <a:pt x="191853" y="188206"/>
                </a:cubicBezTo>
                <a:cubicBezTo>
                  <a:pt x="190892" y="188595"/>
                  <a:pt x="189795" y="188789"/>
                  <a:pt x="188595" y="188789"/>
                </a:cubicBezTo>
                <a:cubicBezTo>
                  <a:pt x="187395" y="188789"/>
                  <a:pt x="186298" y="188595"/>
                  <a:pt x="185337" y="188206"/>
                </a:cubicBezTo>
                <a:cubicBezTo>
                  <a:pt x="184366" y="187806"/>
                  <a:pt x="183406" y="187349"/>
                  <a:pt x="182469" y="186823"/>
                </a:cubicBezTo>
                <a:lnTo>
                  <a:pt x="57127" y="103967"/>
                </a:lnTo>
                <a:lnTo>
                  <a:pt x="57127" y="283795"/>
                </a:lnTo>
                <a:cubicBezTo>
                  <a:pt x="57127" y="285213"/>
                  <a:pt x="57584" y="286367"/>
                  <a:pt x="58499" y="287259"/>
                </a:cubicBezTo>
                <a:cubicBezTo>
                  <a:pt x="59425" y="288139"/>
                  <a:pt x="60568" y="288608"/>
                  <a:pt x="61962" y="288630"/>
                </a:cubicBezTo>
                <a:lnTo>
                  <a:pt x="315228" y="288630"/>
                </a:lnTo>
                <a:cubicBezTo>
                  <a:pt x="316645" y="288630"/>
                  <a:pt x="317800" y="288173"/>
                  <a:pt x="318691" y="287259"/>
                </a:cubicBezTo>
                <a:cubicBezTo>
                  <a:pt x="319571" y="286333"/>
                  <a:pt x="320040" y="285190"/>
                  <a:pt x="320063" y="283795"/>
                </a:cubicBezTo>
                <a:lnTo>
                  <a:pt x="320063" y="103967"/>
                </a:lnTo>
                <a:close/>
                <a:moveTo>
                  <a:pt x="188595" y="172250"/>
                </a:moveTo>
                <a:lnTo>
                  <a:pt x="316531" y="88560"/>
                </a:lnTo>
                <a:lnTo>
                  <a:pt x="61059" y="88560"/>
                </a:lnTo>
                <a:lnTo>
                  <a:pt x="188595" y="172250"/>
                </a:lnTo>
                <a:close/>
                <a:moveTo>
                  <a:pt x="57127" y="103967"/>
                </a:moveTo>
                <a:lnTo>
                  <a:pt x="57127" y="106871"/>
                </a:lnTo>
                <a:lnTo>
                  <a:pt x="57127" y="94538"/>
                </a:lnTo>
                <a:lnTo>
                  <a:pt x="57127" y="94926"/>
                </a:lnTo>
                <a:lnTo>
                  <a:pt x="57127" y="88560"/>
                </a:lnTo>
                <a:lnTo>
                  <a:pt x="57127" y="94732"/>
                </a:lnTo>
                <a:lnTo>
                  <a:pt x="57127" y="94217"/>
                </a:lnTo>
                <a:lnTo>
                  <a:pt x="57127" y="106871"/>
                </a:lnTo>
                <a:lnTo>
                  <a:pt x="57127" y="103967"/>
                </a:lnTo>
                <a:lnTo>
                  <a:pt x="57127" y="288630"/>
                </a:lnTo>
                <a:lnTo>
                  <a:pt x="57127" y="10396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343654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950" dirty="0"/>
          </a:p>
        </p:txBody>
      </p:sp>
      <p:sp>
        <p:nvSpPr>
          <p:cNvPr id="215" name="圖示 訊息"/>
          <p:cNvSpPr/>
          <p:nvPr/>
        </p:nvSpPr>
        <p:spPr>
          <a:xfrm>
            <a:off x="431091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892" y="275040"/>
                </a:moveTo>
                <a:lnTo>
                  <a:pt x="58544" y="311376"/>
                </a:lnTo>
                <a:cubicBezTo>
                  <a:pt x="54978" y="314942"/>
                  <a:pt x="50863" y="315765"/>
                  <a:pt x="46211" y="313856"/>
                </a:cubicBezTo>
                <a:cubicBezTo>
                  <a:pt x="41571" y="311936"/>
                  <a:pt x="39251" y="308473"/>
                  <a:pt x="39251" y="303444"/>
                </a:cubicBezTo>
                <a:lnTo>
                  <a:pt x="39251" y="61996"/>
                </a:lnTo>
                <a:cubicBezTo>
                  <a:pt x="39251" y="55847"/>
                  <a:pt x="41491" y="50532"/>
                  <a:pt x="45971" y="46051"/>
                </a:cubicBezTo>
                <a:cubicBezTo>
                  <a:pt x="50452" y="41571"/>
                  <a:pt x="55778" y="39319"/>
                  <a:pt x="61962" y="39296"/>
                </a:cubicBezTo>
                <a:lnTo>
                  <a:pt x="315228" y="39296"/>
                </a:lnTo>
                <a:cubicBezTo>
                  <a:pt x="321389" y="39296"/>
                  <a:pt x="326704" y="41525"/>
                  <a:pt x="331184" y="46006"/>
                </a:cubicBezTo>
                <a:cubicBezTo>
                  <a:pt x="335665" y="50486"/>
                  <a:pt x="337905" y="55801"/>
                  <a:pt x="337905" y="61962"/>
                </a:cubicBezTo>
                <a:lnTo>
                  <a:pt x="337905" y="252363"/>
                </a:lnTo>
                <a:cubicBezTo>
                  <a:pt x="337905" y="258524"/>
                  <a:pt x="335665" y="263839"/>
                  <a:pt x="331184" y="268319"/>
                </a:cubicBezTo>
                <a:cubicBezTo>
                  <a:pt x="326704" y="272800"/>
                  <a:pt x="321389" y="275040"/>
                  <a:pt x="315228" y="275040"/>
                </a:cubicBezTo>
                <a:lnTo>
                  <a:pt x="94892" y="275040"/>
                </a:lnTo>
                <a:close/>
                <a:moveTo>
                  <a:pt x="87074" y="257198"/>
                </a:moveTo>
                <a:lnTo>
                  <a:pt x="315194" y="257198"/>
                </a:lnTo>
                <a:cubicBezTo>
                  <a:pt x="316394" y="257198"/>
                  <a:pt x="317503" y="256695"/>
                  <a:pt x="318531" y="255701"/>
                </a:cubicBezTo>
                <a:cubicBezTo>
                  <a:pt x="319526" y="254683"/>
                  <a:pt x="320017" y="253563"/>
                  <a:pt x="320017" y="252363"/>
                </a:cubicBezTo>
                <a:lnTo>
                  <a:pt x="320017" y="61962"/>
                </a:lnTo>
                <a:cubicBezTo>
                  <a:pt x="320017" y="60762"/>
                  <a:pt x="319526" y="59642"/>
                  <a:pt x="318531" y="58624"/>
                </a:cubicBezTo>
                <a:cubicBezTo>
                  <a:pt x="317503" y="57630"/>
                  <a:pt x="316394" y="57127"/>
                  <a:pt x="315194" y="57127"/>
                </a:cubicBezTo>
                <a:lnTo>
                  <a:pt x="61962" y="57127"/>
                </a:lnTo>
                <a:cubicBezTo>
                  <a:pt x="60762" y="57127"/>
                  <a:pt x="59642" y="57630"/>
                  <a:pt x="58624" y="58624"/>
                </a:cubicBezTo>
                <a:cubicBezTo>
                  <a:pt x="57630" y="59642"/>
                  <a:pt x="57127" y="60762"/>
                  <a:pt x="57127" y="61962"/>
                </a:cubicBezTo>
                <a:lnTo>
                  <a:pt x="57127" y="288939"/>
                </a:lnTo>
                <a:lnTo>
                  <a:pt x="87108" y="257198"/>
                </a:lnTo>
                <a:close/>
                <a:moveTo>
                  <a:pt x="57093" y="257198"/>
                </a:moveTo>
                <a:lnTo>
                  <a:pt x="57093" y="57127"/>
                </a:lnTo>
                <a:lnTo>
                  <a:pt x="57093" y="257198"/>
                </a:lnTo>
                <a:close/>
                <a:moveTo>
                  <a:pt x="107111" y="216336"/>
                </a:moveTo>
                <a:lnTo>
                  <a:pt x="205134" y="216336"/>
                </a:lnTo>
                <a:cubicBezTo>
                  <a:pt x="207672" y="216336"/>
                  <a:pt x="209798" y="215467"/>
                  <a:pt x="211501" y="213741"/>
                </a:cubicBezTo>
                <a:cubicBezTo>
                  <a:pt x="213204" y="212015"/>
                  <a:pt x="214061" y="209878"/>
                  <a:pt x="214061" y="207340"/>
                </a:cubicBezTo>
                <a:cubicBezTo>
                  <a:pt x="214061" y="204791"/>
                  <a:pt x="213204" y="202688"/>
                  <a:pt x="211501" y="201008"/>
                </a:cubicBezTo>
                <a:cubicBezTo>
                  <a:pt x="209798" y="199339"/>
                  <a:pt x="207672" y="198493"/>
                  <a:pt x="205134" y="198493"/>
                </a:cubicBezTo>
                <a:lnTo>
                  <a:pt x="107145" y="198493"/>
                </a:lnTo>
                <a:cubicBezTo>
                  <a:pt x="104607" y="198493"/>
                  <a:pt x="102481" y="199362"/>
                  <a:pt x="100778" y="201088"/>
                </a:cubicBezTo>
                <a:cubicBezTo>
                  <a:pt x="99075" y="202814"/>
                  <a:pt x="98229" y="204951"/>
                  <a:pt x="98229" y="207489"/>
                </a:cubicBezTo>
                <a:cubicBezTo>
                  <a:pt x="98229" y="210038"/>
                  <a:pt x="99075" y="212141"/>
                  <a:pt x="100778" y="213821"/>
                </a:cubicBezTo>
                <a:cubicBezTo>
                  <a:pt x="102481" y="215501"/>
                  <a:pt x="104607" y="216336"/>
                  <a:pt x="107145" y="216336"/>
                </a:cubicBezTo>
                <a:close/>
                <a:moveTo>
                  <a:pt x="107111" y="166318"/>
                </a:moveTo>
                <a:lnTo>
                  <a:pt x="270011" y="166318"/>
                </a:lnTo>
                <a:cubicBezTo>
                  <a:pt x="272548" y="166318"/>
                  <a:pt x="274663" y="165449"/>
                  <a:pt x="276366" y="163723"/>
                </a:cubicBezTo>
                <a:cubicBezTo>
                  <a:pt x="278069" y="161997"/>
                  <a:pt x="278926" y="159860"/>
                  <a:pt x="278926" y="157323"/>
                </a:cubicBezTo>
                <a:cubicBezTo>
                  <a:pt x="278926" y="154774"/>
                  <a:pt x="278069" y="152671"/>
                  <a:pt x="276366" y="150990"/>
                </a:cubicBezTo>
                <a:cubicBezTo>
                  <a:pt x="274663" y="149322"/>
                  <a:pt x="272548" y="148476"/>
                  <a:pt x="270011" y="148476"/>
                </a:cubicBezTo>
                <a:lnTo>
                  <a:pt x="107145" y="148476"/>
                </a:lnTo>
                <a:cubicBezTo>
                  <a:pt x="104607" y="148476"/>
                  <a:pt x="102481" y="149344"/>
                  <a:pt x="100778" y="151070"/>
                </a:cubicBezTo>
                <a:cubicBezTo>
                  <a:pt x="99075" y="152796"/>
                  <a:pt x="98229" y="154934"/>
                  <a:pt x="98229" y="157483"/>
                </a:cubicBezTo>
                <a:cubicBezTo>
                  <a:pt x="98229" y="160020"/>
                  <a:pt x="99075" y="162123"/>
                  <a:pt x="100778" y="163803"/>
                </a:cubicBezTo>
                <a:cubicBezTo>
                  <a:pt x="102481" y="165484"/>
                  <a:pt x="104607" y="166318"/>
                  <a:pt x="107145" y="166318"/>
                </a:cubicBezTo>
                <a:close/>
                <a:moveTo>
                  <a:pt x="107111" y="116300"/>
                </a:moveTo>
                <a:lnTo>
                  <a:pt x="270011" y="116300"/>
                </a:lnTo>
                <a:cubicBezTo>
                  <a:pt x="272548" y="116300"/>
                  <a:pt x="274663" y="115432"/>
                  <a:pt x="276366" y="113706"/>
                </a:cubicBezTo>
                <a:cubicBezTo>
                  <a:pt x="278069" y="111980"/>
                  <a:pt x="278926" y="109842"/>
                  <a:pt x="278926" y="107305"/>
                </a:cubicBezTo>
                <a:cubicBezTo>
                  <a:pt x="278926" y="104767"/>
                  <a:pt x="278069" y="102653"/>
                  <a:pt x="276366" y="100973"/>
                </a:cubicBezTo>
                <a:cubicBezTo>
                  <a:pt x="274663" y="99304"/>
                  <a:pt x="272548" y="98458"/>
                  <a:pt x="270011" y="98458"/>
                </a:cubicBezTo>
                <a:lnTo>
                  <a:pt x="107145" y="98458"/>
                </a:lnTo>
                <a:cubicBezTo>
                  <a:pt x="104607" y="98458"/>
                  <a:pt x="102481" y="99327"/>
                  <a:pt x="100778" y="101053"/>
                </a:cubicBezTo>
                <a:cubicBezTo>
                  <a:pt x="99075" y="102790"/>
                  <a:pt x="98229" y="104916"/>
                  <a:pt x="98229" y="107465"/>
                </a:cubicBezTo>
                <a:cubicBezTo>
                  <a:pt x="98229" y="110002"/>
                  <a:pt x="99075" y="112105"/>
                  <a:pt x="100778" y="113786"/>
                </a:cubicBezTo>
                <a:cubicBezTo>
                  <a:pt x="102481" y="115466"/>
                  <a:pt x="104607" y="116300"/>
                  <a:pt x="107145" y="116300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412994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950" dirty="0"/>
          </a:p>
        </p:txBody>
      </p:sp>
      <p:sp>
        <p:nvSpPr>
          <p:cNvPr id="217" name="圖示 討論"/>
          <p:cNvSpPr/>
          <p:nvPr/>
        </p:nvSpPr>
        <p:spPr>
          <a:xfrm>
            <a:off x="500431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28190" y="303912"/>
                </a:moveTo>
                <a:cubicBezTo>
                  <a:pt x="327412" y="305935"/>
                  <a:pt x="325664" y="307170"/>
                  <a:pt x="322966" y="307650"/>
                </a:cubicBezTo>
                <a:cubicBezTo>
                  <a:pt x="320269" y="308141"/>
                  <a:pt x="317811" y="307284"/>
                  <a:pt x="315582" y="305055"/>
                </a:cubicBezTo>
                <a:lnTo>
                  <a:pt x="279509" y="268982"/>
                </a:lnTo>
                <a:lnTo>
                  <a:pt x="119992" y="268982"/>
                </a:lnTo>
                <a:cubicBezTo>
                  <a:pt x="113911" y="268982"/>
                  <a:pt x="108722" y="266822"/>
                  <a:pt x="104390" y="262501"/>
                </a:cubicBezTo>
                <a:cubicBezTo>
                  <a:pt x="100070" y="258181"/>
                  <a:pt x="97909" y="252980"/>
                  <a:pt x="97909" y="246899"/>
                </a:cubicBezTo>
                <a:lnTo>
                  <a:pt x="97909" y="225720"/>
                </a:lnTo>
                <a:lnTo>
                  <a:pt x="268982" y="225720"/>
                </a:lnTo>
                <a:cubicBezTo>
                  <a:pt x="275143" y="225720"/>
                  <a:pt x="280458" y="223491"/>
                  <a:pt x="284938" y="219010"/>
                </a:cubicBezTo>
                <a:cubicBezTo>
                  <a:pt x="289419" y="214530"/>
                  <a:pt x="291659" y="209215"/>
                  <a:pt x="291659" y="203054"/>
                </a:cubicBezTo>
                <a:lnTo>
                  <a:pt x="291659" y="94298"/>
                </a:lnTo>
                <a:lnTo>
                  <a:pt x="312793" y="94298"/>
                </a:lnTo>
                <a:cubicBezTo>
                  <a:pt x="318874" y="94298"/>
                  <a:pt x="324075" y="96458"/>
                  <a:pt x="328395" y="100778"/>
                </a:cubicBezTo>
                <a:cubicBezTo>
                  <a:pt x="332716" y="105099"/>
                  <a:pt x="334876" y="110288"/>
                  <a:pt x="334876" y="116335"/>
                </a:cubicBezTo>
                <a:lnTo>
                  <a:pt x="334876" y="297111"/>
                </a:lnTo>
                <a:cubicBezTo>
                  <a:pt x="334876" y="299260"/>
                  <a:pt x="334156" y="300940"/>
                  <a:pt x="332716" y="302141"/>
                </a:cubicBezTo>
                <a:cubicBezTo>
                  <a:pt x="331276" y="303329"/>
                  <a:pt x="329767" y="303912"/>
                  <a:pt x="328190" y="303912"/>
                </a:cubicBezTo>
                <a:close/>
                <a:moveTo>
                  <a:pt x="60156" y="212484"/>
                </a:moveTo>
                <a:lnTo>
                  <a:pt x="90366" y="182274"/>
                </a:lnTo>
                <a:lnTo>
                  <a:pt x="243288" y="182274"/>
                </a:lnTo>
                <a:cubicBezTo>
                  <a:pt x="244705" y="182274"/>
                  <a:pt x="245859" y="181806"/>
                  <a:pt x="246751" y="180891"/>
                </a:cubicBezTo>
                <a:cubicBezTo>
                  <a:pt x="247665" y="179977"/>
                  <a:pt x="248122" y="178822"/>
                  <a:pt x="248122" y="177439"/>
                </a:cubicBezTo>
                <a:lnTo>
                  <a:pt x="248122" y="61962"/>
                </a:lnTo>
                <a:cubicBezTo>
                  <a:pt x="248122" y="60545"/>
                  <a:pt x="247665" y="59390"/>
                  <a:pt x="246751" y="58499"/>
                </a:cubicBezTo>
                <a:cubicBezTo>
                  <a:pt x="245825" y="57619"/>
                  <a:pt x="244671" y="57150"/>
                  <a:pt x="243288" y="57127"/>
                </a:cubicBezTo>
                <a:lnTo>
                  <a:pt x="64991" y="57127"/>
                </a:lnTo>
                <a:cubicBezTo>
                  <a:pt x="63574" y="57127"/>
                  <a:pt x="62419" y="57584"/>
                  <a:pt x="61528" y="58499"/>
                </a:cubicBezTo>
                <a:cubicBezTo>
                  <a:pt x="60636" y="59425"/>
                  <a:pt x="60179" y="60568"/>
                  <a:pt x="60156" y="61962"/>
                </a:cubicBezTo>
                <a:lnTo>
                  <a:pt x="60156" y="212484"/>
                </a:lnTo>
                <a:close/>
                <a:moveTo>
                  <a:pt x="53470" y="239790"/>
                </a:moveTo>
                <a:cubicBezTo>
                  <a:pt x="50806" y="239790"/>
                  <a:pt x="48280" y="238796"/>
                  <a:pt x="45891" y="236807"/>
                </a:cubicBezTo>
                <a:cubicBezTo>
                  <a:pt x="43503" y="234818"/>
                  <a:pt x="42314" y="232006"/>
                  <a:pt x="42314" y="228394"/>
                </a:cubicBezTo>
                <a:lnTo>
                  <a:pt x="42314" y="61962"/>
                </a:lnTo>
                <a:cubicBezTo>
                  <a:pt x="42314" y="55801"/>
                  <a:pt x="44554" y="50486"/>
                  <a:pt x="49035" y="46006"/>
                </a:cubicBezTo>
                <a:cubicBezTo>
                  <a:pt x="53515" y="41525"/>
                  <a:pt x="58830" y="39296"/>
                  <a:pt x="64991" y="39296"/>
                </a:cubicBezTo>
                <a:lnTo>
                  <a:pt x="243288" y="39296"/>
                </a:lnTo>
                <a:cubicBezTo>
                  <a:pt x="249448" y="39296"/>
                  <a:pt x="254763" y="41525"/>
                  <a:pt x="259244" y="46006"/>
                </a:cubicBezTo>
                <a:cubicBezTo>
                  <a:pt x="263724" y="50486"/>
                  <a:pt x="265953" y="55801"/>
                  <a:pt x="265953" y="61962"/>
                </a:cubicBezTo>
                <a:lnTo>
                  <a:pt x="265953" y="177439"/>
                </a:lnTo>
                <a:cubicBezTo>
                  <a:pt x="265953" y="183589"/>
                  <a:pt x="263724" y="188915"/>
                  <a:pt x="259244" y="193384"/>
                </a:cubicBezTo>
                <a:cubicBezTo>
                  <a:pt x="254763" y="197865"/>
                  <a:pt x="249448" y="200105"/>
                  <a:pt x="243288" y="200105"/>
                </a:cubicBezTo>
                <a:lnTo>
                  <a:pt x="97909" y="200105"/>
                </a:lnTo>
                <a:lnTo>
                  <a:pt x="61573" y="236452"/>
                </a:lnTo>
                <a:cubicBezTo>
                  <a:pt x="60362" y="237653"/>
                  <a:pt x="59070" y="238521"/>
                  <a:pt x="57676" y="239047"/>
                </a:cubicBezTo>
                <a:cubicBezTo>
                  <a:pt x="56293" y="239573"/>
                  <a:pt x="54875" y="239836"/>
                  <a:pt x="53435" y="239836"/>
                </a:cubicBezTo>
                <a:close/>
                <a:moveTo>
                  <a:pt x="60156" y="177394"/>
                </a:moveTo>
                <a:lnTo>
                  <a:pt x="60156" y="57127"/>
                </a:lnTo>
                <a:lnTo>
                  <a:pt x="60156" y="177394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482334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950" dirty="0"/>
          </a:p>
        </p:txBody>
      </p:sp>
      <p:sp>
        <p:nvSpPr>
          <p:cNvPr id="219" name="圖示 公告"/>
          <p:cNvSpPr/>
          <p:nvPr/>
        </p:nvSpPr>
        <p:spPr>
          <a:xfrm>
            <a:off x="569771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30201" y="197510"/>
                </a:moveTo>
                <a:lnTo>
                  <a:pt x="294094" y="197510"/>
                </a:lnTo>
                <a:cubicBezTo>
                  <a:pt x="291545" y="197510"/>
                  <a:pt x="289430" y="196653"/>
                  <a:pt x="287727" y="194916"/>
                </a:cubicBezTo>
                <a:cubicBezTo>
                  <a:pt x="286024" y="193190"/>
                  <a:pt x="285167" y="191052"/>
                  <a:pt x="285167" y="188515"/>
                </a:cubicBezTo>
                <a:cubicBezTo>
                  <a:pt x="285167" y="185978"/>
                  <a:pt x="286024" y="183863"/>
                  <a:pt x="287727" y="182194"/>
                </a:cubicBezTo>
                <a:cubicBezTo>
                  <a:pt x="289430" y="180514"/>
                  <a:pt x="291545" y="179680"/>
                  <a:pt x="294094" y="179680"/>
                </a:cubicBezTo>
                <a:lnTo>
                  <a:pt x="330201" y="179680"/>
                </a:lnTo>
                <a:cubicBezTo>
                  <a:pt x="332739" y="179680"/>
                  <a:pt x="334865" y="180537"/>
                  <a:pt x="336568" y="182274"/>
                </a:cubicBezTo>
                <a:cubicBezTo>
                  <a:pt x="338271" y="184000"/>
                  <a:pt x="339117" y="186138"/>
                  <a:pt x="339117" y="188675"/>
                </a:cubicBezTo>
                <a:cubicBezTo>
                  <a:pt x="339117" y="191212"/>
                  <a:pt x="338271" y="193327"/>
                  <a:pt x="336568" y="194996"/>
                </a:cubicBezTo>
                <a:cubicBezTo>
                  <a:pt x="334865" y="196676"/>
                  <a:pt x="332739" y="197510"/>
                  <a:pt x="330201" y="197510"/>
                </a:cubicBezTo>
                <a:close/>
                <a:moveTo>
                  <a:pt x="265679" y="266662"/>
                </a:moveTo>
                <a:cubicBezTo>
                  <a:pt x="267279" y="264753"/>
                  <a:pt x="269245" y="263587"/>
                  <a:pt x="271577" y="263164"/>
                </a:cubicBezTo>
                <a:cubicBezTo>
                  <a:pt x="273909" y="262753"/>
                  <a:pt x="276137" y="263336"/>
                  <a:pt x="278252" y="264936"/>
                </a:cubicBezTo>
                <a:lnTo>
                  <a:pt x="307250" y="286584"/>
                </a:lnTo>
                <a:cubicBezTo>
                  <a:pt x="309273" y="288185"/>
                  <a:pt x="310485" y="290151"/>
                  <a:pt x="310907" y="292482"/>
                </a:cubicBezTo>
                <a:cubicBezTo>
                  <a:pt x="311330" y="294814"/>
                  <a:pt x="310736" y="296986"/>
                  <a:pt x="309136" y="298997"/>
                </a:cubicBezTo>
                <a:cubicBezTo>
                  <a:pt x="307536" y="301020"/>
                  <a:pt x="305547" y="302232"/>
                  <a:pt x="303169" y="302655"/>
                </a:cubicBezTo>
                <a:cubicBezTo>
                  <a:pt x="300780" y="303078"/>
                  <a:pt x="298586" y="302484"/>
                  <a:pt x="296563" y="300883"/>
                </a:cubicBezTo>
                <a:lnTo>
                  <a:pt x="267416" y="279235"/>
                </a:lnTo>
                <a:cubicBezTo>
                  <a:pt x="265496" y="277646"/>
                  <a:pt x="264330" y="275680"/>
                  <a:pt x="263919" y="273348"/>
                </a:cubicBezTo>
                <a:cubicBezTo>
                  <a:pt x="263496" y="271017"/>
                  <a:pt x="264090" y="268788"/>
                  <a:pt x="265679" y="266662"/>
                </a:cubicBezTo>
                <a:close/>
                <a:moveTo>
                  <a:pt x="306621" y="90011"/>
                </a:moveTo>
                <a:lnTo>
                  <a:pt x="278526" y="111431"/>
                </a:lnTo>
                <a:cubicBezTo>
                  <a:pt x="276435" y="113031"/>
                  <a:pt x="274206" y="113614"/>
                  <a:pt x="271851" y="113191"/>
                </a:cubicBezTo>
                <a:cubicBezTo>
                  <a:pt x="269519" y="112780"/>
                  <a:pt x="267553" y="111557"/>
                  <a:pt x="265953" y="109545"/>
                </a:cubicBezTo>
                <a:cubicBezTo>
                  <a:pt x="264364" y="107625"/>
                  <a:pt x="263770" y="105487"/>
                  <a:pt x="264193" y="103099"/>
                </a:cubicBezTo>
                <a:cubicBezTo>
                  <a:pt x="264605" y="100710"/>
                  <a:pt x="265770" y="98721"/>
                  <a:pt x="267691" y="97121"/>
                </a:cubicBezTo>
                <a:lnTo>
                  <a:pt x="295934" y="75712"/>
                </a:lnTo>
                <a:cubicBezTo>
                  <a:pt x="297957" y="74112"/>
                  <a:pt x="300152" y="73529"/>
                  <a:pt x="302541" y="73941"/>
                </a:cubicBezTo>
                <a:cubicBezTo>
                  <a:pt x="304918" y="74364"/>
                  <a:pt x="306907" y="75587"/>
                  <a:pt x="308507" y="77598"/>
                </a:cubicBezTo>
                <a:cubicBezTo>
                  <a:pt x="310107" y="79507"/>
                  <a:pt x="310702" y="81656"/>
                  <a:pt x="310279" y="84045"/>
                </a:cubicBezTo>
                <a:cubicBezTo>
                  <a:pt x="309856" y="86422"/>
                  <a:pt x="308644" y="88422"/>
                  <a:pt x="306621" y="90011"/>
                </a:cubicBezTo>
                <a:close/>
                <a:moveTo>
                  <a:pt x="85382" y="229103"/>
                </a:moveTo>
                <a:lnTo>
                  <a:pt x="60739" y="229103"/>
                </a:lnTo>
                <a:cubicBezTo>
                  <a:pt x="54567" y="229103"/>
                  <a:pt x="49240" y="226863"/>
                  <a:pt x="44794" y="222382"/>
                </a:cubicBezTo>
                <a:cubicBezTo>
                  <a:pt x="40314" y="217902"/>
                  <a:pt x="38073" y="212587"/>
                  <a:pt x="38073" y="206437"/>
                </a:cubicBezTo>
                <a:lnTo>
                  <a:pt x="38073" y="170753"/>
                </a:lnTo>
                <a:cubicBezTo>
                  <a:pt x="38073" y="164581"/>
                  <a:pt x="40314" y="159254"/>
                  <a:pt x="44794" y="154808"/>
                </a:cubicBezTo>
                <a:cubicBezTo>
                  <a:pt x="49275" y="150327"/>
                  <a:pt x="54590" y="148087"/>
                  <a:pt x="60739" y="148087"/>
                </a:cubicBezTo>
                <a:lnTo>
                  <a:pt x="127227" y="148087"/>
                </a:lnTo>
                <a:lnTo>
                  <a:pt x="180743" y="116266"/>
                </a:lnTo>
                <a:cubicBezTo>
                  <a:pt x="184457" y="114003"/>
                  <a:pt x="188206" y="113969"/>
                  <a:pt x="191978" y="116140"/>
                </a:cubicBezTo>
                <a:cubicBezTo>
                  <a:pt x="195750" y="118346"/>
                  <a:pt x="197636" y="121627"/>
                  <a:pt x="197636" y="126004"/>
                </a:cubicBezTo>
                <a:lnTo>
                  <a:pt x="197636" y="251186"/>
                </a:lnTo>
                <a:cubicBezTo>
                  <a:pt x="197636" y="255563"/>
                  <a:pt x="195750" y="258844"/>
                  <a:pt x="191978" y="261050"/>
                </a:cubicBezTo>
                <a:cubicBezTo>
                  <a:pt x="188206" y="263244"/>
                  <a:pt x="184457" y="263210"/>
                  <a:pt x="180743" y="260924"/>
                </a:cubicBezTo>
                <a:lnTo>
                  <a:pt x="127227" y="229069"/>
                </a:lnTo>
                <a:lnTo>
                  <a:pt x="103179" y="229069"/>
                </a:lnTo>
                <a:lnTo>
                  <a:pt x="103179" y="281521"/>
                </a:lnTo>
                <a:cubicBezTo>
                  <a:pt x="103179" y="284058"/>
                  <a:pt x="102310" y="286184"/>
                  <a:pt x="100584" y="287887"/>
                </a:cubicBezTo>
                <a:cubicBezTo>
                  <a:pt x="98858" y="289590"/>
                  <a:pt x="96721" y="290436"/>
                  <a:pt x="94183" y="290436"/>
                </a:cubicBezTo>
                <a:cubicBezTo>
                  <a:pt x="91634" y="290436"/>
                  <a:pt x="89531" y="289590"/>
                  <a:pt x="87851" y="287887"/>
                </a:cubicBezTo>
                <a:cubicBezTo>
                  <a:pt x="86182" y="286184"/>
                  <a:pt x="85336" y="284058"/>
                  <a:pt x="85336" y="281521"/>
                </a:cubicBezTo>
                <a:lnTo>
                  <a:pt x="85336" y="229069"/>
                </a:lnTo>
                <a:close/>
                <a:moveTo>
                  <a:pt x="179828" y="239596"/>
                </a:moveTo>
                <a:lnTo>
                  <a:pt x="179828" y="137640"/>
                </a:lnTo>
                <a:lnTo>
                  <a:pt x="132017" y="165929"/>
                </a:lnTo>
                <a:lnTo>
                  <a:pt x="60739" y="165929"/>
                </a:lnTo>
                <a:cubicBezTo>
                  <a:pt x="59539" y="165929"/>
                  <a:pt x="58430" y="166421"/>
                  <a:pt x="57401" y="167415"/>
                </a:cubicBezTo>
                <a:cubicBezTo>
                  <a:pt x="56407" y="168444"/>
                  <a:pt x="55916" y="169553"/>
                  <a:pt x="55916" y="170753"/>
                </a:cubicBezTo>
                <a:lnTo>
                  <a:pt x="55916" y="206437"/>
                </a:lnTo>
                <a:cubicBezTo>
                  <a:pt x="55916" y="207637"/>
                  <a:pt x="56407" y="208746"/>
                  <a:pt x="57401" y="209775"/>
                </a:cubicBezTo>
                <a:cubicBezTo>
                  <a:pt x="58430" y="210769"/>
                  <a:pt x="59539" y="211261"/>
                  <a:pt x="60739" y="211261"/>
                </a:cubicBezTo>
                <a:lnTo>
                  <a:pt x="132017" y="211261"/>
                </a:lnTo>
                <a:lnTo>
                  <a:pt x="179828" y="239596"/>
                </a:lnTo>
                <a:close/>
                <a:moveTo>
                  <a:pt x="219433" y="237630"/>
                </a:moveTo>
                <a:lnTo>
                  <a:pt x="219433" y="139595"/>
                </a:lnTo>
                <a:cubicBezTo>
                  <a:pt x="225594" y="145184"/>
                  <a:pt x="230555" y="152213"/>
                  <a:pt x="234326" y="160694"/>
                </a:cubicBezTo>
                <a:cubicBezTo>
                  <a:pt x="238098" y="169187"/>
                  <a:pt x="239984" y="178502"/>
                  <a:pt x="239984" y="188629"/>
                </a:cubicBezTo>
                <a:cubicBezTo>
                  <a:pt x="239984" y="198768"/>
                  <a:pt x="238098" y="208083"/>
                  <a:pt x="234326" y="216576"/>
                </a:cubicBezTo>
                <a:cubicBezTo>
                  <a:pt x="230555" y="225057"/>
                  <a:pt x="225594" y="232086"/>
                  <a:pt x="219433" y="237664"/>
                </a:cubicBezTo>
                <a:close/>
                <a:moveTo>
                  <a:pt x="117878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5516747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950" dirty="0"/>
          </a:p>
        </p:txBody>
      </p:sp>
      <p:sp>
        <p:nvSpPr>
          <p:cNvPr id="221" name="圖示 電話"/>
          <p:cNvSpPr/>
          <p:nvPr/>
        </p:nvSpPr>
        <p:spPr>
          <a:xfrm>
            <a:off x="6391113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4655" y="322189"/>
                </a:moveTo>
                <a:cubicBezTo>
                  <a:pt x="276789" y="322189"/>
                  <a:pt x="248054" y="315148"/>
                  <a:pt x="218462" y="301089"/>
                </a:cubicBezTo>
                <a:cubicBezTo>
                  <a:pt x="188858" y="287019"/>
                  <a:pt x="161254" y="267153"/>
                  <a:pt x="135628" y="241482"/>
                </a:cubicBezTo>
                <a:cubicBezTo>
                  <a:pt x="110014" y="215810"/>
                  <a:pt x="90171" y="188206"/>
                  <a:pt x="76101" y="158660"/>
                </a:cubicBezTo>
                <a:cubicBezTo>
                  <a:pt x="62042" y="129113"/>
                  <a:pt x="55013" y="100401"/>
                  <a:pt x="55013" y="72535"/>
                </a:cubicBezTo>
                <a:cubicBezTo>
                  <a:pt x="55013" y="67528"/>
                  <a:pt x="56659" y="63345"/>
                  <a:pt x="59962" y="59996"/>
                </a:cubicBezTo>
                <a:cubicBezTo>
                  <a:pt x="63254" y="56647"/>
                  <a:pt x="67391" y="54978"/>
                  <a:pt x="72375" y="55013"/>
                </a:cubicBezTo>
                <a:lnTo>
                  <a:pt x="117203" y="55013"/>
                </a:lnTo>
                <a:cubicBezTo>
                  <a:pt x="121295" y="55013"/>
                  <a:pt x="124747" y="56338"/>
                  <a:pt x="127582" y="59013"/>
                </a:cubicBezTo>
                <a:cubicBezTo>
                  <a:pt x="130405" y="61688"/>
                  <a:pt x="132394" y="65140"/>
                  <a:pt x="133548" y="69392"/>
                </a:cubicBezTo>
                <a:lnTo>
                  <a:pt x="142944" y="111511"/>
                </a:lnTo>
                <a:cubicBezTo>
                  <a:pt x="143492" y="115466"/>
                  <a:pt x="143355" y="119021"/>
                  <a:pt x="142544" y="122198"/>
                </a:cubicBezTo>
                <a:cubicBezTo>
                  <a:pt x="141732" y="125364"/>
                  <a:pt x="140200" y="128027"/>
                  <a:pt x="137949" y="130165"/>
                </a:cubicBezTo>
                <a:lnTo>
                  <a:pt x="100858" y="166284"/>
                </a:lnTo>
                <a:cubicBezTo>
                  <a:pt x="107876" y="178297"/>
                  <a:pt x="115283" y="189441"/>
                  <a:pt x="123055" y="199716"/>
                </a:cubicBezTo>
                <a:cubicBezTo>
                  <a:pt x="130839" y="209981"/>
                  <a:pt x="139275" y="219605"/>
                  <a:pt x="148361" y="228589"/>
                </a:cubicBezTo>
                <a:cubicBezTo>
                  <a:pt x="158157" y="238647"/>
                  <a:pt x="168570" y="247837"/>
                  <a:pt x="179600" y="256135"/>
                </a:cubicBezTo>
                <a:cubicBezTo>
                  <a:pt x="190652" y="264444"/>
                  <a:pt x="202460" y="271988"/>
                  <a:pt x="215033" y="278766"/>
                </a:cubicBezTo>
                <a:lnTo>
                  <a:pt x="250717" y="242065"/>
                </a:lnTo>
                <a:cubicBezTo>
                  <a:pt x="253335" y="239184"/>
                  <a:pt x="256272" y="237253"/>
                  <a:pt x="259518" y="236258"/>
                </a:cubicBezTo>
                <a:cubicBezTo>
                  <a:pt x="262764" y="235264"/>
                  <a:pt x="266136" y="235024"/>
                  <a:pt x="269657" y="235549"/>
                </a:cubicBezTo>
                <a:lnTo>
                  <a:pt x="307798" y="243950"/>
                </a:lnTo>
                <a:cubicBezTo>
                  <a:pt x="312016" y="244899"/>
                  <a:pt x="315479" y="247037"/>
                  <a:pt x="318177" y="250363"/>
                </a:cubicBezTo>
                <a:cubicBezTo>
                  <a:pt x="320852" y="253666"/>
                  <a:pt x="322189" y="257404"/>
                  <a:pt x="322189" y="261598"/>
                </a:cubicBezTo>
                <a:lnTo>
                  <a:pt x="322189" y="304815"/>
                </a:lnTo>
                <a:cubicBezTo>
                  <a:pt x="322189" y="309764"/>
                  <a:pt x="320509" y="313902"/>
                  <a:pt x="317160" y="317228"/>
                </a:cubicBezTo>
                <a:cubicBezTo>
                  <a:pt x="313799" y="320554"/>
                  <a:pt x="309639" y="322212"/>
                  <a:pt x="304655" y="322189"/>
                </a:cubicBezTo>
                <a:close/>
                <a:moveTo>
                  <a:pt x="91943" y="150087"/>
                </a:moveTo>
                <a:lnTo>
                  <a:pt x="124358" y="118621"/>
                </a:lnTo>
                <a:cubicBezTo>
                  <a:pt x="124747" y="118220"/>
                  <a:pt x="125021" y="117672"/>
                  <a:pt x="125181" y="116963"/>
                </a:cubicBezTo>
                <a:cubicBezTo>
                  <a:pt x="125341" y="116266"/>
                  <a:pt x="125364" y="115603"/>
                  <a:pt x="125261" y="115009"/>
                </a:cubicBezTo>
                <a:lnTo>
                  <a:pt x="116689" y="75244"/>
                </a:lnTo>
                <a:cubicBezTo>
                  <a:pt x="116586" y="74432"/>
                  <a:pt x="116266" y="73826"/>
                  <a:pt x="115706" y="73438"/>
                </a:cubicBezTo>
                <a:cubicBezTo>
                  <a:pt x="115157" y="73038"/>
                  <a:pt x="114483" y="72843"/>
                  <a:pt x="113671" y="72843"/>
                </a:cubicBezTo>
                <a:lnTo>
                  <a:pt x="74969" y="72843"/>
                </a:lnTo>
                <a:cubicBezTo>
                  <a:pt x="74364" y="72843"/>
                  <a:pt x="73849" y="73038"/>
                  <a:pt x="73438" y="73438"/>
                </a:cubicBezTo>
                <a:cubicBezTo>
                  <a:pt x="73038" y="73826"/>
                  <a:pt x="72843" y="74341"/>
                  <a:pt x="72843" y="74969"/>
                </a:cubicBezTo>
                <a:cubicBezTo>
                  <a:pt x="73049" y="85862"/>
                  <a:pt x="74741" y="97475"/>
                  <a:pt x="77918" y="109819"/>
                </a:cubicBezTo>
                <a:cubicBezTo>
                  <a:pt x="81084" y="122130"/>
                  <a:pt x="85759" y="135548"/>
                  <a:pt x="91943" y="150087"/>
                </a:cubicBezTo>
                <a:close/>
                <a:moveTo>
                  <a:pt x="231938" y="287259"/>
                </a:moveTo>
                <a:cubicBezTo>
                  <a:pt x="242670" y="292539"/>
                  <a:pt x="254432" y="296654"/>
                  <a:pt x="267211" y="299592"/>
                </a:cubicBezTo>
                <a:cubicBezTo>
                  <a:pt x="280001" y="302529"/>
                  <a:pt x="291682" y="304164"/>
                  <a:pt x="302266" y="304507"/>
                </a:cubicBezTo>
                <a:cubicBezTo>
                  <a:pt x="302861" y="304507"/>
                  <a:pt x="303375" y="304301"/>
                  <a:pt x="303798" y="303912"/>
                </a:cubicBezTo>
                <a:cubicBezTo>
                  <a:pt x="304187" y="303524"/>
                  <a:pt x="304381" y="303009"/>
                  <a:pt x="304381" y="302381"/>
                </a:cubicBezTo>
                <a:lnTo>
                  <a:pt x="304381" y="263793"/>
                </a:lnTo>
                <a:cubicBezTo>
                  <a:pt x="304381" y="262981"/>
                  <a:pt x="304187" y="262307"/>
                  <a:pt x="303798" y="261758"/>
                </a:cubicBezTo>
                <a:cubicBezTo>
                  <a:pt x="303398" y="261210"/>
                  <a:pt x="302804" y="260878"/>
                  <a:pt x="301992" y="260775"/>
                </a:cubicBezTo>
                <a:lnTo>
                  <a:pt x="266353" y="253426"/>
                </a:lnTo>
                <a:cubicBezTo>
                  <a:pt x="265748" y="253323"/>
                  <a:pt x="265222" y="253346"/>
                  <a:pt x="264776" y="253506"/>
                </a:cubicBezTo>
                <a:cubicBezTo>
                  <a:pt x="264330" y="253666"/>
                  <a:pt x="263862" y="253940"/>
                  <a:pt x="263370" y="254329"/>
                </a:cubicBezTo>
                <a:lnTo>
                  <a:pt x="232006" y="287259"/>
                </a:lnTo>
                <a:close/>
                <a:moveTo>
                  <a:pt x="91943" y="150087"/>
                </a:moveTo>
                <a:close/>
                <a:moveTo>
                  <a:pt x="231938" y="287259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6210148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950" dirty="0"/>
          </a:p>
        </p:txBody>
      </p:sp>
      <p:sp>
        <p:nvSpPr>
          <p:cNvPr id="223" name="圖示 視訊"/>
          <p:cNvSpPr/>
          <p:nvPr/>
        </p:nvSpPr>
        <p:spPr>
          <a:xfrm>
            <a:off x="7084514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5734" y="306473"/>
                </a:moveTo>
                <a:cubicBezTo>
                  <a:pt x="59573" y="306473"/>
                  <a:pt x="54258" y="304232"/>
                  <a:pt x="49778" y="299752"/>
                </a:cubicBezTo>
                <a:cubicBezTo>
                  <a:pt x="45297" y="295271"/>
                  <a:pt x="43068" y="289956"/>
                  <a:pt x="43068" y="283795"/>
                </a:cubicBezTo>
                <a:lnTo>
                  <a:pt x="43068" y="93395"/>
                </a:lnTo>
                <a:cubicBezTo>
                  <a:pt x="43068" y="87234"/>
                  <a:pt x="45297" y="81919"/>
                  <a:pt x="49778" y="77438"/>
                </a:cubicBezTo>
                <a:cubicBezTo>
                  <a:pt x="54258" y="72958"/>
                  <a:pt x="59573" y="70729"/>
                  <a:pt x="65734" y="70729"/>
                </a:cubicBezTo>
                <a:lnTo>
                  <a:pt x="256135" y="70729"/>
                </a:lnTo>
                <a:cubicBezTo>
                  <a:pt x="262296" y="70729"/>
                  <a:pt x="267611" y="72958"/>
                  <a:pt x="272091" y="77438"/>
                </a:cubicBezTo>
                <a:cubicBezTo>
                  <a:pt x="276572" y="81919"/>
                  <a:pt x="278812" y="87234"/>
                  <a:pt x="278812" y="93395"/>
                </a:cubicBezTo>
                <a:lnTo>
                  <a:pt x="278812" y="175313"/>
                </a:lnTo>
                <a:lnTo>
                  <a:pt x="324189" y="129936"/>
                </a:lnTo>
                <a:cubicBezTo>
                  <a:pt x="325915" y="128210"/>
                  <a:pt x="327995" y="127776"/>
                  <a:pt x="330430" y="128633"/>
                </a:cubicBezTo>
                <a:cubicBezTo>
                  <a:pt x="332876" y="129525"/>
                  <a:pt x="334087" y="131216"/>
                  <a:pt x="334087" y="133708"/>
                </a:cubicBezTo>
                <a:lnTo>
                  <a:pt x="334087" y="243528"/>
                </a:lnTo>
                <a:cubicBezTo>
                  <a:pt x="334087" y="246008"/>
                  <a:pt x="332876" y="247700"/>
                  <a:pt x="330430" y="248591"/>
                </a:cubicBezTo>
                <a:cubicBezTo>
                  <a:pt x="327995" y="249483"/>
                  <a:pt x="325915" y="249048"/>
                  <a:pt x="324189" y="247299"/>
                </a:cubicBezTo>
                <a:lnTo>
                  <a:pt x="278812" y="201762"/>
                </a:lnTo>
                <a:lnTo>
                  <a:pt x="278812" y="283795"/>
                </a:lnTo>
                <a:cubicBezTo>
                  <a:pt x="278812" y="289956"/>
                  <a:pt x="276572" y="295271"/>
                  <a:pt x="272091" y="299752"/>
                </a:cubicBezTo>
                <a:cubicBezTo>
                  <a:pt x="267611" y="304232"/>
                  <a:pt x="262296" y="306473"/>
                  <a:pt x="256135" y="306473"/>
                </a:cubicBezTo>
                <a:lnTo>
                  <a:pt x="65734" y="306473"/>
                </a:lnTo>
                <a:close/>
                <a:moveTo>
                  <a:pt x="65734" y="288630"/>
                </a:moveTo>
                <a:lnTo>
                  <a:pt x="256135" y="288630"/>
                </a:lnTo>
                <a:cubicBezTo>
                  <a:pt x="257552" y="288630"/>
                  <a:pt x="258707" y="288173"/>
                  <a:pt x="259598" y="287259"/>
                </a:cubicBezTo>
                <a:cubicBezTo>
                  <a:pt x="260478" y="286333"/>
                  <a:pt x="260947" y="285190"/>
                  <a:pt x="260970" y="283795"/>
                </a:cubicBezTo>
                <a:lnTo>
                  <a:pt x="260970" y="93395"/>
                </a:lnTo>
                <a:cubicBezTo>
                  <a:pt x="260970" y="91977"/>
                  <a:pt x="260513" y="90823"/>
                  <a:pt x="259598" y="89931"/>
                </a:cubicBezTo>
                <a:cubicBezTo>
                  <a:pt x="258672" y="89051"/>
                  <a:pt x="257529" y="88583"/>
                  <a:pt x="256135" y="88560"/>
                </a:cubicBezTo>
                <a:lnTo>
                  <a:pt x="65734" y="88560"/>
                </a:lnTo>
                <a:cubicBezTo>
                  <a:pt x="64317" y="88560"/>
                  <a:pt x="63162" y="89017"/>
                  <a:pt x="62271" y="89931"/>
                </a:cubicBezTo>
                <a:cubicBezTo>
                  <a:pt x="61391" y="90857"/>
                  <a:pt x="60922" y="92000"/>
                  <a:pt x="60899" y="93395"/>
                </a:cubicBezTo>
                <a:lnTo>
                  <a:pt x="60899" y="283795"/>
                </a:lnTo>
                <a:cubicBezTo>
                  <a:pt x="60899" y="285213"/>
                  <a:pt x="61356" y="286367"/>
                  <a:pt x="62271" y="287259"/>
                </a:cubicBezTo>
                <a:cubicBezTo>
                  <a:pt x="63196" y="288139"/>
                  <a:pt x="64339" y="288608"/>
                  <a:pt x="65734" y="288630"/>
                </a:cubicBezTo>
                <a:close/>
                <a:moveTo>
                  <a:pt x="60899" y="288630"/>
                </a:moveTo>
                <a:lnTo>
                  <a:pt x="60899" y="88560"/>
                </a:lnTo>
                <a:lnTo>
                  <a:pt x="60899" y="288630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6903549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950" dirty="0"/>
          </a:p>
        </p:txBody>
      </p:sp>
      <p:sp>
        <p:nvSpPr>
          <p:cNvPr id="225" name="圖示 全球"/>
          <p:cNvSpPr/>
          <p:nvPr/>
        </p:nvSpPr>
        <p:spPr>
          <a:xfrm>
            <a:off x="777791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405" y="326155"/>
                </a:move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192"/>
                  <a:pt x="333985" y="228611"/>
                  <a:pt x="326155" y="246785"/>
                </a:cubicBezTo>
                <a:cubicBezTo>
                  <a:pt x="318314" y="264959"/>
                  <a:pt x="307684" y="280767"/>
                  <a:pt x="294242" y="294208"/>
                </a:cubicBezTo>
                <a:cubicBezTo>
                  <a:pt x="280812" y="307650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ubicBezTo>
                  <a:pt x="167998" y="337905"/>
                  <a:pt x="148579" y="333985"/>
                  <a:pt x="130405" y="326155"/>
                </a:cubicBezTo>
                <a:close/>
                <a:moveTo>
                  <a:pt x="172010" y="319514"/>
                </a:moveTo>
                <a:lnTo>
                  <a:pt x="172010" y="287762"/>
                </a:lnTo>
                <a:cubicBezTo>
                  <a:pt x="162923" y="287762"/>
                  <a:pt x="155265" y="284470"/>
                  <a:pt x="149024" y="277863"/>
                </a:cubicBezTo>
                <a:cubicBezTo>
                  <a:pt x="142795" y="271268"/>
                  <a:pt x="139675" y="263427"/>
                  <a:pt x="139675" y="254363"/>
                </a:cubicBezTo>
                <a:lnTo>
                  <a:pt x="139675" y="237515"/>
                </a:lnTo>
                <a:lnTo>
                  <a:pt x="60510" y="158306"/>
                </a:lnTo>
                <a:cubicBezTo>
                  <a:pt x="59413" y="163335"/>
                  <a:pt x="58567" y="168364"/>
                  <a:pt x="57996" y="173393"/>
                </a:cubicBezTo>
                <a:cubicBezTo>
                  <a:pt x="57413" y="178388"/>
                  <a:pt x="57127" y="183474"/>
                  <a:pt x="57127" y="188629"/>
                </a:cubicBezTo>
                <a:cubicBezTo>
                  <a:pt x="57127" y="222062"/>
                  <a:pt x="68020" y="251254"/>
                  <a:pt x="89817" y="276217"/>
                </a:cubicBezTo>
                <a:cubicBezTo>
                  <a:pt x="111614" y="301181"/>
                  <a:pt x="139012" y="315617"/>
                  <a:pt x="172010" y="319549"/>
                </a:cubicBezTo>
                <a:close/>
                <a:moveTo>
                  <a:pt x="285727" y="277669"/>
                </a:moveTo>
                <a:cubicBezTo>
                  <a:pt x="296963" y="265382"/>
                  <a:pt x="305501" y="251586"/>
                  <a:pt x="311342" y="236292"/>
                </a:cubicBezTo>
                <a:cubicBezTo>
                  <a:pt x="317183" y="220976"/>
                  <a:pt x="320097" y="205043"/>
                  <a:pt x="320097" y="188515"/>
                </a:cubicBezTo>
                <a:cubicBezTo>
                  <a:pt x="320097" y="161300"/>
                  <a:pt x="312656" y="136508"/>
                  <a:pt x="297786" y="114140"/>
                </a:cubicBezTo>
                <a:cubicBezTo>
                  <a:pt x="282881" y="91794"/>
                  <a:pt x="262879" y="75529"/>
                  <a:pt x="237790" y="65345"/>
                </a:cubicBezTo>
                <a:lnTo>
                  <a:pt x="237790" y="72603"/>
                </a:lnTo>
                <a:cubicBezTo>
                  <a:pt x="237790" y="81644"/>
                  <a:pt x="234669" y="89463"/>
                  <a:pt x="228440" y="96069"/>
                </a:cubicBezTo>
                <a:cubicBezTo>
                  <a:pt x="222199" y="102664"/>
                  <a:pt x="214541" y="105968"/>
                  <a:pt x="205454" y="105968"/>
                </a:cubicBezTo>
                <a:lnTo>
                  <a:pt x="172010" y="105968"/>
                </a:lnTo>
                <a:lnTo>
                  <a:pt x="172010" y="139400"/>
                </a:lnTo>
                <a:cubicBezTo>
                  <a:pt x="172010" y="143904"/>
                  <a:pt x="170330" y="147618"/>
                  <a:pt x="166947" y="150522"/>
                </a:cubicBezTo>
                <a:cubicBezTo>
                  <a:pt x="163563" y="153425"/>
                  <a:pt x="159666" y="154888"/>
                  <a:pt x="155242" y="154888"/>
                </a:cubicBezTo>
                <a:lnTo>
                  <a:pt x="122861" y="154888"/>
                </a:lnTo>
                <a:lnTo>
                  <a:pt x="122861" y="188595"/>
                </a:lnTo>
                <a:lnTo>
                  <a:pt x="222268" y="188595"/>
                </a:lnTo>
                <a:cubicBezTo>
                  <a:pt x="226771" y="188595"/>
                  <a:pt x="230475" y="190241"/>
                  <a:pt x="233389" y="193544"/>
                </a:cubicBezTo>
                <a:cubicBezTo>
                  <a:pt x="236292" y="196847"/>
                  <a:pt x="237744" y="200722"/>
                  <a:pt x="237744" y="205180"/>
                </a:cubicBezTo>
                <a:lnTo>
                  <a:pt x="237744" y="254329"/>
                </a:lnTo>
                <a:lnTo>
                  <a:pt x="254295" y="254329"/>
                </a:lnTo>
                <a:cubicBezTo>
                  <a:pt x="261724" y="254329"/>
                  <a:pt x="268308" y="256501"/>
                  <a:pt x="274011" y="260855"/>
                </a:cubicBezTo>
                <a:cubicBezTo>
                  <a:pt x="279726" y="265199"/>
                  <a:pt x="283624" y="270822"/>
                  <a:pt x="285727" y="277703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75969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950" dirty="0"/>
          </a:p>
        </p:txBody>
      </p:sp>
      <p:sp>
        <p:nvSpPr>
          <p:cNvPr id="227" name="圖示 地點"/>
          <p:cNvSpPr/>
          <p:nvPr/>
        </p:nvSpPr>
        <p:spPr>
          <a:xfrm>
            <a:off x="847131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14405"/>
                </a:moveTo>
                <a:cubicBezTo>
                  <a:pt x="221411" y="285121"/>
                  <a:pt x="246419" y="257198"/>
                  <a:pt x="263599" y="230635"/>
                </a:cubicBezTo>
                <a:cubicBezTo>
                  <a:pt x="280789" y="204071"/>
                  <a:pt x="289373" y="180868"/>
                  <a:pt x="289373" y="161014"/>
                </a:cubicBezTo>
                <a:cubicBezTo>
                  <a:pt x="289373" y="130599"/>
                  <a:pt x="279715" y="105647"/>
                  <a:pt x="260375" y="86159"/>
                </a:cubicBezTo>
                <a:cubicBezTo>
                  <a:pt x="241070" y="66705"/>
                  <a:pt x="217147" y="56967"/>
                  <a:pt x="188595" y="56967"/>
                </a:cubicBezTo>
                <a:cubicBezTo>
                  <a:pt x="160043" y="56967"/>
                  <a:pt x="136108" y="66717"/>
                  <a:pt x="116769" y="86205"/>
                </a:cubicBezTo>
                <a:cubicBezTo>
                  <a:pt x="97441" y="105693"/>
                  <a:pt x="87771" y="130645"/>
                  <a:pt x="87771" y="161049"/>
                </a:cubicBezTo>
                <a:cubicBezTo>
                  <a:pt x="87771" y="180903"/>
                  <a:pt x="96515" y="204117"/>
                  <a:pt x="113980" y="230680"/>
                </a:cubicBezTo>
                <a:cubicBezTo>
                  <a:pt x="131479" y="257232"/>
                  <a:pt x="156351" y="285144"/>
                  <a:pt x="188595" y="314405"/>
                </a:cubicBezTo>
                <a:close/>
                <a:moveTo>
                  <a:pt x="181291" y="329927"/>
                </a:moveTo>
                <a:cubicBezTo>
                  <a:pt x="178880" y="329161"/>
                  <a:pt x="176731" y="327881"/>
                  <a:pt x="174845" y="326075"/>
                </a:cubicBezTo>
                <a:cubicBezTo>
                  <a:pt x="165152" y="317217"/>
                  <a:pt x="154236" y="306633"/>
                  <a:pt x="142109" y="294323"/>
                </a:cubicBezTo>
                <a:cubicBezTo>
                  <a:pt x="129982" y="282012"/>
                  <a:pt x="118563" y="268616"/>
                  <a:pt x="107853" y="254135"/>
                </a:cubicBezTo>
                <a:cubicBezTo>
                  <a:pt x="97144" y="239641"/>
                  <a:pt x="88137" y="224462"/>
                  <a:pt x="80856" y="208598"/>
                </a:cubicBezTo>
                <a:cubicBezTo>
                  <a:pt x="73575" y="192698"/>
                  <a:pt x="69940" y="176834"/>
                  <a:pt x="69940" y="161014"/>
                </a:cubicBezTo>
                <a:cubicBezTo>
                  <a:pt x="69940" y="124736"/>
                  <a:pt x="81667" y="95372"/>
                  <a:pt x="105145" y="72923"/>
                </a:cubicBezTo>
                <a:cubicBezTo>
                  <a:pt x="128610" y="50498"/>
                  <a:pt x="156431" y="39296"/>
                  <a:pt x="188595" y="39296"/>
                </a:cubicBezTo>
                <a:cubicBezTo>
                  <a:pt x="220759" y="39296"/>
                  <a:pt x="248568" y="50509"/>
                  <a:pt x="272011" y="72958"/>
                </a:cubicBezTo>
                <a:cubicBezTo>
                  <a:pt x="295477" y="95406"/>
                  <a:pt x="307216" y="124770"/>
                  <a:pt x="307216" y="161049"/>
                </a:cubicBezTo>
                <a:cubicBezTo>
                  <a:pt x="307216" y="176902"/>
                  <a:pt x="303569" y="192756"/>
                  <a:pt x="296288" y="208632"/>
                </a:cubicBezTo>
                <a:cubicBezTo>
                  <a:pt x="289008" y="224508"/>
                  <a:pt x="280035" y="239664"/>
                  <a:pt x="269382" y="254089"/>
                </a:cubicBezTo>
                <a:cubicBezTo>
                  <a:pt x="258741" y="268525"/>
                  <a:pt x="247345" y="281898"/>
                  <a:pt x="235195" y="294208"/>
                </a:cubicBezTo>
                <a:cubicBezTo>
                  <a:pt x="223068" y="306518"/>
                  <a:pt x="212152" y="317102"/>
                  <a:pt x="202460" y="325961"/>
                </a:cubicBezTo>
                <a:cubicBezTo>
                  <a:pt x="200574" y="327732"/>
                  <a:pt x="198402" y="329047"/>
                  <a:pt x="195944" y="329881"/>
                </a:cubicBezTo>
                <a:cubicBezTo>
                  <a:pt x="193510" y="330693"/>
                  <a:pt x="191041" y="331104"/>
                  <a:pt x="188561" y="331104"/>
                </a:cubicBezTo>
                <a:cubicBezTo>
                  <a:pt x="186069" y="331104"/>
                  <a:pt x="183634" y="330727"/>
                  <a:pt x="181246" y="329961"/>
                </a:cubicBezTo>
                <a:close/>
                <a:moveTo>
                  <a:pt x="188595" y="158065"/>
                </a:moveTo>
                <a:close/>
                <a:moveTo>
                  <a:pt x="206666" y="176136"/>
                </a:moveTo>
                <a:cubicBezTo>
                  <a:pt x="211649" y="171187"/>
                  <a:pt x="214130" y="165163"/>
                  <a:pt x="214130" y="158065"/>
                </a:cubicBezTo>
                <a:cubicBezTo>
                  <a:pt x="214130" y="150967"/>
                  <a:pt x="211649" y="144944"/>
                  <a:pt x="206666" y="139995"/>
                </a:cubicBezTo>
                <a:cubicBezTo>
                  <a:pt x="201694" y="135045"/>
                  <a:pt x="195670" y="132554"/>
                  <a:pt x="188595" y="132531"/>
                </a:cubicBezTo>
                <a:cubicBezTo>
                  <a:pt x="181497" y="132531"/>
                  <a:pt x="175473" y="135011"/>
                  <a:pt x="170524" y="139995"/>
                </a:cubicBezTo>
                <a:cubicBezTo>
                  <a:pt x="165575" y="144967"/>
                  <a:pt x="163083" y="150990"/>
                  <a:pt x="163060" y="158065"/>
                </a:cubicBezTo>
                <a:cubicBezTo>
                  <a:pt x="163060" y="165163"/>
                  <a:pt x="165541" y="171187"/>
                  <a:pt x="170524" y="176136"/>
                </a:cubicBezTo>
                <a:cubicBezTo>
                  <a:pt x="175496" y="181120"/>
                  <a:pt x="181520" y="183600"/>
                  <a:pt x="188595" y="183600"/>
                </a:cubicBezTo>
                <a:cubicBezTo>
                  <a:pt x="195670" y="183600"/>
                  <a:pt x="201694" y="181120"/>
                  <a:pt x="206666" y="176136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82903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950" dirty="0"/>
          </a:p>
        </p:txBody>
      </p:sp>
      <p:sp>
        <p:nvSpPr>
          <p:cNvPr id="229" name="圖示 辦公室"/>
          <p:cNvSpPr/>
          <p:nvPr/>
        </p:nvSpPr>
        <p:spPr>
          <a:xfrm>
            <a:off x="916471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9232" y="323400"/>
                </a:moveTo>
                <a:cubicBezTo>
                  <a:pt x="64248" y="323400"/>
                  <a:pt x="59985" y="321617"/>
                  <a:pt x="56418" y="318063"/>
                </a:cubicBezTo>
                <a:cubicBezTo>
                  <a:pt x="52864" y="314496"/>
                  <a:pt x="51081" y="310222"/>
                  <a:pt x="51081" y="305250"/>
                </a:cubicBezTo>
                <a:lnTo>
                  <a:pt x="51081" y="130725"/>
                </a:lnTo>
                <a:cubicBezTo>
                  <a:pt x="51081" y="125741"/>
                  <a:pt x="52864" y="121478"/>
                  <a:pt x="56418" y="117912"/>
                </a:cubicBezTo>
                <a:cubicBezTo>
                  <a:pt x="59985" y="114346"/>
                  <a:pt x="64248" y="112563"/>
                  <a:pt x="69232" y="112563"/>
                </a:cubicBezTo>
                <a:lnTo>
                  <a:pt x="115477" y="112563"/>
                </a:lnTo>
                <a:lnTo>
                  <a:pt x="115477" y="66477"/>
                </a:lnTo>
                <a:cubicBezTo>
                  <a:pt x="115477" y="61505"/>
                  <a:pt x="117226" y="57230"/>
                  <a:pt x="120735" y="53675"/>
                </a:cubicBezTo>
                <a:cubicBezTo>
                  <a:pt x="124256" y="50109"/>
                  <a:pt x="128530" y="48326"/>
                  <a:pt x="133594" y="48326"/>
                </a:cubicBezTo>
                <a:lnTo>
                  <a:pt x="243756" y="48326"/>
                </a:lnTo>
                <a:cubicBezTo>
                  <a:pt x="248740" y="48326"/>
                  <a:pt x="253003" y="50109"/>
                  <a:pt x="256569" y="53675"/>
                </a:cubicBezTo>
                <a:cubicBezTo>
                  <a:pt x="260135" y="57230"/>
                  <a:pt x="261907" y="61505"/>
                  <a:pt x="261907" y="66477"/>
                </a:cubicBezTo>
                <a:lnTo>
                  <a:pt x="261907" y="176925"/>
                </a:lnTo>
                <a:lnTo>
                  <a:pt x="308004" y="176925"/>
                </a:lnTo>
                <a:cubicBezTo>
                  <a:pt x="312976" y="176925"/>
                  <a:pt x="317251" y="178708"/>
                  <a:pt x="320806" y="182274"/>
                </a:cubicBezTo>
                <a:cubicBezTo>
                  <a:pt x="324349" y="185863"/>
                  <a:pt x="326109" y="190127"/>
                  <a:pt x="326109" y="195076"/>
                </a:cubicBezTo>
                <a:lnTo>
                  <a:pt x="326109" y="305250"/>
                </a:lnTo>
                <a:cubicBezTo>
                  <a:pt x="326109" y="310222"/>
                  <a:pt x="324326" y="314496"/>
                  <a:pt x="320772" y="318063"/>
                </a:cubicBezTo>
                <a:cubicBezTo>
                  <a:pt x="317205" y="321617"/>
                  <a:pt x="312942" y="323400"/>
                  <a:pt x="307958" y="323400"/>
                </a:cubicBezTo>
                <a:lnTo>
                  <a:pt x="211969" y="323400"/>
                </a:lnTo>
                <a:lnTo>
                  <a:pt x="211969" y="259038"/>
                </a:lnTo>
                <a:lnTo>
                  <a:pt x="165221" y="259038"/>
                </a:lnTo>
                <a:lnTo>
                  <a:pt x="165221" y="323400"/>
                </a:lnTo>
                <a:lnTo>
                  <a:pt x="69232" y="323400"/>
                </a:lnTo>
                <a:close/>
                <a:moveTo>
                  <a:pt x="68911" y="305558"/>
                </a:moveTo>
                <a:lnTo>
                  <a:pt x="115477" y="305558"/>
                </a:lnTo>
                <a:lnTo>
                  <a:pt x="115477" y="259004"/>
                </a:lnTo>
                <a:lnTo>
                  <a:pt x="68911" y="259004"/>
                </a:lnTo>
                <a:lnTo>
                  <a:pt x="68911" y="305558"/>
                </a:lnTo>
                <a:close/>
                <a:moveTo>
                  <a:pt x="68911" y="241207"/>
                </a:moveTo>
                <a:lnTo>
                  <a:pt x="115477" y="241207"/>
                </a:lnTo>
                <a:lnTo>
                  <a:pt x="115477" y="194801"/>
                </a:lnTo>
                <a:lnTo>
                  <a:pt x="68911" y="194801"/>
                </a:lnTo>
                <a:lnTo>
                  <a:pt x="68911" y="241207"/>
                </a:lnTo>
                <a:close/>
                <a:moveTo>
                  <a:pt x="68911" y="176971"/>
                </a:moveTo>
                <a:lnTo>
                  <a:pt x="115477" y="176971"/>
                </a:lnTo>
                <a:lnTo>
                  <a:pt x="115477" y="130405"/>
                </a:lnTo>
                <a:lnTo>
                  <a:pt x="68911" y="130405"/>
                </a:lnTo>
                <a:lnTo>
                  <a:pt x="68911" y="176971"/>
                </a:lnTo>
                <a:close/>
                <a:moveTo>
                  <a:pt x="133274" y="241207"/>
                </a:moveTo>
                <a:lnTo>
                  <a:pt x="179680" y="241207"/>
                </a:lnTo>
                <a:lnTo>
                  <a:pt x="179680" y="194801"/>
                </a:lnTo>
                <a:lnTo>
                  <a:pt x="133274" y="194801"/>
                </a:lnTo>
                <a:lnTo>
                  <a:pt x="133274" y="241207"/>
                </a:lnTo>
                <a:close/>
                <a:moveTo>
                  <a:pt x="133274" y="176971"/>
                </a:moveTo>
                <a:lnTo>
                  <a:pt x="179680" y="176971"/>
                </a:lnTo>
                <a:lnTo>
                  <a:pt x="179680" y="130405"/>
                </a:lnTo>
                <a:lnTo>
                  <a:pt x="133274" y="130405"/>
                </a:lnTo>
                <a:lnTo>
                  <a:pt x="133274" y="176971"/>
                </a:lnTo>
                <a:close/>
                <a:moveTo>
                  <a:pt x="133274" y="112608"/>
                </a:moveTo>
                <a:lnTo>
                  <a:pt x="179680" y="112608"/>
                </a:lnTo>
                <a:lnTo>
                  <a:pt x="179680" y="66203"/>
                </a:lnTo>
                <a:lnTo>
                  <a:pt x="133274" y="66203"/>
                </a:lnTo>
                <a:lnTo>
                  <a:pt x="133274" y="112608"/>
                </a:lnTo>
                <a:close/>
                <a:moveTo>
                  <a:pt x="197510" y="241207"/>
                </a:moveTo>
                <a:lnTo>
                  <a:pt x="244076" y="241207"/>
                </a:lnTo>
                <a:lnTo>
                  <a:pt x="244076" y="194801"/>
                </a:lnTo>
                <a:lnTo>
                  <a:pt x="197510" y="194801"/>
                </a:lnTo>
                <a:lnTo>
                  <a:pt x="197510" y="241207"/>
                </a:lnTo>
                <a:close/>
                <a:moveTo>
                  <a:pt x="197510" y="176959"/>
                </a:moveTo>
                <a:lnTo>
                  <a:pt x="244076" y="176959"/>
                </a:lnTo>
                <a:lnTo>
                  <a:pt x="244076" y="130405"/>
                </a:lnTo>
                <a:lnTo>
                  <a:pt x="197510" y="130405"/>
                </a:lnTo>
                <a:lnTo>
                  <a:pt x="197510" y="176959"/>
                </a:lnTo>
                <a:close/>
                <a:moveTo>
                  <a:pt x="197510" y="112608"/>
                </a:moveTo>
                <a:lnTo>
                  <a:pt x="244076" y="112608"/>
                </a:lnTo>
                <a:lnTo>
                  <a:pt x="244076" y="66203"/>
                </a:lnTo>
                <a:lnTo>
                  <a:pt x="197510" y="66203"/>
                </a:lnTo>
                <a:lnTo>
                  <a:pt x="197510" y="112608"/>
                </a:lnTo>
                <a:close/>
                <a:moveTo>
                  <a:pt x="261873" y="305558"/>
                </a:moveTo>
                <a:lnTo>
                  <a:pt x="308279" y="305558"/>
                </a:lnTo>
                <a:lnTo>
                  <a:pt x="308279" y="259004"/>
                </a:lnTo>
                <a:lnTo>
                  <a:pt x="261873" y="259004"/>
                </a:lnTo>
                <a:lnTo>
                  <a:pt x="261873" y="305558"/>
                </a:lnTo>
                <a:close/>
                <a:moveTo>
                  <a:pt x="261873" y="241207"/>
                </a:moveTo>
                <a:lnTo>
                  <a:pt x="308279" y="241207"/>
                </a:lnTo>
                <a:lnTo>
                  <a:pt x="308279" y="194801"/>
                </a:lnTo>
                <a:lnTo>
                  <a:pt x="261873" y="194801"/>
                </a:lnTo>
                <a:lnTo>
                  <a:pt x="261873" y="241207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898375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950" dirty="0"/>
          </a:p>
        </p:txBody>
      </p:sp>
      <p:sp>
        <p:nvSpPr>
          <p:cNvPr id="231" name="圖示 環保"/>
          <p:cNvSpPr/>
          <p:nvPr/>
        </p:nvSpPr>
        <p:spPr>
          <a:xfrm>
            <a:off x="985811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9428" y="302769"/>
                </a:moveTo>
                <a:cubicBezTo>
                  <a:pt x="78707" y="291636"/>
                  <a:pt x="70295" y="278846"/>
                  <a:pt x="64157" y="264387"/>
                </a:cubicBezTo>
                <a:cubicBezTo>
                  <a:pt x="58053" y="249906"/>
                  <a:pt x="55013" y="235058"/>
                  <a:pt x="55013" y="219867"/>
                </a:cubicBezTo>
                <a:cubicBezTo>
                  <a:pt x="55013" y="202448"/>
                  <a:pt x="58122" y="186195"/>
                  <a:pt x="64362" y="171107"/>
                </a:cubicBezTo>
                <a:cubicBezTo>
                  <a:pt x="70592" y="156020"/>
                  <a:pt x="80033" y="142155"/>
                  <a:pt x="92686" y="129502"/>
                </a:cubicBezTo>
                <a:cubicBezTo>
                  <a:pt x="109922" y="112265"/>
                  <a:pt x="134725" y="100573"/>
                  <a:pt x="167107" y="94412"/>
                </a:cubicBezTo>
                <a:cubicBezTo>
                  <a:pt x="199476" y="88262"/>
                  <a:pt x="235858" y="85782"/>
                  <a:pt x="276252" y="86994"/>
                </a:cubicBezTo>
                <a:cubicBezTo>
                  <a:pt x="280526" y="87359"/>
                  <a:pt x="284298" y="88262"/>
                  <a:pt x="287567" y="89703"/>
                </a:cubicBezTo>
                <a:cubicBezTo>
                  <a:pt x="290813" y="91120"/>
                  <a:pt x="293751" y="93120"/>
                  <a:pt x="296368" y="95715"/>
                </a:cubicBezTo>
                <a:cubicBezTo>
                  <a:pt x="298963" y="98309"/>
                  <a:pt x="300940" y="101201"/>
                  <a:pt x="302301" y="104390"/>
                </a:cubicBezTo>
                <a:cubicBezTo>
                  <a:pt x="303661" y="107591"/>
                  <a:pt x="304472" y="111191"/>
                  <a:pt x="304735" y="115203"/>
                </a:cubicBezTo>
                <a:cubicBezTo>
                  <a:pt x="305524" y="135480"/>
                  <a:pt x="305398" y="154831"/>
                  <a:pt x="304347" y="173267"/>
                </a:cubicBezTo>
                <a:cubicBezTo>
                  <a:pt x="303295" y="191715"/>
                  <a:pt x="301066" y="208872"/>
                  <a:pt x="297671" y="224748"/>
                </a:cubicBezTo>
                <a:cubicBezTo>
                  <a:pt x="294265" y="240613"/>
                  <a:pt x="289682" y="254958"/>
                  <a:pt x="283910" y="267771"/>
                </a:cubicBezTo>
                <a:cubicBezTo>
                  <a:pt x="278149" y="280572"/>
                  <a:pt x="270925" y="291316"/>
                  <a:pt x="262227" y="299980"/>
                </a:cubicBezTo>
                <a:cubicBezTo>
                  <a:pt x="249677" y="312633"/>
                  <a:pt x="236064" y="322120"/>
                  <a:pt x="221365" y="328430"/>
                </a:cubicBezTo>
                <a:cubicBezTo>
                  <a:pt x="206620" y="334739"/>
                  <a:pt x="191167" y="337905"/>
                  <a:pt x="175005" y="337905"/>
                </a:cubicBezTo>
                <a:cubicBezTo>
                  <a:pt x="158363" y="337905"/>
                  <a:pt x="142795" y="334968"/>
                  <a:pt x="128279" y="329104"/>
                </a:cubicBezTo>
                <a:cubicBezTo>
                  <a:pt x="113774" y="323252"/>
                  <a:pt x="100824" y="314474"/>
                  <a:pt x="89428" y="302735"/>
                </a:cubicBezTo>
                <a:close/>
                <a:moveTo>
                  <a:pt x="122038" y="304815"/>
                </a:moveTo>
                <a:cubicBezTo>
                  <a:pt x="129193" y="309764"/>
                  <a:pt x="137389" y="313548"/>
                  <a:pt x="146635" y="316177"/>
                </a:cubicBezTo>
                <a:cubicBezTo>
                  <a:pt x="155882" y="318794"/>
                  <a:pt x="165324" y="320097"/>
                  <a:pt x="174959" y="320097"/>
                </a:cubicBezTo>
                <a:cubicBezTo>
                  <a:pt x="188446" y="320097"/>
                  <a:pt x="201602" y="317354"/>
                  <a:pt x="214404" y="311845"/>
                </a:cubicBezTo>
                <a:cubicBezTo>
                  <a:pt x="227217" y="306347"/>
                  <a:pt x="238944" y="298140"/>
                  <a:pt x="249574" y="287213"/>
                </a:cubicBezTo>
                <a:cubicBezTo>
                  <a:pt x="256021" y="280744"/>
                  <a:pt x="261701" y="272194"/>
                  <a:pt x="266628" y="261553"/>
                </a:cubicBezTo>
                <a:cubicBezTo>
                  <a:pt x="271520" y="250923"/>
                  <a:pt x="275600" y="238064"/>
                  <a:pt x="278846" y="222976"/>
                </a:cubicBezTo>
                <a:cubicBezTo>
                  <a:pt x="282070" y="207889"/>
                  <a:pt x="284333" y="190550"/>
                  <a:pt x="285647" y="170959"/>
                </a:cubicBezTo>
                <a:cubicBezTo>
                  <a:pt x="286927" y="151356"/>
                  <a:pt x="287099" y="129319"/>
                  <a:pt x="286150" y="104825"/>
                </a:cubicBezTo>
                <a:cubicBezTo>
                  <a:pt x="264753" y="104299"/>
                  <a:pt x="244671" y="104527"/>
                  <a:pt x="225925" y="105499"/>
                </a:cubicBezTo>
                <a:cubicBezTo>
                  <a:pt x="207169" y="106459"/>
                  <a:pt x="190115" y="108459"/>
                  <a:pt x="174765" y="111465"/>
                </a:cubicBezTo>
                <a:cubicBezTo>
                  <a:pt x="159437" y="114449"/>
                  <a:pt x="145950" y="118369"/>
                  <a:pt x="134291" y="123215"/>
                </a:cubicBezTo>
                <a:cubicBezTo>
                  <a:pt x="122644" y="128062"/>
                  <a:pt x="113214" y="134165"/>
                  <a:pt x="106002" y="141526"/>
                </a:cubicBezTo>
                <a:cubicBezTo>
                  <a:pt x="94903" y="152785"/>
                  <a:pt x="86594" y="164809"/>
                  <a:pt x="81096" y="177599"/>
                </a:cubicBezTo>
                <a:cubicBezTo>
                  <a:pt x="75598" y="190378"/>
                  <a:pt x="72843" y="202963"/>
                  <a:pt x="72843" y="215353"/>
                </a:cubicBezTo>
                <a:cubicBezTo>
                  <a:pt x="72843" y="228131"/>
                  <a:pt x="75552" y="241299"/>
                  <a:pt x="80982" y="254843"/>
                </a:cubicBezTo>
                <a:cubicBezTo>
                  <a:pt x="86399" y="268376"/>
                  <a:pt x="93486" y="279395"/>
                  <a:pt x="102230" y="287887"/>
                </a:cubicBezTo>
                <a:cubicBezTo>
                  <a:pt x="112997" y="264627"/>
                  <a:pt x="126839" y="243482"/>
                  <a:pt x="143767" y="224462"/>
                </a:cubicBezTo>
                <a:cubicBezTo>
                  <a:pt x="160683" y="205454"/>
                  <a:pt x="180457" y="189395"/>
                  <a:pt x="203088" y="176296"/>
                </a:cubicBezTo>
                <a:cubicBezTo>
                  <a:pt x="181828" y="194733"/>
                  <a:pt x="164558" y="214358"/>
                  <a:pt x="151310" y="235149"/>
                </a:cubicBezTo>
                <a:cubicBezTo>
                  <a:pt x="138086" y="255952"/>
                  <a:pt x="128325" y="279178"/>
                  <a:pt x="122038" y="304815"/>
                </a:cubicBezTo>
                <a:close/>
                <a:moveTo>
                  <a:pt x="122038" y="304815"/>
                </a:moveTo>
                <a:close/>
                <a:moveTo>
                  <a:pt x="122038" y="30481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967715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950" dirty="0"/>
          </a:p>
        </p:txBody>
      </p:sp>
      <p:sp>
        <p:nvSpPr>
          <p:cNvPr id="233" name="圖示 回收"/>
          <p:cNvSpPr/>
          <p:nvPr/>
        </p:nvSpPr>
        <p:spPr>
          <a:xfrm>
            <a:off x="1055151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3665" y="138737"/>
                </a:moveTo>
                <a:lnTo>
                  <a:pt x="180308" y="95280"/>
                </a:lnTo>
                <a:lnTo>
                  <a:pt x="158774" y="59642"/>
                </a:lnTo>
                <a:cubicBezTo>
                  <a:pt x="155939" y="54795"/>
                  <a:pt x="151779" y="52372"/>
                  <a:pt x="146281" y="52372"/>
                </a:cubicBezTo>
                <a:cubicBezTo>
                  <a:pt x="140783" y="52372"/>
                  <a:pt x="136611" y="54795"/>
                  <a:pt x="133788" y="59642"/>
                </a:cubicBezTo>
                <a:lnTo>
                  <a:pt x="103887" y="108951"/>
                </a:lnTo>
                <a:cubicBezTo>
                  <a:pt x="102264" y="111728"/>
                  <a:pt x="101876" y="114597"/>
                  <a:pt x="102744" y="117558"/>
                </a:cubicBezTo>
                <a:cubicBezTo>
                  <a:pt x="103613" y="120518"/>
                  <a:pt x="105430" y="122804"/>
                  <a:pt x="108208" y="124438"/>
                </a:cubicBezTo>
                <a:lnTo>
                  <a:pt x="138143" y="142738"/>
                </a:lnTo>
                <a:cubicBezTo>
                  <a:pt x="140920" y="144315"/>
                  <a:pt x="143767" y="144738"/>
                  <a:pt x="146670" y="143995"/>
                </a:cubicBezTo>
                <a:cubicBezTo>
                  <a:pt x="149584" y="143264"/>
                  <a:pt x="151893" y="141515"/>
                  <a:pt x="153631" y="138737"/>
                </a:cubicBezTo>
                <a:close/>
                <a:moveTo>
                  <a:pt x="288356" y="247219"/>
                </a:moveTo>
                <a:lnTo>
                  <a:pt x="262227" y="203374"/>
                </a:lnTo>
                <a:cubicBezTo>
                  <a:pt x="260387" y="200699"/>
                  <a:pt x="259884" y="197830"/>
                  <a:pt x="260695" y="194767"/>
                </a:cubicBezTo>
                <a:cubicBezTo>
                  <a:pt x="261507" y="191727"/>
                  <a:pt x="263347" y="189418"/>
                  <a:pt x="266239" y="187852"/>
                </a:cubicBezTo>
                <a:lnTo>
                  <a:pt x="296563" y="170170"/>
                </a:lnTo>
                <a:cubicBezTo>
                  <a:pt x="299340" y="168695"/>
                  <a:pt x="302255" y="168295"/>
                  <a:pt x="305284" y="168947"/>
                </a:cubicBezTo>
                <a:cubicBezTo>
                  <a:pt x="308324" y="169610"/>
                  <a:pt x="310633" y="171267"/>
                  <a:pt x="312199" y="173942"/>
                </a:cubicBezTo>
                <a:lnTo>
                  <a:pt x="329653" y="203328"/>
                </a:lnTo>
                <a:cubicBezTo>
                  <a:pt x="332213" y="207466"/>
                  <a:pt x="333653" y="212095"/>
                  <a:pt x="333973" y="217204"/>
                </a:cubicBezTo>
                <a:cubicBezTo>
                  <a:pt x="334282" y="222302"/>
                  <a:pt x="333242" y="227011"/>
                  <a:pt x="330830" y="231309"/>
                </a:cubicBezTo>
                <a:cubicBezTo>
                  <a:pt x="328418" y="236258"/>
                  <a:pt x="324829" y="240144"/>
                  <a:pt x="320063" y="242979"/>
                </a:cubicBezTo>
                <a:cubicBezTo>
                  <a:pt x="315319" y="245802"/>
                  <a:pt x="310187" y="247219"/>
                  <a:pt x="304655" y="247219"/>
                </a:cubicBezTo>
                <a:lnTo>
                  <a:pt x="288356" y="247219"/>
                </a:lnTo>
                <a:close/>
                <a:moveTo>
                  <a:pt x="236727" y="338877"/>
                </a:moveTo>
                <a:lnTo>
                  <a:pt x="196527" y="298689"/>
                </a:lnTo>
                <a:cubicBezTo>
                  <a:pt x="194276" y="296437"/>
                  <a:pt x="193156" y="293785"/>
                  <a:pt x="193156" y="290756"/>
                </a:cubicBezTo>
                <a:cubicBezTo>
                  <a:pt x="193156" y="287716"/>
                  <a:pt x="194276" y="285064"/>
                  <a:pt x="196527" y="282812"/>
                </a:cubicBezTo>
                <a:lnTo>
                  <a:pt x="236692" y="242659"/>
                </a:lnTo>
                <a:cubicBezTo>
                  <a:pt x="238418" y="240933"/>
                  <a:pt x="240499" y="240499"/>
                  <a:pt x="242933" y="241367"/>
                </a:cubicBezTo>
                <a:cubicBezTo>
                  <a:pt x="245368" y="242225"/>
                  <a:pt x="246591" y="243859"/>
                  <a:pt x="246591" y="246271"/>
                </a:cubicBezTo>
                <a:lnTo>
                  <a:pt x="246591" y="261758"/>
                </a:lnTo>
                <a:lnTo>
                  <a:pt x="315502" y="261758"/>
                </a:lnTo>
                <a:lnTo>
                  <a:pt x="294528" y="303878"/>
                </a:lnTo>
                <a:cubicBezTo>
                  <a:pt x="291854" y="308724"/>
                  <a:pt x="288196" y="312588"/>
                  <a:pt x="283555" y="315468"/>
                </a:cubicBezTo>
                <a:cubicBezTo>
                  <a:pt x="278926" y="318348"/>
                  <a:pt x="273851" y="319789"/>
                  <a:pt x="268354" y="319789"/>
                </a:cubicBezTo>
                <a:lnTo>
                  <a:pt x="246591" y="319789"/>
                </a:lnTo>
                <a:lnTo>
                  <a:pt x="246591" y="335265"/>
                </a:lnTo>
                <a:cubicBezTo>
                  <a:pt x="246591" y="337676"/>
                  <a:pt x="245368" y="339311"/>
                  <a:pt x="242933" y="340180"/>
                </a:cubicBezTo>
                <a:cubicBezTo>
                  <a:pt x="240499" y="341048"/>
                  <a:pt x="238418" y="340614"/>
                  <a:pt x="236692" y="338877"/>
                </a:cubicBezTo>
                <a:close/>
                <a:moveTo>
                  <a:pt x="106242" y="319789"/>
                </a:moveTo>
                <a:cubicBezTo>
                  <a:pt x="101396" y="319789"/>
                  <a:pt x="96995" y="318543"/>
                  <a:pt x="93040" y="316051"/>
                </a:cubicBezTo>
                <a:cubicBezTo>
                  <a:pt x="89063" y="313571"/>
                  <a:pt x="86125" y="310244"/>
                  <a:pt x="84239" y="306073"/>
                </a:cubicBezTo>
                <a:cubicBezTo>
                  <a:pt x="82353" y="302198"/>
                  <a:pt x="81450" y="298140"/>
                  <a:pt x="81530" y="293900"/>
                </a:cubicBezTo>
                <a:cubicBezTo>
                  <a:pt x="81610" y="289682"/>
                  <a:pt x="82719" y="285750"/>
                  <a:pt x="84868" y="282104"/>
                </a:cubicBezTo>
                <a:lnTo>
                  <a:pt x="97166" y="261758"/>
                </a:lnTo>
                <a:lnTo>
                  <a:pt x="148281" y="261758"/>
                </a:lnTo>
                <a:cubicBezTo>
                  <a:pt x="151585" y="261758"/>
                  <a:pt x="154294" y="262810"/>
                  <a:pt x="156420" y="264936"/>
                </a:cubicBezTo>
                <a:cubicBezTo>
                  <a:pt x="158534" y="267062"/>
                  <a:pt x="159597" y="269771"/>
                  <a:pt x="159597" y="273074"/>
                </a:cubicBezTo>
                <a:lnTo>
                  <a:pt x="159597" y="308427"/>
                </a:lnTo>
                <a:cubicBezTo>
                  <a:pt x="159597" y="311730"/>
                  <a:pt x="158534" y="314439"/>
                  <a:pt x="156420" y="316565"/>
                </a:cubicBezTo>
                <a:cubicBezTo>
                  <a:pt x="154294" y="318691"/>
                  <a:pt x="151585" y="319743"/>
                  <a:pt x="148281" y="319743"/>
                </a:cubicBezTo>
                <a:lnTo>
                  <a:pt x="106242" y="319743"/>
                </a:lnTo>
                <a:close/>
                <a:moveTo>
                  <a:pt x="70329" y="278458"/>
                </a:moveTo>
                <a:lnTo>
                  <a:pt x="46760" y="231309"/>
                </a:lnTo>
                <a:cubicBezTo>
                  <a:pt x="44508" y="226908"/>
                  <a:pt x="43468" y="222211"/>
                  <a:pt x="43651" y="217239"/>
                </a:cubicBezTo>
                <a:cubicBezTo>
                  <a:pt x="43834" y="212267"/>
                  <a:pt x="45263" y="207626"/>
                  <a:pt x="47937" y="203328"/>
                </a:cubicBezTo>
                <a:lnTo>
                  <a:pt x="53630" y="193624"/>
                </a:lnTo>
                <a:lnTo>
                  <a:pt x="40622" y="185886"/>
                </a:lnTo>
                <a:cubicBezTo>
                  <a:pt x="38633" y="184572"/>
                  <a:pt x="37776" y="182629"/>
                  <a:pt x="38039" y="180034"/>
                </a:cubicBezTo>
                <a:cubicBezTo>
                  <a:pt x="38291" y="177439"/>
                  <a:pt x="39685" y="175873"/>
                  <a:pt x="42200" y="175359"/>
                </a:cubicBezTo>
                <a:lnTo>
                  <a:pt x="97521" y="161403"/>
                </a:lnTo>
                <a:cubicBezTo>
                  <a:pt x="100561" y="160626"/>
                  <a:pt x="103373" y="161049"/>
                  <a:pt x="105968" y="162706"/>
                </a:cubicBezTo>
                <a:cubicBezTo>
                  <a:pt x="108562" y="164352"/>
                  <a:pt x="110254" y="166695"/>
                  <a:pt x="111031" y="169736"/>
                </a:cubicBezTo>
                <a:lnTo>
                  <a:pt x="124987" y="225297"/>
                </a:lnTo>
                <a:cubicBezTo>
                  <a:pt x="125513" y="227811"/>
                  <a:pt x="124770" y="229789"/>
                  <a:pt x="122781" y="231229"/>
                </a:cubicBezTo>
                <a:cubicBezTo>
                  <a:pt x="120792" y="232669"/>
                  <a:pt x="118746" y="232726"/>
                  <a:pt x="116655" y="231423"/>
                </a:cubicBezTo>
                <a:lnTo>
                  <a:pt x="103373" y="223285"/>
                </a:lnTo>
                <a:lnTo>
                  <a:pt x="70329" y="278458"/>
                </a:lnTo>
                <a:close/>
                <a:moveTo>
                  <a:pt x="255232" y="151745"/>
                </a:moveTo>
                <a:lnTo>
                  <a:pt x="199911" y="137789"/>
                </a:lnTo>
                <a:cubicBezTo>
                  <a:pt x="197396" y="137263"/>
                  <a:pt x="195967" y="135708"/>
                  <a:pt x="195624" y="133114"/>
                </a:cubicBezTo>
                <a:cubicBezTo>
                  <a:pt x="195293" y="130519"/>
                  <a:pt x="196242" y="128576"/>
                  <a:pt x="198493" y="127262"/>
                </a:cubicBezTo>
                <a:lnTo>
                  <a:pt x="211775" y="119524"/>
                </a:lnTo>
                <a:lnTo>
                  <a:pt x="166432" y="44120"/>
                </a:lnTo>
                <a:lnTo>
                  <a:pt x="217593" y="44120"/>
                </a:lnTo>
                <a:cubicBezTo>
                  <a:pt x="222702" y="44120"/>
                  <a:pt x="227468" y="45389"/>
                  <a:pt x="231892" y="47937"/>
                </a:cubicBezTo>
                <a:cubicBezTo>
                  <a:pt x="236315" y="50475"/>
                  <a:pt x="239881" y="53904"/>
                  <a:pt x="242579" y="58224"/>
                </a:cubicBezTo>
                <a:lnTo>
                  <a:pt x="261484" y="89863"/>
                </a:lnTo>
                <a:lnTo>
                  <a:pt x="274206" y="81885"/>
                </a:lnTo>
                <a:cubicBezTo>
                  <a:pt x="276309" y="80570"/>
                  <a:pt x="278378" y="80650"/>
                  <a:pt x="280412" y="82113"/>
                </a:cubicBezTo>
                <a:cubicBezTo>
                  <a:pt x="282458" y="83588"/>
                  <a:pt x="283224" y="85576"/>
                  <a:pt x="282698" y="88091"/>
                </a:cubicBezTo>
                <a:lnTo>
                  <a:pt x="268788" y="143412"/>
                </a:lnTo>
                <a:cubicBezTo>
                  <a:pt x="267999" y="146453"/>
                  <a:pt x="266308" y="148796"/>
                  <a:pt x="263724" y="150442"/>
                </a:cubicBezTo>
                <a:cubicBezTo>
                  <a:pt x="261130" y="152099"/>
                  <a:pt x="258307" y="152522"/>
                  <a:pt x="255266" y="151745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1037055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950" dirty="0"/>
          </a:p>
        </p:txBody>
      </p:sp>
      <p:sp>
        <p:nvSpPr>
          <p:cNvPr id="235" name="圖示 節能"/>
          <p:cNvSpPr/>
          <p:nvPr/>
        </p:nvSpPr>
        <p:spPr>
          <a:xfrm>
            <a:off x="1124492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755" y="300106"/>
                </a:moveTo>
                <a:cubicBezTo>
                  <a:pt x="219685" y="300106"/>
                  <a:pt x="245985" y="289248"/>
                  <a:pt x="267645" y="267531"/>
                </a:cubicBezTo>
                <a:cubicBezTo>
                  <a:pt x="289305" y="245814"/>
                  <a:pt x="300140" y="219456"/>
                  <a:pt x="300140" y="188435"/>
                </a:cubicBezTo>
                <a:lnTo>
                  <a:pt x="300140" y="81885"/>
                </a:lnTo>
                <a:cubicBezTo>
                  <a:pt x="300140" y="80467"/>
                  <a:pt x="299683" y="79313"/>
                  <a:pt x="298769" y="78421"/>
                </a:cubicBezTo>
                <a:cubicBezTo>
                  <a:pt x="297854" y="77530"/>
                  <a:pt x="296700" y="77072"/>
                  <a:pt x="295305" y="77050"/>
                </a:cubicBezTo>
                <a:lnTo>
                  <a:pt x="188755" y="77050"/>
                </a:lnTo>
                <a:cubicBezTo>
                  <a:pt x="157711" y="77050"/>
                  <a:pt x="131354" y="87885"/>
                  <a:pt x="109659" y="109545"/>
                </a:cubicBezTo>
                <a:cubicBezTo>
                  <a:pt x="87942" y="131205"/>
                  <a:pt x="77084" y="157505"/>
                  <a:pt x="77084" y="188435"/>
                </a:cubicBezTo>
                <a:cubicBezTo>
                  <a:pt x="77084" y="219479"/>
                  <a:pt x="87931" y="245836"/>
                  <a:pt x="109625" y="267531"/>
                </a:cubicBezTo>
                <a:cubicBezTo>
                  <a:pt x="131308" y="289248"/>
                  <a:pt x="157688" y="300106"/>
                  <a:pt x="188755" y="300106"/>
                </a:cubicBezTo>
                <a:close/>
                <a:moveTo>
                  <a:pt x="169976" y="257312"/>
                </a:moveTo>
                <a:lnTo>
                  <a:pt x="242899" y="191933"/>
                </a:lnTo>
                <a:cubicBezTo>
                  <a:pt x="245231" y="189841"/>
                  <a:pt x="245916" y="187338"/>
                  <a:pt x="244979" y="184434"/>
                </a:cubicBezTo>
                <a:cubicBezTo>
                  <a:pt x="244030" y="181497"/>
                  <a:pt x="241927" y="179771"/>
                  <a:pt x="238647" y="179245"/>
                </a:cubicBezTo>
                <a:lnTo>
                  <a:pt x="181486" y="173702"/>
                </a:lnTo>
                <a:lnTo>
                  <a:pt x="215981" y="126747"/>
                </a:lnTo>
                <a:cubicBezTo>
                  <a:pt x="216816" y="125650"/>
                  <a:pt x="217170" y="124450"/>
                  <a:pt x="217044" y="123135"/>
                </a:cubicBezTo>
                <a:cubicBezTo>
                  <a:pt x="216907" y="121832"/>
                  <a:pt x="216370" y="120587"/>
                  <a:pt x="215433" y="119409"/>
                </a:cubicBezTo>
                <a:cubicBezTo>
                  <a:pt x="214221" y="118300"/>
                  <a:pt x="212861" y="117740"/>
                  <a:pt x="211341" y="117718"/>
                </a:cubicBezTo>
                <a:cubicBezTo>
                  <a:pt x="209821" y="117718"/>
                  <a:pt x="208460" y="118266"/>
                  <a:pt x="207260" y="119363"/>
                </a:cubicBezTo>
                <a:lnTo>
                  <a:pt x="134851" y="184709"/>
                </a:lnTo>
                <a:cubicBezTo>
                  <a:pt x="132542" y="186800"/>
                  <a:pt x="131834" y="189327"/>
                  <a:pt x="132725" y="192287"/>
                </a:cubicBezTo>
                <a:cubicBezTo>
                  <a:pt x="133617" y="195247"/>
                  <a:pt x="135697" y="196985"/>
                  <a:pt x="138966" y="197510"/>
                </a:cubicBezTo>
                <a:lnTo>
                  <a:pt x="196139" y="202894"/>
                </a:lnTo>
                <a:lnTo>
                  <a:pt x="161563" y="250008"/>
                </a:lnTo>
                <a:cubicBezTo>
                  <a:pt x="160729" y="251106"/>
                  <a:pt x="160374" y="252306"/>
                  <a:pt x="160500" y="253620"/>
                </a:cubicBezTo>
                <a:cubicBezTo>
                  <a:pt x="160637" y="254935"/>
                  <a:pt x="161277" y="256181"/>
                  <a:pt x="162432" y="257358"/>
                </a:cubicBezTo>
                <a:cubicBezTo>
                  <a:pt x="163472" y="258455"/>
                  <a:pt x="164706" y="259004"/>
                  <a:pt x="166124" y="259004"/>
                </a:cubicBezTo>
                <a:cubicBezTo>
                  <a:pt x="167507" y="259004"/>
                  <a:pt x="168810" y="258444"/>
                  <a:pt x="170010" y="257312"/>
                </a:cubicBezTo>
                <a:close/>
                <a:moveTo>
                  <a:pt x="188755" y="317937"/>
                </a:moveTo>
                <a:cubicBezTo>
                  <a:pt x="172410" y="317937"/>
                  <a:pt x="157014" y="315137"/>
                  <a:pt x="142589" y="309536"/>
                </a:cubicBezTo>
                <a:cubicBezTo>
                  <a:pt x="128153" y="303958"/>
                  <a:pt x="115146" y="296174"/>
                  <a:pt x="103567" y="286196"/>
                </a:cubicBezTo>
                <a:lnTo>
                  <a:pt x="74455" y="315308"/>
                </a:lnTo>
                <a:cubicBezTo>
                  <a:pt x="73438" y="316302"/>
                  <a:pt x="72443" y="317000"/>
                  <a:pt x="71472" y="317388"/>
                </a:cubicBezTo>
                <a:cubicBezTo>
                  <a:pt x="70500" y="317754"/>
                  <a:pt x="69392" y="317937"/>
                  <a:pt x="68134" y="317937"/>
                </a:cubicBezTo>
                <a:cubicBezTo>
                  <a:pt x="65688" y="317937"/>
                  <a:pt x="63597" y="317057"/>
                  <a:pt x="61848" y="315308"/>
                </a:cubicBezTo>
                <a:cubicBezTo>
                  <a:pt x="60088" y="313548"/>
                  <a:pt x="59207" y="311456"/>
                  <a:pt x="59207" y="309021"/>
                </a:cubicBezTo>
                <a:cubicBezTo>
                  <a:pt x="59207" y="307764"/>
                  <a:pt x="59390" y="306667"/>
                  <a:pt x="59756" y="305718"/>
                </a:cubicBezTo>
                <a:cubicBezTo>
                  <a:pt x="60133" y="304747"/>
                  <a:pt x="60819" y="303764"/>
                  <a:pt x="61848" y="302769"/>
                </a:cubicBezTo>
                <a:lnTo>
                  <a:pt x="90960" y="273657"/>
                </a:lnTo>
                <a:cubicBezTo>
                  <a:pt x="80982" y="262113"/>
                  <a:pt x="73198" y="249105"/>
                  <a:pt x="67620" y="234646"/>
                </a:cubicBezTo>
                <a:cubicBezTo>
                  <a:pt x="62019" y="220210"/>
                  <a:pt x="59207" y="204826"/>
                  <a:pt x="59207" y="188481"/>
                </a:cubicBezTo>
                <a:cubicBezTo>
                  <a:pt x="59207" y="152545"/>
                  <a:pt x="71815" y="122027"/>
                  <a:pt x="97006" y="96926"/>
                </a:cubicBezTo>
                <a:cubicBezTo>
                  <a:pt x="122210" y="71838"/>
                  <a:pt x="152785" y="59287"/>
                  <a:pt x="188755" y="59287"/>
                </a:cubicBezTo>
                <a:lnTo>
                  <a:pt x="295305" y="59287"/>
                </a:lnTo>
                <a:cubicBezTo>
                  <a:pt x="301546" y="59287"/>
                  <a:pt x="306873" y="61516"/>
                  <a:pt x="311296" y="65974"/>
                </a:cubicBezTo>
                <a:cubicBezTo>
                  <a:pt x="315731" y="70420"/>
                  <a:pt x="317948" y="75758"/>
                  <a:pt x="317983" y="81965"/>
                </a:cubicBezTo>
                <a:lnTo>
                  <a:pt x="317983" y="188515"/>
                </a:lnTo>
                <a:cubicBezTo>
                  <a:pt x="317983" y="224485"/>
                  <a:pt x="305432" y="255060"/>
                  <a:pt x="280344" y="280264"/>
                </a:cubicBezTo>
                <a:cubicBezTo>
                  <a:pt x="255243" y="305455"/>
                  <a:pt x="224725" y="318063"/>
                  <a:pt x="188789" y="31806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1106395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950" dirty="0"/>
          </a:p>
        </p:txBody>
      </p:sp>
      <p:sp>
        <p:nvSpPr>
          <p:cNvPr id="237" name="圖示 溫度"/>
          <p:cNvSpPr/>
          <p:nvPr/>
        </p:nvSpPr>
        <p:spPr>
          <a:xfrm>
            <a:off x="1193832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6860" y="151699"/>
                </a:moveTo>
                <a:cubicBezTo>
                  <a:pt x="204323" y="151699"/>
                  <a:pt x="202208" y="150842"/>
                  <a:pt x="200505" y="149104"/>
                </a:cubicBezTo>
                <a:cubicBezTo>
                  <a:pt x="198802" y="147378"/>
                  <a:pt x="197945" y="145241"/>
                  <a:pt x="197945" y="142704"/>
                </a:cubicBezTo>
                <a:cubicBezTo>
                  <a:pt x="197945" y="140166"/>
                  <a:pt x="198802" y="138052"/>
                  <a:pt x="200505" y="136383"/>
                </a:cubicBezTo>
                <a:cubicBezTo>
                  <a:pt x="202208" y="134703"/>
                  <a:pt x="204323" y="133868"/>
                  <a:pt x="206860" y="133868"/>
                </a:cubicBezTo>
                <a:lnTo>
                  <a:pt x="275040" y="133868"/>
                </a:lnTo>
                <a:cubicBezTo>
                  <a:pt x="277578" y="133868"/>
                  <a:pt x="279692" y="134725"/>
                  <a:pt x="281395" y="136451"/>
                </a:cubicBezTo>
                <a:cubicBezTo>
                  <a:pt x="283098" y="138189"/>
                  <a:pt x="283955" y="140315"/>
                  <a:pt x="283955" y="142864"/>
                </a:cubicBezTo>
                <a:cubicBezTo>
                  <a:pt x="283955" y="145401"/>
                  <a:pt x="283098" y="147516"/>
                  <a:pt x="281395" y="149184"/>
                </a:cubicBezTo>
                <a:cubicBezTo>
                  <a:pt x="279692" y="150865"/>
                  <a:pt x="277578" y="151699"/>
                  <a:pt x="275040" y="151699"/>
                </a:cubicBezTo>
                <a:lnTo>
                  <a:pt x="206860" y="151699"/>
                </a:lnTo>
                <a:close/>
                <a:moveTo>
                  <a:pt x="206860" y="102116"/>
                </a:moveTo>
                <a:cubicBezTo>
                  <a:pt x="204323" y="102116"/>
                  <a:pt x="202208" y="101247"/>
                  <a:pt x="200505" y="99521"/>
                </a:cubicBezTo>
                <a:cubicBezTo>
                  <a:pt x="198802" y="97795"/>
                  <a:pt x="197945" y="95658"/>
                  <a:pt x="197945" y="93120"/>
                </a:cubicBezTo>
                <a:cubicBezTo>
                  <a:pt x="197945" y="90583"/>
                  <a:pt x="198802" y="88468"/>
                  <a:pt x="200505" y="86788"/>
                </a:cubicBezTo>
                <a:cubicBezTo>
                  <a:pt x="202208" y="85119"/>
                  <a:pt x="204323" y="84273"/>
                  <a:pt x="206860" y="84273"/>
                </a:cubicBezTo>
                <a:lnTo>
                  <a:pt x="313536" y="84273"/>
                </a:lnTo>
                <a:cubicBezTo>
                  <a:pt x="316085" y="84273"/>
                  <a:pt x="318200" y="85142"/>
                  <a:pt x="319903" y="86868"/>
                </a:cubicBezTo>
                <a:cubicBezTo>
                  <a:pt x="321606" y="88605"/>
                  <a:pt x="322463" y="90731"/>
                  <a:pt x="322463" y="93280"/>
                </a:cubicBezTo>
                <a:cubicBezTo>
                  <a:pt x="322463" y="95818"/>
                  <a:pt x="321606" y="97921"/>
                  <a:pt x="319903" y="99601"/>
                </a:cubicBezTo>
                <a:cubicBezTo>
                  <a:pt x="318177" y="101304"/>
                  <a:pt x="316051" y="102161"/>
                  <a:pt x="313536" y="102161"/>
                </a:cubicBezTo>
                <a:lnTo>
                  <a:pt x="206860" y="102161"/>
                </a:lnTo>
                <a:close/>
                <a:moveTo>
                  <a:pt x="73552" y="302769"/>
                </a:moveTo>
                <a:cubicBezTo>
                  <a:pt x="60819" y="289991"/>
                  <a:pt x="54453" y="274514"/>
                  <a:pt x="54453" y="256329"/>
                </a:cubicBezTo>
                <a:cubicBezTo>
                  <a:pt x="54453" y="244545"/>
                  <a:pt x="57493" y="233469"/>
                  <a:pt x="63574" y="223091"/>
                </a:cubicBezTo>
                <a:cubicBezTo>
                  <a:pt x="69654" y="212724"/>
                  <a:pt x="78044" y="204334"/>
                  <a:pt x="88754" y="197945"/>
                </a:cubicBezTo>
                <a:lnTo>
                  <a:pt x="88754" y="86319"/>
                </a:lnTo>
                <a:cubicBezTo>
                  <a:pt x="88754" y="77495"/>
                  <a:pt x="91783" y="70066"/>
                  <a:pt x="97829" y="64042"/>
                </a:cubicBezTo>
                <a:cubicBezTo>
                  <a:pt x="103887" y="58019"/>
                  <a:pt x="111271" y="55013"/>
                  <a:pt x="119992" y="55013"/>
                </a:cubicBezTo>
                <a:cubicBezTo>
                  <a:pt x="128690" y="55013"/>
                  <a:pt x="136074" y="58019"/>
                  <a:pt x="142155" y="64042"/>
                </a:cubicBezTo>
                <a:cubicBezTo>
                  <a:pt x="148236" y="70066"/>
                  <a:pt x="151253" y="77495"/>
                  <a:pt x="151230" y="86319"/>
                </a:cubicBezTo>
                <a:lnTo>
                  <a:pt x="151230" y="197945"/>
                </a:lnTo>
                <a:cubicBezTo>
                  <a:pt x="161940" y="204368"/>
                  <a:pt x="170341" y="212747"/>
                  <a:pt x="176411" y="223091"/>
                </a:cubicBezTo>
                <a:cubicBezTo>
                  <a:pt x="182491" y="233435"/>
                  <a:pt x="185532" y="244522"/>
                  <a:pt x="185532" y="256329"/>
                </a:cubicBezTo>
                <a:cubicBezTo>
                  <a:pt x="185532" y="274514"/>
                  <a:pt x="179188" y="289991"/>
                  <a:pt x="166512" y="302769"/>
                </a:cubicBezTo>
                <a:cubicBezTo>
                  <a:pt x="153836" y="315559"/>
                  <a:pt x="138360" y="321949"/>
                  <a:pt x="120072" y="321949"/>
                </a:cubicBezTo>
                <a:cubicBezTo>
                  <a:pt x="101784" y="321949"/>
                  <a:pt x="86285" y="315559"/>
                  <a:pt x="73552" y="302769"/>
                </a:cubicBezTo>
                <a:close/>
                <a:moveTo>
                  <a:pt x="72295" y="256329"/>
                </a:moveTo>
                <a:lnTo>
                  <a:pt x="167690" y="256329"/>
                </a:lnTo>
                <a:cubicBezTo>
                  <a:pt x="167690" y="246557"/>
                  <a:pt x="165209" y="237607"/>
                  <a:pt x="160226" y="229457"/>
                </a:cubicBezTo>
                <a:cubicBezTo>
                  <a:pt x="155254" y="221308"/>
                  <a:pt x="148464" y="214998"/>
                  <a:pt x="139880" y="210518"/>
                </a:cubicBezTo>
                <a:lnTo>
                  <a:pt x="133388" y="207455"/>
                </a:lnTo>
                <a:lnTo>
                  <a:pt x="133388" y="86365"/>
                </a:lnTo>
                <a:cubicBezTo>
                  <a:pt x="133388" y="82593"/>
                  <a:pt x="132085" y="79404"/>
                  <a:pt x="129468" y="76810"/>
                </a:cubicBezTo>
                <a:cubicBezTo>
                  <a:pt x="126839" y="74192"/>
                  <a:pt x="123718" y="72889"/>
                  <a:pt x="120072" y="72889"/>
                </a:cubicBezTo>
                <a:cubicBezTo>
                  <a:pt x="116300" y="72889"/>
                  <a:pt x="113123" y="74192"/>
                  <a:pt x="110528" y="76810"/>
                </a:cubicBezTo>
                <a:cubicBezTo>
                  <a:pt x="107911" y="79427"/>
                  <a:pt x="106596" y="82616"/>
                  <a:pt x="106596" y="86365"/>
                </a:cubicBezTo>
                <a:lnTo>
                  <a:pt x="106596" y="207455"/>
                </a:lnTo>
                <a:lnTo>
                  <a:pt x="100230" y="210518"/>
                </a:lnTo>
                <a:cubicBezTo>
                  <a:pt x="91566" y="214998"/>
                  <a:pt x="84742" y="221353"/>
                  <a:pt x="79759" y="229572"/>
                </a:cubicBezTo>
                <a:cubicBezTo>
                  <a:pt x="74786" y="237801"/>
                  <a:pt x="72295" y="246717"/>
                  <a:pt x="72295" y="256329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1175735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950" dirty="0"/>
          </a:p>
        </p:txBody>
      </p:sp>
      <p:sp>
        <p:nvSpPr>
          <p:cNvPr id="239" name="圖示 用水"/>
          <p:cNvSpPr/>
          <p:nvPr/>
        </p:nvSpPr>
        <p:spPr>
          <a:xfrm>
            <a:off x="1263172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04390" y="303204"/>
                </a:moveTo>
                <a:cubicBezTo>
                  <a:pt x="81942" y="280104"/>
                  <a:pt x="70729" y="251346"/>
                  <a:pt x="70729" y="216919"/>
                </a:cubicBezTo>
                <a:cubicBezTo>
                  <a:pt x="70729" y="201362"/>
                  <a:pt x="74284" y="185806"/>
                  <a:pt x="81416" y="170250"/>
                </a:cubicBezTo>
                <a:cubicBezTo>
                  <a:pt x="88537" y="154682"/>
                  <a:pt x="97429" y="139743"/>
                  <a:pt x="108094" y="125421"/>
                </a:cubicBezTo>
                <a:cubicBezTo>
                  <a:pt x="118746" y="111088"/>
                  <a:pt x="130245" y="97658"/>
                  <a:pt x="142589" y="85142"/>
                </a:cubicBezTo>
                <a:cubicBezTo>
                  <a:pt x="154945" y="72626"/>
                  <a:pt x="166444" y="61551"/>
                  <a:pt x="177085" y="51938"/>
                </a:cubicBezTo>
                <a:cubicBezTo>
                  <a:pt x="178811" y="50475"/>
                  <a:pt x="180628" y="49366"/>
                  <a:pt x="182549" y="48600"/>
                </a:cubicBezTo>
                <a:cubicBezTo>
                  <a:pt x="184457" y="47846"/>
                  <a:pt x="186469" y="47469"/>
                  <a:pt x="188595" y="47469"/>
                </a:cubicBezTo>
                <a:cubicBezTo>
                  <a:pt x="190721" y="47469"/>
                  <a:pt x="192733" y="47846"/>
                  <a:pt x="194641" y="48600"/>
                </a:cubicBezTo>
                <a:cubicBezTo>
                  <a:pt x="196562" y="49366"/>
                  <a:pt x="198379" y="50475"/>
                  <a:pt x="200105" y="51938"/>
                </a:cubicBezTo>
                <a:cubicBezTo>
                  <a:pt x="210769" y="61551"/>
                  <a:pt x="222268" y="72626"/>
                  <a:pt x="234601" y="85142"/>
                </a:cubicBezTo>
                <a:cubicBezTo>
                  <a:pt x="246945" y="97658"/>
                  <a:pt x="258444" y="111088"/>
                  <a:pt x="269096" y="125421"/>
                </a:cubicBezTo>
                <a:cubicBezTo>
                  <a:pt x="279761" y="139743"/>
                  <a:pt x="288653" y="154682"/>
                  <a:pt x="295774" y="170250"/>
                </a:cubicBezTo>
                <a:cubicBezTo>
                  <a:pt x="302906" y="185783"/>
                  <a:pt x="306473" y="201339"/>
                  <a:pt x="306473" y="216919"/>
                </a:cubicBezTo>
                <a:cubicBezTo>
                  <a:pt x="306473" y="251346"/>
                  <a:pt x="295225" y="280115"/>
                  <a:pt x="272754" y="303249"/>
                </a:cubicBezTo>
                <a:cubicBezTo>
                  <a:pt x="250283" y="326349"/>
                  <a:pt x="222211" y="337905"/>
                  <a:pt x="188561" y="337905"/>
                </a:cubicBezTo>
                <a:cubicBezTo>
                  <a:pt x="154899" y="337905"/>
                  <a:pt x="126839" y="326338"/>
                  <a:pt x="104390" y="303204"/>
                </a:cubicBezTo>
                <a:close/>
                <a:moveTo>
                  <a:pt x="260147" y="290596"/>
                </a:moveTo>
                <a:cubicBezTo>
                  <a:pt x="279132" y="270948"/>
                  <a:pt x="288630" y="246362"/>
                  <a:pt x="288630" y="216850"/>
                </a:cubicBezTo>
                <a:cubicBezTo>
                  <a:pt x="288630" y="196550"/>
                  <a:pt x="280115" y="173530"/>
                  <a:pt x="263096" y="147813"/>
                </a:cubicBezTo>
                <a:cubicBezTo>
                  <a:pt x="246065" y="122084"/>
                  <a:pt x="221216" y="94663"/>
                  <a:pt x="188561" y="65540"/>
                </a:cubicBezTo>
                <a:cubicBezTo>
                  <a:pt x="155894" y="94663"/>
                  <a:pt x="131045" y="122084"/>
                  <a:pt x="114026" y="147813"/>
                </a:cubicBezTo>
                <a:cubicBezTo>
                  <a:pt x="96995" y="173530"/>
                  <a:pt x="88480" y="196550"/>
                  <a:pt x="88480" y="216850"/>
                </a:cubicBezTo>
                <a:cubicBezTo>
                  <a:pt x="88480" y="246362"/>
                  <a:pt x="97978" y="270948"/>
                  <a:pt x="116963" y="290596"/>
                </a:cubicBezTo>
                <a:cubicBezTo>
                  <a:pt x="135960" y="310244"/>
                  <a:pt x="159826" y="320063"/>
                  <a:pt x="188561" y="320063"/>
                </a:cubicBezTo>
                <a:cubicBezTo>
                  <a:pt x="217296" y="320063"/>
                  <a:pt x="241150" y="310244"/>
                  <a:pt x="260147" y="290596"/>
                </a:cubicBezTo>
                <a:close/>
                <a:moveTo>
                  <a:pt x="188595" y="189818"/>
                </a:moveTo>
                <a:close/>
                <a:moveTo>
                  <a:pt x="188949" y="293968"/>
                </a:moveTo>
                <a:cubicBezTo>
                  <a:pt x="192435" y="293865"/>
                  <a:pt x="195087" y="293214"/>
                  <a:pt x="196927" y="292014"/>
                </a:cubicBezTo>
                <a:cubicBezTo>
                  <a:pt x="198756" y="290802"/>
                  <a:pt x="199671" y="289019"/>
                  <a:pt x="199671" y="286664"/>
                </a:cubicBezTo>
                <a:cubicBezTo>
                  <a:pt x="199671" y="284310"/>
                  <a:pt x="198745" y="282515"/>
                  <a:pt x="196882" y="281281"/>
                </a:cubicBezTo>
                <a:cubicBezTo>
                  <a:pt x="195030" y="280046"/>
                  <a:pt x="192298" y="279441"/>
                  <a:pt x="188709" y="279441"/>
                </a:cubicBezTo>
                <a:cubicBezTo>
                  <a:pt x="177817" y="279646"/>
                  <a:pt x="166261" y="276126"/>
                  <a:pt x="154054" y="268868"/>
                </a:cubicBezTo>
                <a:cubicBezTo>
                  <a:pt x="141858" y="261610"/>
                  <a:pt x="134177" y="249208"/>
                  <a:pt x="131034" y="231663"/>
                </a:cubicBezTo>
                <a:cubicBezTo>
                  <a:pt x="130611" y="229297"/>
                  <a:pt x="129662" y="227503"/>
                  <a:pt x="128165" y="226280"/>
                </a:cubicBezTo>
                <a:cubicBezTo>
                  <a:pt x="126679" y="225045"/>
                  <a:pt x="125033" y="224428"/>
                  <a:pt x="123250" y="224428"/>
                </a:cubicBezTo>
                <a:cubicBezTo>
                  <a:pt x="120975" y="224428"/>
                  <a:pt x="119181" y="225320"/>
                  <a:pt x="117866" y="227103"/>
                </a:cubicBezTo>
                <a:cubicBezTo>
                  <a:pt x="116563" y="228886"/>
                  <a:pt x="116117" y="230955"/>
                  <a:pt x="116540" y="233309"/>
                </a:cubicBezTo>
                <a:cubicBezTo>
                  <a:pt x="120461" y="254923"/>
                  <a:pt x="129925" y="270445"/>
                  <a:pt x="144910" y="279909"/>
                </a:cubicBezTo>
                <a:cubicBezTo>
                  <a:pt x="159860" y="289385"/>
                  <a:pt x="174559" y="294082"/>
                  <a:pt x="188984" y="293968"/>
                </a:cubicBez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1245075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950" dirty="0"/>
          </a:p>
        </p:txBody>
      </p:sp>
      <p:sp>
        <p:nvSpPr>
          <p:cNvPr id="241" name="線條"/>
          <p:cNvSpPr/>
          <p:nvPr/>
        </p:nvSpPr>
        <p:spPr>
          <a:xfrm>
            <a:off x="685800" y="6023610"/>
            <a:ext cx="13868019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sp>
        <p:nvSpPr>
          <p:cNvPr id="242" name="小節"/>
          <p:cNvSpPr/>
          <p:nvPr/>
        </p:nvSpPr>
        <p:spPr>
          <a:xfrm>
            <a:off x="685800" y="609219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75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685800" y="6503670"/>
            <a:ext cx="2457450" cy="845820"/>
            <a:chOff x="685800" y="6503670"/>
            <a:chExt cx="2457450" cy="845820"/>
          </a:xfrm>
        </p:grpSpPr>
        <p:sp>
          <p:nvSpPr>
            <p:cNvPr id="243" name="流程方塊"/>
            <p:cNvSpPr/>
            <p:nvPr/>
          </p:nvSpPr>
          <p:spPr>
            <a:xfrm>
              <a:off x="685800" y="6503670"/>
              <a:ext cx="2457450" cy="84582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4" name="圖示 機台"/>
            <p:cNvSpPr/>
            <p:nvPr/>
          </p:nvSpPr>
          <p:spPr>
            <a:xfrm>
              <a:off x="84582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03110" y="385385"/>
                  </a:moveTo>
                  <a:cubicBezTo>
                    <a:pt x="98218" y="385385"/>
                    <a:pt x="94092" y="383694"/>
                    <a:pt x="90731" y="380333"/>
                  </a:cubicBezTo>
                  <a:cubicBezTo>
                    <a:pt x="87359" y="376973"/>
                    <a:pt x="85679" y="372835"/>
                    <a:pt x="85679" y="367955"/>
                  </a:cubicBezTo>
                  <a:cubicBezTo>
                    <a:pt x="85679" y="363063"/>
                    <a:pt x="87359" y="358936"/>
                    <a:pt x="90731" y="355564"/>
                  </a:cubicBezTo>
                  <a:cubicBezTo>
                    <a:pt x="94092" y="352204"/>
                    <a:pt x="98218" y="350524"/>
                    <a:pt x="103110" y="350524"/>
                  </a:cubicBezTo>
                  <a:lnTo>
                    <a:pt x="145070" y="350524"/>
                  </a:lnTo>
                  <a:lnTo>
                    <a:pt x="94732" y="180503"/>
                  </a:lnTo>
                  <a:cubicBezTo>
                    <a:pt x="85165" y="176113"/>
                    <a:pt x="77690" y="170147"/>
                    <a:pt x="72295" y="162592"/>
                  </a:cubicBezTo>
                  <a:cubicBezTo>
                    <a:pt x="66900" y="155037"/>
                    <a:pt x="64202" y="145207"/>
                    <a:pt x="64202" y="133114"/>
                  </a:cubicBezTo>
                  <a:cubicBezTo>
                    <a:pt x="64202" y="119169"/>
                    <a:pt x="69220" y="107191"/>
                    <a:pt x="79244" y="97155"/>
                  </a:cubicBezTo>
                  <a:cubicBezTo>
                    <a:pt x="89280" y="87119"/>
                    <a:pt x="101270" y="82102"/>
                    <a:pt x="115203" y="82102"/>
                  </a:cubicBezTo>
                  <a:cubicBezTo>
                    <a:pt x="128313" y="82102"/>
                    <a:pt x="139240" y="85805"/>
                    <a:pt x="147973" y="93200"/>
                  </a:cubicBezTo>
                  <a:cubicBezTo>
                    <a:pt x="156705" y="100595"/>
                    <a:pt x="162466" y="110300"/>
                    <a:pt x="165255" y="122301"/>
                  </a:cubicBezTo>
                  <a:lnTo>
                    <a:pt x="236795" y="122301"/>
                  </a:lnTo>
                  <a:lnTo>
                    <a:pt x="236795" y="91817"/>
                  </a:lnTo>
                  <a:cubicBezTo>
                    <a:pt x="236795" y="88868"/>
                    <a:pt x="237893" y="86331"/>
                    <a:pt x="240076" y="84205"/>
                  </a:cubicBezTo>
                  <a:cubicBezTo>
                    <a:pt x="242270" y="82079"/>
                    <a:pt x="244773" y="81004"/>
                    <a:pt x="247608" y="81004"/>
                  </a:cubicBezTo>
                  <a:cubicBezTo>
                    <a:pt x="250614" y="81004"/>
                    <a:pt x="253060" y="82170"/>
                    <a:pt x="254935" y="84491"/>
                  </a:cubicBezTo>
                  <a:cubicBezTo>
                    <a:pt x="256844" y="86799"/>
                    <a:pt x="257666" y="89474"/>
                    <a:pt x="257415" y="92492"/>
                  </a:cubicBezTo>
                  <a:lnTo>
                    <a:pt x="257415" y="95063"/>
                  </a:lnTo>
                  <a:lnTo>
                    <a:pt x="293511" y="60956"/>
                  </a:lnTo>
                  <a:cubicBezTo>
                    <a:pt x="295923" y="58544"/>
                    <a:pt x="298940" y="57001"/>
                    <a:pt x="302564" y="56338"/>
                  </a:cubicBezTo>
                  <a:cubicBezTo>
                    <a:pt x="306153" y="55676"/>
                    <a:pt x="309833" y="56224"/>
                    <a:pt x="313616" y="58007"/>
                  </a:cubicBezTo>
                  <a:lnTo>
                    <a:pt x="387386" y="93303"/>
                  </a:lnTo>
                  <a:cubicBezTo>
                    <a:pt x="389763" y="94503"/>
                    <a:pt x="391512" y="96298"/>
                    <a:pt x="392621" y="98675"/>
                  </a:cubicBezTo>
                  <a:cubicBezTo>
                    <a:pt x="393729" y="101064"/>
                    <a:pt x="393626" y="103579"/>
                    <a:pt x="392289" y="106253"/>
                  </a:cubicBezTo>
                  <a:cubicBezTo>
                    <a:pt x="390952" y="108825"/>
                    <a:pt x="389054" y="110368"/>
                    <a:pt x="386574" y="110871"/>
                  </a:cubicBezTo>
                  <a:cubicBezTo>
                    <a:pt x="384094" y="111374"/>
                    <a:pt x="381682" y="110962"/>
                    <a:pt x="379339" y="109637"/>
                  </a:cubicBezTo>
                  <a:lnTo>
                    <a:pt x="304941" y="73918"/>
                  </a:lnTo>
                  <a:lnTo>
                    <a:pt x="258467" y="119775"/>
                  </a:lnTo>
                  <a:lnTo>
                    <a:pt x="258467" y="145115"/>
                  </a:lnTo>
                  <a:lnTo>
                    <a:pt x="304895" y="191933"/>
                  </a:lnTo>
                  <a:lnTo>
                    <a:pt x="379282" y="155928"/>
                  </a:lnTo>
                  <a:cubicBezTo>
                    <a:pt x="381979" y="154591"/>
                    <a:pt x="384448" y="154225"/>
                    <a:pt x="386665" y="154831"/>
                  </a:cubicBezTo>
                  <a:cubicBezTo>
                    <a:pt x="388917" y="155437"/>
                    <a:pt x="390780" y="157025"/>
                    <a:pt x="392243" y="159597"/>
                  </a:cubicBezTo>
                  <a:cubicBezTo>
                    <a:pt x="393478" y="162295"/>
                    <a:pt x="393558" y="164912"/>
                    <a:pt x="392483" y="167449"/>
                  </a:cubicBezTo>
                  <a:cubicBezTo>
                    <a:pt x="391432" y="170021"/>
                    <a:pt x="389626" y="171976"/>
                    <a:pt x="387054" y="173313"/>
                  </a:cubicBezTo>
                  <a:lnTo>
                    <a:pt x="314897" y="207032"/>
                  </a:lnTo>
                  <a:cubicBezTo>
                    <a:pt x="310930" y="208998"/>
                    <a:pt x="307101" y="209866"/>
                    <a:pt x="303421" y="209649"/>
                  </a:cubicBezTo>
                  <a:cubicBezTo>
                    <a:pt x="299706" y="209420"/>
                    <a:pt x="296391" y="207912"/>
                    <a:pt x="293465" y="205123"/>
                  </a:cubicBezTo>
                  <a:lnTo>
                    <a:pt x="257369" y="171404"/>
                  </a:lnTo>
                  <a:lnTo>
                    <a:pt x="257369" y="173976"/>
                  </a:lnTo>
                  <a:cubicBezTo>
                    <a:pt x="257621" y="177817"/>
                    <a:pt x="256798" y="180685"/>
                    <a:pt x="254889" y="182594"/>
                  </a:cubicBezTo>
                  <a:cubicBezTo>
                    <a:pt x="252980" y="184503"/>
                    <a:pt x="250534" y="185452"/>
                    <a:pt x="247551" y="185452"/>
                  </a:cubicBezTo>
                  <a:cubicBezTo>
                    <a:pt x="244728" y="185452"/>
                    <a:pt x="242225" y="184354"/>
                    <a:pt x="240030" y="182171"/>
                  </a:cubicBezTo>
                  <a:cubicBezTo>
                    <a:pt x="237835" y="179977"/>
                    <a:pt x="236750" y="177462"/>
                    <a:pt x="236750" y="174639"/>
                  </a:cubicBezTo>
                  <a:lnTo>
                    <a:pt x="236750" y="143881"/>
                  </a:lnTo>
                  <a:lnTo>
                    <a:pt x="164501" y="143881"/>
                  </a:lnTo>
                  <a:cubicBezTo>
                    <a:pt x="164238" y="148167"/>
                    <a:pt x="162946" y="152545"/>
                    <a:pt x="160592" y="157025"/>
                  </a:cubicBezTo>
                  <a:cubicBezTo>
                    <a:pt x="158214" y="161460"/>
                    <a:pt x="155539" y="165026"/>
                    <a:pt x="152591" y="167690"/>
                  </a:cubicBezTo>
                  <a:lnTo>
                    <a:pt x="248180" y="350524"/>
                  </a:lnTo>
                  <a:lnTo>
                    <a:pt x="306370" y="350524"/>
                  </a:lnTo>
                  <a:cubicBezTo>
                    <a:pt x="311262" y="350524"/>
                    <a:pt x="315388" y="352204"/>
                    <a:pt x="318760" y="355564"/>
                  </a:cubicBezTo>
                  <a:cubicBezTo>
                    <a:pt x="322120" y="358936"/>
                    <a:pt x="323800" y="363063"/>
                    <a:pt x="323800" y="367955"/>
                  </a:cubicBezTo>
                  <a:cubicBezTo>
                    <a:pt x="323800" y="372835"/>
                    <a:pt x="322120" y="376973"/>
                    <a:pt x="318760" y="380333"/>
                  </a:cubicBezTo>
                  <a:cubicBezTo>
                    <a:pt x="315388" y="383694"/>
                    <a:pt x="311262" y="385385"/>
                    <a:pt x="306370" y="385385"/>
                  </a:cubicBezTo>
                  <a:lnTo>
                    <a:pt x="103110" y="385385"/>
                  </a:lnTo>
                  <a:close/>
                  <a:moveTo>
                    <a:pt x="136108" y="153974"/>
                  </a:moveTo>
                  <a:cubicBezTo>
                    <a:pt x="141801" y="148293"/>
                    <a:pt x="144635" y="141321"/>
                    <a:pt x="144635" y="133068"/>
                  </a:cubicBezTo>
                  <a:cubicBezTo>
                    <a:pt x="144635" y="124713"/>
                    <a:pt x="141801" y="117729"/>
                    <a:pt x="136108" y="112105"/>
                  </a:cubicBezTo>
                  <a:cubicBezTo>
                    <a:pt x="130428" y="106493"/>
                    <a:pt x="123444" y="103682"/>
                    <a:pt x="115157" y="103682"/>
                  </a:cubicBezTo>
                  <a:cubicBezTo>
                    <a:pt x="106871" y="103682"/>
                    <a:pt x="99898" y="106493"/>
                    <a:pt x="94252" y="112105"/>
                  </a:cubicBezTo>
                  <a:cubicBezTo>
                    <a:pt x="88628" y="117729"/>
                    <a:pt x="85816" y="124713"/>
                    <a:pt x="85816" y="133068"/>
                  </a:cubicBezTo>
                  <a:cubicBezTo>
                    <a:pt x="85816" y="141286"/>
                    <a:pt x="88628" y="148259"/>
                    <a:pt x="94252" y="153974"/>
                  </a:cubicBezTo>
                  <a:cubicBezTo>
                    <a:pt x="99875" y="159654"/>
                    <a:pt x="106836" y="162500"/>
                    <a:pt x="115157" y="162500"/>
                  </a:cubicBezTo>
                  <a:cubicBezTo>
                    <a:pt x="123444" y="162500"/>
                    <a:pt x="130428" y="159654"/>
                    <a:pt x="136108" y="153974"/>
                  </a:cubicBezTo>
                  <a:close/>
                  <a:moveTo>
                    <a:pt x="168970" y="350524"/>
                  </a:moveTo>
                  <a:lnTo>
                    <a:pt x="223982" y="350524"/>
                  </a:lnTo>
                  <a:lnTo>
                    <a:pt x="133971" y="177737"/>
                  </a:lnTo>
                  <a:cubicBezTo>
                    <a:pt x="132417" y="178719"/>
                    <a:pt x="129971" y="179657"/>
                    <a:pt x="126633" y="180548"/>
                  </a:cubicBezTo>
                  <a:cubicBezTo>
                    <a:pt x="123307" y="181440"/>
                    <a:pt x="120461" y="181908"/>
                    <a:pt x="118106" y="181977"/>
                  </a:cubicBezTo>
                  <a:lnTo>
                    <a:pt x="168970" y="350524"/>
                  </a:lnTo>
                  <a:close/>
                  <a:moveTo>
                    <a:pt x="223982" y="350524"/>
                  </a:move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文字"/>
            <p:cNvSpPr/>
            <p:nvPr/>
          </p:nvSpPr>
          <p:spPr>
            <a:xfrm>
              <a:off x="1440180" y="6503670"/>
              <a:ext cx="161163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75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3326130" y="6503670"/>
            <a:ext cx="2434590" cy="845820"/>
            <a:chOff x="3326130" y="6503670"/>
            <a:chExt cx="2434590" cy="845820"/>
          </a:xfrm>
        </p:grpSpPr>
        <p:sp>
          <p:nvSpPr>
            <p:cNvPr id="246" name="圖示底圓"/>
            <p:cNvSpPr/>
            <p:nvPr/>
          </p:nvSpPr>
          <p:spPr>
            <a:xfrm>
              <a:off x="3326130" y="6606540"/>
              <a:ext cx="640080" cy="640080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圖示 檢測"/>
            <p:cNvSpPr/>
            <p:nvPr/>
          </p:nvSpPr>
          <p:spPr>
            <a:xfrm>
              <a:off x="3326130" y="660654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36991" y="337071"/>
                  </a:moveTo>
                  <a:cubicBezTo>
                    <a:pt x="344980" y="329104"/>
                    <a:pt x="348981" y="319320"/>
                    <a:pt x="348981" y="307718"/>
                  </a:cubicBezTo>
                  <a:cubicBezTo>
                    <a:pt x="348981" y="296094"/>
                    <a:pt x="345003" y="286276"/>
                    <a:pt x="337071" y="278286"/>
                  </a:cubicBezTo>
                  <a:cubicBezTo>
                    <a:pt x="329104" y="270297"/>
                    <a:pt x="319320" y="266296"/>
                    <a:pt x="307718" y="266296"/>
                  </a:cubicBezTo>
                  <a:cubicBezTo>
                    <a:pt x="296094" y="266296"/>
                    <a:pt x="286276" y="270274"/>
                    <a:pt x="278286" y="278206"/>
                  </a:cubicBezTo>
                  <a:cubicBezTo>
                    <a:pt x="270297" y="286173"/>
                    <a:pt x="266296" y="295957"/>
                    <a:pt x="266296" y="307558"/>
                  </a:cubicBezTo>
                  <a:cubicBezTo>
                    <a:pt x="266296" y="319183"/>
                    <a:pt x="270274" y="329001"/>
                    <a:pt x="278206" y="336991"/>
                  </a:cubicBezTo>
                  <a:cubicBezTo>
                    <a:pt x="286173" y="344980"/>
                    <a:pt x="295957" y="348981"/>
                    <a:pt x="307558" y="348981"/>
                  </a:cubicBezTo>
                  <a:cubicBezTo>
                    <a:pt x="319183" y="348981"/>
                    <a:pt x="329001" y="345003"/>
                    <a:pt x="336991" y="337071"/>
                  </a:cubicBezTo>
                  <a:close/>
                  <a:moveTo>
                    <a:pt x="307844" y="373784"/>
                  </a:moveTo>
                  <a:cubicBezTo>
                    <a:pt x="289522" y="373784"/>
                    <a:pt x="273874" y="367303"/>
                    <a:pt x="260924" y="354353"/>
                  </a:cubicBezTo>
                  <a:cubicBezTo>
                    <a:pt x="247974" y="341403"/>
                    <a:pt x="241493" y="325824"/>
                    <a:pt x="241493" y="307638"/>
                  </a:cubicBezTo>
                  <a:cubicBezTo>
                    <a:pt x="241493" y="289453"/>
                    <a:pt x="247974" y="273874"/>
                    <a:pt x="260924" y="260924"/>
                  </a:cubicBezTo>
                  <a:cubicBezTo>
                    <a:pt x="273874" y="247974"/>
                    <a:pt x="289453" y="241493"/>
                    <a:pt x="307638" y="241493"/>
                  </a:cubicBezTo>
                  <a:cubicBezTo>
                    <a:pt x="325824" y="241493"/>
                    <a:pt x="341403" y="247974"/>
                    <a:pt x="354353" y="260924"/>
                  </a:cubicBezTo>
                  <a:cubicBezTo>
                    <a:pt x="367303" y="273874"/>
                    <a:pt x="373784" y="289522"/>
                    <a:pt x="373784" y="307844"/>
                  </a:cubicBezTo>
                  <a:cubicBezTo>
                    <a:pt x="373784" y="313765"/>
                    <a:pt x="372744" y="319834"/>
                    <a:pt x="370675" y="326029"/>
                  </a:cubicBezTo>
                  <a:cubicBezTo>
                    <a:pt x="368618" y="332236"/>
                    <a:pt x="365646" y="338362"/>
                    <a:pt x="361794" y="344432"/>
                  </a:cubicBezTo>
                  <a:lnTo>
                    <a:pt x="396518" y="379156"/>
                  </a:lnTo>
                  <a:cubicBezTo>
                    <a:pt x="398998" y="381636"/>
                    <a:pt x="400164" y="384528"/>
                    <a:pt x="400027" y="387831"/>
                  </a:cubicBezTo>
                  <a:cubicBezTo>
                    <a:pt x="399890" y="391146"/>
                    <a:pt x="398587" y="394095"/>
                    <a:pt x="396107" y="396678"/>
                  </a:cubicBezTo>
                  <a:cubicBezTo>
                    <a:pt x="393626" y="399056"/>
                    <a:pt x="390735" y="400233"/>
                    <a:pt x="387420" y="400233"/>
                  </a:cubicBezTo>
                  <a:cubicBezTo>
                    <a:pt x="384117" y="400233"/>
                    <a:pt x="381225" y="398998"/>
                    <a:pt x="378744" y="396518"/>
                  </a:cubicBezTo>
                  <a:lnTo>
                    <a:pt x="344432" y="362205"/>
                  </a:lnTo>
                  <a:cubicBezTo>
                    <a:pt x="338362" y="366069"/>
                    <a:pt x="332236" y="368960"/>
                    <a:pt x="326029" y="370892"/>
                  </a:cubicBezTo>
                  <a:cubicBezTo>
                    <a:pt x="319834" y="372812"/>
                    <a:pt x="313765" y="373784"/>
                    <a:pt x="307844" y="373784"/>
                  </a:cubicBezTo>
                  <a:close/>
                  <a:moveTo>
                    <a:pt x="196025" y="468859"/>
                  </a:moveTo>
                  <a:cubicBezTo>
                    <a:pt x="189407" y="468859"/>
                    <a:pt x="183623" y="466378"/>
                    <a:pt x="178662" y="461418"/>
                  </a:cubicBezTo>
                  <a:cubicBezTo>
                    <a:pt x="173702" y="456457"/>
                    <a:pt x="171221" y="450673"/>
                    <a:pt x="171221" y="444056"/>
                  </a:cubicBezTo>
                  <a:lnTo>
                    <a:pt x="171221" y="385351"/>
                  </a:lnTo>
                  <a:cubicBezTo>
                    <a:pt x="171221" y="381831"/>
                    <a:pt x="172422" y="378882"/>
                    <a:pt x="174822" y="376504"/>
                  </a:cubicBezTo>
                  <a:cubicBezTo>
                    <a:pt x="177211" y="374138"/>
                    <a:pt x="180183" y="372949"/>
                    <a:pt x="183703" y="372949"/>
                  </a:cubicBezTo>
                  <a:cubicBezTo>
                    <a:pt x="187235" y="372949"/>
                    <a:pt x="190172" y="374138"/>
                    <a:pt x="192515" y="376504"/>
                  </a:cubicBezTo>
                  <a:cubicBezTo>
                    <a:pt x="194859" y="378882"/>
                    <a:pt x="196025" y="381831"/>
                    <a:pt x="196025" y="385351"/>
                  </a:cubicBezTo>
                  <a:lnTo>
                    <a:pt x="196025" y="444056"/>
                  </a:lnTo>
                  <a:lnTo>
                    <a:pt x="254729" y="444056"/>
                  </a:lnTo>
                  <a:cubicBezTo>
                    <a:pt x="258249" y="444056"/>
                    <a:pt x="261198" y="445256"/>
                    <a:pt x="263576" y="447656"/>
                  </a:cubicBezTo>
                  <a:cubicBezTo>
                    <a:pt x="265942" y="450045"/>
                    <a:pt x="267131" y="453017"/>
                    <a:pt x="267131" y="456537"/>
                  </a:cubicBezTo>
                  <a:cubicBezTo>
                    <a:pt x="267131" y="460069"/>
                    <a:pt x="265942" y="463006"/>
                    <a:pt x="263576" y="465350"/>
                  </a:cubicBezTo>
                  <a:cubicBezTo>
                    <a:pt x="261198" y="467693"/>
                    <a:pt x="258249" y="468859"/>
                    <a:pt x="254729" y="468859"/>
                  </a:cubicBezTo>
                  <a:lnTo>
                    <a:pt x="196025" y="468859"/>
                  </a:lnTo>
                  <a:close/>
                  <a:moveTo>
                    <a:pt x="444056" y="468859"/>
                  </a:moveTo>
                  <a:lnTo>
                    <a:pt x="385351" y="468859"/>
                  </a:lnTo>
                  <a:cubicBezTo>
                    <a:pt x="381831" y="468859"/>
                    <a:pt x="378882" y="467658"/>
                    <a:pt x="376504" y="465258"/>
                  </a:cubicBezTo>
                  <a:cubicBezTo>
                    <a:pt x="374138" y="462869"/>
                    <a:pt x="372949" y="459897"/>
                    <a:pt x="372949" y="456377"/>
                  </a:cubicBezTo>
                  <a:cubicBezTo>
                    <a:pt x="372949" y="452845"/>
                    <a:pt x="374138" y="449908"/>
                    <a:pt x="376504" y="447565"/>
                  </a:cubicBezTo>
                  <a:cubicBezTo>
                    <a:pt x="378882" y="445221"/>
                    <a:pt x="381831" y="444056"/>
                    <a:pt x="385351" y="444056"/>
                  </a:cubicBezTo>
                  <a:lnTo>
                    <a:pt x="444056" y="444056"/>
                  </a:lnTo>
                  <a:lnTo>
                    <a:pt x="444056" y="385351"/>
                  </a:lnTo>
                  <a:cubicBezTo>
                    <a:pt x="444056" y="381831"/>
                    <a:pt x="445256" y="378882"/>
                    <a:pt x="447656" y="376504"/>
                  </a:cubicBezTo>
                  <a:cubicBezTo>
                    <a:pt x="450045" y="374138"/>
                    <a:pt x="453017" y="372949"/>
                    <a:pt x="456537" y="372949"/>
                  </a:cubicBezTo>
                  <a:cubicBezTo>
                    <a:pt x="460069" y="372949"/>
                    <a:pt x="463006" y="374138"/>
                    <a:pt x="465350" y="376504"/>
                  </a:cubicBezTo>
                  <a:cubicBezTo>
                    <a:pt x="467693" y="378882"/>
                    <a:pt x="468859" y="381831"/>
                    <a:pt x="468859" y="385351"/>
                  </a:cubicBezTo>
                  <a:lnTo>
                    <a:pt x="468859" y="444056"/>
                  </a:lnTo>
                  <a:cubicBezTo>
                    <a:pt x="468859" y="450673"/>
                    <a:pt x="466378" y="456457"/>
                    <a:pt x="461418" y="461418"/>
                  </a:cubicBezTo>
                  <a:cubicBezTo>
                    <a:pt x="456457" y="466378"/>
                    <a:pt x="450673" y="468859"/>
                    <a:pt x="444056" y="468859"/>
                  </a:cubicBezTo>
                  <a:close/>
                  <a:moveTo>
                    <a:pt x="171221" y="254729"/>
                  </a:moveTo>
                  <a:lnTo>
                    <a:pt x="171221" y="196025"/>
                  </a:lnTo>
                  <a:cubicBezTo>
                    <a:pt x="171221" y="189407"/>
                    <a:pt x="173702" y="183623"/>
                    <a:pt x="178662" y="178662"/>
                  </a:cubicBezTo>
                  <a:cubicBezTo>
                    <a:pt x="183623" y="173702"/>
                    <a:pt x="189407" y="171221"/>
                    <a:pt x="196025" y="171221"/>
                  </a:cubicBezTo>
                  <a:lnTo>
                    <a:pt x="254729" y="171221"/>
                  </a:lnTo>
                  <a:cubicBezTo>
                    <a:pt x="258249" y="171221"/>
                    <a:pt x="261198" y="172422"/>
                    <a:pt x="263576" y="174822"/>
                  </a:cubicBezTo>
                  <a:cubicBezTo>
                    <a:pt x="265942" y="177211"/>
                    <a:pt x="267131" y="180183"/>
                    <a:pt x="267131" y="183703"/>
                  </a:cubicBezTo>
                  <a:cubicBezTo>
                    <a:pt x="267131" y="187235"/>
                    <a:pt x="265942" y="190172"/>
                    <a:pt x="263576" y="192515"/>
                  </a:cubicBezTo>
                  <a:cubicBezTo>
                    <a:pt x="261198" y="194859"/>
                    <a:pt x="258249" y="196025"/>
                    <a:pt x="254729" y="196025"/>
                  </a:cubicBezTo>
                  <a:lnTo>
                    <a:pt x="196025" y="196025"/>
                  </a:lnTo>
                  <a:lnTo>
                    <a:pt x="196025" y="254729"/>
                  </a:lnTo>
                  <a:cubicBezTo>
                    <a:pt x="196025" y="258249"/>
                    <a:pt x="194824" y="261198"/>
                    <a:pt x="192424" y="263576"/>
                  </a:cubicBezTo>
                  <a:cubicBezTo>
                    <a:pt x="190035" y="265942"/>
                    <a:pt x="187063" y="267131"/>
                    <a:pt x="183543" y="267131"/>
                  </a:cubicBezTo>
                  <a:cubicBezTo>
                    <a:pt x="180011" y="267131"/>
                    <a:pt x="177074" y="265942"/>
                    <a:pt x="174730" y="263576"/>
                  </a:cubicBezTo>
                  <a:cubicBezTo>
                    <a:pt x="172387" y="261198"/>
                    <a:pt x="171221" y="258249"/>
                    <a:pt x="171221" y="254729"/>
                  </a:cubicBezTo>
                  <a:close/>
                  <a:moveTo>
                    <a:pt x="444056" y="254729"/>
                  </a:moveTo>
                  <a:lnTo>
                    <a:pt x="444056" y="196025"/>
                  </a:lnTo>
                  <a:lnTo>
                    <a:pt x="385351" y="196025"/>
                  </a:lnTo>
                  <a:cubicBezTo>
                    <a:pt x="381831" y="196025"/>
                    <a:pt x="378882" y="194824"/>
                    <a:pt x="376504" y="192424"/>
                  </a:cubicBezTo>
                  <a:cubicBezTo>
                    <a:pt x="374138" y="190035"/>
                    <a:pt x="372949" y="187063"/>
                    <a:pt x="372949" y="183543"/>
                  </a:cubicBezTo>
                  <a:cubicBezTo>
                    <a:pt x="372949" y="180011"/>
                    <a:pt x="374138" y="177074"/>
                    <a:pt x="376504" y="174730"/>
                  </a:cubicBezTo>
                  <a:cubicBezTo>
                    <a:pt x="378882" y="172387"/>
                    <a:pt x="381831" y="171221"/>
                    <a:pt x="385351" y="171221"/>
                  </a:cubicBezTo>
                  <a:lnTo>
                    <a:pt x="444056" y="171221"/>
                  </a:lnTo>
                  <a:cubicBezTo>
                    <a:pt x="450673" y="171221"/>
                    <a:pt x="456457" y="173702"/>
                    <a:pt x="461418" y="178662"/>
                  </a:cubicBezTo>
                  <a:cubicBezTo>
                    <a:pt x="466378" y="183623"/>
                    <a:pt x="468859" y="189407"/>
                    <a:pt x="468859" y="196025"/>
                  </a:cubicBezTo>
                  <a:lnTo>
                    <a:pt x="468859" y="254729"/>
                  </a:lnTo>
                  <a:cubicBezTo>
                    <a:pt x="468859" y="258249"/>
                    <a:pt x="467658" y="261198"/>
                    <a:pt x="465258" y="263576"/>
                  </a:cubicBezTo>
                  <a:cubicBezTo>
                    <a:pt x="462869" y="265942"/>
                    <a:pt x="459897" y="267131"/>
                    <a:pt x="456377" y="267131"/>
                  </a:cubicBezTo>
                  <a:cubicBezTo>
                    <a:pt x="452845" y="267131"/>
                    <a:pt x="449908" y="265942"/>
                    <a:pt x="447565" y="263576"/>
                  </a:cubicBezTo>
                  <a:cubicBezTo>
                    <a:pt x="445221" y="261198"/>
                    <a:pt x="444056" y="258249"/>
                    <a:pt x="444056" y="254729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文字"/>
            <p:cNvSpPr/>
            <p:nvPr/>
          </p:nvSpPr>
          <p:spPr>
            <a:xfrm>
              <a:off x="4103370" y="6503670"/>
              <a:ext cx="165735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75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5966460" y="6503670"/>
            <a:ext cx="2628900" cy="845820"/>
            <a:chOff x="5966460" y="6503670"/>
            <a:chExt cx="2628900" cy="845820"/>
          </a:xfrm>
        </p:grpSpPr>
        <p:sp>
          <p:nvSpPr>
            <p:cNvPr id="249" name="卡片"/>
            <p:cNvSpPr/>
            <p:nvPr/>
          </p:nvSpPr>
          <p:spPr>
            <a:xfrm>
              <a:off x="5966460" y="6503670"/>
              <a:ext cx="2628900" cy="84582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圖示底圓"/>
            <p:cNvSpPr/>
            <p:nvPr/>
          </p:nvSpPr>
          <p:spPr>
            <a:xfrm>
              <a:off x="6126480" y="6663690"/>
              <a:ext cx="525780" cy="525780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圖示 AI"/>
            <p:cNvSpPr/>
            <p:nvPr/>
          </p:nvSpPr>
          <p:spPr>
            <a:xfrm>
              <a:off x="6126480" y="666369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80">
                  <a:moveTo>
                    <a:pt x="230635" y="385134"/>
                  </a:moveTo>
                  <a:cubicBezTo>
                    <a:pt x="219090" y="385134"/>
                    <a:pt x="209295" y="380836"/>
                    <a:pt x="201259" y="372229"/>
                  </a:cubicBezTo>
                  <a:cubicBezTo>
                    <a:pt x="193224" y="363623"/>
                    <a:pt x="188641" y="353896"/>
                    <a:pt x="187509" y="343026"/>
                  </a:cubicBezTo>
                  <a:cubicBezTo>
                    <a:pt x="174147" y="341894"/>
                    <a:pt x="163003" y="336293"/>
                    <a:pt x="154054" y="326224"/>
                  </a:cubicBezTo>
                  <a:cubicBezTo>
                    <a:pt x="145115" y="316142"/>
                    <a:pt x="140646" y="303867"/>
                    <a:pt x="140646" y="289373"/>
                  </a:cubicBezTo>
                  <a:cubicBezTo>
                    <a:pt x="140646" y="284401"/>
                    <a:pt x="141263" y="279589"/>
                    <a:pt x="142509" y="274949"/>
                  </a:cubicBezTo>
                  <a:cubicBezTo>
                    <a:pt x="143755" y="270308"/>
                    <a:pt x="145630" y="265828"/>
                    <a:pt x="148121" y="261530"/>
                  </a:cubicBezTo>
                  <a:cubicBezTo>
                    <a:pt x="145630" y="257461"/>
                    <a:pt x="143755" y="253152"/>
                    <a:pt x="142509" y="248625"/>
                  </a:cubicBezTo>
                  <a:cubicBezTo>
                    <a:pt x="141263" y="244099"/>
                    <a:pt x="140646" y="239230"/>
                    <a:pt x="140646" y="234029"/>
                  </a:cubicBezTo>
                  <a:cubicBezTo>
                    <a:pt x="140646" y="220439"/>
                    <a:pt x="145344" y="208780"/>
                    <a:pt x="154739" y="199053"/>
                  </a:cubicBezTo>
                  <a:cubicBezTo>
                    <a:pt x="164135" y="189315"/>
                    <a:pt x="175279" y="183657"/>
                    <a:pt x="188184" y="182068"/>
                  </a:cubicBezTo>
                  <a:cubicBezTo>
                    <a:pt x="188641" y="170524"/>
                    <a:pt x="192996" y="160740"/>
                    <a:pt x="201259" y="152705"/>
                  </a:cubicBezTo>
                  <a:cubicBezTo>
                    <a:pt x="209523" y="144670"/>
                    <a:pt x="219422" y="140646"/>
                    <a:pt x="230966" y="140646"/>
                  </a:cubicBezTo>
                  <a:cubicBezTo>
                    <a:pt x="237538" y="140646"/>
                    <a:pt x="243368" y="141835"/>
                    <a:pt x="248454" y="144212"/>
                  </a:cubicBezTo>
                  <a:cubicBezTo>
                    <a:pt x="253552" y="146590"/>
                    <a:pt x="258364" y="150042"/>
                    <a:pt x="262890" y="154568"/>
                  </a:cubicBezTo>
                  <a:cubicBezTo>
                    <a:pt x="267416" y="150042"/>
                    <a:pt x="272171" y="146590"/>
                    <a:pt x="277155" y="144212"/>
                  </a:cubicBezTo>
                  <a:cubicBezTo>
                    <a:pt x="282127" y="141835"/>
                    <a:pt x="287910" y="140646"/>
                    <a:pt x="294471" y="140646"/>
                  </a:cubicBezTo>
                  <a:cubicBezTo>
                    <a:pt x="305787" y="140646"/>
                    <a:pt x="315525" y="144670"/>
                    <a:pt x="323675" y="152705"/>
                  </a:cubicBezTo>
                  <a:cubicBezTo>
                    <a:pt x="331824" y="160740"/>
                    <a:pt x="336236" y="170524"/>
                    <a:pt x="336911" y="182068"/>
                  </a:cubicBezTo>
                  <a:cubicBezTo>
                    <a:pt x="350044" y="183200"/>
                    <a:pt x="361359" y="188698"/>
                    <a:pt x="370869" y="198539"/>
                  </a:cubicBezTo>
                  <a:cubicBezTo>
                    <a:pt x="380379" y="208392"/>
                    <a:pt x="385134" y="220222"/>
                    <a:pt x="385134" y="234029"/>
                  </a:cubicBezTo>
                  <a:cubicBezTo>
                    <a:pt x="385134" y="239230"/>
                    <a:pt x="384459" y="244156"/>
                    <a:pt x="383099" y="248797"/>
                  </a:cubicBezTo>
                  <a:cubicBezTo>
                    <a:pt x="381739" y="253437"/>
                    <a:pt x="379819" y="257792"/>
                    <a:pt x="377327" y="261873"/>
                  </a:cubicBezTo>
                  <a:cubicBezTo>
                    <a:pt x="379819" y="266399"/>
                    <a:pt x="381739" y="271154"/>
                    <a:pt x="383099" y="276137"/>
                  </a:cubicBezTo>
                  <a:cubicBezTo>
                    <a:pt x="384459" y="281109"/>
                    <a:pt x="385134" y="285979"/>
                    <a:pt x="385134" y="290733"/>
                  </a:cubicBezTo>
                  <a:cubicBezTo>
                    <a:pt x="385134" y="305227"/>
                    <a:pt x="380665" y="317274"/>
                    <a:pt x="371726" y="326898"/>
                  </a:cubicBezTo>
                  <a:cubicBezTo>
                    <a:pt x="362777" y="336522"/>
                    <a:pt x="351633" y="341894"/>
                    <a:pt x="338271" y="343026"/>
                  </a:cubicBezTo>
                  <a:cubicBezTo>
                    <a:pt x="337139" y="353896"/>
                    <a:pt x="332499" y="363623"/>
                    <a:pt x="324349" y="372229"/>
                  </a:cubicBezTo>
                  <a:cubicBezTo>
                    <a:pt x="316200" y="380836"/>
                    <a:pt x="306473" y="385134"/>
                    <a:pt x="295145" y="385134"/>
                  </a:cubicBezTo>
                  <a:cubicBezTo>
                    <a:pt x="288356" y="385134"/>
                    <a:pt x="282470" y="384002"/>
                    <a:pt x="277486" y="381739"/>
                  </a:cubicBezTo>
                  <a:cubicBezTo>
                    <a:pt x="272514" y="379476"/>
                    <a:pt x="267645" y="376081"/>
                    <a:pt x="262890" y="371555"/>
                  </a:cubicBezTo>
                  <a:cubicBezTo>
                    <a:pt x="258135" y="376081"/>
                    <a:pt x="253266" y="379476"/>
                    <a:pt x="248294" y="381739"/>
                  </a:cubicBezTo>
                  <a:cubicBezTo>
                    <a:pt x="243310" y="384002"/>
                    <a:pt x="237424" y="385134"/>
                    <a:pt x="230635" y="385134"/>
                  </a:cubicBezTo>
                  <a:close/>
                  <a:moveTo>
                    <a:pt x="273074" y="181394"/>
                  </a:moveTo>
                  <a:lnTo>
                    <a:pt x="273074" y="344386"/>
                  </a:lnTo>
                  <a:cubicBezTo>
                    <a:pt x="273074" y="350044"/>
                    <a:pt x="275280" y="354856"/>
                    <a:pt x="279704" y="358822"/>
                  </a:cubicBezTo>
                  <a:cubicBezTo>
                    <a:pt x="284116" y="362777"/>
                    <a:pt x="289373" y="364766"/>
                    <a:pt x="295488" y="364766"/>
                  </a:cubicBezTo>
                  <a:cubicBezTo>
                    <a:pt x="301375" y="364766"/>
                    <a:pt x="306473" y="362160"/>
                    <a:pt x="310770" y="356947"/>
                  </a:cubicBezTo>
                  <a:cubicBezTo>
                    <a:pt x="315068" y="351747"/>
                    <a:pt x="317445" y="346420"/>
                    <a:pt x="317903" y="340991"/>
                  </a:cubicBezTo>
                  <a:cubicBezTo>
                    <a:pt x="312691" y="339174"/>
                    <a:pt x="307821" y="336751"/>
                    <a:pt x="303295" y="333687"/>
                  </a:cubicBezTo>
                  <a:cubicBezTo>
                    <a:pt x="298769" y="330636"/>
                    <a:pt x="294917" y="326841"/>
                    <a:pt x="291751" y="322315"/>
                  </a:cubicBezTo>
                  <a:cubicBezTo>
                    <a:pt x="289945" y="319823"/>
                    <a:pt x="289259" y="317274"/>
                    <a:pt x="289716" y="314679"/>
                  </a:cubicBezTo>
                  <a:cubicBezTo>
                    <a:pt x="290173" y="312073"/>
                    <a:pt x="291636" y="309867"/>
                    <a:pt x="294128" y="308050"/>
                  </a:cubicBezTo>
                  <a:cubicBezTo>
                    <a:pt x="296620" y="306244"/>
                    <a:pt x="299169" y="305558"/>
                    <a:pt x="301775" y="306015"/>
                  </a:cubicBezTo>
                  <a:cubicBezTo>
                    <a:pt x="304369" y="306473"/>
                    <a:pt x="306575" y="307936"/>
                    <a:pt x="308393" y="310427"/>
                  </a:cubicBezTo>
                  <a:cubicBezTo>
                    <a:pt x="311330" y="314508"/>
                    <a:pt x="314954" y="317617"/>
                    <a:pt x="319263" y="319766"/>
                  </a:cubicBezTo>
                  <a:cubicBezTo>
                    <a:pt x="323560" y="321915"/>
                    <a:pt x="328315" y="322989"/>
                    <a:pt x="333516" y="322989"/>
                  </a:cubicBezTo>
                  <a:cubicBezTo>
                    <a:pt x="342123" y="322989"/>
                    <a:pt x="349484" y="320051"/>
                    <a:pt x="355587" y="314165"/>
                  </a:cubicBezTo>
                  <a:cubicBezTo>
                    <a:pt x="361702" y="308279"/>
                    <a:pt x="364766" y="300472"/>
                    <a:pt x="364766" y="290733"/>
                  </a:cubicBezTo>
                  <a:cubicBezTo>
                    <a:pt x="364766" y="288699"/>
                    <a:pt x="364537" y="286607"/>
                    <a:pt x="364080" y="284447"/>
                  </a:cubicBezTo>
                  <a:cubicBezTo>
                    <a:pt x="363623" y="282298"/>
                    <a:pt x="363177" y="280092"/>
                    <a:pt x="362720" y="277829"/>
                  </a:cubicBezTo>
                  <a:cubicBezTo>
                    <a:pt x="358651" y="280778"/>
                    <a:pt x="354181" y="282984"/>
                    <a:pt x="349312" y="284447"/>
                  </a:cubicBezTo>
                  <a:cubicBezTo>
                    <a:pt x="344443" y="285921"/>
                    <a:pt x="339402" y="286664"/>
                    <a:pt x="334202" y="286664"/>
                  </a:cubicBezTo>
                  <a:cubicBezTo>
                    <a:pt x="331253" y="286664"/>
                    <a:pt x="328818" y="285693"/>
                    <a:pt x="326898" y="283773"/>
                  </a:cubicBezTo>
                  <a:cubicBezTo>
                    <a:pt x="324978" y="281852"/>
                    <a:pt x="324018" y="279418"/>
                    <a:pt x="324018" y="276469"/>
                  </a:cubicBezTo>
                  <a:cubicBezTo>
                    <a:pt x="324018" y="273531"/>
                    <a:pt x="324978" y="271097"/>
                    <a:pt x="326898" y="269177"/>
                  </a:cubicBezTo>
                  <a:cubicBezTo>
                    <a:pt x="328818" y="267245"/>
                    <a:pt x="331253" y="266285"/>
                    <a:pt x="334202" y="266285"/>
                  </a:cubicBezTo>
                  <a:cubicBezTo>
                    <a:pt x="342797" y="266285"/>
                    <a:pt x="350044" y="263119"/>
                    <a:pt x="355930" y="256775"/>
                  </a:cubicBezTo>
                  <a:cubicBezTo>
                    <a:pt x="361817" y="250443"/>
                    <a:pt x="364766" y="242853"/>
                    <a:pt x="364766" y="234029"/>
                  </a:cubicBezTo>
                  <a:cubicBezTo>
                    <a:pt x="364766" y="225422"/>
                    <a:pt x="361588" y="218073"/>
                    <a:pt x="355256" y="211958"/>
                  </a:cubicBezTo>
                  <a:cubicBezTo>
                    <a:pt x="348912" y="205843"/>
                    <a:pt x="341666" y="202562"/>
                    <a:pt x="333516" y="202105"/>
                  </a:cubicBezTo>
                  <a:cubicBezTo>
                    <a:pt x="331253" y="207546"/>
                    <a:pt x="328030" y="212347"/>
                    <a:pt x="323846" y="216541"/>
                  </a:cubicBezTo>
                  <a:cubicBezTo>
                    <a:pt x="319651" y="220725"/>
                    <a:pt x="314839" y="223845"/>
                    <a:pt x="309410" y="225880"/>
                  </a:cubicBezTo>
                  <a:cubicBezTo>
                    <a:pt x="306690" y="227011"/>
                    <a:pt x="304095" y="226954"/>
                    <a:pt x="301603" y="225708"/>
                  </a:cubicBezTo>
                  <a:cubicBezTo>
                    <a:pt x="299112" y="224462"/>
                    <a:pt x="297409" y="222485"/>
                    <a:pt x="296506" y="219765"/>
                  </a:cubicBezTo>
                  <a:cubicBezTo>
                    <a:pt x="295603" y="217044"/>
                    <a:pt x="295717" y="214393"/>
                    <a:pt x="296849" y="211786"/>
                  </a:cubicBezTo>
                  <a:cubicBezTo>
                    <a:pt x="297980" y="209180"/>
                    <a:pt x="299900" y="207432"/>
                    <a:pt x="302621" y="206517"/>
                  </a:cubicBezTo>
                  <a:cubicBezTo>
                    <a:pt x="306690" y="205169"/>
                    <a:pt x="310039" y="202448"/>
                    <a:pt x="312633" y="198368"/>
                  </a:cubicBezTo>
                  <a:cubicBezTo>
                    <a:pt x="315239" y="194299"/>
                    <a:pt x="316542" y="189658"/>
                    <a:pt x="316542" y="184446"/>
                  </a:cubicBezTo>
                  <a:cubicBezTo>
                    <a:pt x="316542" y="177885"/>
                    <a:pt x="314394" y="172342"/>
                    <a:pt x="310084" y="167815"/>
                  </a:cubicBezTo>
                  <a:cubicBezTo>
                    <a:pt x="305787" y="163289"/>
                    <a:pt x="300700" y="161026"/>
                    <a:pt x="294814" y="161026"/>
                  </a:cubicBezTo>
                  <a:cubicBezTo>
                    <a:pt x="288928" y="161026"/>
                    <a:pt x="283830" y="163003"/>
                    <a:pt x="279532" y="166958"/>
                  </a:cubicBezTo>
                  <a:cubicBezTo>
                    <a:pt x="275223" y="170924"/>
                    <a:pt x="273074" y="175736"/>
                    <a:pt x="273074" y="181394"/>
                  </a:cubicBezTo>
                  <a:close/>
                  <a:moveTo>
                    <a:pt x="252706" y="344386"/>
                  </a:moveTo>
                  <a:lnTo>
                    <a:pt x="252706" y="181394"/>
                  </a:lnTo>
                  <a:cubicBezTo>
                    <a:pt x="252706" y="175736"/>
                    <a:pt x="250614" y="170924"/>
                    <a:pt x="246419" y="166958"/>
                  </a:cubicBezTo>
                  <a:cubicBezTo>
                    <a:pt x="242236" y="163003"/>
                    <a:pt x="237081" y="161026"/>
                    <a:pt x="230966" y="161026"/>
                  </a:cubicBezTo>
                  <a:cubicBezTo>
                    <a:pt x="225080" y="161026"/>
                    <a:pt x="219936" y="163289"/>
                    <a:pt x="215524" y="167815"/>
                  </a:cubicBezTo>
                  <a:cubicBezTo>
                    <a:pt x="211101" y="172342"/>
                    <a:pt x="208895" y="177885"/>
                    <a:pt x="208895" y="184446"/>
                  </a:cubicBezTo>
                  <a:cubicBezTo>
                    <a:pt x="208895" y="189658"/>
                    <a:pt x="210141" y="194241"/>
                    <a:pt x="212632" y="198208"/>
                  </a:cubicBezTo>
                  <a:cubicBezTo>
                    <a:pt x="215124" y="202162"/>
                    <a:pt x="218404" y="204826"/>
                    <a:pt x="222485" y="206186"/>
                  </a:cubicBezTo>
                  <a:cubicBezTo>
                    <a:pt x="225194" y="207089"/>
                    <a:pt x="227183" y="208838"/>
                    <a:pt x="228429" y="211444"/>
                  </a:cubicBezTo>
                  <a:cubicBezTo>
                    <a:pt x="229674" y="214050"/>
                    <a:pt x="229834" y="216599"/>
                    <a:pt x="228931" y="219090"/>
                  </a:cubicBezTo>
                  <a:cubicBezTo>
                    <a:pt x="227800" y="221799"/>
                    <a:pt x="225937" y="223845"/>
                    <a:pt x="223331" y="225194"/>
                  </a:cubicBezTo>
                  <a:cubicBezTo>
                    <a:pt x="220725" y="226554"/>
                    <a:pt x="218073" y="226668"/>
                    <a:pt x="215353" y="225537"/>
                  </a:cubicBezTo>
                  <a:cubicBezTo>
                    <a:pt x="209923" y="223731"/>
                    <a:pt x="205169" y="220725"/>
                    <a:pt x="201088" y="216541"/>
                  </a:cubicBezTo>
                  <a:cubicBezTo>
                    <a:pt x="197019" y="212347"/>
                    <a:pt x="193841" y="207546"/>
                    <a:pt x="191578" y="202105"/>
                  </a:cubicBezTo>
                  <a:cubicBezTo>
                    <a:pt x="183657" y="202791"/>
                    <a:pt x="176582" y="206129"/>
                    <a:pt x="170353" y="212129"/>
                  </a:cubicBezTo>
                  <a:cubicBezTo>
                    <a:pt x="164135" y="218119"/>
                    <a:pt x="161026" y="225422"/>
                    <a:pt x="161026" y="234029"/>
                  </a:cubicBezTo>
                  <a:cubicBezTo>
                    <a:pt x="161026" y="242853"/>
                    <a:pt x="163963" y="250443"/>
                    <a:pt x="169850" y="256775"/>
                  </a:cubicBezTo>
                  <a:cubicBezTo>
                    <a:pt x="175736" y="263119"/>
                    <a:pt x="182983" y="266285"/>
                    <a:pt x="191578" y="266285"/>
                  </a:cubicBezTo>
                  <a:cubicBezTo>
                    <a:pt x="194527" y="266285"/>
                    <a:pt x="196962" y="267245"/>
                    <a:pt x="198882" y="269177"/>
                  </a:cubicBezTo>
                  <a:cubicBezTo>
                    <a:pt x="200802" y="271097"/>
                    <a:pt x="201774" y="273531"/>
                    <a:pt x="201774" y="276469"/>
                  </a:cubicBezTo>
                  <a:cubicBezTo>
                    <a:pt x="201774" y="279418"/>
                    <a:pt x="200802" y="281852"/>
                    <a:pt x="198882" y="283773"/>
                  </a:cubicBezTo>
                  <a:cubicBezTo>
                    <a:pt x="196962" y="285693"/>
                    <a:pt x="194527" y="286664"/>
                    <a:pt x="191578" y="286664"/>
                  </a:cubicBezTo>
                  <a:cubicBezTo>
                    <a:pt x="186378" y="286664"/>
                    <a:pt x="181337" y="285864"/>
                    <a:pt x="176468" y="284287"/>
                  </a:cubicBezTo>
                  <a:cubicBezTo>
                    <a:pt x="171599" y="282698"/>
                    <a:pt x="167129" y="280549"/>
                    <a:pt x="163060" y="277829"/>
                  </a:cubicBezTo>
                  <a:cubicBezTo>
                    <a:pt x="162375" y="279646"/>
                    <a:pt x="161872" y="281567"/>
                    <a:pt x="161529" y="283601"/>
                  </a:cubicBezTo>
                  <a:cubicBezTo>
                    <a:pt x="161186" y="285636"/>
                    <a:pt x="161026" y="287682"/>
                    <a:pt x="161026" y="289716"/>
                  </a:cubicBezTo>
                  <a:cubicBezTo>
                    <a:pt x="161026" y="299455"/>
                    <a:pt x="164020" y="307433"/>
                    <a:pt x="170021" y="313651"/>
                  </a:cubicBezTo>
                  <a:cubicBezTo>
                    <a:pt x="176022" y="319880"/>
                    <a:pt x="183314" y="322989"/>
                    <a:pt x="191921" y="322989"/>
                  </a:cubicBezTo>
                  <a:cubicBezTo>
                    <a:pt x="196905" y="322989"/>
                    <a:pt x="201602" y="321857"/>
                    <a:pt x="206014" y="319594"/>
                  </a:cubicBezTo>
                  <a:cubicBezTo>
                    <a:pt x="210426" y="317331"/>
                    <a:pt x="214107" y="314279"/>
                    <a:pt x="217044" y="310427"/>
                  </a:cubicBezTo>
                  <a:cubicBezTo>
                    <a:pt x="218862" y="308164"/>
                    <a:pt x="221125" y="306747"/>
                    <a:pt x="223845" y="306187"/>
                  </a:cubicBezTo>
                  <a:cubicBezTo>
                    <a:pt x="226554" y="305615"/>
                    <a:pt x="229046" y="306244"/>
                    <a:pt x="231309" y="308050"/>
                  </a:cubicBezTo>
                  <a:cubicBezTo>
                    <a:pt x="233572" y="309867"/>
                    <a:pt x="234989" y="312130"/>
                    <a:pt x="235549" y="314839"/>
                  </a:cubicBezTo>
                  <a:cubicBezTo>
                    <a:pt x="236121" y="317560"/>
                    <a:pt x="235504" y="320051"/>
                    <a:pt x="233686" y="322315"/>
                  </a:cubicBezTo>
                  <a:cubicBezTo>
                    <a:pt x="230520" y="326841"/>
                    <a:pt x="226725" y="330636"/>
                    <a:pt x="222314" y="333687"/>
                  </a:cubicBezTo>
                  <a:cubicBezTo>
                    <a:pt x="217902" y="336751"/>
                    <a:pt x="213089" y="339174"/>
                    <a:pt x="207877" y="340991"/>
                  </a:cubicBezTo>
                  <a:cubicBezTo>
                    <a:pt x="208335" y="346420"/>
                    <a:pt x="210712" y="351747"/>
                    <a:pt x="215010" y="356947"/>
                  </a:cubicBezTo>
                  <a:cubicBezTo>
                    <a:pt x="219307" y="362160"/>
                    <a:pt x="224519" y="364766"/>
                    <a:pt x="230635" y="364766"/>
                  </a:cubicBezTo>
                  <a:cubicBezTo>
                    <a:pt x="236738" y="364766"/>
                    <a:pt x="241950" y="362777"/>
                    <a:pt x="246248" y="358822"/>
                  </a:cubicBezTo>
                  <a:cubicBezTo>
                    <a:pt x="250557" y="354856"/>
                    <a:pt x="252706" y="350044"/>
                    <a:pt x="252706" y="344386"/>
                  </a:cubicBezTo>
                  <a:close/>
                  <a:moveTo>
                    <a:pt x="262890" y="26289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文字"/>
            <p:cNvSpPr/>
            <p:nvPr/>
          </p:nvSpPr>
          <p:spPr>
            <a:xfrm>
              <a:off x="6789420" y="6503670"/>
              <a:ext cx="17145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75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8778240" y="6503670"/>
            <a:ext cx="2343150" cy="845820"/>
            <a:chOff x="8778240" y="6503670"/>
            <a:chExt cx="2343150" cy="845820"/>
          </a:xfrm>
        </p:grpSpPr>
        <p:sp>
          <p:nvSpPr>
            <p:cNvPr id="253" name="淺灰面板"/>
            <p:cNvSpPr/>
            <p:nvPr/>
          </p:nvSpPr>
          <p:spPr>
            <a:xfrm>
              <a:off x="8778240" y="6503670"/>
              <a:ext cx="2343150" cy="8458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數值"/>
            <p:cNvSpPr/>
            <p:nvPr/>
          </p:nvSpPr>
          <p:spPr>
            <a:xfrm>
              <a:off x="8961120" y="6572250"/>
              <a:ext cx="1543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750" b="1" dirty="0">
                  <a:solidFill>
                    <a:srgbClr val="4F5BD5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2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255" name="指標名稱"/>
            <p:cNvSpPr/>
            <p:nvPr/>
          </p:nvSpPr>
          <p:spPr>
            <a:xfrm>
              <a:off x="8961120" y="7040880"/>
              <a:ext cx="15430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1150" dirty="0"/>
            </a:p>
          </p:txBody>
        </p:sp>
        <p:sp>
          <p:nvSpPr>
            <p:cNvPr id="256" name="圖示 已驗證"/>
            <p:cNvSpPr/>
            <p:nvPr/>
          </p:nvSpPr>
          <p:spPr>
            <a:xfrm>
              <a:off x="1048131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08312" y="255552"/>
                  </a:moveTo>
                  <a:lnTo>
                    <a:pt x="172067" y="218267"/>
                  </a:lnTo>
                  <a:cubicBezTo>
                    <a:pt x="169941" y="215947"/>
                    <a:pt x="167312" y="214758"/>
                    <a:pt x="164158" y="214690"/>
                  </a:cubicBezTo>
                  <a:cubicBezTo>
                    <a:pt x="161026" y="214633"/>
                    <a:pt x="158294" y="215661"/>
                    <a:pt x="155974" y="217787"/>
                  </a:cubicBezTo>
                  <a:cubicBezTo>
                    <a:pt x="153402" y="220233"/>
                    <a:pt x="152110" y="222999"/>
                    <a:pt x="152110" y="226074"/>
                  </a:cubicBezTo>
                  <a:cubicBezTo>
                    <a:pt x="152110" y="229160"/>
                    <a:pt x="153402" y="231915"/>
                    <a:pt x="155974" y="234361"/>
                  </a:cubicBezTo>
                  <a:lnTo>
                    <a:pt x="198688" y="276800"/>
                  </a:lnTo>
                  <a:cubicBezTo>
                    <a:pt x="201419" y="279658"/>
                    <a:pt x="204597" y="281087"/>
                    <a:pt x="208220" y="281087"/>
                  </a:cubicBezTo>
                  <a:cubicBezTo>
                    <a:pt x="211832" y="281087"/>
                    <a:pt x="215078" y="279658"/>
                    <a:pt x="217936" y="276800"/>
                  </a:cubicBezTo>
                  <a:lnTo>
                    <a:pt x="301421" y="193784"/>
                  </a:lnTo>
                  <a:cubicBezTo>
                    <a:pt x="303421" y="191658"/>
                    <a:pt x="304449" y="189018"/>
                    <a:pt x="304518" y="185875"/>
                  </a:cubicBezTo>
                  <a:cubicBezTo>
                    <a:pt x="304575" y="182731"/>
                    <a:pt x="303386" y="180034"/>
                    <a:pt x="300940" y="177782"/>
                  </a:cubicBezTo>
                  <a:cubicBezTo>
                    <a:pt x="298814" y="175851"/>
                    <a:pt x="296254" y="174959"/>
                    <a:pt x="293271" y="175119"/>
                  </a:cubicBezTo>
                  <a:cubicBezTo>
                    <a:pt x="290288" y="175279"/>
                    <a:pt x="287830" y="176319"/>
                    <a:pt x="285899" y="178262"/>
                  </a:cubicBezTo>
                  <a:lnTo>
                    <a:pt x="208312" y="255552"/>
                  </a:lnTo>
                  <a:close/>
                  <a:moveTo>
                    <a:pt x="162352" y="405628"/>
                  </a:moveTo>
                  <a:lnTo>
                    <a:pt x="134634" y="358422"/>
                  </a:lnTo>
                  <a:lnTo>
                    <a:pt x="79770" y="347426"/>
                  </a:lnTo>
                  <a:cubicBezTo>
                    <a:pt x="76410" y="346786"/>
                    <a:pt x="73643" y="344946"/>
                    <a:pt x="71483" y="341906"/>
                  </a:cubicBezTo>
                  <a:cubicBezTo>
                    <a:pt x="69357" y="338854"/>
                    <a:pt x="68546" y="335642"/>
                    <a:pt x="69060" y="332282"/>
                  </a:cubicBezTo>
                  <a:lnTo>
                    <a:pt x="74821" y="278606"/>
                  </a:lnTo>
                  <a:lnTo>
                    <a:pt x="39582" y="237744"/>
                  </a:lnTo>
                  <a:cubicBezTo>
                    <a:pt x="37159" y="235332"/>
                    <a:pt x="35959" y="232280"/>
                    <a:pt x="35959" y="228600"/>
                  </a:cubicBezTo>
                  <a:cubicBezTo>
                    <a:pt x="35959" y="224920"/>
                    <a:pt x="37159" y="221868"/>
                    <a:pt x="39582" y="219456"/>
                  </a:cubicBezTo>
                  <a:lnTo>
                    <a:pt x="74821" y="178880"/>
                  </a:lnTo>
                  <a:lnTo>
                    <a:pt x="69060" y="125204"/>
                  </a:lnTo>
                  <a:cubicBezTo>
                    <a:pt x="68546" y="121844"/>
                    <a:pt x="69357" y="118632"/>
                    <a:pt x="71483" y="115580"/>
                  </a:cubicBezTo>
                  <a:cubicBezTo>
                    <a:pt x="73609" y="112540"/>
                    <a:pt x="76375" y="110700"/>
                    <a:pt x="79770" y="110059"/>
                  </a:cubicBezTo>
                  <a:lnTo>
                    <a:pt x="134634" y="99064"/>
                  </a:lnTo>
                  <a:lnTo>
                    <a:pt x="162352" y="51572"/>
                  </a:lnTo>
                  <a:cubicBezTo>
                    <a:pt x="164135" y="48532"/>
                    <a:pt x="166672" y="46406"/>
                    <a:pt x="169976" y="45194"/>
                  </a:cubicBezTo>
                  <a:cubicBezTo>
                    <a:pt x="173279" y="43994"/>
                    <a:pt x="176605" y="44120"/>
                    <a:pt x="179977" y="45571"/>
                  </a:cubicBezTo>
                  <a:lnTo>
                    <a:pt x="228600" y="67814"/>
                  </a:lnTo>
                  <a:lnTo>
                    <a:pt x="277418" y="45526"/>
                  </a:lnTo>
                  <a:cubicBezTo>
                    <a:pt x="280652" y="44074"/>
                    <a:pt x="283921" y="43891"/>
                    <a:pt x="287224" y="45011"/>
                  </a:cubicBezTo>
                  <a:cubicBezTo>
                    <a:pt x="290528" y="46120"/>
                    <a:pt x="293065" y="48200"/>
                    <a:pt x="294848" y="51241"/>
                  </a:cubicBezTo>
                  <a:lnTo>
                    <a:pt x="323046" y="99018"/>
                  </a:lnTo>
                  <a:lnTo>
                    <a:pt x="377430" y="110014"/>
                  </a:lnTo>
                  <a:cubicBezTo>
                    <a:pt x="380790" y="110654"/>
                    <a:pt x="383557" y="112494"/>
                    <a:pt x="385717" y="115534"/>
                  </a:cubicBezTo>
                  <a:cubicBezTo>
                    <a:pt x="387843" y="118586"/>
                    <a:pt x="388711" y="121798"/>
                    <a:pt x="388334" y="125159"/>
                  </a:cubicBezTo>
                  <a:lnTo>
                    <a:pt x="382379" y="178834"/>
                  </a:lnTo>
                  <a:lnTo>
                    <a:pt x="417629" y="219410"/>
                  </a:lnTo>
                  <a:cubicBezTo>
                    <a:pt x="420041" y="221822"/>
                    <a:pt x="421241" y="224874"/>
                    <a:pt x="421241" y="228554"/>
                  </a:cubicBezTo>
                  <a:cubicBezTo>
                    <a:pt x="421241" y="232235"/>
                    <a:pt x="420041" y="235287"/>
                    <a:pt x="417629" y="237698"/>
                  </a:cubicBezTo>
                  <a:lnTo>
                    <a:pt x="382379" y="278561"/>
                  </a:lnTo>
                  <a:lnTo>
                    <a:pt x="388334" y="332236"/>
                  </a:lnTo>
                  <a:cubicBezTo>
                    <a:pt x="388711" y="335596"/>
                    <a:pt x="387843" y="338808"/>
                    <a:pt x="385717" y="341848"/>
                  </a:cubicBezTo>
                  <a:cubicBezTo>
                    <a:pt x="383591" y="344900"/>
                    <a:pt x="380825" y="346740"/>
                    <a:pt x="377430" y="347381"/>
                  </a:cubicBezTo>
                  <a:lnTo>
                    <a:pt x="323046" y="358376"/>
                  </a:lnTo>
                  <a:lnTo>
                    <a:pt x="294848" y="405856"/>
                  </a:lnTo>
                  <a:cubicBezTo>
                    <a:pt x="293065" y="408977"/>
                    <a:pt x="290528" y="411080"/>
                    <a:pt x="287224" y="412200"/>
                  </a:cubicBezTo>
                  <a:cubicBezTo>
                    <a:pt x="283921" y="413309"/>
                    <a:pt x="280652" y="413126"/>
                    <a:pt x="277418" y="411674"/>
                  </a:cubicBezTo>
                  <a:lnTo>
                    <a:pt x="228600" y="389386"/>
                  </a:lnTo>
                  <a:lnTo>
                    <a:pt x="179977" y="411674"/>
                  </a:lnTo>
                  <a:cubicBezTo>
                    <a:pt x="176605" y="413126"/>
                    <a:pt x="173279" y="413263"/>
                    <a:pt x="169976" y="412052"/>
                  </a:cubicBezTo>
                  <a:cubicBezTo>
                    <a:pt x="166672" y="410840"/>
                    <a:pt x="164135" y="408714"/>
                    <a:pt x="162352" y="405674"/>
                  </a:cubicBezTo>
                  <a:close/>
                  <a:moveTo>
                    <a:pt x="178399" y="388049"/>
                  </a:moveTo>
                  <a:lnTo>
                    <a:pt x="228600" y="367189"/>
                  </a:lnTo>
                  <a:lnTo>
                    <a:pt x="279898" y="388094"/>
                  </a:lnTo>
                  <a:lnTo>
                    <a:pt x="310702" y="340991"/>
                  </a:lnTo>
                  <a:lnTo>
                    <a:pt x="365520" y="327424"/>
                  </a:lnTo>
                  <a:lnTo>
                    <a:pt x="360194" y="271325"/>
                  </a:lnTo>
                  <a:lnTo>
                    <a:pt x="397810" y="228600"/>
                  </a:lnTo>
                  <a:lnTo>
                    <a:pt x="360136" y="185315"/>
                  </a:lnTo>
                  <a:lnTo>
                    <a:pt x="365474" y="129022"/>
                  </a:lnTo>
                  <a:lnTo>
                    <a:pt x="310702" y="116209"/>
                  </a:lnTo>
                  <a:lnTo>
                    <a:pt x="279326" y="69152"/>
                  </a:lnTo>
                  <a:lnTo>
                    <a:pt x="228600" y="90011"/>
                  </a:lnTo>
                  <a:lnTo>
                    <a:pt x="177314" y="69106"/>
                  </a:lnTo>
                  <a:lnTo>
                    <a:pt x="146498" y="116209"/>
                  </a:lnTo>
                  <a:lnTo>
                    <a:pt x="91680" y="129022"/>
                  </a:lnTo>
                  <a:lnTo>
                    <a:pt x="97018" y="185315"/>
                  </a:lnTo>
                  <a:lnTo>
                    <a:pt x="59390" y="228600"/>
                  </a:lnTo>
                  <a:lnTo>
                    <a:pt x="97064" y="271325"/>
                  </a:lnTo>
                  <a:lnTo>
                    <a:pt x="91726" y="328041"/>
                  </a:lnTo>
                  <a:lnTo>
                    <a:pt x="146498" y="340991"/>
                  </a:lnTo>
                  <a:lnTo>
                    <a:pt x="178354" y="388049"/>
                  </a:lnTo>
                  <a:close/>
                  <a:moveTo>
                    <a:pt x="228600" y="228600"/>
                  </a:move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10961370" y="6526530"/>
            <a:ext cx="3935349" cy="777240"/>
            <a:chOff x="10961370" y="6526530"/>
            <a:chExt cx="3935349" cy="777240"/>
          </a:xfrm>
        </p:grpSpPr>
        <p:sp>
          <p:nvSpPr>
            <p:cNvPr id="257" name="圖示底圓"/>
            <p:cNvSpPr/>
            <p:nvPr/>
          </p:nvSpPr>
          <p:spPr>
            <a:xfrm>
              <a:off x="11304270" y="6526530"/>
              <a:ext cx="502920" cy="502920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8" name="圖示 晶圓"/>
            <p:cNvSpPr/>
            <p:nvPr/>
          </p:nvSpPr>
          <p:spPr>
            <a:xfrm>
              <a:off x="11304270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3717" y="372287"/>
                  </a:moveTo>
                  <a:cubicBezTo>
                    <a:pt x="145698" y="349358"/>
                    <a:pt x="112163" y="288436"/>
                    <a:pt x="123833" y="227160"/>
                  </a:cubicBezTo>
                  <a:cubicBezTo>
                    <a:pt x="135503" y="165872"/>
                    <a:pt x="189075" y="121535"/>
                    <a:pt x="251460" y="121535"/>
                  </a:cubicBezTo>
                  <a:cubicBezTo>
                    <a:pt x="313845" y="121535"/>
                    <a:pt x="367417" y="165872"/>
                    <a:pt x="379087" y="227160"/>
                  </a:cubicBezTo>
                  <a:cubicBezTo>
                    <a:pt x="390757" y="288436"/>
                    <a:pt x="357222" y="349358"/>
                    <a:pt x="299203" y="372287"/>
                  </a:cubicBezTo>
                  <a:close/>
                  <a:moveTo>
                    <a:pt x="295340" y="352798"/>
                  </a:moveTo>
                  <a:cubicBezTo>
                    <a:pt x="343380" y="331996"/>
                    <a:pt x="370218" y="280321"/>
                    <a:pt x="359599" y="229046"/>
                  </a:cubicBezTo>
                  <a:cubicBezTo>
                    <a:pt x="348969" y="177782"/>
                    <a:pt x="303809" y="141023"/>
                    <a:pt x="251460" y="141023"/>
                  </a:cubicBezTo>
                  <a:cubicBezTo>
                    <a:pt x="199111" y="141023"/>
                    <a:pt x="153951" y="177782"/>
                    <a:pt x="143321" y="229046"/>
                  </a:cubicBezTo>
                  <a:cubicBezTo>
                    <a:pt x="132702" y="280321"/>
                    <a:pt x="159540" y="331996"/>
                    <a:pt x="207580" y="352798"/>
                  </a:cubicBezTo>
                  <a:close/>
                  <a:moveTo>
                    <a:pt x="202745" y="196242"/>
                  </a:moveTo>
                  <a:lnTo>
                    <a:pt x="235218" y="196242"/>
                  </a:lnTo>
                  <a:cubicBezTo>
                    <a:pt x="238807" y="196242"/>
                    <a:pt x="241722" y="199156"/>
                    <a:pt x="241722" y="202745"/>
                  </a:cubicBezTo>
                  <a:lnTo>
                    <a:pt x="241722" y="235218"/>
                  </a:lnTo>
                  <a:cubicBezTo>
                    <a:pt x="241722" y="238807"/>
                    <a:pt x="238807" y="241722"/>
                    <a:pt x="235218" y="241722"/>
                  </a:cubicBezTo>
                  <a:lnTo>
                    <a:pt x="202745" y="241722"/>
                  </a:lnTo>
                  <a:cubicBezTo>
                    <a:pt x="199156" y="241722"/>
                    <a:pt x="196242" y="238807"/>
                    <a:pt x="196242" y="235218"/>
                  </a:cubicBezTo>
                  <a:lnTo>
                    <a:pt x="196242" y="202745"/>
                  </a:lnTo>
                  <a:cubicBezTo>
                    <a:pt x="196242" y="199156"/>
                    <a:pt x="199156" y="196242"/>
                    <a:pt x="202745" y="196242"/>
                  </a:cubicBezTo>
                  <a:close/>
                  <a:moveTo>
                    <a:pt x="267702" y="196242"/>
                  </a:moveTo>
                  <a:lnTo>
                    <a:pt x="300186" y="196242"/>
                  </a:lnTo>
                  <a:cubicBezTo>
                    <a:pt x="303764" y="196242"/>
                    <a:pt x="306678" y="199156"/>
                    <a:pt x="306678" y="202745"/>
                  </a:cubicBezTo>
                  <a:lnTo>
                    <a:pt x="306678" y="235218"/>
                  </a:lnTo>
                  <a:cubicBezTo>
                    <a:pt x="306678" y="238807"/>
                    <a:pt x="303764" y="241722"/>
                    <a:pt x="300186" y="241722"/>
                  </a:cubicBezTo>
                  <a:lnTo>
                    <a:pt x="267702" y="241722"/>
                  </a:lnTo>
                  <a:cubicBezTo>
                    <a:pt x="264113" y="241722"/>
                    <a:pt x="261210" y="238807"/>
                    <a:pt x="261210" y="235218"/>
                  </a:cubicBezTo>
                  <a:lnTo>
                    <a:pt x="261210" y="202745"/>
                  </a:lnTo>
                  <a:cubicBezTo>
                    <a:pt x="261210" y="199156"/>
                    <a:pt x="264113" y="196242"/>
                    <a:pt x="267702" y="196242"/>
                  </a:cubicBezTo>
                  <a:close/>
                  <a:moveTo>
                    <a:pt x="202745" y="261210"/>
                  </a:moveTo>
                  <a:lnTo>
                    <a:pt x="235218" y="261210"/>
                  </a:lnTo>
                  <a:cubicBezTo>
                    <a:pt x="238807" y="261210"/>
                    <a:pt x="241722" y="264113"/>
                    <a:pt x="241722" y="267702"/>
                  </a:cubicBezTo>
                  <a:lnTo>
                    <a:pt x="241722" y="300186"/>
                  </a:lnTo>
                  <a:cubicBezTo>
                    <a:pt x="241722" y="303764"/>
                    <a:pt x="238807" y="306678"/>
                    <a:pt x="235218" y="306678"/>
                  </a:cubicBezTo>
                  <a:lnTo>
                    <a:pt x="202745" y="306678"/>
                  </a:lnTo>
                  <a:cubicBezTo>
                    <a:pt x="199156" y="306678"/>
                    <a:pt x="196242" y="303764"/>
                    <a:pt x="196242" y="300186"/>
                  </a:cubicBezTo>
                  <a:lnTo>
                    <a:pt x="196242" y="267702"/>
                  </a:lnTo>
                  <a:cubicBezTo>
                    <a:pt x="196242" y="264113"/>
                    <a:pt x="199156" y="261210"/>
                    <a:pt x="202745" y="261210"/>
                  </a:cubicBezTo>
                  <a:close/>
                  <a:moveTo>
                    <a:pt x="267702" y="261210"/>
                  </a:moveTo>
                  <a:lnTo>
                    <a:pt x="300186" y="261210"/>
                  </a:lnTo>
                  <a:cubicBezTo>
                    <a:pt x="303764" y="261210"/>
                    <a:pt x="306678" y="264113"/>
                    <a:pt x="306678" y="267702"/>
                  </a:cubicBezTo>
                  <a:lnTo>
                    <a:pt x="306678" y="300186"/>
                  </a:lnTo>
                  <a:cubicBezTo>
                    <a:pt x="306678" y="303764"/>
                    <a:pt x="303764" y="306678"/>
                    <a:pt x="300186" y="306678"/>
                  </a:cubicBezTo>
                  <a:lnTo>
                    <a:pt x="267702" y="306678"/>
                  </a:lnTo>
                  <a:cubicBezTo>
                    <a:pt x="264113" y="306678"/>
                    <a:pt x="261210" y="303764"/>
                    <a:pt x="261210" y="300186"/>
                  </a:cubicBezTo>
                  <a:lnTo>
                    <a:pt x="261210" y="267702"/>
                  </a:lnTo>
                  <a:cubicBezTo>
                    <a:pt x="261210" y="264113"/>
                    <a:pt x="264113" y="261210"/>
                    <a:pt x="267702" y="261210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9" name="圖說"/>
            <p:cNvSpPr/>
            <p:nvPr/>
          </p:nvSpPr>
          <p:spPr>
            <a:xfrm>
              <a:off x="10961370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1150" dirty="0"/>
            </a:p>
          </p:txBody>
        </p:sp>
        <p:sp>
          <p:nvSpPr>
            <p:cNvPr id="260" name="圖示底圓"/>
            <p:cNvSpPr/>
            <p:nvPr/>
          </p:nvSpPr>
          <p:spPr>
            <a:xfrm>
              <a:off x="12677585" y="6526530"/>
              <a:ext cx="502920" cy="502920"/>
            </a:xfrm>
            <a:prstGeom prst="ellipse">
              <a:avLst/>
            </a:prstGeom>
            <a:solidFill>
              <a:srgbClr val="E6E8F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示 檢測"/>
            <p:cNvSpPr/>
            <p:nvPr/>
          </p:nvSpPr>
          <p:spPr>
            <a:xfrm>
              <a:off x="12677585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64776" y="264845"/>
                  </a:moveTo>
                  <a:cubicBezTo>
                    <a:pt x="271051" y="258581"/>
                    <a:pt x="274194" y="250900"/>
                    <a:pt x="274194" y="241779"/>
                  </a:cubicBezTo>
                  <a:cubicBezTo>
                    <a:pt x="274194" y="232646"/>
                    <a:pt x="271074" y="224931"/>
                    <a:pt x="264845" y="218656"/>
                  </a:cubicBezTo>
                  <a:cubicBezTo>
                    <a:pt x="258581" y="212381"/>
                    <a:pt x="250900" y="209238"/>
                    <a:pt x="241779" y="209238"/>
                  </a:cubicBezTo>
                  <a:cubicBezTo>
                    <a:pt x="232646" y="209238"/>
                    <a:pt x="224931" y="212358"/>
                    <a:pt x="218656" y="218587"/>
                  </a:cubicBezTo>
                  <a:cubicBezTo>
                    <a:pt x="212381" y="224851"/>
                    <a:pt x="209238" y="232532"/>
                    <a:pt x="209238" y="241653"/>
                  </a:cubicBezTo>
                  <a:cubicBezTo>
                    <a:pt x="209238" y="250786"/>
                    <a:pt x="212358" y="258501"/>
                    <a:pt x="218587" y="264776"/>
                  </a:cubicBezTo>
                  <a:cubicBezTo>
                    <a:pt x="224851" y="271051"/>
                    <a:pt x="232532" y="274194"/>
                    <a:pt x="241653" y="274194"/>
                  </a:cubicBezTo>
                  <a:cubicBezTo>
                    <a:pt x="250786" y="274194"/>
                    <a:pt x="258501" y="271074"/>
                    <a:pt x="264776" y="264845"/>
                  </a:cubicBezTo>
                  <a:close/>
                  <a:moveTo>
                    <a:pt x="241882" y="293682"/>
                  </a:moveTo>
                  <a:cubicBezTo>
                    <a:pt x="227480" y="293682"/>
                    <a:pt x="215193" y="288596"/>
                    <a:pt x="205008" y="278423"/>
                  </a:cubicBezTo>
                  <a:cubicBezTo>
                    <a:pt x="194836" y="268239"/>
                    <a:pt x="189749" y="256009"/>
                    <a:pt x="189749" y="241722"/>
                  </a:cubicBezTo>
                  <a:cubicBezTo>
                    <a:pt x="189749" y="227423"/>
                    <a:pt x="194836" y="215193"/>
                    <a:pt x="205008" y="205008"/>
                  </a:cubicBezTo>
                  <a:cubicBezTo>
                    <a:pt x="215193" y="194836"/>
                    <a:pt x="227423" y="189749"/>
                    <a:pt x="241722" y="189749"/>
                  </a:cubicBezTo>
                  <a:cubicBezTo>
                    <a:pt x="256009" y="189749"/>
                    <a:pt x="268239" y="194836"/>
                    <a:pt x="278423" y="205008"/>
                  </a:cubicBezTo>
                  <a:cubicBezTo>
                    <a:pt x="288596" y="215193"/>
                    <a:pt x="293682" y="227480"/>
                    <a:pt x="293682" y="241882"/>
                  </a:cubicBezTo>
                  <a:cubicBezTo>
                    <a:pt x="293682" y="246534"/>
                    <a:pt x="292871" y="251300"/>
                    <a:pt x="291248" y="256169"/>
                  </a:cubicBezTo>
                  <a:cubicBezTo>
                    <a:pt x="289625" y="261038"/>
                    <a:pt x="287293" y="265862"/>
                    <a:pt x="284264" y="270628"/>
                  </a:cubicBezTo>
                  <a:lnTo>
                    <a:pt x="311548" y="297912"/>
                  </a:lnTo>
                  <a:cubicBezTo>
                    <a:pt x="313502" y="299855"/>
                    <a:pt x="314416" y="302129"/>
                    <a:pt x="314314" y="304724"/>
                  </a:cubicBezTo>
                  <a:cubicBezTo>
                    <a:pt x="314199" y="307330"/>
                    <a:pt x="313171" y="309639"/>
                    <a:pt x="311227" y="311673"/>
                  </a:cubicBezTo>
                  <a:cubicBezTo>
                    <a:pt x="309273" y="313536"/>
                    <a:pt x="306998" y="314474"/>
                    <a:pt x="304404" y="314474"/>
                  </a:cubicBezTo>
                  <a:cubicBezTo>
                    <a:pt x="301809" y="314474"/>
                    <a:pt x="299535" y="313502"/>
                    <a:pt x="297580" y="311548"/>
                  </a:cubicBezTo>
                  <a:lnTo>
                    <a:pt x="270628" y="284596"/>
                  </a:lnTo>
                  <a:cubicBezTo>
                    <a:pt x="265862" y="287625"/>
                    <a:pt x="261038" y="289899"/>
                    <a:pt x="256169" y="291408"/>
                  </a:cubicBezTo>
                  <a:cubicBezTo>
                    <a:pt x="251300" y="292928"/>
                    <a:pt x="246534" y="293682"/>
                    <a:pt x="241882" y="293682"/>
                  </a:cubicBezTo>
                  <a:close/>
                  <a:moveTo>
                    <a:pt x="154019" y="368389"/>
                  </a:moveTo>
                  <a:cubicBezTo>
                    <a:pt x="148819" y="368389"/>
                    <a:pt x="144281" y="366446"/>
                    <a:pt x="140383" y="362548"/>
                  </a:cubicBezTo>
                  <a:cubicBezTo>
                    <a:pt x="136486" y="358651"/>
                    <a:pt x="134531" y="354101"/>
                    <a:pt x="134531" y="348901"/>
                  </a:cubicBezTo>
                  <a:lnTo>
                    <a:pt x="134531" y="302781"/>
                  </a:lnTo>
                  <a:cubicBezTo>
                    <a:pt x="134531" y="300003"/>
                    <a:pt x="135468" y="297694"/>
                    <a:pt x="137354" y="295831"/>
                  </a:cubicBezTo>
                  <a:cubicBezTo>
                    <a:pt x="139240" y="293968"/>
                    <a:pt x="141572" y="293031"/>
                    <a:pt x="144338" y="293031"/>
                  </a:cubicBezTo>
                  <a:cubicBezTo>
                    <a:pt x="147116" y="293031"/>
                    <a:pt x="149413" y="293968"/>
                    <a:pt x="151253" y="295831"/>
                  </a:cubicBezTo>
                  <a:cubicBezTo>
                    <a:pt x="153093" y="297694"/>
                    <a:pt x="154019" y="300003"/>
                    <a:pt x="154019" y="302781"/>
                  </a:cubicBezTo>
                  <a:lnTo>
                    <a:pt x="154019" y="348901"/>
                  </a:lnTo>
                  <a:lnTo>
                    <a:pt x="200139" y="348901"/>
                  </a:lnTo>
                  <a:cubicBezTo>
                    <a:pt x="202917" y="348901"/>
                    <a:pt x="205226" y="349838"/>
                    <a:pt x="207089" y="351724"/>
                  </a:cubicBezTo>
                  <a:cubicBezTo>
                    <a:pt x="208952" y="353610"/>
                    <a:pt x="209889" y="355942"/>
                    <a:pt x="209889" y="358708"/>
                  </a:cubicBezTo>
                  <a:cubicBezTo>
                    <a:pt x="209889" y="361485"/>
                    <a:pt x="208952" y="363783"/>
                    <a:pt x="207089" y="365623"/>
                  </a:cubicBezTo>
                  <a:cubicBezTo>
                    <a:pt x="205226" y="367463"/>
                    <a:pt x="202917" y="368389"/>
                    <a:pt x="200139" y="368389"/>
                  </a:cubicBezTo>
                  <a:lnTo>
                    <a:pt x="154019" y="368389"/>
                  </a:lnTo>
                  <a:close/>
                  <a:moveTo>
                    <a:pt x="348901" y="368389"/>
                  </a:moveTo>
                  <a:lnTo>
                    <a:pt x="302781" y="368389"/>
                  </a:lnTo>
                  <a:cubicBezTo>
                    <a:pt x="300003" y="368389"/>
                    <a:pt x="297694" y="367452"/>
                    <a:pt x="295831" y="365566"/>
                  </a:cubicBezTo>
                  <a:cubicBezTo>
                    <a:pt x="293968" y="363680"/>
                    <a:pt x="293031" y="361348"/>
                    <a:pt x="293031" y="358582"/>
                  </a:cubicBezTo>
                  <a:cubicBezTo>
                    <a:pt x="293031" y="355804"/>
                    <a:pt x="293968" y="353507"/>
                    <a:pt x="295831" y="351667"/>
                  </a:cubicBezTo>
                  <a:cubicBezTo>
                    <a:pt x="297694" y="349827"/>
                    <a:pt x="300003" y="348901"/>
                    <a:pt x="302781" y="348901"/>
                  </a:cubicBezTo>
                  <a:lnTo>
                    <a:pt x="348901" y="348901"/>
                  </a:lnTo>
                  <a:lnTo>
                    <a:pt x="348901" y="302781"/>
                  </a:lnTo>
                  <a:cubicBezTo>
                    <a:pt x="348901" y="300003"/>
                    <a:pt x="349838" y="297694"/>
                    <a:pt x="351724" y="295831"/>
                  </a:cubicBezTo>
                  <a:cubicBezTo>
                    <a:pt x="353610" y="293968"/>
                    <a:pt x="355942" y="293031"/>
                    <a:pt x="358708" y="293031"/>
                  </a:cubicBezTo>
                  <a:cubicBezTo>
                    <a:pt x="361485" y="293031"/>
                    <a:pt x="363783" y="293968"/>
                    <a:pt x="365623" y="295831"/>
                  </a:cubicBezTo>
                  <a:cubicBezTo>
                    <a:pt x="367463" y="297694"/>
                    <a:pt x="368389" y="300003"/>
                    <a:pt x="368389" y="302781"/>
                  </a:cubicBezTo>
                  <a:lnTo>
                    <a:pt x="368389" y="348901"/>
                  </a:lnTo>
                  <a:cubicBezTo>
                    <a:pt x="368389" y="354101"/>
                    <a:pt x="366446" y="358651"/>
                    <a:pt x="362548" y="362548"/>
                  </a:cubicBezTo>
                  <a:cubicBezTo>
                    <a:pt x="358651" y="366446"/>
                    <a:pt x="354101" y="368389"/>
                    <a:pt x="348901" y="368389"/>
                  </a:cubicBezTo>
                  <a:close/>
                  <a:moveTo>
                    <a:pt x="134531" y="200139"/>
                  </a:moveTo>
                  <a:lnTo>
                    <a:pt x="134531" y="154019"/>
                  </a:lnTo>
                  <a:cubicBezTo>
                    <a:pt x="134531" y="148819"/>
                    <a:pt x="136486" y="144281"/>
                    <a:pt x="140383" y="140383"/>
                  </a:cubicBezTo>
                  <a:cubicBezTo>
                    <a:pt x="144281" y="136486"/>
                    <a:pt x="148819" y="134531"/>
                    <a:pt x="154019" y="134531"/>
                  </a:cubicBezTo>
                  <a:lnTo>
                    <a:pt x="200139" y="134531"/>
                  </a:lnTo>
                  <a:cubicBezTo>
                    <a:pt x="202917" y="134531"/>
                    <a:pt x="205226" y="135468"/>
                    <a:pt x="207089" y="137354"/>
                  </a:cubicBezTo>
                  <a:cubicBezTo>
                    <a:pt x="208952" y="139240"/>
                    <a:pt x="209889" y="141572"/>
                    <a:pt x="209889" y="144338"/>
                  </a:cubicBezTo>
                  <a:cubicBezTo>
                    <a:pt x="209889" y="147116"/>
                    <a:pt x="208952" y="149413"/>
                    <a:pt x="207089" y="151253"/>
                  </a:cubicBezTo>
                  <a:cubicBezTo>
                    <a:pt x="205226" y="153093"/>
                    <a:pt x="202917" y="154019"/>
                    <a:pt x="200139" y="154019"/>
                  </a:cubicBezTo>
                  <a:lnTo>
                    <a:pt x="154019" y="154019"/>
                  </a:lnTo>
                  <a:lnTo>
                    <a:pt x="154019" y="200139"/>
                  </a:lnTo>
                  <a:cubicBezTo>
                    <a:pt x="154019" y="202917"/>
                    <a:pt x="153082" y="205226"/>
                    <a:pt x="151196" y="207089"/>
                  </a:cubicBezTo>
                  <a:cubicBezTo>
                    <a:pt x="149310" y="208952"/>
                    <a:pt x="146978" y="209889"/>
                    <a:pt x="144212" y="209889"/>
                  </a:cubicBezTo>
                  <a:cubicBezTo>
                    <a:pt x="141435" y="209889"/>
                    <a:pt x="139137" y="208952"/>
                    <a:pt x="137297" y="207089"/>
                  </a:cubicBezTo>
                  <a:cubicBezTo>
                    <a:pt x="135457" y="205226"/>
                    <a:pt x="134531" y="202917"/>
                    <a:pt x="134531" y="200139"/>
                  </a:cubicBezTo>
                  <a:close/>
                  <a:moveTo>
                    <a:pt x="348901" y="200139"/>
                  </a:moveTo>
                  <a:lnTo>
                    <a:pt x="348901" y="154019"/>
                  </a:lnTo>
                  <a:lnTo>
                    <a:pt x="302781" y="154019"/>
                  </a:lnTo>
                  <a:cubicBezTo>
                    <a:pt x="300003" y="154019"/>
                    <a:pt x="297694" y="153082"/>
                    <a:pt x="295831" y="151196"/>
                  </a:cubicBezTo>
                  <a:cubicBezTo>
                    <a:pt x="293968" y="149310"/>
                    <a:pt x="293031" y="146978"/>
                    <a:pt x="293031" y="144212"/>
                  </a:cubicBezTo>
                  <a:cubicBezTo>
                    <a:pt x="293031" y="141435"/>
                    <a:pt x="293968" y="139137"/>
                    <a:pt x="295831" y="137297"/>
                  </a:cubicBezTo>
                  <a:cubicBezTo>
                    <a:pt x="297694" y="135457"/>
                    <a:pt x="300003" y="134531"/>
                    <a:pt x="302781" y="134531"/>
                  </a:cubicBezTo>
                  <a:lnTo>
                    <a:pt x="348901" y="134531"/>
                  </a:lnTo>
                  <a:cubicBezTo>
                    <a:pt x="354101" y="134531"/>
                    <a:pt x="358651" y="136486"/>
                    <a:pt x="362548" y="140383"/>
                  </a:cubicBezTo>
                  <a:cubicBezTo>
                    <a:pt x="366446" y="144281"/>
                    <a:pt x="368389" y="148819"/>
                    <a:pt x="368389" y="154019"/>
                  </a:cubicBezTo>
                  <a:lnTo>
                    <a:pt x="368389" y="200139"/>
                  </a:lnTo>
                  <a:cubicBezTo>
                    <a:pt x="368389" y="202917"/>
                    <a:pt x="367452" y="205226"/>
                    <a:pt x="365566" y="207089"/>
                  </a:cubicBezTo>
                  <a:cubicBezTo>
                    <a:pt x="363680" y="208952"/>
                    <a:pt x="361348" y="209889"/>
                    <a:pt x="358582" y="209889"/>
                  </a:cubicBezTo>
                  <a:cubicBezTo>
                    <a:pt x="355804" y="209889"/>
                    <a:pt x="353507" y="208952"/>
                    <a:pt x="351667" y="207089"/>
                  </a:cubicBezTo>
                  <a:cubicBezTo>
                    <a:pt x="349827" y="205226"/>
                    <a:pt x="348901" y="202917"/>
                    <a:pt x="348901" y="200139"/>
                  </a:cubicBezTo>
                  <a:close/>
                </a:path>
              </a:pathLst>
            </a:cu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2" name="圖說"/>
            <p:cNvSpPr/>
            <p:nvPr/>
          </p:nvSpPr>
          <p:spPr>
            <a:xfrm>
              <a:off x="12334685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1150" dirty="0"/>
            </a:p>
          </p:txBody>
        </p:sp>
        <p:sp>
          <p:nvSpPr>
            <p:cNvPr id="263" name="圖示底圓"/>
            <p:cNvSpPr/>
            <p:nvPr/>
          </p:nvSpPr>
          <p:spPr>
            <a:xfrm>
              <a:off x="14050899" y="6526530"/>
              <a:ext cx="502920" cy="502920"/>
            </a:xfrm>
            <a:prstGeom prst="ellipse">
              <a:avLst/>
            </a:prstGeom>
            <a:solidFill>
              <a:srgbClr val="4F5BD5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示 維修"/>
            <p:cNvSpPr/>
            <p:nvPr/>
          </p:nvSpPr>
          <p:spPr>
            <a:xfrm>
              <a:off x="14050899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10541" y="287190"/>
                  </a:moveTo>
                  <a:cubicBezTo>
                    <a:pt x="189509" y="287190"/>
                    <a:pt x="171644" y="279864"/>
                    <a:pt x="156945" y="265199"/>
                  </a:cubicBezTo>
                  <a:cubicBezTo>
                    <a:pt x="142223" y="250557"/>
                    <a:pt x="134851" y="232772"/>
                    <a:pt x="134851" y="211832"/>
                  </a:cubicBezTo>
                  <a:cubicBezTo>
                    <a:pt x="134851" y="207500"/>
                    <a:pt x="135183" y="203443"/>
                    <a:pt x="135834" y="199659"/>
                  </a:cubicBezTo>
                  <a:cubicBezTo>
                    <a:pt x="136486" y="195864"/>
                    <a:pt x="137674" y="191910"/>
                    <a:pt x="139400" y="187795"/>
                  </a:cubicBezTo>
                  <a:cubicBezTo>
                    <a:pt x="140052" y="186069"/>
                    <a:pt x="141023" y="184766"/>
                    <a:pt x="142326" y="183897"/>
                  </a:cubicBezTo>
                  <a:cubicBezTo>
                    <a:pt x="143629" y="183040"/>
                    <a:pt x="145012" y="182389"/>
                    <a:pt x="146487" y="181954"/>
                  </a:cubicBezTo>
                  <a:cubicBezTo>
                    <a:pt x="147961" y="181520"/>
                    <a:pt x="149470" y="181520"/>
                    <a:pt x="151036" y="181954"/>
                  </a:cubicBezTo>
                  <a:cubicBezTo>
                    <a:pt x="152591" y="182389"/>
                    <a:pt x="154019" y="183257"/>
                    <a:pt x="155322" y="184549"/>
                  </a:cubicBezTo>
                  <a:lnTo>
                    <a:pt x="192024" y="221251"/>
                  </a:lnTo>
                  <a:lnTo>
                    <a:pt x="221902" y="193316"/>
                  </a:lnTo>
                  <a:lnTo>
                    <a:pt x="183577" y="154991"/>
                  </a:lnTo>
                  <a:cubicBezTo>
                    <a:pt x="182228" y="153711"/>
                    <a:pt x="181360" y="152305"/>
                    <a:pt x="180948" y="150773"/>
                  </a:cubicBezTo>
                  <a:cubicBezTo>
                    <a:pt x="180537" y="149253"/>
                    <a:pt x="180548" y="147744"/>
                    <a:pt x="180983" y="146224"/>
                  </a:cubicBezTo>
                  <a:cubicBezTo>
                    <a:pt x="181406" y="144704"/>
                    <a:pt x="182057" y="143378"/>
                    <a:pt x="182926" y="142223"/>
                  </a:cubicBezTo>
                  <a:cubicBezTo>
                    <a:pt x="183794" y="141080"/>
                    <a:pt x="185097" y="140132"/>
                    <a:pt x="186823" y="139366"/>
                  </a:cubicBezTo>
                  <a:cubicBezTo>
                    <a:pt x="190938" y="137640"/>
                    <a:pt x="194836" y="136394"/>
                    <a:pt x="198516" y="135640"/>
                  </a:cubicBezTo>
                  <a:cubicBezTo>
                    <a:pt x="202197" y="134874"/>
                    <a:pt x="206197" y="134497"/>
                    <a:pt x="210506" y="134497"/>
                  </a:cubicBezTo>
                  <a:cubicBezTo>
                    <a:pt x="231983" y="134497"/>
                    <a:pt x="250248" y="142018"/>
                    <a:pt x="265302" y="157037"/>
                  </a:cubicBezTo>
                  <a:cubicBezTo>
                    <a:pt x="280321" y="172090"/>
                    <a:pt x="287842" y="190355"/>
                    <a:pt x="287842" y="211832"/>
                  </a:cubicBezTo>
                  <a:cubicBezTo>
                    <a:pt x="287842" y="217033"/>
                    <a:pt x="287293" y="222119"/>
                    <a:pt x="286219" y="227103"/>
                  </a:cubicBezTo>
                  <a:cubicBezTo>
                    <a:pt x="285133" y="232075"/>
                    <a:pt x="283727" y="237058"/>
                    <a:pt x="281990" y="242042"/>
                  </a:cubicBezTo>
                  <a:lnTo>
                    <a:pt x="353770" y="313822"/>
                  </a:lnTo>
                  <a:cubicBezTo>
                    <a:pt x="359622" y="319457"/>
                    <a:pt x="362491" y="326326"/>
                    <a:pt x="362377" y="334442"/>
                  </a:cubicBezTo>
                  <a:cubicBezTo>
                    <a:pt x="362274" y="342569"/>
                    <a:pt x="359188" y="349438"/>
                    <a:pt x="353118" y="355073"/>
                  </a:cubicBezTo>
                  <a:cubicBezTo>
                    <a:pt x="347495" y="360274"/>
                    <a:pt x="340831" y="362811"/>
                    <a:pt x="333150" y="362708"/>
                  </a:cubicBezTo>
                  <a:cubicBezTo>
                    <a:pt x="325458" y="362594"/>
                    <a:pt x="318806" y="359725"/>
                    <a:pt x="313171" y="354101"/>
                  </a:cubicBezTo>
                  <a:lnTo>
                    <a:pt x="240739" y="281338"/>
                  </a:lnTo>
                  <a:cubicBezTo>
                    <a:pt x="235767" y="283075"/>
                    <a:pt x="230783" y="284481"/>
                    <a:pt x="225800" y="285567"/>
                  </a:cubicBezTo>
                  <a:cubicBezTo>
                    <a:pt x="220816" y="286642"/>
                    <a:pt x="215730" y="287190"/>
                    <a:pt x="210541" y="287190"/>
                  </a:cubicBezTo>
                  <a:close/>
                  <a:moveTo>
                    <a:pt x="210541" y="267702"/>
                  </a:moveTo>
                  <a:cubicBezTo>
                    <a:pt x="215947" y="267702"/>
                    <a:pt x="221685" y="266833"/>
                    <a:pt x="227754" y="265107"/>
                  </a:cubicBezTo>
                  <a:cubicBezTo>
                    <a:pt x="233812" y="263370"/>
                    <a:pt x="239116" y="260775"/>
                    <a:pt x="243665" y="257301"/>
                  </a:cubicBezTo>
                  <a:lnTo>
                    <a:pt x="327138" y="340785"/>
                  </a:lnTo>
                  <a:cubicBezTo>
                    <a:pt x="328875" y="342511"/>
                    <a:pt x="331036" y="343380"/>
                    <a:pt x="333630" y="343380"/>
                  </a:cubicBezTo>
                  <a:cubicBezTo>
                    <a:pt x="336236" y="343380"/>
                    <a:pt x="338397" y="342511"/>
                    <a:pt x="340134" y="340785"/>
                  </a:cubicBezTo>
                  <a:cubicBezTo>
                    <a:pt x="341860" y="339048"/>
                    <a:pt x="342729" y="336888"/>
                    <a:pt x="342729" y="334282"/>
                  </a:cubicBezTo>
                  <a:cubicBezTo>
                    <a:pt x="342729" y="331687"/>
                    <a:pt x="341860" y="329515"/>
                    <a:pt x="340134" y="327790"/>
                  </a:cubicBezTo>
                  <a:lnTo>
                    <a:pt x="257952" y="245619"/>
                  </a:lnTo>
                  <a:cubicBezTo>
                    <a:pt x="261416" y="241070"/>
                    <a:pt x="264022" y="235709"/>
                    <a:pt x="265748" y="229537"/>
                  </a:cubicBezTo>
                  <a:cubicBezTo>
                    <a:pt x="267485" y="223365"/>
                    <a:pt x="268354" y="217467"/>
                    <a:pt x="268354" y="211832"/>
                  </a:cubicBezTo>
                  <a:cubicBezTo>
                    <a:pt x="268354" y="195590"/>
                    <a:pt x="262341" y="181840"/>
                    <a:pt x="250328" y="170581"/>
                  </a:cubicBezTo>
                  <a:cubicBezTo>
                    <a:pt x="238304" y="159323"/>
                    <a:pt x="224611" y="153585"/>
                    <a:pt x="209238" y="153368"/>
                  </a:cubicBezTo>
                  <a:lnTo>
                    <a:pt x="242362" y="187155"/>
                  </a:lnTo>
                  <a:cubicBezTo>
                    <a:pt x="244316" y="189098"/>
                    <a:pt x="245231" y="191430"/>
                    <a:pt x="245128" y="194127"/>
                  </a:cubicBezTo>
                  <a:cubicBezTo>
                    <a:pt x="245013" y="196836"/>
                    <a:pt x="243985" y="199168"/>
                    <a:pt x="242042" y="201111"/>
                  </a:cubicBezTo>
                  <a:lnTo>
                    <a:pt x="198848" y="241722"/>
                  </a:lnTo>
                  <a:cubicBezTo>
                    <a:pt x="196825" y="243448"/>
                    <a:pt x="194493" y="244316"/>
                    <a:pt x="191830" y="244316"/>
                  </a:cubicBezTo>
                  <a:cubicBezTo>
                    <a:pt x="189144" y="244316"/>
                    <a:pt x="186938" y="243448"/>
                    <a:pt x="185200" y="241722"/>
                  </a:cubicBezTo>
                  <a:lnTo>
                    <a:pt x="153368" y="210209"/>
                  </a:lnTo>
                  <a:cubicBezTo>
                    <a:pt x="154019" y="226886"/>
                    <a:pt x="159940" y="240636"/>
                    <a:pt x="171141" y="251460"/>
                  </a:cubicBezTo>
                  <a:cubicBezTo>
                    <a:pt x="182331" y="262284"/>
                    <a:pt x="195464" y="267702"/>
                    <a:pt x="210541" y="267702"/>
                  </a:cubicBezTo>
                  <a:close/>
                  <a:moveTo>
                    <a:pt x="248534" y="248865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5" name="圖說"/>
            <p:cNvSpPr/>
            <p:nvPr/>
          </p:nvSpPr>
          <p:spPr>
            <a:xfrm>
              <a:off x="13707999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1150" dirty="0"/>
            </a:p>
          </p:txBody>
        </p:sp>
        <p:cxnSp>
          <p:nvCxnSpPr>
            <p:cNvPr id="266" name="連接線"/>
            <p:cNvCxnSpPr>
              <a:stCxn id="257" idx="6"/>
              <a:endCxn id="260" idx="2"/>
            </p:cNvCxnSpPr>
            <p:nvPr/>
          </p:nvCxnSpPr>
          <p:spPr>
            <a:xfrm>
              <a:off x="11807190" y="6777990"/>
              <a:ext cx="87039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  <p:cxnSp>
          <p:nvCxnSpPr>
            <p:cNvPr id="267" name="連接線"/>
            <p:cNvCxnSpPr>
              <a:stCxn id="260" idx="6"/>
              <a:endCxn id="263" idx="2"/>
            </p:cNvCxnSpPr>
            <p:nvPr/>
          </p:nvCxnSpPr>
          <p:spPr>
            <a:xfrm>
              <a:off x="13180505" y="6777990"/>
              <a:ext cx="870395" cy="0"/>
            </a:xfrm>
            <a:prstGeom prst="straightConnector1">
              <a:avLst/>
            </a:prstGeom>
            <a:ln w="11938">
              <a:solidFill>
                <a:srgbClr val="7F7F7F"/>
              </a:solidFill>
              <a:prstDash val="solid"/>
              <a:tailEnd type="arrow" w="lg" len="lg"/>
            </a:ln>
          </p:spPr>
        </p:cxnSp>
      </p:grpSp>
      <p:sp>
        <p:nvSpPr>
          <p:cNvPr id="268" name="Text 26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269" name="Text 26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風格規範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色彩、字級與元件語言一覽：全部 0.75pt 髮絲線、無填色無陰影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2885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14650"/>
            <a:ext cx="617220" cy="61722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#4F5BD5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74470" y="2914650"/>
            <a:ext cx="617220" cy="6172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#2B2B2B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63140" y="2914650"/>
            <a:ext cx="617220" cy="617220"/>
          </a:xfrm>
          <a:prstGeom prst="rect">
            <a:avLst/>
          </a:prstGeom>
          <a:solidFill>
            <a:srgbClr val="EEF0FB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#EEF0FB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51810" y="2914650"/>
            <a:ext cx="617220" cy="6172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0" y="2914650"/>
            <a:ext cx="617220" cy="61722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9150" y="2914650"/>
            <a:ext cx="617220" cy="6172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17820" y="2914650"/>
            <a:ext cx="617220" cy="617220"/>
          </a:xfrm>
          <a:prstGeom prst="rect">
            <a:avLst/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44348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29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40pt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15250" y="2228850"/>
            <a:ext cx="683856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36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0.75pt</a:t>
            </a:r>
            <a:endParaRPr lang="en-US" sz="1250" dirty="0"/>
          </a:p>
        </p:txBody>
      </p:sp>
      <p:sp>
        <p:nvSpPr>
          <p:cNvPr id="39" name="卡片"/>
          <p:cNvSpPr/>
          <p:nvPr/>
        </p:nvSpPr>
        <p:spPr>
          <a:xfrm>
            <a:off x="8858250" y="2960370"/>
            <a:ext cx="1657350" cy="5943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卡片"/>
          <p:cNvSpPr/>
          <p:nvPr/>
        </p:nvSpPr>
        <p:spPr>
          <a:xfrm>
            <a:off x="10744200" y="2960370"/>
            <a:ext cx="1485900" cy="5943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線條"/>
          <p:cNvSpPr/>
          <p:nvPr/>
        </p:nvSpPr>
        <p:spPr>
          <a:xfrm>
            <a:off x="10744200" y="3166110"/>
            <a:ext cx="1485900" cy="0"/>
          </a:xfrm>
          <a:prstGeom prst="line">
            <a:avLst/>
          </a:prstGeom>
          <a:noFill/>
          <a:ln w="23876">
            <a:solidFill>
              <a:srgbClr val="4F5BD5"/>
            </a:solidFill>
            <a:prstDash val="solid"/>
          </a:ln>
        </p:spPr>
      </p:sp>
      <p:sp>
        <p:nvSpPr>
          <p:cNvPr id="42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空心線框</a:t>
            </a:r>
            <a:endParaRPr lang="en-US" sz="1250" dirty="0"/>
          </a:p>
        </p:txBody>
      </p:sp>
      <p:sp>
        <p:nvSpPr>
          <p:cNvPr id="45" name="標籤"/>
          <p:cNvSpPr/>
          <p:nvPr/>
        </p:nvSpPr>
        <p:spPr>
          <a:xfrm>
            <a:off x="8858250" y="3886200"/>
            <a:ext cx="688238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46" name="標籤"/>
          <p:cNvSpPr/>
          <p:nvPr/>
        </p:nvSpPr>
        <p:spPr>
          <a:xfrm>
            <a:off x="9683648" y="3886200"/>
            <a:ext cx="688238" cy="365760"/>
          </a:xfrm>
          <a:prstGeom prst="rect">
            <a:avLst/>
          </a:prstGeom>
          <a:noFill/>
          <a:ln w="11938">
            <a:solidFill>
              <a:srgbClr val="3A3A3A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47" name="標籤"/>
          <p:cNvSpPr/>
          <p:nvPr/>
        </p:nvSpPr>
        <p:spPr>
          <a:xfrm>
            <a:off x="10509047" y="3886200"/>
            <a:ext cx="688238" cy="36576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48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空心細圓</a:t>
            </a:r>
            <a:endParaRPr lang="en-US" sz="1250" dirty="0"/>
          </a:p>
        </p:txBody>
      </p:sp>
      <p:sp>
        <p:nvSpPr>
          <p:cNvPr id="51" name="編號"/>
          <p:cNvSpPr/>
          <p:nvPr/>
        </p:nvSpPr>
        <p:spPr>
          <a:xfrm>
            <a:off x="8903970" y="4652010"/>
            <a:ext cx="457200" cy="4572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500" dirty="0"/>
          </a:p>
        </p:txBody>
      </p:sp>
      <p:sp>
        <p:nvSpPr>
          <p:cNvPr id="52" name="編號"/>
          <p:cNvSpPr/>
          <p:nvPr/>
        </p:nvSpPr>
        <p:spPr>
          <a:xfrm>
            <a:off x="9612630" y="4652010"/>
            <a:ext cx="457200" cy="4572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500" dirty="0"/>
          </a:p>
        </p:txBody>
      </p:sp>
      <p:sp>
        <p:nvSpPr>
          <p:cNvPr id="53" name="編號"/>
          <p:cNvSpPr/>
          <p:nvPr/>
        </p:nvSpPr>
        <p:spPr>
          <a:xfrm>
            <a:off x="10321290" y="4652010"/>
            <a:ext cx="457200" cy="4572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55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開放箭頭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59" name="線條"/>
          <p:cNvSpPr/>
          <p:nvPr/>
        </p:nvSpPr>
        <p:spPr>
          <a:xfrm>
            <a:off x="9589770" y="569214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60" name="Text 58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61" name="線條"/>
          <p:cNvSpPr/>
          <p:nvPr/>
        </p:nvSpPr>
        <p:spPr>
          <a:xfrm>
            <a:off x="10961370" y="569214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62" name="Text 60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63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0.75pt 實線＋開放箭頭</a:t>
            </a:r>
            <a:endParaRPr lang="en-US" sz="1250" dirty="0"/>
          </a:p>
        </p:txBody>
      </p:sp>
      <p:sp>
        <p:nvSpPr>
          <p:cNvPr id="66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67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空心線框 V 形</a:t>
            </a:r>
            <a:endParaRPr lang="en-US" sz="1250" dirty="0"/>
          </a:p>
        </p:txBody>
      </p:sp>
      <p:sp>
        <p:nvSpPr>
          <p:cNvPr id="71" name="流程鏈"/>
          <p:cNvSpPr/>
          <p:nvPr/>
        </p:nvSpPr>
        <p:spPr>
          <a:xfrm>
            <a:off x="8858250" y="7063740"/>
            <a:ext cx="1217981" cy="502920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72" name="流程鏈"/>
          <p:cNvSpPr/>
          <p:nvPr/>
        </p:nvSpPr>
        <p:spPr>
          <a:xfrm>
            <a:off x="9963760" y="7063740"/>
            <a:ext cx="1217981" cy="50292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73" name="流程鏈"/>
          <p:cNvSpPr/>
          <p:nvPr/>
        </p:nvSpPr>
        <p:spPr>
          <a:xfrm>
            <a:off x="11069269" y="7063740"/>
            <a:ext cx="1217981" cy="50292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卡片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750" dirty="0"/>
          </a:p>
        </p:txBody>
      </p:sp>
      <p:sp>
        <p:nvSpPr>
          <p:cNvPr id="5" name="卡片"/>
          <p:cNvSpPr/>
          <p:nvPr/>
        </p:nvSpPr>
        <p:spPr>
          <a:xfrm>
            <a:off x="685800" y="2343150"/>
            <a:ext cx="4263390" cy="268605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2980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2000" dirty="0"/>
          </a:p>
        </p:txBody>
      </p:sp>
      <p:sp>
        <p:nvSpPr>
          <p:cNvPr id="7" name="線條"/>
          <p:cNvSpPr/>
          <p:nvPr/>
        </p:nvSpPr>
        <p:spPr>
          <a:xfrm>
            <a:off x="982980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9" name="卡片"/>
          <p:cNvSpPr/>
          <p:nvPr/>
        </p:nvSpPr>
        <p:spPr>
          <a:xfrm>
            <a:off x="5488115" y="2343150"/>
            <a:ext cx="4263390" cy="268605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85295" y="252603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1" name="線條"/>
          <p:cNvSpPr/>
          <p:nvPr/>
        </p:nvSpPr>
        <p:spPr>
          <a:xfrm>
            <a:off x="5785295" y="314325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5295" y="3326130"/>
            <a:ext cx="3669030" cy="1474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3" name="標籤"/>
          <p:cNvSpPr/>
          <p:nvPr/>
        </p:nvSpPr>
        <p:spPr>
          <a:xfrm>
            <a:off x="8567865" y="2183130"/>
            <a:ext cx="932180" cy="32004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4" name="卡片"/>
          <p:cNvSpPr/>
          <p:nvPr/>
        </p:nvSpPr>
        <p:spPr>
          <a:xfrm>
            <a:off x="10290429" y="2343150"/>
            <a:ext cx="4263390" cy="268605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線條"/>
          <p:cNvSpPr/>
          <p:nvPr/>
        </p:nvSpPr>
        <p:spPr>
          <a:xfrm>
            <a:off x="10290429" y="3006090"/>
            <a:ext cx="4263390" cy="0"/>
          </a:xfrm>
          <a:prstGeom prst="line">
            <a:avLst/>
          </a:prstGeom>
          <a:noFill/>
          <a:ln w="23876">
            <a:solidFill>
              <a:srgbClr val="4F5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429" y="2343150"/>
            <a:ext cx="91440" cy="662940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715000"/>
            <a:ext cx="8001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3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4" name="標籤"/>
          <p:cNvSpPr/>
          <p:nvPr/>
        </p:nvSpPr>
        <p:spPr>
          <a:xfrm>
            <a:off x="685800" y="6377940"/>
            <a:ext cx="937260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685800" y="6858000"/>
            <a:ext cx="937260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685800" y="7338060"/>
            <a:ext cx="937260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144000" y="5715000"/>
            <a:ext cx="54098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1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標籤與編號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28850"/>
            <a:ext cx="138680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7" name="標籤"/>
          <p:cNvSpPr/>
          <p:nvPr/>
        </p:nvSpPr>
        <p:spPr>
          <a:xfrm>
            <a:off x="685800" y="2914650"/>
            <a:ext cx="1190346" cy="43434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8" name="標籤"/>
          <p:cNvSpPr/>
          <p:nvPr/>
        </p:nvSpPr>
        <p:spPr>
          <a:xfrm>
            <a:off x="2219046" y="2914650"/>
            <a:ext cx="1190346" cy="434340"/>
          </a:xfrm>
          <a:prstGeom prst="rect">
            <a:avLst/>
          </a:prstGeom>
          <a:noFill/>
          <a:ln w="11938">
            <a:solidFill>
              <a:srgbClr val="3A3A3A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9" name="標籤"/>
          <p:cNvSpPr/>
          <p:nvPr/>
        </p:nvSpPr>
        <p:spPr>
          <a:xfrm>
            <a:off x="3752291" y="2914650"/>
            <a:ext cx="1190346" cy="43434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5285537" y="2914650"/>
            <a:ext cx="1190346" cy="434340"/>
          </a:xfrm>
          <a:prstGeom prst="rect">
            <a:avLst/>
          </a:prstGeom>
          <a:noFill/>
          <a:ln w="11938">
            <a:solidFill>
              <a:srgbClr val="4F5BD5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2" name="標籤"/>
          <p:cNvSpPr/>
          <p:nvPr/>
        </p:nvSpPr>
        <p:spPr>
          <a:xfrm>
            <a:off x="8076082" y="2960370"/>
            <a:ext cx="614680" cy="342900"/>
          </a:xfrm>
          <a:prstGeom prst="rect">
            <a:avLst/>
          </a:prstGeom>
          <a:noFill/>
          <a:ln w="11938">
            <a:solidFill>
              <a:srgbClr val="4F5BD5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3" name="標籤"/>
          <p:cNvSpPr/>
          <p:nvPr/>
        </p:nvSpPr>
        <p:spPr>
          <a:xfrm>
            <a:off x="8862212" y="2960370"/>
            <a:ext cx="614680" cy="34290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4" name="標籤"/>
          <p:cNvSpPr/>
          <p:nvPr/>
        </p:nvSpPr>
        <p:spPr>
          <a:xfrm>
            <a:off x="9648342" y="2960370"/>
            <a:ext cx="614680" cy="34290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829050"/>
            <a:ext cx="433197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6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7" name="標籤"/>
          <p:cNvSpPr/>
          <p:nvPr/>
        </p:nvSpPr>
        <p:spPr>
          <a:xfrm>
            <a:off x="685800" y="4583430"/>
            <a:ext cx="33147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18" name="標籤"/>
          <p:cNvSpPr/>
          <p:nvPr/>
        </p:nvSpPr>
        <p:spPr>
          <a:xfrm>
            <a:off x="685800" y="5292090"/>
            <a:ext cx="33147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19" name="標籤"/>
          <p:cNvSpPr/>
          <p:nvPr/>
        </p:nvSpPr>
        <p:spPr>
          <a:xfrm>
            <a:off x="685800" y="6000750"/>
            <a:ext cx="33147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0" name="標籤"/>
          <p:cNvSpPr/>
          <p:nvPr/>
        </p:nvSpPr>
        <p:spPr>
          <a:xfrm>
            <a:off x="685800" y="6709410"/>
            <a:ext cx="33147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53825" y="3829050"/>
            <a:ext cx="433197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2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3" name="編號"/>
          <p:cNvSpPr/>
          <p:nvPr/>
        </p:nvSpPr>
        <p:spPr>
          <a:xfrm>
            <a:off x="5499544" y="4594860"/>
            <a:ext cx="480060" cy="4800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650" dirty="0"/>
          </a:p>
        </p:txBody>
      </p:sp>
      <p:sp>
        <p:nvSpPr>
          <p:cNvPr id="24" name="編號"/>
          <p:cNvSpPr/>
          <p:nvPr/>
        </p:nvSpPr>
        <p:spPr>
          <a:xfrm>
            <a:off x="6208205" y="4594860"/>
            <a:ext cx="480060" cy="4800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650" dirty="0"/>
          </a:p>
        </p:txBody>
      </p:sp>
      <p:sp>
        <p:nvSpPr>
          <p:cNvPr id="25" name="編號"/>
          <p:cNvSpPr/>
          <p:nvPr/>
        </p:nvSpPr>
        <p:spPr>
          <a:xfrm>
            <a:off x="6916865" y="4594860"/>
            <a:ext cx="480060" cy="4800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編號"/>
          <p:cNvSpPr/>
          <p:nvPr/>
        </p:nvSpPr>
        <p:spPr>
          <a:xfrm>
            <a:off x="7625524" y="4594860"/>
            <a:ext cx="480060" cy="4800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編號"/>
          <p:cNvSpPr/>
          <p:nvPr/>
        </p:nvSpPr>
        <p:spPr>
          <a:xfrm>
            <a:off x="5533835" y="5646420"/>
            <a:ext cx="411480" cy="4114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0" name="編號"/>
          <p:cNvSpPr/>
          <p:nvPr/>
        </p:nvSpPr>
        <p:spPr>
          <a:xfrm>
            <a:off x="5533835" y="6355080"/>
            <a:ext cx="411480" cy="4114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3" name="編號"/>
          <p:cNvSpPr/>
          <p:nvPr/>
        </p:nvSpPr>
        <p:spPr>
          <a:xfrm>
            <a:off x="5533835" y="7063740"/>
            <a:ext cx="411480" cy="4114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21849" y="3829050"/>
            <a:ext cx="433197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37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圓形與流程鏈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2885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7" name="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How</a:t>
            </a:r>
            <a:endParaRPr lang="en-US" sz="5150" dirty="0"/>
          </a:p>
        </p:txBody>
      </p:sp>
      <p:sp>
        <p:nvSpPr>
          <p:cNvPr id="9" name="Text 7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0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1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86700" y="2228850"/>
            <a:ext cx="66671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4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5" name="流程鏈"/>
          <p:cNvSpPr/>
          <p:nvPr/>
        </p:nvSpPr>
        <p:spPr>
          <a:xfrm>
            <a:off x="7886700" y="2994660"/>
            <a:ext cx="2374163" cy="822960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6" name="流程鏈"/>
          <p:cNvSpPr/>
          <p:nvPr/>
        </p:nvSpPr>
        <p:spPr>
          <a:xfrm>
            <a:off x="10033178" y="2994660"/>
            <a:ext cx="2374163" cy="82296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17" name="流程鏈"/>
          <p:cNvSpPr/>
          <p:nvPr/>
        </p:nvSpPr>
        <p:spPr>
          <a:xfrm>
            <a:off x="12179656" y="2994660"/>
            <a:ext cx="2374163" cy="82296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18" name="流程鏈"/>
          <p:cNvSpPr/>
          <p:nvPr/>
        </p:nvSpPr>
        <p:spPr>
          <a:xfrm>
            <a:off x="7886700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19" name="流程鏈"/>
          <p:cNvSpPr/>
          <p:nvPr/>
        </p:nvSpPr>
        <p:spPr>
          <a:xfrm>
            <a:off x="9187754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0" name="流程鏈"/>
          <p:cNvSpPr/>
          <p:nvPr/>
        </p:nvSpPr>
        <p:spPr>
          <a:xfrm>
            <a:off x="10488808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1" name="流程鏈"/>
          <p:cNvSpPr/>
          <p:nvPr/>
        </p:nvSpPr>
        <p:spPr>
          <a:xfrm>
            <a:off x="11789862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22" name="流程鏈"/>
          <p:cNvSpPr/>
          <p:nvPr/>
        </p:nvSpPr>
        <p:spPr>
          <a:xfrm>
            <a:off x="13090916" y="4400550"/>
            <a:ext cx="1462903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23" name="流程鏈"/>
          <p:cNvSpPr/>
          <p:nvPr/>
        </p:nvSpPr>
        <p:spPr>
          <a:xfrm>
            <a:off x="7886700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24" name="流程鏈"/>
          <p:cNvSpPr/>
          <p:nvPr/>
        </p:nvSpPr>
        <p:spPr>
          <a:xfrm>
            <a:off x="9513018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25" name="流程鏈"/>
          <p:cNvSpPr/>
          <p:nvPr/>
        </p:nvSpPr>
        <p:spPr>
          <a:xfrm>
            <a:off x="11139335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26" name="流程鏈"/>
          <p:cNvSpPr/>
          <p:nvPr/>
        </p:nvSpPr>
        <p:spPr>
          <a:xfrm>
            <a:off x="12765653" y="5657850"/>
            <a:ext cx="1788166" cy="640080"/>
          </a:xfrm>
          <a:prstGeom prst="chevron">
            <a:avLst>
              <a:gd name="adj" fmla="val 36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886700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13018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39335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765653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連接線與箭頭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2885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685800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處理"/>
          <p:cNvSpPr/>
          <p:nvPr/>
        </p:nvSpPr>
        <p:spPr>
          <a:xfrm>
            <a:off x="2849785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9" name="連接線"/>
          <p:cNvCxnSpPr>
            <a:stCxn id="7" idx="3"/>
            <a:endCxn id="8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10" name="Text 8"/>
          <p:cNvSpPr/>
          <p:nvPr/>
        </p:nvSpPr>
        <p:spPr>
          <a:xfrm>
            <a:off x="4244245" y="222885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1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2" name="處理"/>
          <p:cNvSpPr/>
          <p:nvPr/>
        </p:nvSpPr>
        <p:spPr>
          <a:xfrm>
            <a:off x="4244245" y="308610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3" name="處理"/>
          <p:cNvSpPr/>
          <p:nvPr/>
        </p:nvSpPr>
        <p:spPr>
          <a:xfrm>
            <a:off x="6408230" y="422910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4" name="連接線"/>
          <p:cNvCxnSpPr>
            <a:stCxn id="12" idx="3"/>
            <a:endCxn id="13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15" name="Text 13"/>
          <p:cNvSpPr/>
          <p:nvPr/>
        </p:nvSpPr>
        <p:spPr>
          <a:xfrm>
            <a:off x="7802690" y="222885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16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7" name="處理"/>
          <p:cNvSpPr/>
          <p:nvPr/>
        </p:nvSpPr>
        <p:spPr>
          <a:xfrm>
            <a:off x="7802690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8" name="處理"/>
          <p:cNvSpPr/>
          <p:nvPr/>
        </p:nvSpPr>
        <p:spPr>
          <a:xfrm>
            <a:off x="9966674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9" name="連接線"/>
          <p:cNvCxnSpPr>
            <a:stCxn id="17" idx="3"/>
            <a:endCxn id="18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7F7F7F"/>
            </a:solidFill>
            <a:prstDash val="sysDot"/>
            <a:tailEnd type="arrow" w="lg" len="lg"/>
          </a:ln>
        </p:spPr>
      </p:cxnSp>
      <p:sp>
        <p:nvSpPr>
          <p:cNvPr id="20" name="Text 18"/>
          <p:cNvSpPr/>
          <p:nvPr/>
        </p:nvSpPr>
        <p:spPr>
          <a:xfrm>
            <a:off x="11361134" y="222885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1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2" name="處理"/>
          <p:cNvSpPr/>
          <p:nvPr/>
        </p:nvSpPr>
        <p:spPr>
          <a:xfrm>
            <a:off x="11361134" y="405765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3" name="處理"/>
          <p:cNvSpPr/>
          <p:nvPr/>
        </p:nvSpPr>
        <p:spPr>
          <a:xfrm>
            <a:off x="13525119" y="405765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4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noFill/>
          <a:ln w="11938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800" y="491490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28" name="線條"/>
          <p:cNvSpPr/>
          <p:nvPr/>
        </p:nvSpPr>
        <p:spPr>
          <a:xfrm>
            <a:off x="1363956" y="645795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29" name="Text 27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0" name="線條"/>
          <p:cNvSpPr/>
          <p:nvPr/>
        </p:nvSpPr>
        <p:spPr>
          <a:xfrm>
            <a:off x="2605969" y="645795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31" name="Text 29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244245" y="491490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33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4" name="處理"/>
          <p:cNvSpPr/>
          <p:nvPr/>
        </p:nvSpPr>
        <p:spPr>
          <a:xfrm>
            <a:off x="4244245" y="619506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35" name="處理"/>
          <p:cNvSpPr/>
          <p:nvPr/>
        </p:nvSpPr>
        <p:spPr>
          <a:xfrm>
            <a:off x="6408230" y="619506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36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802690" y="491490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0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1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42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43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1361134" y="4914900"/>
            <a:ext cx="319268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45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6" name="處理"/>
          <p:cNvSpPr/>
          <p:nvPr/>
        </p:nvSpPr>
        <p:spPr>
          <a:xfrm>
            <a:off x="11361134" y="619506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7" name="處理"/>
          <p:cNvSpPr/>
          <p:nvPr/>
        </p:nvSpPr>
        <p:spPr>
          <a:xfrm>
            <a:off x="13525119" y="571500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48" name="處理"/>
          <p:cNvSpPr/>
          <p:nvPr/>
        </p:nvSpPr>
        <p:spPr>
          <a:xfrm>
            <a:off x="13525119" y="667512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49" name="連接線"/>
          <p:cNvCxnSpPr>
            <a:stCxn id="46" idx="3"/>
            <a:endCxn id="47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50" name="連接線"/>
          <p:cNvCxnSpPr>
            <a:stCxn id="46" idx="3"/>
            <a:endCxn id="48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51" name="Text 49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流程圖符號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750" dirty="0"/>
          </a:p>
        </p:txBody>
      </p:sp>
      <p:sp>
        <p:nvSpPr>
          <p:cNvPr id="5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4F5BD5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7" name="處理"/>
          <p:cNvSpPr/>
          <p:nvPr/>
        </p:nvSpPr>
        <p:spPr>
          <a:xfrm>
            <a:off x="3238405" y="2731770"/>
            <a:ext cx="18288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750" dirty="0"/>
          </a:p>
        </p:txBody>
      </p:sp>
      <p:sp>
        <p:nvSpPr>
          <p:cNvPr id="9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1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3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5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138680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18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9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4F5BD5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0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1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2" name="處理"/>
          <p:cNvSpPr/>
          <p:nvPr/>
        </p:nvSpPr>
        <p:spPr>
          <a:xfrm>
            <a:off x="8126501" y="5497830"/>
            <a:ext cx="1828800" cy="77724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3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4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4F5BD5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5" name="連接線"/>
          <p:cNvCxnSpPr>
            <a:stCxn id="19" idx="3"/>
            <a:endCxn id="20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6" name="連接線"/>
          <p:cNvCxnSpPr>
            <a:stCxn id="20" idx="2"/>
            <a:endCxn id="21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7" name="連接線"/>
          <p:cNvCxnSpPr>
            <a:stCxn id="21" idx="3"/>
            <a:endCxn id="22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30" name="Text 28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1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2" name="連接線"/>
          <p:cNvCxnSpPr>
            <a:stCxn id="22" idx="2"/>
            <a:endCxn id="31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1938">
            <a:solidFill>
              <a:srgbClr val="7F7F7F"/>
            </a:solidFill>
            <a:prstDash val="sysDash"/>
            <a:headEnd type="triangle" w="lg" len="lg"/>
            <a:tailEnd type="arrow" w="lg" len="lg"/>
          </a:ln>
        </p:spPr>
      </p:cxnSp>
      <p:cxnSp>
        <p:nvCxnSpPr>
          <p:cNvPr id="33" name="連接線"/>
          <p:cNvCxnSpPr>
            <a:stCxn id="21" idx="2"/>
            <a:endCxn id="20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1938">
            <a:solidFill>
              <a:srgbClr val="7F7F7F"/>
            </a:solidFill>
            <a:prstDash val="solid"/>
            <a:tailEnd type="arrow" w="lg" len="lg"/>
          </a:ln>
        </p:spPr>
      </p:cxnSp>
      <p:sp>
        <p:nvSpPr>
          <p:cNvPr id="34" name="Text 32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結構元件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28850"/>
            <a:ext cx="65151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6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7" name="處理"/>
          <p:cNvSpPr/>
          <p:nvPr/>
        </p:nvSpPr>
        <p:spPr>
          <a:xfrm>
            <a:off x="685800" y="4743450"/>
            <a:ext cx="93726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8" name="處理"/>
          <p:cNvSpPr/>
          <p:nvPr/>
        </p:nvSpPr>
        <p:spPr>
          <a:xfrm>
            <a:off x="2343150" y="3829050"/>
            <a:ext cx="105156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9" name="處理"/>
          <p:cNvSpPr/>
          <p:nvPr/>
        </p:nvSpPr>
        <p:spPr>
          <a:xfrm>
            <a:off x="2343150" y="5657850"/>
            <a:ext cx="105156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0" name="處理"/>
          <p:cNvSpPr/>
          <p:nvPr/>
        </p:nvSpPr>
        <p:spPr>
          <a:xfrm>
            <a:off x="4114800" y="4743450"/>
            <a:ext cx="937260" cy="571500"/>
          </a:xfrm>
          <a:prstGeom prst="rect">
            <a:avLst/>
          </a:prstGeom>
          <a:solidFill>
            <a:srgbClr val="FFFFFF"/>
          </a:solidFill>
          <a:ln w="19812">
            <a:solidFill>
              <a:srgbClr val="4F5BD5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1" name="處理"/>
          <p:cNvSpPr/>
          <p:nvPr/>
        </p:nvSpPr>
        <p:spPr>
          <a:xfrm>
            <a:off x="5772150" y="3257550"/>
            <a:ext cx="142875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2" name="處理"/>
          <p:cNvSpPr/>
          <p:nvPr/>
        </p:nvSpPr>
        <p:spPr>
          <a:xfrm>
            <a:off x="5772150" y="4743450"/>
            <a:ext cx="142875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5772150" y="6229350"/>
            <a:ext cx="142875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4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20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15250" y="2228850"/>
            <a:ext cx="337185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2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3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5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4F5BD5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6" name="標籤"/>
          <p:cNvSpPr/>
          <p:nvPr/>
        </p:nvSpPr>
        <p:spPr>
          <a:xfrm>
            <a:off x="8186420" y="4034790"/>
            <a:ext cx="646430" cy="34290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27" name="標籤"/>
          <p:cNvSpPr/>
          <p:nvPr/>
        </p:nvSpPr>
        <p:spPr>
          <a:xfrm>
            <a:off x="9969500" y="4034790"/>
            <a:ext cx="646430" cy="34290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28" name="標籤"/>
          <p:cNvSpPr/>
          <p:nvPr/>
        </p:nvSpPr>
        <p:spPr>
          <a:xfrm>
            <a:off x="8186420" y="5680710"/>
            <a:ext cx="646430" cy="34290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29" name="標籤"/>
          <p:cNvSpPr/>
          <p:nvPr/>
        </p:nvSpPr>
        <p:spPr>
          <a:xfrm>
            <a:off x="9969500" y="5680710"/>
            <a:ext cx="646430" cy="34290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544300" y="2228850"/>
            <a:ext cx="300951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38" name="寬欄條"/>
          <p:cNvSpPr/>
          <p:nvPr/>
        </p:nvSpPr>
        <p:spPr>
          <a:xfrm>
            <a:off x="12687300" y="3257550"/>
            <a:ext cx="708660" cy="3886200"/>
          </a:xfrm>
          <a:prstGeom prst="rect">
            <a:avLst/>
          </a:prstGeom>
          <a:noFill/>
          <a:ln w="11938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寬欄條"/>
          <p:cNvSpPr/>
          <p:nvPr/>
        </p:nvSpPr>
        <p:spPr>
          <a:xfrm>
            <a:off x="13658850" y="3257550"/>
            <a:ext cx="708660" cy="3886200"/>
          </a:xfrm>
          <a:prstGeom prst="rect">
            <a:avLst/>
          </a:prstGeom>
          <a:noFill/>
          <a:ln w="11938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1" name="編號"/>
          <p:cNvSpPr/>
          <p:nvPr/>
        </p:nvSpPr>
        <p:spPr>
          <a:xfrm>
            <a:off x="12778740" y="3737610"/>
            <a:ext cx="525780" cy="5257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看</a:t>
            </a:r>
            <a:endParaRPr lang="en-US" sz="1650" dirty="0"/>
          </a:p>
        </p:txBody>
      </p:sp>
      <p:sp>
        <p:nvSpPr>
          <p:cNvPr id="42" name="編號"/>
          <p:cNvSpPr/>
          <p:nvPr/>
        </p:nvSpPr>
        <p:spPr>
          <a:xfrm>
            <a:off x="13750290" y="3737610"/>
            <a:ext cx="525780" cy="5257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練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12778740" y="4937760"/>
            <a:ext cx="525780" cy="5257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問</a:t>
            </a:r>
            <a:endParaRPr lang="en-US" sz="1650" dirty="0"/>
          </a:p>
        </p:txBody>
      </p:sp>
      <p:sp>
        <p:nvSpPr>
          <p:cNvPr id="45" name="編號"/>
          <p:cNvSpPr/>
          <p:nvPr/>
        </p:nvSpPr>
        <p:spPr>
          <a:xfrm>
            <a:off x="13750290" y="4937760"/>
            <a:ext cx="525780" cy="5257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談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47" name="編號"/>
          <p:cNvSpPr/>
          <p:nvPr/>
        </p:nvSpPr>
        <p:spPr>
          <a:xfrm>
            <a:off x="12778740" y="6137910"/>
            <a:ext cx="525780" cy="5257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想</a:t>
            </a:r>
            <a:endParaRPr lang="en-US" sz="1650" dirty="0"/>
          </a:p>
        </p:txBody>
      </p:sp>
      <p:sp>
        <p:nvSpPr>
          <p:cNvPr id="48" name="編號"/>
          <p:cNvSpPr/>
          <p:nvPr/>
        </p:nvSpPr>
        <p:spPr>
          <a:xfrm>
            <a:off x="13750290" y="6137910"/>
            <a:ext cx="525780" cy="5257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寫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高效溝通：讓想法被看見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750" dirty="0"/>
          </a:p>
        </p:txBody>
      </p:sp>
      <p:sp>
        <p:nvSpPr>
          <p:cNvPr id="5" name="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Why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8" name="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How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1" name="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What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4" name="線條"/>
          <p:cNvSpPr/>
          <p:nvPr/>
        </p:nvSpPr>
        <p:spPr>
          <a:xfrm>
            <a:off x="4951857" y="3771900"/>
            <a:ext cx="713232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5" name="線條"/>
          <p:cNvSpPr/>
          <p:nvPr/>
        </p:nvSpPr>
        <p:spPr>
          <a:xfrm>
            <a:off x="9574530" y="3771900"/>
            <a:ext cx="713232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6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7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8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2" name="標籤"/>
          <p:cNvSpPr/>
          <p:nvPr/>
        </p:nvSpPr>
        <p:spPr>
          <a:xfrm>
            <a:off x="1682687" y="5715000"/>
            <a:ext cx="26289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3" name="標籤"/>
          <p:cNvSpPr/>
          <p:nvPr/>
        </p:nvSpPr>
        <p:spPr>
          <a:xfrm>
            <a:off x="1682687" y="6343650"/>
            <a:ext cx="26289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4" name="標籤"/>
          <p:cNvSpPr/>
          <p:nvPr/>
        </p:nvSpPr>
        <p:spPr>
          <a:xfrm>
            <a:off x="1682687" y="6972300"/>
            <a:ext cx="26289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5" name="標籤"/>
          <p:cNvSpPr/>
          <p:nvPr/>
        </p:nvSpPr>
        <p:spPr>
          <a:xfrm>
            <a:off x="10928033" y="5715000"/>
            <a:ext cx="26289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10928033" y="6343650"/>
            <a:ext cx="26289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10928033" y="6972300"/>
            <a:ext cx="2628900" cy="4800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策略規劃框架地圖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750" dirty="0"/>
          </a:p>
        </p:txBody>
      </p:sp>
      <p:sp>
        <p:nvSpPr>
          <p:cNvPr id="5" name="卡片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3004490" y="544068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8" name="卡片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750" dirty="0"/>
          </a:p>
        </p:txBody>
      </p:sp>
      <p:sp>
        <p:nvSpPr>
          <p:cNvPr id="10" name="線條"/>
          <p:cNvSpPr/>
          <p:nvPr/>
        </p:nvSpPr>
        <p:spPr>
          <a:xfrm>
            <a:off x="5883250" y="544068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1" name="Text 9"/>
          <p:cNvSpPr/>
          <p:nvPr/>
        </p:nvSpPr>
        <p:spPr>
          <a:xfrm>
            <a:off x="6443320" y="4914900"/>
            <a:ext cx="2352980" cy="1051560"/>
          </a:xfrm>
          <a:prstGeom prst="rect">
            <a:avLst/>
          </a:prstGeom>
          <a:solidFill>
            <a:srgbClr val="FFFFFF"/>
          </a:solidFill>
          <a:ln w="23876">
            <a:solidFill>
              <a:srgbClr val="4F5BD5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2" name="線條"/>
          <p:cNvSpPr/>
          <p:nvPr/>
        </p:nvSpPr>
        <p:spPr>
          <a:xfrm>
            <a:off x="8762009" y="544068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3" name="卡片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5" name="線條"/>
          <p:cNvSpPr/>
          <p:nvPr/>
        </p:nvSpPr>
        <p:spPr>
          <a:xfrm>
            <a:off x="11640769" y="5440680"/>
            <a:ext cx="594360" cy="0"/>
          </a:xfrm>
          <a:prstGeom prst="line">
            <a:avLst/>
          </a:prstGeom>
          <a:noFill/>
          <a:ln w="11938">
            <a:solidFill>
              <a:srgbClr val="707070"/>
            </a:solidFill>
            <a:prstDash val="solid"/>
            <a:tailEnd type="arrow" w="lg" len="lg"/>
          </a:ln>
        </p:spPr>
      </p:sp>
      <p:sp>
        <p:nvSpPr>
          <p:cNvPr id="16" name="卡片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750" dirty="0"/>
          </a:p>
        </p:txBody>
      </p:sp>
      <p:sp>
        <p:nvSpPr>
          <p:cNvPr id="18" name="卡片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0" name="卡片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750" dirty="0"/>
          </a:p>
        </p:txBody>
      </p:sp>
      <p:sp>
        <p:nvSpPr>
          <p:cNvPr id="22" name="卡片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750" dirty="0"/>
          </a:p>
        </p:txBody>
      </p:sp>
      <p:sp>
        <p:nvSpPr>
          <p:cNvPr id="24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noFill/>
          <a:ln w="11938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noFill/>
          <a:ln w="11938">
            <a:solidFill>
              <a:srgbClr val="7F7F7F"/>
            </a:solidFill>
            <a:prstDash val="sysDash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1938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7" name="編號"/>
          <p:cNvSpPr/>
          <p:nvPr/>
        </p:nvSpPr>
        <p:spPr>
          <a:xfrm>
            <a:off x="685800" y="23317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01</a:t>
            </a:r>
            <a:endParaRPr lang="en-US" sz="1400" dirty="0"/>
          </a:p>
        </p:txBody>
      </p:sp>
      <p:sp>
        <p:nvSpPr>
          <p:cNvPr id="28" name="編號"/>
          <p:cNvSpPr/>
          <p:nvPr/>
        </p:nvSpPr>
        <p:spPr>
          <a:xfrm>
            <a:off x="1154430" y="23317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9" name="標籤"/>
          <p:cNvSpPr/>
          <p:nvPr/>
        </p:nvSpPr>
        <p:spPr>
          <a:xfrm>
            <a:off x="1657350" y="2343150"/>
            <a:ext cx="1005738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0" name="編號"/>
          <p:cNvSpPr/>
          <p:nvPr/>
        </p:nvSpPr>
        <p:spPr>
          <a:xfrm>
            <a:off x="685800" y="29032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編號"/>
          <p:cNvSpPr/>
          <p:nvPr/>
        </p:nvSpPr>
        <p:spPr>
          <a:xfrm>
            <a:off x="1154430" y="29032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標籤"/>
          <p:cNvSpPr/>
          <p:nvPr/>
        </p:nvSpPr>
        <p:spPr>
          <a:xfrm>
            <a:off x="1657350" y="2914650"/>
            <a:ext cx="1005738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33" name="編號"/>
          <p:cNvSpPr/>
          <p:nvPr/>
        </p:nvSpPr>
        <p:spPr>
          <a:xfrm>
            <a:off x="12086539" y="23317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編號"/>
          <p:cNvSpPr/>
          <p:nvPr/>
        </p:nvSpPr>
        <p:spPr>
          <a:xfrm>
            <a:off x="12555169" y="23317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標籤"/>
          <p:cNvSpPr/>
          <p:nvPr/>
        </p:nvSpPr>
        <p:spPr>
          <a:xfrm>
            <a:off x="13058089" y="2343150"/>
            <a:ext cx="1005738" cy="36576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36" name="編號"/>
          <p:cNvSpPr/>
          <p:nvPr/>
        </p:nvSpPr>
        <p:spPr>
          <a:xfrm>
            <a:off x="12086539" y="29032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12555169" y="290322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標籤"/>
          <p:cNvSpPr/>
          <p:nvPr/>
        </p:nvSpPr>
        <p:spPr>
          <a:xfrm>
            <a:off x="13058089" y="2914650"/>
            <a:ext cx="1005738" cy="36576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39" name="卡片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1" name="編號"/>
          <p:cNvSpPr/>
          <p:nvPr/>
        </p:nvSpPr>
        <p:spPr>
          <a:xfrm>
            <a:off x="1430658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1899288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標籤"/>
          <p:cNvSpPr/>
          <p:nvPr/>
        </p:nvSpPr>
        <p:spPr>
          <a:xfrm>
            <a:off x="2402208" y="7280910"/>
            <a:ext cx="1005738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4897663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11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5366293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12</a:t>
            </a:r>
            <a:endParaRPr lang="en-US" sz="1400" dirty="0"/>
          </a:p>
        </p:txBody>
      </p:sp>
      <p:sp>
        <p:nvSpPr>
          <p:cNvPr id="46" name="標籤"/>
          <p:cNvSpPr/>
          <p:nvPr/>
        </p:nvSpPr>
        <p:spPr>
          <a:xfrm>
            <a:off x="5869213" y="7280910"/>
            <a:ext cx="1005738" cy="36576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47" name="編號"/>
          <p:cNvSpPr/>
          <p:nvPr/>
        </p:nvSpPr>
        <p:spPr>
          <a:xfrm>
            <a:off x="8598983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13</a:t>
            </a:r>
            <a:endParaRPr lang="en-US" sz="1400" dirty="0"/>
          </a:p>
        </p:txBody>
      </p:sp>
      <p:sp>
        <p:nvSpPr>
          <p:cNvPr id="48" name="標籤"/>
          <p:cNvSpPr/>
          <p:nvPr/>
        </p:nvSpPr>
        <p:spPr>
          <a:xfrm>
            <a:off x="9101903" y="7280910"/>
            <a:ext cx="1005738" cy="36576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11831672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14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2300302" y="7269480"/>
            <a:ext cx="388620" cy="38862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15</a:t>
            </a:r>
            <a:endParaRPr lang="en-US" sz="1400" dirty="0"/>
          </a:p>
        </p:txBody>
      </p:sp>
      <p:sp>
        <p:nvSpPr>
          <p:cNvPr id="51" name="標籤"/>
          <p:cNvSpPr/>
          <p:nvPr/>
        </p:nvSpPr>
        <p:spPr>
          <a:xfrm>
            <a:off x="12803222" y="7280910"/>
            <a:ext cx="1005738" cy="36576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0060"/>
            <a:ext cx="571500" cy="40005"/>
          </a:xfrm>
          <a:prstGeom prst="rect">
            <a:avLst/>
          </a:prstGeom>
          <a:solidFill>
            <a:srgbClr val="4F5BD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685800" y="64008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dirty="0">
                <a:solidFill>
                  <a:srgbClr val="2B2B2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能力成長地圖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148590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8C8C8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750" dirty="0"/>
          </a:p>
        </p:txBody>
      </p:sp>
      <p:sp>
        <p:nvSpPr>
          <p:cNvPr id="5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4F5BD5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4F5BD5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685800" y="4743450"/>
            <a:ext cx="1085850" cy="6858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5" name="處理"/>
          <p:cNvSpPr/>
          <p:nvPr/>
        </p:nvSpPr>
        <p:spPr>
          <a:xfrm>
            <a:off x="2343150" y="3749040"/>
            <a:ext cx="1143000" cy="61722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6" name="處理"/>
          <p:cNvSpPr/>
          <p:nvPr/>
        </p:nvSpPr>
        <p:spPr>
          <a:xfrm>
            <a:off x="2343150" y="5806440"/>
            <a:ext cx="1143000" cy="61722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19" name="處理"/>
          <p:cNvSpPr/>
          <p:nvPr/>
        </p:nvSpPr>
        <p:spPr>
          <a:xfrm>
            <a:off x="4057650" y="4743450"/>
            <a:ext cx="1085850" cy="685800"/>
          </a:xfrm>
          <a:prstGeom prst="rect">
            <a:avLst/>
          </a:prstGeom>
          <a:solidFill>
            <a:srgbClr val="FFFFFF"/>
          </a:solidFill>
          <a:ln w="19812">
            <a:solidFill>
              <a:srgbClr val="4F5BD5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1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</p:sp>
      <p:sp>
        <p:nvSpPr>
          <p:cNvPr id="27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0" name="標籤"/>
          <p:cNvSpPr/>
          <p:nvPr/>
        </p:nvSpPr>
        <p:spPr>
          <a:xfrm>
            <a:off x="7500620" y="2857500"/>
            <a:ext cx="614680" cy="32004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1" name="標籤"/>
          <p:cNvSpPr/>
          <p:nvPr/>
        </p:nvSpPr>
        <p:spPr>
          <a:xfrm>
            <a:off x="6172200" y="3680460"/>
            <a:ext cx="773430" cy="32004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2" name="卡片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4" name="標籤"/>
          <p:cNvSpPr/>
          <p:nvPr/>
        </p:nvSpPr>
        <p:spPr>
          <a:xfrm>
            <a:off x="7500620" y="4514850"/>
            <a:ext cx="614680" cy="32004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5" name="標籤"/>
          <p:cNvSpPr/>
          <p:nvPr/>
        </p:nvSpPr>
        <p:spPr>
          <a:xfrm>
            <a:off x="6172200" y="5337810"/>
            <a:ext cx="773430" cy="32004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6" name="卡片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38" name="標籤"/>
          <p:cNvSpPr/>
          <p:nvPr/>
        </p:nvSpPr>
        <p:spPr>
          <a:xfrm>
            <a:off x="7500620" y="6172200"/>
            <a:ext cx="614680" cy="320040"/>
          </a:xfrm>
          <a:prstGeom prst="rect">
            <a:avLst/>
          </a:prstGeom>
          <a:noFill/>
          <a:ln w="11938">
            <a:solidFill>
              <a:srgbClr val="4F5BD5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39" name="標籤"/>
          <p:cNvSpPr/>
          <p:nvPr/>
        </p:nvSpPr>
        <p:spPr>
          <a:xfrm>
            <a:off x="6172200" y="6995160"/>
            <a:ext cx="773430" cy="320040"/>
          </a:xfrm>
          <a:prstGeom prst="rect">
            <a:avLst/>
          </a:prstGeom>
          <a:noFill/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0" name="寬欄條"/>
          <p:cNvSpPr/>
          <p:nvPr/>
        </p:nvSpPr>
        <p:spPr>
          <a:xfrm>
            <a:off x="8858250" y="2571750"/>
            <a:ext cx="685800" cy="4857750"/>
          </a:xfrm>
          <a:prstGeom prst="rect">
            <a:avLst/>
          </a:prstGeom>
          <a:noFill/>
          <a:ln w="11938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9772650" y="2571750"/>
            <a:ext cx="685800" cy="4857750"/>
          </a:xfrm>
          <a:prstGeom prst="rect">
            <a:avLst/>
          </a:prstGeom>
          <a:noFill/>
          <a:ln w="11938">
            <a:solidFill>
              <a:srgbClr val="A6A6A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8926830" y="3154680"/>
            <a:ext cx="548640" cy="54864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看</a:t>
            </a:r>
            <a:endParaRPr lang="en-US" sz="1750" dirty="0"/>
          </a:p>
        </p:txBody>
      </p:sp>
      <p:sp>
        <p:nvSpPr>
          <p:cNvPr id="44" name="編號"/>
          <p:cNvSpPr/>
          <p:nvPr/>
        </p:nvSpPr>
        <p:spPr>
          <a:xfrm>
            <a:off x="9841230" y="3154680"/>
            <a:ext cx="548640" cy="54864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練</a:t>
            </a:r>
            <a:endParaRPr lang="en-US" sz="1750" dirty="0"/>
          </a:p>
        </p:txBody>
      </p:sp>
      <p:sp>
        <p:nvSpPr>
          <p:cNvPr id="45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6" name="編號"/>
          <p:cNvSpPr/>
          <p:nvPr/>
        </p:nvSpPr>
        <p:spPr>
          <a:xfrm>
            <a:off x="8926830" y="4812030"/>
            <a:ext cx="548640" cy="54864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問</a:t>
            </a:r>
            <a:endParaRPr lang="en-US" sz="1750" dirty="0"/>
          </a:p>
        </p:txBody>
      </p:sp>
      <p:sp>
        <p:nvSpPr>
          <p:cNvPr id="47" name="編號"/>
          <p:cNvSpPr/>
          <p:nvPr/>
        </p:nvSpPr>
        <p:spPr>
          <a:xfrm>
            <a:off x="9841230" y="4812030"/>
            <a:ext cx="548640" cy="54864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談</a:t>
            </a:r>
            <a:endParaRPr lang="en-US" sz="1750" dirty="0"/>
          </a:p>
        </p:txBody>
      </p:sp>
      <p:sp>
        <p:nvSpPr>
          <p:cNvPr id="48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9" name="編號"/>
          <p:cNvSpPr/>
          <p:nvPr/>
        </p:nvSpPr>
        <p:spPr>
          <a:xfrm>
            <a:off x="8926830" y="6469380"/>
            <a:ext cx="548640" cy="54864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想</a:t>
            </a:r>
            <a:endParaRPr lang="en-US" sz="1750" dirty="0"/>
          </a:p>
        </p:txBody>
      </p:sp>
      <p:sp>
        <p:nvSpPr>
          <p:cNvPr id="50" name="編號"/>
          <p:cNvSpPr/>
          <p:nvPr/>
        </p:nvSpPr>
        <p:spPr>
          <a:xfrm>
            <a:off x="9841230" y="6469380"/>
            <a:ext cx="548640" cy="54864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4F5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4F5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寫</a:t>
            </a:r>
            <a:endParaRPr lang="en-US" sz="1750" dirty="0"/>
          </a:p>
        </p:txBody>
      </p:sp>
      <p:sp>
        <p:nvSpPr>
          <p:cNvPr id="51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2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</a:ln>
        </p:spPr>
      </p:sp>
      <p:sp>
        <p:nvSpPr>
          <p:cNvPr id="53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5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57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</a:ln>
        </p:spPr>
      </p:sp>
      <p:sp>
        <p:nvSpPr>
          <p:cNvPr id="58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0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2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1938">
            <a:solidFill>
              <a:srgbClr val="7F7F7F"/>
            </a:solidFill>
            <a:prstDash val="solid"/>
          </a:ln>
        </p:spPr>
      </p:sp>
      <p:sp>
        <p:nvSpPr>
          <p:cNvPr id="63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5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1938">
            <a:solidFill>
              <a:srgbClr val="7F7F7F"/>
            </a:solidFill>
            <a:prstDash val="solid"/>
            <a:tailEnd type="arrow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67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F5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極簡線框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極簡線框</dc:title>
  <dc:subject>PptxGenJS Presentation</dc:subject>
  <dc:creator>PPT Style Studio</dc:creator>
  <cp:lastModifiedBy>PPT Style Studio</cp:lastModifiedBy>
  <cp:revision>1</cp:revision>
  <dcterms:created xsi:type="dcterms:W3CDTF">2026-10-09T03:27:01Z</dcterms:created>
  <dcterms:modified xsi:type="dcterms:W3CDTF">2026-10-09T03:27:01Z</dcterms:modified>
</cp:coreProperties>
</file>