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元件總表 Element Catalog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750" dirty="0"/>
          </a:p>
        </p:txBody>
      </p:sp>
      <p:sp>
        <p:nvSpPr>
          <p:cNvPr id="5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6" name="流程方塊"/>
          <p:cNvSpPr/>
          <p:nvPr/>
        </p:nvSpPr>
        <p:spPr>
          <a:xfrm>
            <a:off x="2497700" y="2091690"/>
            <a:ext cx="1371600" cy="48006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7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8" name="流程方塊"/>
          <p:cNvSpPr/>
          <p:nvPr/>
        </p:nvSpPr>
        <p:spPr>
          <a:xfrm>
            <a:off x="4246980" y="2091690"/>
            <a:ext cx="1371600" cy="480060"/>
          </a:xfrm>
          <a:prstGeom prst="rect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9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0" name="流程方塊"/>
          <p:cNvSpPr/>
          <p:nvPr/>
        </p:nvSpPr>
        <p:spPr>
          <a:xfrm>
            <a:off x="5996260" y="2091690"/>
            <a:ext cx="1371600" cy="480060"/>
          </a:xfrm>
          <a:prstGeom prst="rect">
            <a:avLst/>
          </a:prstGeom>
          <a:solidFill>
            <a:srgbClr val="EEF0F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1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2" name="流程方塊"/>
          <p:cNvSpPr/>
          <p:nvPr/>
        </p:nvSpPr>
        <p:spPr>
          <a:xfrm>
            <a:off x="7745540" y="2091690"/>
            <a:ext cx="1371600" cy="48006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3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4" name="流程方塊"/>
          <p:cNvSpPr/>
          <p:nvPr/>
        </p:nvSpPr>
        <p:spPr>
          <a:xfrm>
            <a:off x="9494819" y="2091690"/>
            <a:ext cx="1371600" cy="480060"/>
          </a:xfrm>
          <a:prstGeom prst="rect">
            <a:avLst/>
          </a:prstGeom>
          <a:solidFill>
            <a:srgbClr val="FFFFFF"/>
          </a:solidFill>
          <a:ln w="27813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5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6" name="流程方塊"/>
          <p:cNvSpPr/>
          <p:nvPr/>
        </p:nvSpPr>
        <p:spPr>
          <a:xfrm>
            <a:off x="11244099" y="2091690"/>
            <a:ext cx="1371600" cy="480060"/>
          </a:xfrm>
          <a:prstGeom prst="rect">
            <a:avLst/>
          </a:prstGeom>
          <a:solidFill>
            <a:srgbClr val="4F5BD5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7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8" name="流程方塊"/>
          <p:cNvSpPr/>
          <p:nvPr/>
        </p:nvSpPr>
        <p:spPr>
          <a:xfrm>
            <a:off x="12993379" y="2091690"/>
            <a:ext cx="1371600" cy="480060"/>
          </a:xfrm>
          <a:prstGeom prst="rect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19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2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3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4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5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6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7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8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9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0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4F5BD5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1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2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3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4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1938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0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1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2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3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4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5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6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7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8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49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0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1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53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4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4F5BD5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6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58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59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0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1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2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4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5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7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68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69" name="警示方塊"/>
          <p:cNvSpPr/>
          <p:nvPr/>
        </p:nvSpPr>
        <p:spPr>
          <a:xfrm>
            <a:off x="2497700" y="5337810"/>
            <a:ext cx="1371600" cy="502920"/>
          </a:xfrm>
          <a:prstGeom prst="rect">
            <a:avLst/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0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1" name="警示方塊"/>
          <p:cNvSpPr/>
          <p:nvPr/>
        </p:nvSpPr>
        <p:spPr>
          <a:xfrm>
            <a:off x="4246980" y="5337810"/>
            <a:ext cx="1371600" cy="502920"/>
          </a:xfrm>
          <a:prstGeom prst="rect">
            <a:avLst/>
          </a:prstGeom>
          <a:solidFill>
            <a:srgbClr val="F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2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3" name="警示方塊"/>
          <p:cNvSpPr/>
          <p:nvPr/>
        </p:nvSpPr>
        <p:spPr>
          <a:xfrm>
            <a:off x="5996260" y="5337810"/>
            <a:ext cx="1371600" cy="502920"/>
          </a:xfrm>
          <a:prstGeom prst="rect">
            <a:avLst/>
          </a:prstGeom>
          <a:solidFill>
            <a:srgbClr val="C0504D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4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5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7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78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79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0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1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2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3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5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6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87" name="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89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2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320790"/>
            <a:ext cx="1348740" cy="388620"/>
            <a:chOff x="7756970" y="6320790"/>
            <a:chExt cx="1348740" cy="388620"/>
          </a:xfrm>
        </p:grpSpPr>
        <p:sp>
          <p:nvSpPr>
            <p:cNvPr id="94" name="編號"/>
            <p:cNvSpPr/>
            <p:nvPr/>
          </p:nvSpPr>
          <p:spPr>
            <a:xfrm>
              <a:off x="7756970" y="6320790"/>
              <a:ext cx="388620" cy="38862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5" name="編號"/>
            <p:cNvSpPr/>
            <p:nvPr/>
          </p:nvSpPr>
          <p:spPr>
            <a:xfrm>
              <a:off x="8237030" y="6320790"/>
              <a:ext cx="388620" cy="38862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8717090" y="6320790"/>
              <a:ext cx="388620" cy="38862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3A3A3A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97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98" name="標籤"/>
          <p:cNvSpPr/>
          <p:nvPr/>
        </p:nvSpPr>
        <p:spPr>
          <a:xfrm>
            <a:off x="9677750" y="6332220"/>
            <a:ext cx="1005738" cy="3657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99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0" name="標籤"/>
            <p:cNvSpPr/>
            <p:nvPr/>
          </p:nvSpPr>
          <p:spPr>
            <a:xfrm>
              <a:off x="11237749" y="6343650"/>
              <a:ext cx="646430" cy="342900"/>
            </a:xfrm>
            <a:prstGeom prst="rect">
              <a:avLst/>
            </a:prstGeom>
            <a:ln w="11938">
              <a:solidFill>
                <a:srgbClr val="3A3A3A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1" name="標籤"/>
            <p:cNvSpPr/>
            <p:nvPr/>
          </p:nvSpPr>
          <p:spPr>
            <a:xfrm>
              <a:off x="11975619" y="6343650"/>
              <a:ext cx="646430" cy="342900"/>
            </a:xfrm>
            <a:prstGeom prst="rect">
              <a:avLst/>
            </a:prstGeom>
            <a:ln w="11938">
              <a:solidFill>
                <a:srgbClr val="A6A6A6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3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4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07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08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09" name="群組框"/>
            <p:cNvSpPr/>
            <p:nvPr/>
          </p:nvSpPr>
          <p:spPr>
            <a:xfrm>
              <a:off x="2497700" y="7258050"/>
              <a:ext cx="1371600" cy="457200"/>
            </a:xfrm>
            <a:prstGeom prst="rect">
              <a:avLst/>
            </a:prstGeom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2" name="淺灰面板"/>
          <p:cNvSpPr/>
          <p:nvPr/>
        </p:nvSpPr>
        <p:spPr>
          <a:xfrm>
            <a:off x="4246980" y="7189470"/>
            <a:ext cx="1371600" cy="52578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4" name="卡片"/>
          <p:cNvSpPr/>
          <p:nvPr/>
        </p:nvSpPr>
        <p:spPr>
          <a:xfrm>
            <a:off x="5996260" y="7189470"/>
            <a:ext cx="13716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6" name="卡片"/>
          <p:cNvSpPr/>
          <p:nvPr/>
        </p:nvSpPr>
        <p:spPr>
          <a:xfrm>
            <a:off x="7745540" y="7189470"/>
            <a:ext cx="13716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18" name="卡片"/>
            <p:cNvSpPr/>
            <p:nvPr/>
          </p:nvSpPr>
          <p:spPr>
            <a:xfrm>
              <a:off x="949481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表頭"/>
            <p:cNvSpPr/>
            <p:nvPr/>
          </p:nvSpPr>
          <p:spPr>
            <a:xfrm>
              <a:off x="9494819" y="7189470"/>
              <a:ext cx="1371600" cy="182880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24" name="寬欄條"/>
            <p:cNvSpPr/>
            <p:nvPr/>
          </p:nvSpPr>
          <p:spPr>
            <a:xfrm>
              <a:off x="13221979" y="7189470"/>
              <a:ext cx="388620" cy="525780"/>
            </a:xfrm>
            <a:prstGeom prst="rect">
              <a:avLst/>
            </a:prstGeom>
            <a:ln w="11938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寬欄條"/>
            <p:cNvSpPr/>
            <p:nvPr/>
          </p:nvSpPr>
          <p:spPr>
            <a:xfrm>
              <a:off x="13747759" y="7189470"/>
              <a:ext cx="388620" cy="525780"/>
            </a:xfrm>
            <a:prstGeom prst="rect">
              <a:avLst/>
            </a:prstGeom>
            <a:ln w="11938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27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29" name="Text 12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 Common Patterns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750" dirty="0"/>
          </a:p>
        </p:txBody>
      </p:sp>
      <p:sp>
        <p:nvSpPr>
          <p:cNvPr id="5" name="組合名稱"/>
          <p:cNvSpPr/>
          <p:nvPr/>
        </p:nvSpPr>
        <p:spPr>
          <a:xfrm>
            <a:off x="685800" y="2171700"/>
            <a:ext cx="32784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6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7" name="處理"/>
            <p:cNvSpPr/>
            <p:nvPr/>
          </p:nvSpPr>
          <p:spPr>
            <a:xfrm>
              <a:off x="685800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902095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3118390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15" name="組合名稱"/>
          <p:cNvSpPr/>
          <p:nvPr/>
        </p:nvSpPr>
        <p:spPr>
          <a:xfrm>
            <a:off x="4215670" y="2171700"/>
            <a:ext cx="32784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6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17" name="處理"/>
            <p:cNvSpPr/>
            <p:nvPr/>
          </p:nvSpPr>
          <p:spPr>
            <a:xfrm>
              <a:off x="4215670" y="2903220"/>
              <a:ext cx="82296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18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19" name="連接線"/>
            <p:cNvCxnSpPr>
              <a:stCxn id="17" idx="3"/>
              <a:endCxn id="18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0" name="處理"/>
            <p:cNvSpPr/>
            <p:nvPr/>
          </p:nvSpPr>
          <p:spPr>
            <a:xfrm>
              <a:off x="6648260" y="2903220"/>
              <a:ext cx="84582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1" name="連接線"/>
            <p:cNvCxnSpPr>
              <a:stCxn id="18" idx="3"/>
              <a:endCxn id="20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2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5392960" y="40690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18" idx="2"/>
              <a:endCxn id="23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6" name="組合名稱"/>
          <p:cNvSpPr/>
          <p:nvPr/>
        </p:nvSpPr>
        <p:spPr>
          <a:xfrm>
            <a:off x="7745540" y="2171700"/>
            <a:ext cx="32784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27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28" name="處理"/>
            <p:cNvSpPr/>
            <p:nvPr/>
          </p:nvSpPr>
          <p:spPr>
            <a:xfrm>
              <a:off x="7745540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29" name="處理"/>
            <p:cNvSpPr/>
            <p:nvPr/>
          </p:nvSpPr>
          <p:spPr>
            <a:xfrm>
              <a:off x="8961834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10178129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1" name="連接線"/>
            <p:cNvCxnSpPr>
              <a:stCxn id="28" idx="3"/>
              <a:endCxn id="29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3" name="連接線"/>
            <p:cNvCxnSpPr>
              <a:stCxn id="29" idx="2"/>
              <a:endCxn id="28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4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5" name="組合名稱"/>
          <p:cNvSpPr/>
          <p:nvPr/>
        </p:nvSpPr>
        <p:spPr>
          <a:xfrm>
            <a:off x="11275409" y="2171700"/>
            <a:ext cx="32784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37" name="處理"/>
            <p:cNvSpPr/>
            <p:nvPr/>
          </p:nvSpPr>
          <p:spPr>
            <a:xfrm>
              <a:off x="11275409" y="3520440"/>
              <a:ext cx="9144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38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39" name="連接線"/>
            <p:cNvCxnSpPr>
              <a:stCxn id="37" idx="3"/>
              <a:endCxn id="38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0" name="處理"/>
            <p:cNvSpPr/>
            <p:nvPr/>
          </p:nvSpPr>
          <p:spPr>
            <a:xfrm>
              <a:off x="13845159" y="3520440"/>
              <a:ext cx="70866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1" name="連接線"/>
            <p:cNvCxnSpPr>
              <a:stCxn id="38" idx="3"/>
              <a:endCxn id="40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2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3" name="連接線"/>
            <p:cNvCxnSpPr>
              <a:stCxn id="38" idx="0"/>
              <a:endCxn id="37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4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45" name="組合名稱"/>
          <p:cNvSpPr/>
          <p:nvPr/>
        </p:nvSpPr>
        <p:spPr>
          <a:xfrm>
            <a:off x="685800" y="5052060"/>
            <a:ext cx="32784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46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47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49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1" name="處理"/>
            <p:cNvSpPr/>
            <p:nvPr/>
          </p:nvSpPr>
          <p:spPr>
            <a:xfrm>
              <a:off x="1371600" y="5772150"/>
              <a:ext cx="8001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2514600" y="6755130"/>
              <a:ext cx="8001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3072670" y="5772150"/>
              <a:ext cx="80010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54" name="連接線"/>
            <p:cNvCxnSpPr>
              <a:stCxn id="51" idx="3"/>
              <a:endCxn id="52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55" name="連接線"/>
            <p:cNvCxnSpPr>
              <a:stCxn id="52" idx="3"/>
              <a:endCxn id="53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56" name="組合名稱"/>
          <p:cNvSpPr/>
          <p:nvPr/>
        </p:nvSpPr>
        <p:spPr>
          <a:xfrm>
            <a:off x="4215670" y="5052060"/>
            <a:ext cx="32784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57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58" name="處理"/>
            <p:cNvSpPr/>
            <p:nvPr/>
          </p:nvSpPr>
          <p:spPr>
            <a:xfrm>
              <a:off x="4215670" y="6229350"/>
              <a:ext cx="64008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59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5404390" y="570357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5404390" y="675513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2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處理"/>
            <p:cNvSpPr/>
            <p:nvPr/>
          </p:nvSpPr>
          <p:spPr>
            <a:xfrm>
              <a:off x="6785420" y="6229350"/>
              <a:ext cx="70866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64" name="連接線"/>
            <p:cNvCxnSpPr>
              <a:stCxn id="58" idx="3"/>
              <a:endCxn id="59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5" name="連接線"/>
            <p:cNvCxnSpPr>
              <a:endCxn id="60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7" name="連接線"/>
            <p:cNvCxnSpPr>
              <a:stCxn id="60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9" name="連接線"/>
            <p:cNvCxnSpPr>
              <a:stCxn id="62" idx="3"/>
              <a:endCxn id="63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70" name="組合名稱"/>
          <p:cNvSpPr/>
          <p:nvPr/>
        </p:nvSpPr>
        <p:spPr>
          <a:xfrm>
            <a:off x="7745540" y="5052060"/>
            <a:ext cx="32784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1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72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73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8984694" y="6080760"/>
              <a:ext cx="80010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75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76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77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78" name="連接線"/>
            <p:cNvCxnSpPr>
              <a:stCxn id="72" idx="2"/>
              <a:endCxn id="74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79" name="連接線"/>
            <p:cNvCxnSpPr>
              <a:stCxn id="74" idx="3"/>
              <a:endCxn id="76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80" name="組合名稱"/>
          <p:cNvSpPr/>
          <p:nvPr/>
        </p:nvSpPr>
        <p:spPr>
          <a:xfrm>
            <a:off x="11275409" y="5052060"/>
            <a:ext cx="32784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81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82" name="卡片"/>
            <p:cNvSpPr/>
            <p:nvPr/>
          </p:nvSpPr>
          <p:spPr>
            <a:xfrm>
              <a:off x="11275409" y="5737860"/>
              <a:ext cx="1348740" cy="14859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84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12617434" y="6480810"/>
              <a:ext cx="594360" cy="0"/>
            </a:xfrm>
            <a:prstGeom prst="line">
              <a:avLst/>
            </a:prstGeom>
            <a:noFill/>
            <a:ln w="11938">
              <a:solidFill>
                <a:srgbClr val="707070"/>
              </a:solidFill>
              <a:prstDash val="solid"/>
              <a:tailEnd type="arrow" w="lg" len="lg"/>
            </a:ln>
          </p:spPr>
        </p:sp>
        <p:sp>
          <p:nvSpPr>
            <p:cNvPr id="86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ect">
              <a:avLst/>
            </a:prstGeom>
            <a:solidFill>
              <a:srgbClr val="FFFFFF"/>
            </a:solidFill>
            <a:ln w="27813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88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89" name="Text 8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常見組合（二）Common Patterns II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750" dirty="0"/>
          </a:p>
        </p:txBody>
      </p:sp>
      <p:sp>
        <p:nvSpPr>
          <p:cNvPr id="5" name="組合名稱"/>
          <p:cNvSpPr/>
          <p:nvPr/>
        </p:nvSpPr>
        <p:spPr>
          <a:xfrm>
            <a:off x="685800" y="2171700"/>
            <a:ext cx="436359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6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4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2" name="組合名稱"/>
          <p:cNvSpPr/>
          <p:nvPr/>
        </p:nvSpPr>
        <p:spPr>
          <a:xfrm>
            <a:off x="5438013" y="2171700"/>
            <a:ext cx="436359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3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BD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5" name="Text 31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6" name="組合名稱"/>
          <p:cNvSpPr/>
          <p:nvPr/>
        </p:nvSpPr>
        <p:spPr>
          <a:xfrm>
            <a:off x="10190226" y="2171700"/>
            <a:ext cx="436359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37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38" name="問題"/>
            <p:cNvSpPr/>
            <p:nvPr/>
          </p:nvSpPr>
          <p:spPr>
            <a:xfrm>
              <a:off x="10190226" y="2880360"/>
              <a:ext cx="1165860" cy="1325880"/>
            </a:xfrm>
            <a:prstGeom prst="rect">
              <a:avLst/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39" name="原因"/>
            <p:cNvSpPr/>
            <p:nvPr/>
          </p:nvSpPr>
          <p:spPr>
            <a:xfrm>
              <a:off x="11789093" y="2880360"/>
              <a:ext cx="1165860" cy="132588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0" name="對策"/>
            <p:cNvSpPr/>
            <p:nvPr/>
          </p:nvSpPr>
          <p:spPr>
            <a:xfrm>
              <a:off x="13387959" y="2880360"/>
              <a:ext cx="1165860" cy="1325880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1" name="連接線"/>
            <p:cNvCxnSpPr>
              <a:stCxn id="38" idx="3"/>
              <a:endCxn id="39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43" name="組合名稱"/>
          <p:cNvSpPr/>
          <p:nvPr/>
        </p:nvSpPr>
        <p:spPr>
          <a:xfrm>
            <a:off x="685800" y="5029200"/>
            <a:ext cx="436359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4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5" name="方案"/>
            <p:cNvSpPr/>
            <p:nvPr/>
          </p:nvSpPr>
          <p:spPr>
            <a:xfrm>
              <a:off x="685800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6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48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49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0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1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4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27813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表頭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59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0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3" name="標籤"/>
            <p:cNvSpPr/>
            <p:nvPr/>
          </p:nvSpPr>
          <p:spPr>
            <a:xfrm>
              <a:off x="2592007" y="7520940"/>
              <a:ext cx="551180" cy="251460"/>
            </a:xfrm>
            <a:prstGeom prst="rect">
              <a:avLst/>
            </a:prstGeom>
            <a:ln w="11938">
              <a:solidFill>
                <a:srgbClr val="3A3A3A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4" name="方案"/>
            <p:cNvSpPr/>
            <p:nvPr/>
          </p:nvSpPr>
          <p:spPr>
            <a:xfrm>
              <a:off x="3686302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67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8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69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0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3" name="組合名稱"/>
          <p:cNvSpPr/>
          <p:nvPr/>
        </p:nvSpPr>
        <p:spPr>
          <a:xfrm>
            <a:off x="5438013" y="5029200"/>
            <a:ext cx="436359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4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75" name="卡片"/>
            <p:cNvSpPr/>
            <p:nvPr/>
          </p:nvSpPr>
          <p:spPr>
            <a:xfrm>
              <a:off x="5438013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4F5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78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79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0" name="卡片"/>
            <p:cNvSpPr/>
            <p:nvPr/>
          </p:nvSpPr>
          <p:spPr>
            <a:xfrm>
              <a:off x="6945884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8453755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0" name="組合名稱"/>
          <p:cNvSpPr/>
          <p:nvPr/>
        </p:nvSpPr>
        <p:spPr>
          <a:xfrm>
            <a:off x="10190226" y="5029200"/>
            <a:ext cx="436359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1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2" name="PDCA Plan"/>
            <p:cNvSpPr/>
            <p:nvPr/>
          </p:nvSpPr>
          <p:spPr>
            <a:xfrm>
              <a:off x="10190226" y="555498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93" name="PDCA Do"/>
            <p:cNvSpPr/>
            <p:nvPr/>
          </p:nvSpPr>
          <p:spPr>
            <a:xfrm>
              <a:off x="12907899" y="555498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94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95" name="PDCA Act"/>
            <p:cNvSpPr/>
            <p:nvPr/>
          </p:nvSpPr>
          <p:spPr>
            <a:xfrm>
              <a:off x="10190226" y="683514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96" name="連接線"/>
            <p:cNvCxnSpPr>
              <a:stCxn id="92" idx="3"/>
              <a:endCxn id="93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7" name="連接線"/>
            <p:cNvCxnSpPr>
              <a:stCxn id="93" idx="2"/>
              <a:endCxn id="94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8" name="連接線"/>
            <p:cNvCxnSpPr>
              <a:stCxn id="94" idx="1"/>
              <a:endCxn id="95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9" name="連接線"/>
            <p:cNvCxnSpPr>
              <a:stCxn id="95" idx="0"/>
              <a:endCxn id="92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100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1" name="Text 9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2" name="Text 9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風格規範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色彩、字級與元件語言一覽：全部 0.75pt 髮絲線、無填色無陰影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6286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914650"/>
            <a:ext cx="617220" cy="617220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#4F5BD5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474470" y="2914650"/>
            <a:ext cx="617220" cy="617220"/>
          </a:xfrm>
          <a:prstGeom prst="rect">
            <a:avLst/>
          </a:prstGeom>
          <a:solidFill>
            <a:srgbClr val="2B2B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263140" y="2914650"/>
            <a:ext cx="617220" cy="617220"/>
          </a:xfrm>
          <a:prstGeom prst="rect">
            <a:avLst/>
          </a:prstGeom>
          <a:solidFill>
            <a:srgbClr val="EEF0FB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#EEF0FB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051810" y="2914650"/>
            <a:ext cx="617220" cy="617220"/>
          </a:xfrm>
          <a:prstGeom prst="rect">
            <a:avLst/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840480" y="2914650"/>
            <a:ext cx="617220" cy="617220"/>
          </a:xfrm>
          <a:prstGeom prst="rect">
            <a:avLst/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29150" y="2914650"/>
            <a:ext cx="617220" cy="617220"/>
          </a:xfrm>
          <a:prstGeom prst="rect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17820" y="2914650"/>
            <a:ext cx="617220" cy="617220"/>
          </a:xfrm>
          <a:prstGeom prst="rect">
            <a:avLst/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85800" y="4434840"/>
            <a:ext cx="6286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29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750" dirty="0"/>
          </a:p>
        </p:txBody>
      </p:sp>
      <p:sp>
        <p:nvSpPr>
          <p:cNvPr id="31" name="Text 29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2" name="Text 30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715250" y="2228850"/>
            <a:ext cx="68385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36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0.75pt</a:t>
            </a:r>
            <a:endParaRPr lang="en-US" sz="1250" dirty="0"/>
          </a:p>
        </p:txBody>
      </p:sp>
      <p:sp>
        <p:nvSpPr>
          <p:cNvPr id="39" name="卡片"/>
          <p:cNvSpPr/>
          <p:nvPr/>
        </p:nvSpPr>
        <p:spPr>
          <a:xfrm>
            <a:off x="8858250" y="2960370"/>
            <a:ext cx="1657350" cy="5943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卡片"/>
          <p:cNvSpPr/>
          <p:nvPr/>
        </p:nvSpPr>
        <p:spPr>
          <a:xfrm>
            <a:off x="10744200" y="2960370"/>
            <a:ext cx="1485900" cy="5943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線條"/>
          <p:cNvSpPr/>
          <p:nvPr/>
        </p:nvSpPr>
        <p:spPr>
          <a:xfrm>
            <a:off x="10744200" y="3166110"/>
            <a:ext cx="1485900" cy="0"/>
          </a:xfrm>
          <a:prstGeom prst="line">
            <a:avLst/>
          </a:prstGeom>
          <a:noFill/>
          <a:ln w="23876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</a:t>
            </a:r>
            <a:endParaRPr lang="en-US" sz="1250" dirty="0"/>
          </a:p>
        </p:txBody>
      </p:sp>
      <p:sp>
        <p:nvSpPr>
          <p:cNvPr id="45" name="標籤"/>
          <p:cNvSpPr/>
          <p:nvPr/>
        </p:nvSpPr>
        <p:spPr>
          <a:xfrm>
            <a:off x="8858250" y="3886200"/>
            <a:ext cx="688238" cy="3657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46" name="標籤"/>
          <p:cNvSpPr/>
          <p:nvPr/>
        </p:nvSpPr>
        <p:spPr>
          <a:xfrm>
            <a:off x="9683648" y="3886200"/>
            <a:ext cx="688238" cy="365760"/>
          </a:xfrm>
          <a:prstGeom prst="rect">
            <a:avLst/>
          </a:prstGeom>
          <a:ln w="11938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47" name="標籤"/>
          <p:cNvSpPr/>
          <p:nvPr/>
        </p:nvSpPr>
        <p:spPr>
          <a:xfrm>
            <a:off x="10509047" y="3886200"/>
            <a:ext cx="688238" cy="365760"/>
          </a:xfrm>
          <a:prstGeom prst="rect">
            <a:avLst/>
          </a:prstGeom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48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空心細圓</a:t>
            </a:r>
            <a:endParaRPr lang="en-US" sz="1250" dirty="0"/>
          </a:p>
        </p:txBody>
      </p:sp>
      <p:sp>
        <p:nvSpPr>
          <p:cNvPr id="51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500" dirty="0"/>
          </a:p>
        </p:txBody>
      </p:sp>
      <p:sp>
        <p:nvSpPr>
          <p:cNvPr id="52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500" dirty="0"/>
          </a:p>
        </p:txBody>
      </p:sp>
      <p:sp>
        <p:nvSpPr>
          <p:cNvPr id="53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開放箭頭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59" name="線條"/>
          <p:cNvSpPr/>
          <p:nvPr/>
        </p:nvSpPr>
        <p:spPr>
          <a:xfrm>
            <a:off x="9589770" y="569214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1" name="線條"/>
          <p:cNvSpPr/>
          <p:nvPr/>
        </p:nvSpPr>
        <p:spPr>
          <a:xfrm>
            <a:off x="10961370" y="569214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63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65" name="Text 63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0.75pt 實線＋開放箭頭</a:t>
            </a:r>
            <a:endParaRPr lang="en-US" sz="1250" dirty="0"/>
          </a:p>
        </p:txBody>
      </p:sp>
      <p:sp>
        <p:nvSpPr>
          <p:cNvPr id="66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67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0" name="Text 68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 V 形</a:t>
            </a:r>
            <a:endParaRPr lang="en-US" sz="1250" dirty="0"/>
          </a:p>
        </p:txBody>
      </p:sp>
      <p:sp>
        <p:nvSpPr>
          <p:cNvPr id="71" name="流程鏈"/>
          <p:cNvSpPr/>
          <p:nvPr/>
        </p:nvSpPr>
        <p:spPr>
          <a:xfrm>
            <a:off x="885825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2" name="流程鏈"/>
          <p:cNvSpPr/>
          <p:nvPr/>
        </p:nvSpPr>
        <p:spPr>
          <a:xfrm>
            <a:off x="9963760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73" name="流程鏈"/>
          <p:cNvSpPr/>
          <p:nvPr/>
        </p:nvSpPr>
        <p:spPr>
          <a:xfrm>
            <a:off x="11069269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74" name="Text 7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卡片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750" dirty="0"/>
          </a:p>
        </p:txBody>
      </p:sp>
      <p:sp>
        <p:nvSpPr>
          <p:cNvPr id="5" name="卡片"/>
          <p:cNvSpPr/>
          <p:nvPr/>
        </p:nvSpPr>
        <p:spPr>
          <a:xfrm>
            <a:off x="685800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7" name="線條"/>
          <p:cNvSpPr/>
          <p:nvPr/>
        </p:nvSpPr>
        <p:spPr>
          <a:xfrm>
            <a:off x="982980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9" name="卡片"/>
          <p:cNvSpPr/>
          <p:nvPr/>
        </p:nvSpPr>
        <p:spPr>
          <a:xfrm>
            <a:off x="5488115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1" name="線條"/>
          <p:cNvSpPr/>
          <p:nvPr/>
        </p:nvSpPr>
        <p:spPr>
          <a:xfrm>
            <a:off x="5785295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3" name="標籤"/>
          <p:cNvSpPr/>
          <p:nvPr/>
        </p:nvSpPr>
        <p:spPr>
          <a:xfrm>
            <a:off x="8567865" y="2183130"/>
            <a:ext cx="932180" cy="32004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4" name="卡片"/>
          <p:cNvSpPr/>
          <p:nvPr/>
        </p:nvSpPr>
        <p:spPr>
          <a:xfrm>
            <a:off x="10290429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線條"/>
          <p:cNvSpPr/>
          <p:nvPr/>
        </p:nvSpPr>
        <p:spPr>
          <a:xfrm>
            <a:off x="10290429" y="3006090"/>
            <a:ext cx="4263390" cy="0"/>
          </a:xfrm>
          <a:prstGeom prst="line">
            <a:avLst/>
          </a:prstGeom>
          <a:noFill/>
          <a:ln w="23876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90429" y="2343150"/>
            <a:ext cx="91440" cy="662940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715000"/>
            <a:ext cx="8001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3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685800" y="6377940"/>
            <a:ext cx="937260" cy="3657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685800" y="6858000"/>
            <a:ext cx="937260" cy="3657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685800" y="7338060"/>
            <a:ext cx="937260" cy="3657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144000" y="5715000"/>
            <a:ext cx="540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1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標籤與編號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138680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685800" y="2914650"/>
            <a:ext cx="1190346" cy="43434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8" name="標籤"/>
          <p:cNvSpPr/>
          <p:nvPr/>
        </p:nvSpPr>
        <p:spPr>
          <a:xfrm>
            <a:off x="2219046" y="2914650"/>
            <a:ext cx="1190346" cy="434340"/>
          </a:xfrm>
          <a:prstGeom prst="rect">
            <a:avLst/>
          </a:prstGeom>
          <a:ln w="11938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3752291" y="2914650"/>
            <a:ext cx="1190346" cy="434340"/>
          </a:xfrm>
          <a:prstGeom prst="rect">
            <a:avLst/>
          </a:prstGeom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5285537" y="2914650"/>
            <a:ext cx="1190346" cy="434340"/>
          </a:xfrm>
          <a:prstGeom prst="rect">
            <a:avLst/>
          </a:prstGeom>
          <a:ln w="11938">
            <a:solidFill>
              <a:srgbClr val="4F5BD5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2" name="標籤"/>
          <p:cNvSpPr/>
          <p:nvPr/>
        </p:nvSpPr>
        <p:spPr>
          <a:xfrm>
            <a:off x="8076082" y="2960370"/>
            <a:ext cx="614680" cy="342900"/>
          </a:xfrm>
          <a:prstGeom prst="rect">
            <a:avLst/>
          </a:prstGeom>
          <a:ln w="11938">
            <a:solidFill>
              <a:srgbClr val="4F5BD5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3" name="標籤"/>
          <p:cNvSpPr/>
          <p:nvPr/>
        </p:nvSpPr>
        <p:spPr>
          <a:xfrm>
            <a:off x="8862212" y="2960370"/>
            <a:ext cx="614680" cy="342900"/>
          </a:xfrm>
          <a:prstGeom prst="rect">
            <a:avLst/>
          </a:prstGeom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9648342" y="2960370"/>
            <a:ext cx="614680" cy="342900"/>
          </a:xfrm>
          <a:prstGeom prst="rect">
            <a:avLst/>
          </a:prstGeom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3829050"/>
            <a:ext cx="43319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6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685800" y="4583430"/>
            <a:ext cx="3314700" cy="4800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18" name="標籤"/>
          <p:cNvSpPr/>
          <p:nvPr/>
        </p:nvSpPr>
        <p:spPr>
          <a:xfrm>
            <a:off x="685800" y="5292090"/>
            <a:ext cx="3314700" cy="4800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19" name="標籤"/>
          <p:cNvSpPr/>
          <p:nvPr/>
        </p:nvSpPr>
        <p:spPr>
          <a:xfrm>
            <a:off x="685800" y="6000750"/>
            <a:ext cx="3314700" cy="4800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6709410"/>
            <a:ext cx="3314700" cy="4800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5453825" y="3829050"/>
            <a:ext cx="43319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2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650" dirty="0"/>
          </a:p>
        </p:txBody>
      </p:sp>
      <p:sp>
        <p:nvSpPr>
          <p:cNvPr id="24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650" dirty="0"/>
          </a:p>
        </p:txBody>
      </p:sp>
      <p:sp>
        <p:nvSpPr>
          <p:cNvPr id="25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650" dirty="0"/>
          </a:p>
        </p:txBody>
      </p:sp>
      <p:sp>
        <p:nvSpPr>
          <p:cNvPr id="26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4</a:t>
            </a:r>
            <a:endParaRPr lang="en-US" sz="1650" dirty="0"/>
          </a:p>
        </p:txBody>
      </p:sp>
      <p:sp>
        <p:nvSpPr>
          <p:cNvPr id="27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0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221849" y="3829050"/>
            <a:ext cx="43319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37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1" name="Text 39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2" name="Text 40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圓形與流程鏈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5150" dirty="0"/>
          </a:p>
        </p:txBody>
      </p:sp>
      <p:sp>
        <p:nvSpPr>
          <p:cNvPr id="9" name="Text 7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0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1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2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886700" y="2228850"/>
            <a:ext cx="66671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7886700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6" name="流程鏈"/>
          <p:cNvSpPr/>
          <p:nvPr/>
        </p:nvSpPr>
        <p:spPr>
          <a:xfrm>
            <a:off x="10033178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17" name="流程鏈"/>
          <p:cNvSpPr/>
          <p:nvPr/>
        </p:nvSpPr>
        <p:spPr>
          <a:xfrm>
            <a:off x="12179656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18" name="流程鏈"/>
          <p:cNvSpPr/>
          <p:nvPr/>
        </p:nvSpPr>
        <p:spPr>
          <a:xfrm>
            <a:off x="7886700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19" name="流程鏈"/>
          <p:cNvSpPr/>
          <p:nvPr/>
        </p:nvSpPr>
        <p:spPr>
          <a:xfrm>
            <a:off x="9187754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0" name="流程鏈"/>
          <p:cNvSpPr/>
          <p:nvPr/>
        </p:nvSpPr>
        <p:spPr>
          <a:xfrm>
            <a:off x="10488808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1" name="流程鏈"/>
          <p:cNvSpPr/>
          <p:nvPr/>
        </p:nvSpPr>
        <p:spPr>
          <a:xfrm>
            <a:off x="11789862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2" name="流程鏈"/>
          <p:cNvSpPr/>
          <p:nvPr/>
        </p:nvSpPr>
        <p:spPr>
          <a:xfrm>
            <a:off x="13090916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23" name="流程鏈"/>
          <p:cNvSpPr/>
          <p:nvPr/>
        </p:nvSpPr>
        <p:spPr>
          <a:xfrm>
            <a:off x="7886700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24" name="流程鏈"/>
          <p:cNvSpPr/>
          <p:nvPr/>
        </p:nvSpPr>
        <p:spPr>
          <a:xfrm>
            <a:off x="9513018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25" name="流程鏈"/>
          <p:cNvSpPr/>
          <p:nvPr/>
        </p:nvSpPr>
        <p:spPr>
          <a:xfrm>
            <a:off x="11139335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26" name="流程鏈"/>
          <p:cNvSpPr/>
          <p:nvPr/>
        </p:nvSpPr>
        <p:spPr>
          <a:xfrm>
            <a:off x="12765653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27" name="Text 25"/>
          <p:cNvSpPr/>
          <p:nvPr/>
        </p:nvSpPr>
        <p:spPr>
          <a:xfrm>
            <a:off x="7886700" y="6423660"/>
            <a:ext cx="1788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513018" y="6423660"/>
            <a:ext cx="1788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139335" y="6423660"/>
            <a:ext cx="1788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2765653" y="6423660"/>
            <a:ext cx="1788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連接線與箭頭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31926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685800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8" name="處理"/>
          <p:cNvSpPr/>
          <p:nvPr/>
        </p:nvSpPr>
        <p:spPr>
          <a:xfrm>
            <a:off x="2849785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0" name="Text 8"/>
          <p:cNvSpPr/>
          <p:nvPr/>
        </p:nvSpPr>
        <p:spPr>
          <a:xfrm>
            <a:off x="4244245" y="2228850"/>
            <a:ext cx="31926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1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4244245" y="30861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6408230" y="42291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4" name="連接線"/>
          <p:cNvCxnSpPr>
            <a:stCxn id="12" idx="3"/>
            <a:endCxn id="13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5" name="Text 13"/>
          <p:cNvSpPr/>
          <p:nvPr/>
        </p:nvSpPr>
        <p:spPr>
          <a:xfrm>
            <a:off x="7802690" y="2228850"/>
            <a:ext cx="31926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6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7802690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8" name="處理"/>
          <p:cNvSpPr/>
          <p:nvPr/>
        </p:nvSpPr>
        <p:spPr>
          <a:xfrm>
            <a:off x="9966674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9" name="連接線"/>
          <p:cNvCxnSpPr>
            <a:stCxn id="17" idx="3"/>
            <a:endCxn id="18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7F7F7F"/>
            </a:solidFill>
            <a:prstDash val="sysDot"/>
            <a:tailEnd type="arrow" w="lg" len="lg"/>
          </a:ln>
        </p:spPr>
      </p:cxnSp>
      <p:sp>
        <p:nvSpPr>
          <p:cNvPr id="20" name="Text 18"/>
          <p:cNvSpPr/>
          <p:nvPr/>
        </p:nvSpPr>
        <p:spPr>
          <a:xfrm>
            <a:off x="11361134" y="2228850"/>
            <a:ext cx="31926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1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11361134" y="405765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3" name="處理"/>
          <p:cNvSpPr/>
          <p:nvPr/>
        </p:nvSpPr>
        <p:spPr>
          <a:xfrm>
            <a:off x="13525119" y="405765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4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ln w="11938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85800" y="4914900"/>
            <a:ext cx="31926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28" name="線條"/>
          <p:cNvSpPr/>
          <p:nvPr/>
        </p:nvSpPr>
        <p:spPr>
          <a:xfrm>
            <a:off x="1363956" y="645795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0" name="線條"/>
          <p:cNvSpPr/>
          <p:nvPr/>
        </p:nvSpPr>
        <p:spPr>
          <a:xfrm>
            <a:off x="2605969" y="645795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4244245" y="4914900"/>
            <a:ext cx="31926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4244245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35" name="處理"/>
          <p:cNvSpPr/>
          <p:nvPr/>
        </p:nvSpPr>
        <p:spPr>
          <a:xfrm>
            <a:off x="6408230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36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802690" y="4914900"/>
            <a:ext cx="31926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2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43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1361134" y="4914900"/>
            <a:ext cx="31926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45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11361134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7" name="處理"/>
          <p:cNvSpPr/>
          <p:nvPr/>
        </p:nvSpPr>
        <p:spPr>
          <a:xfrm>
            <a:off x="13525119" y="57150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48" name="處理"/>
          <p:cNvSpPr/>
          <p:nvPr/>
        </p:nvSpPr>
        <p:spPr>
          <a:xfrm>
            <a:off x="13525119" y="667512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49" name="連接線"/>
          <p:cNvCxnSpPr>
            <a:stCxn id="46" idx="3"/>
            <a:endCxn id="47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50" name="連接線"/>
          <p:cNvCxnSpPr>
            <a:stCxn id="46" idx="3"/>
            <a:endCxn id="48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51" name="Text 49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流程圖符號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750" dirty="0"/>
          </a:p>
        </p:txBody>
      </p:sp>
      <p:sp>
        <p:nvSpPr>
          <p:cNvPr id="5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7" name="處理"/>
          <p:cNvSpPr/>
          <p:nvPr/>
        </p:nvSpPr>
        <p:spPr>
          <a:xfrm>
            <a:off x="3238405" y="2731770"/>
            <a:ext cx="18288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9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1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3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5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685800" y="4709160"/>
            <a:ext cx="138680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0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1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8126501" y="5497830"/>
            <a:ext cx="1828800" cy="77724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3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4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0" name="Text 28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1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1938">
            <a:solidFill>
              <a:srgbClr val="7F7F7F"/>
            </a:solidFill>
            <a:prstDash val="sysDash"/>
            <a:headEnd type="triangle" w="lg" len="lg"/>
            <a:tailEnd type="arrow" w="lg" len="lg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4" name="Text 32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結構元件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6515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685800" y="4743450"/>
            <a:ext cx="9372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8" name="處理"/>
          <p:cNvSpPr/>
          <p:nvPr/>
        </p:nvSpPr>
        <p:spPr>
          <a:xfrm>
            <a:off x="2343150" y="3829050"/>
            <a:ext cx="10515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9" name="處理"/>
          <p:cNvSpPr/>
          <p:nvPr/>
        </p:nvSpPr>
        <p:spPr>
          <a:xfrm>
            <a:off x="2343150" y="5657850"/>
            <a:ext cx="10515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4114800" y="4743450"/>
            <a:ext cx="937260" cy="571500"/>
          </a:xfrm>
          <a:prstGeom prst="rect">
            <a:avLst/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1" name="處理"/>
          <p:cNvSpPr/>
          <p:nvPr/>
        </p:nvSpPr>
        <p:spPr>
          <a:xfrm>
            <a:off x="5772150" y="32575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5772150" y="47434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62293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4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0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715250" y="2228850"/>
            <a:ext cx="33718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2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4F5BD5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6" name="標籤"/>
          <p:cNvSpPr/>
          <p:nvPr/>
        </p:nvSpPr>
        <p:spPr>
          <a:xfrm>
            <a:off x="8186420" y="4034790"/>
            <a:ext cx="646430" cy="342900"/>
          </a:xfrm>
          <a:prstGeom prst="rect">
            <a:avLst/>
          </a:prstGeom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7" name="標籤"/>
          <p:cNvSpPr/>
          <p:nvPr/>
        </p:nvSpPr>
        <p:spPr>
          <a:xfrm>
            <a:off x="9969500" y="4034790"/>
            <a:ext cx="646430" cy="34290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28" name="標籤"/>
          <p:cNvSpPr/>
          <p:nvPr/>
        </p:nvSpPr>
        <p:spPr>
          <a:xfrm>
            <a:off x="8186420" y="5680710"/>
            <a:ext cx="646430" cy="342900"/>
          </a:xfrm>
          <a:prstGeom prst="rect">
            <a:avLst/>
          </a:prstGeom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9969500" y="5680710"/>
            <a:ext cx="646430" cy="342900"/>
          </a:xfrm>
          <a:prstGeom prst="rect">
            <a:avLst/>
          </a:prstGeom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1544300" y="2228850"/>
            <a:ext cx="30095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38" name="寬欄條"/>
          <p:cNvSpPr/>
          <p:nvPr/>
        </p:nvSpPr>
        <p:spPr>
          <a:xfrm>
            <a:off x="12687300" y="3257550"/>
            <a:ext cx="708660" cy="3886200"/>
          </a:xfrm>
          <a:prstGeom prst="rect">
            <a:avLst/>
          </a:prstGeom>
          <a:ln w="11938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寬欄條"/>
          <p:cNvSpPr/>
          <p:nvPr/>
        </p:nvSpPr>
        <p:spPr>
          <a:xfrm>
            <a:off x="13658850" y="3257550"/>
            <a:ext cx="708660" cy="3886200"/>
          </a:xfrm>
          <a:prstGeom prst="rect">
            <a:avLst/>
          </a:prstGeom>
          <a:ln w="11938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650" dirty="0"/>
          </a:p>
        </p:txBody>
      </p:sp>
      <p:sp>
        <p:nvSpPr>
          <p:cNvPr id="42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650" dirty="0"/>
          </a:p>
        </p:txBody>
      </p:sp>
      <p:sp>
        <p:nvSpPr>
          <p:cNvPr id="45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650" dirty="0"/>
          </a:p>
        </p:txBody>
      </p:sp>
      <p:sp>
        <p:nvSpPr>
          <p:cNvPr id="48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650" dirty="0"/>
          </a:p>
        </p:txBody>
      </p:sp>
      <p:sp>
        <p:nvSpPr>
          <p:cNvPr id="49" name="Text 4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高效溝通：讓想法被看見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750" dirty="0"/>
          </a:p>
        </p:txBody>
      </p:sp>
      <p:sp>
        <p:nvSpPr>
          <p:cNvPr id="5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Why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8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1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What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4" name="線條"/>
          <p:cNvSpPr/>
          <p:nvPr/>
        </p:nvSpPr>
        <p:spPr>
          <a:xfrm>
            <a:off x="4951857" y="3771900"/>
            <a:ext cx="713232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9574530" y="3771900"/>
            <a:ext cx="713232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7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8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2" name="標籤"/>
          <p:cNvSpPr/>
          <p:nvPr/>
        </p:nvSpPr>
        <p:spPr>
          <a:xfrm>
            <a:off x="1682687" y="5715000"/>
            <a:ext cx="2628900" cy="4800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1682687" y="6343650"/>
            <a:ext cx="2628900" cy="4800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1682687" y="6972300"/>
            <a:ext cx="2628900" cy="4800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10928033" y="5715000"/>
            <a:ext cx="2628900" cy="4800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0928033" y="6343650"/>
            <a:ext cx="2628900" cy="4800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0928033" y="6972300"/>
            <a:ext cx="2628900" cy="4800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策略規劃框架地圖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750" dirty="0"/>
          </a:p>
        </p:txBody>
      </p:sp>
      <p:sp>
        <p:nvSpPr>
          <p:cNvPr id="5" name="卡片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3004490" y="544068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0" name="線條"/>
          <p:cNvSpPr/>
          <p:nvPr/>
        </p:nvSpPr>
        <p:spPr>
          <a:xfrm>
            <a:off x="5883250" y="544068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6443320" y="4914900"/>
            <a:ext cx="2352980" cy="1051560"/>
          </a:xfrm>
          <a:prstGeom prst="rect">
            <a:avLst/>
          </a:prstGeom>
          <a:solidFill>
            <a:srgbClr val="FFFFFF"/>
          </a:solidFill>
          <a:ln w="23876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2" name="線條"/>
          <p:cNvSpPr/>
          <p:nvPr/>
        </p:nvSpPr>
        <p:spPr>
          <a:xfrm>
            <a:off x="8762009" y="544068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5" name="線條"/>
          <p:cNvSpPr/>
          <p:nvPr/>
        </p:nvSpPr>
        <p:spPr>
          <a:xfrm>
            <a:off x="11640769" y="544068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8" name="卡片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0" name="卡片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2" name="卡片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4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ln w="11938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ln w="11938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1938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01</a:t>
            </a:r>
            <a:endParaRPr lang="en-US" sz="1400" dirty="0"/>
          </a:p>
        </p:txBody>
      </p:sp>
      <p:sp>
        <p:nvSpPr>
          <p:cNvPr id="28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02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1657350" y="2343150"/>
            <a:ext cx="1005738" cy="3657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0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04</a:t>
            </a:r>
            <a:endParaRPr lang="en-US" sz="1400" dirty="0"/>
          </a:p>
        </p:txBody>
      </p:sp>
      <p:sp>
        <p:nvSpPr>
          <p:cNvPr id="32" name="標籤"/>
          <p:cNvSpPr/>
          <p:nvPr/>
        </p:nvSpPr>
        <p:spPr>
          <a:xfrm>
            <a:off x="1657350" y="2914650"/>
            <a:ext cx="1005738" cy="3657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05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06</a:t>
            </a:r>
            <a:endParaRPr lang="en-US" sz="1400" dirty="0"/>
          </a:p>
        </p:txBody>
      </p:sp>
      <p:sp>
        <p:nvSpPr>
          <p:cNvPr id="35" name="標籤"/>
          <p:cNvSpPr/>
          <p:nvPr/>
        </p:nvSpPr>
        <p:spPr>
          <a:xfrm>
            <a:off x="13058089" y="2343150"/>
            <a:ext cx="1005738" cy="365760"/>
          </a:xfrm>
          <a:prstGeom prst="rect">
            <a:avLst/>
          </a:prstGeom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6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07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08</a:t>
            </a:r>
            <a:endParaRPr lang="en-US" sz="1400" dirty="0"/>
          </a:p>
        </p:txBody>
      </p:sp>
      <p:sp>
        <p:nvSpPr>
          <p:cNvPr id="38" name="標籤"/>
          <p:cNvSpPr/>
          <p:nvPr/>
        </p:nvSpPr>
        <p:spPr>
          <a:xfrm>
            <a:off x="13058089" y="2914650"/>
            <a:ext cx="1005738" cy="365760"/>
          </a:xfrm>
          <a:prstGeom prst="rect">
            <a:avLst/>
          </a:prstGeom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39" name="卡片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1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09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10</a:t>
            </a:r>
            <a:endParaRPr lang="en-US" sz="1400" dirty="0"/>
          </a:p>
        </p:txBody>
      </p:sp>
      <p:sp>
        <p:nvSpPr>
          <p:cNvPr id="43" name="標籤"/>
          <p:cNvSpPr/>
          <p:nvPr/>
        </p:nvSpPr>
        <p:spPr>
          <a:xfrm>
            <a:off x="2402208" y="7280910"/>
            <a:ext cx="1005738" cy="3657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12</a:t>
            </a:r>
            <a:endParaRPr lang="en-US" sz="1400" dirty="0"/>
          </a:p>
        </p:txBody>
      </p:sp>
      <p:sp>
        <p:nvSpPr>
          <p:cNvPr id="46" name="標籤"/>
          <p:cNvSpPr/>
          <p:nvPr/>
        </p:nvSpPr>
        <p:spPr>
          <a:xfrm>
            <a:off x="5869213" y="7280910"/>
            <a:ext cx="1005738" cy="365760"/>
          </a:xfrm>
          <a:prstGeom prst="rect">
            <a:avLst/>
          </a:prstGeom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13</a:t>
            </a:r>
            <a:endParaRPr lang="en-US" sz="1400" dirty="0"/>
          </a:p>
        </p:txBody>
      </p:sp>
      <p:sp>
        <p:nvSpPr>
          <p:cNvPr id="48" name="標籤"/>
          <p:cNvSpPr/>
          <p:nvPr/>
        </p:nvSpPr>
        <p:spPr>
          <a:xfrm>
            <a:off x="9101903" y="7280910"/>
            <a:ext cx="1005738" cy="36576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14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15</a:t>
            </a:r>
            <a:endParaRPr lang="en-US" sz="1400" dirty="0"/>
          </a:p>
        </p:txBody>
      </p:sp>
      <p:sp>
        <p:nvSpPr>
          <p:cNvPr id="51" name="標籤"/>
          <p:cNvSpPr/>
          <p:nvPr/>
        </p:nvSpPr>
        <p:spPr>
          <a:xfrm>
            <a:off x="12803222" y="7280910"/>
            <a:ext cx="1005738" cy="365760"/>
          </a:xfrm>
          <a:prstGeom prst="rect">
            <a:avLst/>
          </a:prstGeom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能力成長地圖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750" dirty="0"/>
          </a:p>
        </p:txBody>
      </p:sp>
      <p:sp>
        <p:nvSpPr>
          <p:cNvPr id="5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4F5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685800" y="4743450"/>
            <a:ext cx="1085850" cy="6858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2343150" y="3749040"/>
            <a:ext cx="1143000" cy="61722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6" name="處理"/>
          <p:cNvSpPr/>
          <p:nvPr/>
        </p:nvSpPr>
        <p:spPr>
          <a:xfrm>
            <a:off x="2343150" y="5806440"/>
            <a:ext cx="1143000" cy="61722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4057650" y="4743450"/>
            <a:ext cx="1085850" cy="685800"/>
          </a:xfrm>
          <a:prstGeom prst="rect">
            <a:avLst/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1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0" name="標籤"/>
          <p:cNvSpPr/>
          <p:nvPr/>
        </p:nvSpPr>
        <p:spPr>
          <a:xfrm>
            <a:off x="7500620" y="2857500"/>
            <a:ext cx="614680" cy="32004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1" name="標籤"/>
          <p:cNvSpPr/>
          <p:nvPr/>
        </p:nvSpPr>
        <p:spPr>
          <a:xfrm>
            <a:off x="6172200" y="3680460"/>
            <a:ext cx="773430" cy="320040"/>
          </a:xfrm>
          <a:prstGeom prst="rect">
            <a:avLst/>
          </a:prstGeom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2" name="卡片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4" name="標籤"/>
          <p:cNvSpPr/>
          <p:nvPr/>
        </p:nvSpPr>
        <p:spPr>
          <a:xfrm>
            <a:off x="7500620" y="4514850"/>
            <a:ext cx="614680" cy="32004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5" name="標籤"/>
          <p:cNvSpPr/>
          <p:nvPr/>
        </p:nvSpPr>
        <p:spPr>
          <a:xfrm>
            <a:off x="6172200" y="5337810"/>
            <a:ext cx="773430" cy="320040"/>
          </a:xfrm>
          <a:prstGeom prst="rect">
            <a:avLst/>
          </a:prstGeom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6" name="卡片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8" name="標籤"/>
          <p:cNvSpPr/>
          <p:nvPr/>
        </p:nvSpPr>
        <p:spPr>
          <a:xfrm>
            <a:off x="7500620" y="6172200"/>
            <a:ext cx="614680" cy="320040"/>
          </a:xfrm>
          <a:prstGeom prst="rect">
            <a:avLst/>
          </a:prstGeom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39" name="標籤"/>
          <p:cNvSpPr/>
          <p:nvPr/>
        </p:nvSpPr>
        <p:spPr>
          <a:xfrm>
            <a:off x="6172200" y="6995160"/>
            <a:ext cx="773430" cy="320040"/>
          </a:xfrm>
          <a:prstGeom prst="rect">
            <a:avLst/>
          </a:prstGeom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0" name="寬欄條"/>
          <p:cNvSpPr/>
          <p:nvPr/>
        </p:nvSpPr>
        <p:spPr>
          <a:xfrm>
            <a:off x="8858250" y="2571750"/>
            <a:ext cx="685800" cy="4857750"/>
          </a:xfrm>
          <a:prstGeom prst="rect">
            <a:avLst/>
          </a:prstGeom>
          <a:ln w="11938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9772650" y="2571750"/>
            <a:ext cx="685800" cy="4857750"/>
          </a:xfrm>
          <a:prstGeom prst="rect">
            <a:avLst/>
          </a:prstGeom>
          <a:ln w="11938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750" dirty="0"/>
          </a:p>
        </p:txBody>
      </p:sp>
      <p:sp>
        <p:nvSpPr>
          <p:cNvPr id="44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750" dirty="0"/>
          </a:p>
        </p:txBody>
      </p:sp>
      <p:sp>
        <p:nvSpPr>
          <p:cNvPr id="45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750" dirty="0"/>
          </a:p>
        </p:txBody>
      </p:sp>
      <p:sp>
        <p:nvSpPr>
          <p:cNvPr id="47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750" dirty="0"/>
          </a:p>
        </p:txBody>
      </p:sp>
      <p:sp>
        <p:nvSpPr>
          <p:cNvPr id="48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750" dirty="0"/>
          </a:p>
        </p:txBody>
      </p:sp>
      <p:sp>
        <p:nvSpPr>
          <p:cNvPr id="50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750" dirty="0"/>
          </a:p>
        </p:txBody>
      </p:sp>
      <p:sp>
        <p:nvSpPr>
          <p:cNvPr id="51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5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0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5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7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2026-10-09T02:33:48Z</dcterms:created>
  <dcterms:modified xsi:type="dcterms:W3CDTF">2026-10-09T02:33:48Z</dcterms:modified>
</cp:coreProperties>
</file>