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33371" y="4085100"/>
            <a:ext cx="925373" cy="169127"/>
            <a:chOff x="4933371" y="4085100"/>
            <a:chExt cx="925373" cy="169127"/>
          </a:xfrm>
        </p:grpSpPr>
        <p:sp>
          <p:nvSpPr>
            <p:cNvPr id="95" name="編號"/>
            <p:cNvSpPr/>
            <p:nvPr/>
          </p:nvSpPr>
          <p:spPr>
            <a:xfrm>
              <a:off x="4933371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6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40609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6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47848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6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51916"/>
            <a:ext cx="2098182" cy="591361"/>
            <a:chOff x="438912" y="1851916"/>
            <a:chExt cx="2098182" cy="591361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590702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5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69131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5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47560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5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9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8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8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9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2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3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8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9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6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5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6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3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3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8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10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2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4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6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8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20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2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4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6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8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30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2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4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6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8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40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2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4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6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8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50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2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4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6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8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60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2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4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6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8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70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2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4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6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8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80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2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4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6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8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90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2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4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6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8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100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2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4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6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8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10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2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4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6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8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20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2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4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21336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6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7" name="小節"/>
          <p:cNvSpPr/>
          <p:nvPr/>
        </p:nvSpPr>
        <p:spPr>
          <a:xfrm>
            <a:off x="438912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8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21336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1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21590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4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765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8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9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0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1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21336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2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6891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5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6891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8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6891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1" name="連接線"/>
            <p:cNvCxnSpPr>
              <a:stCxn id="142" idx="6"/>
              <a:endCxn id="145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2" name="連接線"/>
            <p:cNvCxnSpPr>
              <a:stCxn id="145" idx="6"/>
              <a:endCxn id="148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53" name="Text 1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4" name="Text 1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800" dirty="0"/>
          </a:p>
        </p:txBody>
      </p:sp>
      <p:sp>
        <p:nvSpPr>
          <p:cNvPr id="40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46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8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800" dirty="0"/>
          </a:p>
        </p:txBody>
      </p:sp>
      <p:sp>
        <p:nvSpPr>
          <p:cNvPr id="52" name="編號"/>
          <p:cNvSpPr/>
          <p:nvPr/>
        </p:nvSpPr>
        <p:spPr>
          <a:xfrm>
            <a:off x="5661965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53" name="編號"/>
          <p:cNvSpPr/>
          <p:nvPr/>
        </p:nvSpPr>
        <p:spPr>
          <a:xfrm>
            <a:off x="6115507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54" name="編號"/>
          <p:cNvSpPr/>
          <p:nvPr/>
        </p:nvSpPr>
        <p:spPr>
          <a:xfrm>
            <a:off x="6569050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0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2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800" dirty="0"/>
          </a:p>
        </p:txBody>
      </p:sp>
      <p:sp>
        <p:nvSpPr>
          <p:cNvPr id="6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2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3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5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2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3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3481304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25" name="編號"/>
          <p:cNvSpPr/>
          <p:nvPr/>
        </p:nvSpPr>
        <p:spPr>
          <a:xfrm>
            <a:off x="3934846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26" name="編號"/>
          <p:cNvSpPr/>
          <p:nvPr/>
        </p:nvSpPr>
        <p:spPr>
          <a:xfrm>
            <a:off x="4388388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編號"/>
          <p:cNvSpPr/>
          <p:nvPr/>
        </p:nvSpPr>
        <p:spPr>
          <a:xfrm>
            <a:off x="4841931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編號"/>
          <p:cNvSpPr/>
          <p:nvPr/>
        </p:nvSpPr>
        <p:spPr>
          <a:xfrm>
            <a:off x="3508736" y="3655844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3508736" y="4109387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08736" y="4562929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5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9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1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4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9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4B6E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9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8136331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800" dirty="0"/>
          </a:p>
        </p:txBody>
      </p:sp>
      <p:sp>
        <p:nvSpPr>
          <p:cNvPr id="43" name="編號"/>
          <p:cNvSpPr/>
          <p:nvPr/>
        </p:nvSpPr>
        <p:spPr>
          <a:xfrm>
            <a:off x="8758123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36331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800" dirty="0"/>
          </a:p>
        </p:txBody>
      </p:sp>
      <p:sp>
        <p:nvSpPr>
          <p:cNvPr id="46" name="編號"/>
          <p:cNvSpPr/>
          <p:nvPr/>
        </p:nvSpPr>
        <p:spPr>
          <a:xfrm>
            <a:off x="8758123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36331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800" dirty="0"/>
          </a:p>
        </p:txBody>
      </p:sp>
      <p:sp>
        <p:nvSpPr>
          <p:cNvPr id="49" name="編號"/>
          <p:cNvSpPr/>
          <p:nvPr/>
        </p:nvSpPr>
        <p:spPr>
          <a:xfrm>
            <a:off x="8758123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44398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編號"/>
          <p:cNvSpPr/>
          <p:nvPr/>
        </p:nvSpPr>
        <p:spPr>
          <a:xfrm>
            <a:off x="817474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0" name="標籤"/>
          <p:cNvSpPr/>
          <p:nvPr/>
        </p:nvSpPr>
        <p:spPr>
          <a:xfrm>
            <a:off x="1207008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44398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2" name="編號"/>
          <p:cNvSpPr/>
          <p:nvPr/>
        </p:nvSpPr>
        <p:spPr>
          <a:xfrm>
            <a:off x="817474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700" dirty="0"/>
          </a:p>
        </p:txBody>
      </p:sp>
      <p:sp>
        <p:nvSpPr>
          <p:cNvPr id="33" name="標籤"/>
          <p:cNvSpPr/>
          <p:nvPr/>
        </p:nvSpPr>
        <p:spPr>
          <a:xfrm>
            <a:off x="1207008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40871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700" dirty="0"/>
          </a:p>
        </p:txBody>
      </p:sp>
      <p:sp>
        <p:nvSpPr>
          <p:cNvPr id="35" name="編號"/>
          <p:cNvSpPr/>
          <p:nvPr/>
        </p:nvSpPr>
        <p:spPr>
          <a:xfrm>
            <a:off x="8113947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700" dirty="0"/>
          </a:p>
        </p:txBody>
      </p:sp>
      <p:sp>
        <p:nvSpPr>
          <p:cNvPr id="36" name="標籤"/>
          <p:cNvSpPr/>
          <p:nvPr/>
        </p:nvSpPr>
        <p:spPr>
          <a:xfrm>
            <a:off x="8503481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40871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700" dirty="0"/>
          </a:p>
        </p:txBody>
      </p:sp>
      <p:sp>
        <p:nvSpPr>
          <p:cNvPr id="38" name="編號"/>
          <p:cNvSpPr/>
          <p:nvPr/>
        </p:nvSpPr>
        <p:spPr>
          <a:xfrm>
            <a:off x="8113947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700" dirty="0"/>
          </a:p>
        </p:txBody>
      </p:sp>
      <p:sp>
        <p:nvSpPr>
          <p:cNvPr id="39" name="標籤"/>
          <p:cNvSpPr/>
          <p:nvPr/>
        </p:nvSpPr>
        <p:spPr>
          <a:xfrm>
            <a:off x="8503481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847956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700" dirty="0"/>
          </a:p>
        </p:txBody>
      </p:sp>
      <p:sp>
        <p:nvSpPr>
          <p:cNvPr id="43" name="編號"/>
          <p:cNvSpPr/>
          <p:nvPr/>
        </p:nvSpPr>
        <p:spPr>
          <a:xfrm>
            <a:off x="1221031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700" dirty="0"/>
          </a:p>
        </p:txBody>
      </p:sp>
      <p:sp>
        <p:nvSpPr>
          <p:cNvPr id="44" name="標籤"/>
          <p:cNvSpPr/>
          <p:nvPr/>
        </p:nvSpPr>
        <p:spPr>
          <a:xfrm>
            <a:off x="1610565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06683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700" dirty="0"/>
          </a:p>
        </p:txBody>
      </p:sp>
      <p:sp>
        <p:nvSpPr>
          <p:cNvPr id="46" name="編號"/>
          <p:cNvSpPr/>
          <p:nvPr/>
        </p:nvSpPr>
        <p:spPr>
          <a:xfrm>
            <a:off x="3439914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700" dirty="0"/>
          </a:p>
        </p:txBody>
      </p:sp>
      <p:sp>
        <p:nvSpPr>
          <p:cNvPr id="47" name="標籤"/>
          <p:cNvSpPr/>
          <p:nvPr/>
        </p:nvSpPr>
        <p:spPr>
          <a:xfrm>
            <a:off x="382944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47225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700" dirty="0"/>
          </a:p>
        </p:txBody>
      </p:sp>
      <p:sp>
        <p:nvSpPr>
          <p:cNvPr id="49" name="標籤"/>
          <p:cNvSpPr/>
          <p:nvPr/>
        </p:nvSpPr>
        <p:spPr>
          <a:xfrm>
            <a:off x="586179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04605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700" dirty="0"/>
          </a:p>
        </p:txBody>
      </p:sp>
      <p:sp>
        <p:nvSpPr>
          <p:cNvPr id="51" name="編號"/>
          <p:cNvSpPr/>
          <p:nvPr/>
        </p:nvSpPr>
        <p:spPr>
          <a:xfrm>
            <a:off x="7877680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700" dirty="0"/>
          </a:p>
        </p:txBody>
      </p:sp>
      <p:sp>
        <p:nvSpPr>
          <p:cNvPr id="52" name="標籤"/>
          <p:cNvSpPr/>
          <p:nvPr/>
        </p:nvSpPr>
        <p:spPr>
          <a:xfrm>
            <a:off x="826721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669280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6254496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9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669280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6254496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9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669280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6254496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9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