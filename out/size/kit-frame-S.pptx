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《元件總表 Element Catalog》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438912" y="1393546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流程方塊"/>
          <p:cNvSpPr/>
          <p:nvPr/>
        </p:nvSpPr>
        <p:spPr>
          <a:xfrm>
            <a:off x="1598528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1499616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2718067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2619155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3837606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3E8EF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3738694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4957145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4858233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6076684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2F4B6E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5977772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719622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7097312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9" name="流程方塊"/>
          <p:cNvSpPr/>
          <p:nvPr/>
        </p:nvSpPr>
        <p:spPr>
          <a:xfrm>
            <a:off x="8315763" y="1338682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20" name="圖說"/>
          <p:cNvSpPr/>
          <p:nvPr/>
        </p:nvSpPr>
        <p:spPr>
          <a:xfrm>
            <a:off x="8216851" y="167152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1" name="線條"/>
          <p:cNvSpPr/>
          <p:nvPr/>
        </p:nvSpPr>
        <p:spPr>
          <a:xfrm>
            <a:off x="438912" y="1810512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438912" y="1942186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3" name="判斷菱形"/>
          <p:cNvSpPr/>
          <p:nvPr/>
        </p:nvSpPr>
        <p:spPr>
          <a:xfrm>
            <a:off x="1653392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1499616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2772931" y="1850746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2619155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3892470" y="1850746"/>
            <a:ext cx="768096" cy="380390"/>
          </a:xfrm>
          <a:prstGeom prst="diamond">
            <a:avLst/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3738694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5012009" y="1850746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2F4B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4858233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6131548" y="1850746"/>
            <a:ext cx="768096" cy="380390"/>
          </a:xfrm>
          <a:prstGeom prst="diamond">
            <a:avLst/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5977772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3" name="判斷菱形"/>
          <p:cNvSpPr/>
          <p:nvPr/>
        </p:nvSpPr>
        <p:spPr>
          <a:xfrm>
            <a:off x="7251087" y="1850746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4" name="圖說"/>
          <p:cNvSpPr/>
          <p:nvPr/>
        </p:nvSpPr>
        <p:spPr>
          <a:xfrm>
            <a:off x="7097312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850746"/>
            <a:ext cx="892454" cy="380390"/>
            <a:chOff x="8264556" y="1850746"/>
            <a:chExt cx="892454" cy="380390"/>
          </a:xfrm>
        </p:grpSpPr>
        <p:sp>
          <p:nvSpPr>
            <p:cNvPr id="35" name="判斷菱形"/>
            <p:cNvSpPr/>
            <p:nvPr/>
          </p:nvSpPr>
          <p:spPr>
            <a:xfrm>
              <a:off x="8264556" y="1850746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2F4B6E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8718099" y="2040941"/>
              <a:ext cx="438912" cy="0"/>
            </a:xfrm>
            <a:prstGeom prst="line">
              <a:avLst/>
            </a:prstGeom>
            <a:noFill/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8732729" y="1894637"/>
              <a:ext cx="219456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8216851" y="2256739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9" name="線條"/>
          <p:cNvSpPr/>
          <p:nvPr/>
        </p:nvSpPr>
        <p:spPr>
          <a:xfrm>
            <a:off x="438912" y="2395728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438912" y="2476195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1" name="開始／結束"/>
          <p:cNvSpPr/>
          <p:nvPr/>
        </p:nvSpPr>
        <p:spPr>
          <a:xfrm>
            <a:off x="1598528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4B6E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1499616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2718067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2619155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3837606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3738694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4957145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4858233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6076684" y="2435962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5977772" y="2739542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1" name="線條"/>
          <p:cNvSpPr/>
          <p:nvPr/>
        </p:nvSpPr>
        <p:spPr>
          <a:xfrm>
            <a:off x="438912" y="2878531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2" name="類別"/>
          <p:cNvSpPr/>
          <p:nvPr/>
        </p:nvSpPr>
        <p:spPr>
          <a:xfrm>
            <a:off x="438912" y="2966314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3" name="線條"/>
          <p:cNvSpPr/>
          <p:nvPr/>
        </p:nvSpPr>
        <p:spPr>
          <a:xfrm>
            <a:off x="1613158" y="3065069"/>
            <a:ext cx="848563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54" name="圖說"/>
          <p:cNvSpPr/>
          <p:nvPr/>
        </p:nvSpPr>
        <p:spPr>
          <a:xfrm>
            <a:off x="1499616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5" name="線條"/>
          <p:cNvSpPr/>
          <p:nvPr/>
        </p:nvSpPr>
        <p:spPr>
          <a:xfrm>
            <a:off x="2732697" y="3065069"/>
            <a:ext cx="848563" cy="0"/>
          </a:xfrm>
          <a:prstGeom prst="line">
            <a:avLst/>
          </a:prstGeom>
          <a:noFill/>
          <a:ln w="22860">
            <a:solidFill>
              <a:srgbClr val="2F4B6E"/>
            </a:solidFill>
            <a:prstDash val="solid"/>
            <a:tailEnd type="triangle"/>
          </a:ln>
        </p:spPr>
      </p:sp>
      <p:sp>
        <p:nvSpPr>
          <p:cNvPr id="56" name="圖說"/>
          <p:cNvSpPr/>
          <p:nvPr/>
        </p:nvSpPr>
        <p:spPr>
          <a:xfrm>
            <a:off x="2619155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7" name="連接線"/>
          <p:cNvSpPr/>
          <p:nvPr/>
        </p:nvSpPr>
        <p:spPr>
          <a:xfrm>
            <a:off x="3852237" y="2955341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3738694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59" name="線條"/>
          <p:cNvSpPr/>
          <p:nvPr/>
        </p:nvSpPr>
        <p:spPr>
          <a:xfrm>
            <a:off x="4971776" y="3065069"/>
            <a:ext cx="848563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0" name="圖說"/>
          <p:cNvSpPr/>
          <p:nvPr/>
        </p:nvSpPr>
        <p:spPr>
          <a:xfrm>
            <a:off x="4858233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6091315" y="3065069"/>
            <a:ext cx="848563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2" name="圖說"/>
          <p:cNvSpPr/>
          <p:nvPr/>
        </p:nvSpPr>
        <p:spPr>
          <a:xfrm>
            <a:off x="5977772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962656"/>
            <a:ext cx="512064" cy="204826"/>
            <a:chOff x="7371788" y="2962656"/>
            <a:chExt cx="512064" cy="204826"/>
          </a:xfrm>
        </p:grpSpPr>
        <p:sp>
          <p:nvSpPr>
            <p:cNvPr id="63" name="三角分隔"/>
            <p:cNvSpPr/>
            <p:nvPr/>
          </p:nvSpPr>
          <p:spPr>
            <a:xfrm>
              <a:off x="7371788" y="2984602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V 形分隔"/>
            <p:cNvSpPr/>
            <p:nvPr/>
          </p:nvSpPr>
          <p:spPr>
            <a:xfrm>
              <a:off x="7766809" y="2962656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5" name="圖說"/>
          <p:cNvSpPr/>
          <p:nvPr/>
        </p:nvSpPr>
        <p:spPr>
          <a:xfrm>
            <a:off x="7097312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6" name="區塊箭頭"/>
          <p:cNvSpPr/>
          <p:nvPr/>
        </p:nvSpPr>
        <p:spPr>
          <a:xfrm>
            <a:off x="8352339" y="2918765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8216851" y="3236976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68" name="線條"/>
          <p:cNvSpPr/>
          <p:nvPr/>
        </p:nvSpPr>
        <p:spPr>
          <a:xfrm>
            <a:off x="438912" y="337596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69" name="類別"/>
          <p:cNvSpPr/>
          <p:nvPr/>
        </p:nvSpPr>
        <p:spPr>
          <a:xfrm>
            <a:off x="438912" y="3478378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0" name="警示方塊"/>
          <p:cNvSpPr/>
          <p:nvPr/>
        </p:nvSpPr>
        <p:spPr>
          <a:xfrm>
            <a:off x="1598528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240">
            <a:solidFill>
              <a:srgbClr val="C0504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1" name="圖說"/>
          <p:cNvSpPr/>
          <p:nvPr/>
        </p:nvSpPr>
        <p:spPr>
          <a:xfrm>
            <a:off x="1499616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2" name="警示方塊"/>
          <p:cNvSpPr/>
          <p:nvPr/>
        </p:nvSpPr>
        <p:spPr>
          <a:xfrm>
            <a:off x="2718067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2619155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3837606" y="3416198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3738694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412980"/>
            <a:ext cx="380835" cy="328306"/>
            <a:chOff x="5205640" y="3412980"/>
            <a:chExt cx="380835" cy="328306"/>
          </a:xfrm>
        </p:grpSpPr>
        <p:sp>
          <p:nvSpPr>
            <p:cNvPr id="76" name="警告三角"/>
            <p:cNvSpPr/>
            <p:nvPr/>
          </p:nvSpPr>
          <p:spPr>
            <a:xfrm>
              <a:off x="5205640" y="3412980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C0504D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驚嘆號"/>
            <p:cNvSpPr/>
            <p:nvPr/>
          </p:nvSpPr>
          <p:spPr>
            <a:xfrm>
              <a:off x="5205640" y="3511472"/>
              <a:ext cx="380835" cy="223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78" name="圖說"/>
          <p:cNvSpPr/>
          <p:nvPr/>
        </p:nvSpPr>
        <p:spPr>
          <a:xfrm>
            <a:off x="4858233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79" name="錯誤標記"/>
          <p:cNvSpPr/>
          <p:nvPr/>
        </p:nvSpPr>
        <p:spPr>
          <a:xfrm>
            <a:off x="6383630" y="3445167"/>
            <a:ext cx="263932" cy="263932"/>
          </a:xfrm>
          <a:prstGeom prst="ellipse">
            <a:avLst/>
          </a:prstGeom>
          <a:solidFill>
            <a:srgbClr val="C050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0" name="圖說"/>
          <p:cNvSpPr/>
          <p:nvPr/>
        </p:nvSpPr>
        <p:spPr>
          <a:xfrm>
            <a:off x="5977772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368650"/>
            <a:ext cx="925373" cy="369418"/>
            <a:chOff x="7196223" y="3368650"/>
            <a:chExt cx="925373" cy="369418"/>
          </a:xfrm>
        </p:grpSpPr>
        <p:sp>
          <p:nvSpPr>
            <p:cNvPr id="81" name="流程方塊"/>
            <p:cNvSpPr/>
            <p:nvPr/>
          </p:nvSpPr>
          <p:spPr>
            <a:xfrm>
              <a:off x="7196223" y="3416198"/>
              <a:ext cx="877824" cy="32186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2" name="提示紅點"/>
            <p:cNvSpPr/>
            <p:nvPr/>
          </p:nvSpPr>
          <p:spPr>
            <a:xfrm>
              <a:off x="7997238" y="3368650"/>
              <a:ext cx="124358" cy="124358"/>
            </a:xfrm>
            <a:prstGeom prst="ellipse">
              <a:avLst/>
            </a:prstGeom>
            <a:solidFill>
              <a:srgbClr val="C0504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3" name="圖說"/>
          <p:cNvSpPr/>
          <p:nvPr/>
        </p:nvSpPr>
        <p:spPr>
          <a:xfrm>
            <a:off x="7097312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4" name="連接線"/>
          <p:cNvSpPr/>
          <p:nvPr/>
        </p:nvSpPr>
        <p:spPr>
          <a:xfrm>
            <a:off x="8330393" y="3460090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ln w="12700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216851" y="3763670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6" name="線條"/>
          <p:cNvSpPr/>
          <p:nvPr/>
        </p:nvSpPr>
        <p:spPr>
          <a:xfrm>
            <a:off x="438912" y="390265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7" name="類別"/>
          <p:cNvSpPr/>
          <p:nvPr/>
        </p:nvSpPr>
        <p:spPr>
          <a:xfrm>
            <a:off x="438912" y="4070909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88" name="光暈大圓"/>
          <p:cNvSpPr/>
          <p:nvPr/>
        </p:nvSpPr>
        <p:spPr>
          <a:xfrm>
            <a:off x="1810669" y="3942893"/>
            <a:ext cx="453542" cy="453542"/>
          </a:xfrm>
          <a:prstGeom prst="ellipse">
            <a:avLst/>
          </a:prstGeom>
          <a:solidFill>
            <a:srgbClr val="F2F2F2"/>
          </a:solidFill>
          <a:ln/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1499616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86317" y="3899002"/>
            <a:ext cx="541325" cy="541325"/>
            <a:chOff x="2886317" y="3899002"/>
            <a:chExt cx="541325" cy="541325"/>
          </a:xfrm>
        </p:grpSpPr>
        <p:sp>
          <p:nvSpPr>
            <p:cNvPr id="90" name="外圈細環"/>
            <p:cNvSpPr/>
            <p:nvPr/>
          </p:nvSpPr>
          <p:spPr>
            <a:xfrm>
              <a:off x="2886317" y="3899002"/>
              <a:ext cx="541325" cy="541325"/>
            </a:xfrm>
            <a:prstGeom prst="ellipse">
              <a:avLst/>
            </a:prstGeom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光暈大圓"/>
            <p:cNvSpPr/>
            <p:nvPr/>
          </p:nvSpPr>
          <p:spPr>
            <a:xfrm>
              <a:off x="2930208" y="3942893"/>
              <a:ext cx="453542" cy="453542"/>
            </a:xfrm>
            <a:prstGeom prst="ellipse">
              <a:avLst/>
            </a:prstGeom>
            <a:solidFill>
              <a:srgbClr val="F2F2F2"/>
            </a:solidFill>
            <a:ln/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2" name="圖說"/>
          <p:cNvSpPr/>
          <p:nvPr/>
        </p:nvSpPr>
        <p:spPr>
          <a:xfrm>
            <a:off x="2619155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3" name="外框圓"/>
          <p:cNvSpPr/>
          <p:nvPr/>
        </p:nvSpPr>
        <p:spPr>
          <a:xfrm>
            <a:off x="4049747" y="3942893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3738694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33371" y="4085100"/>
            <a:ext cx="925373" cy="169127"/>
            <a:chOff x="4933371" y="4085100"/>
            <a:chExt cx="925373" cy="169127"/>
          </a:xfrm>
        </p:grpSpPr>
        <p:sp>
          <p:nvSpPr>
            <p:cNvPr id="95" name="編號"/>
            <p:cNvSpPr/>
            <p:nvPr/>
          </p:nvSpPr>
          <p:spPr>
            <a:xfrm>
              <a:off x="4933371" y="4085100"/>
              <a:ext cx="310896" cy="169127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650" dirty="0"/>
            </a:p>
          </p:txBody>
        </p:sp>
        <p:sp>
          <p:nvSpPr>
            <p:cNvPr id="96" name="編號"/>
            <p:cNvSpPr/>
            <p:nvPr/>
          </p:nvSpPr>
          <p:spPr>
            <a:xfrm>
              <a:off x="5240609" y="4085100"/>
              <a:ext cx="310896" cy="169127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650" dirty="0"/>
            </a:p>
          </p:txBody>
        </p:sp>
        <p:sp>
          <p:nvSpPr>
            <p:cNvPr id="97" name="編號"/>
            <p:cNvSpPr/>
            <p:nvPr/>
          </p:nvSpPr>
          <p:spPr>
            <a:xfrm>
              <a:off x="5547848" y="4085100"/>
              <a:ext cx="310896" cy="169127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650" dirty="0"/>
            </a:p>
          </p:txBody>
        </p:sp>
      </p:grpSp>
      <p:sp>
        <p:nvSpPr>
          <p:cNvPr id="98" name="圖說"/>
          <p:cNvSpPr/>
          <p:nvPr/>
        </p:nvSpPr>
        <p:spPr>
          <a:xfrm>
            <a:off x="4858233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99" name="標籤"/>
          <p:cNvSpPr/>
          <p:nvPr/>
        </p:nvSpPr>
        <p:spPr>
          <a:xfrm>
            <a:off x="6193760" y="4052621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0" name="圖說"/>
          <p:cNvSpPr/>
          <p:nvPr/>
        </p:nvSpPr>
        <p:spPr>
          <a:xfrm>
            <a:off x="5977772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4059936"/>
            <a:ext cx="885952" cy="219456"/>
            <a:chOff x="7192159" y="4059936"/>
            <a:chExt cx="885952" cy="219456"/>
          </a:xfrm>
        </p:grpSpPr>
        <p:sp>
          <p:nvSpPr>
            <p:cNvPr id="101" name="標籤"/>
            <p:cNvSpPr/>
            <p:nvPr/>
          </p:nvSpPr>
          <p:spPr>
            <a:xfrm>
              <a:off x="7192159" y="4059936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2" name="標籤"/>
            <p:cNvSpPr/>
            <p:nvPr/>
          </p:nvSpPr>
          <p:spPr>
            <a:xfrm>
              <a:off x="7664396" y="4059936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3" name="圖說"/>
          <p:cNvSpPr/>
          <p:nvPr/>
        </p:nvSpPr>
        <p:spPr>
          <a:xfrm>
            <a:off x="7097312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114800"/>
            <a:ext cx="548640" cy="109728"/>
            <a:chOff x="8480355" y="4114800"/>
            <a:chExt cx="548640" cy="109728"/>
          </a:xfrm>
        </p:grpSpPr>
        <p:sp>
          <p:nvSpPr>
            <p:cNvPr id="104" name="圓點"/>
            <p:cNvSpPr/>
            <p:nvPr/>
          </p:nvSpPr>
          <p:spPr>
            <a:xfrm>
              <a:off x="8480355" y="4114800"/>
              <a:ext cx="109728" cy="109728"/>
            </a:xfrm>
            <a:prstGeom prst="ellipse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5" name="圓點"/>
            <p:cNvSpPr/>
            <p:nvPr/>
          </p:nvSpPr>
          <p:spPr>
            <a:xfrm>
              <a:off x="8699811" y="4114800"/>
              <a:ext cx="109728" cy="109728"/>
            </a:xfrm>
            <a:prstGeom prst="ellipse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6" name="圓點"/>
            <p:cNvSpPr/>
            <p:nvPr/>
          </p:nvSpPr>
          <p:spPr>
            <a:xfrm>
              <a:off x="8919267" y="4114800"/>
              <a:ext cx="109728" cy="109728"/>
            </a:xfrm>
            <a:prstGeom prst="ellipse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7" name="圖說"/>
          <p:cNvSpPr/>
          <p:nvPr/>
        </p:nvSpPr>
        <p:spPr>
          <a:xfrm>
            <a:off x="8216851" y="4422038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08" name="線條"/>
          <p:cNvSpPr/>
          <p:nvPr/>
        </p:nvSpPr>
        <p:spPr>
          <a:xfrm>
            <a:off x="438912" y="456102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09" name="類別"/>
          <p:cNvSpPr/>
          <p:nvPr/>
        </p:nvSpPr>
        <p:spPr>
          <a:xfrm>
            <a:off x="438912" y="4670755"/>
            <a:ext cx="96560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79315"/>
            <a:ext cx="877824" cy="358445"/>
            <a:chOff x="1598528" y="4579315"/>
            <a:chExt cx="877824" cy="358445"/>
          </a:xfrm>
        </p:grpSpPr>
        <p:sp>
          <p:nvSpPr>
            <p:cNvPr id="110" name="群組框"/>
            <p:cNvSpPr/>
            <p:nvPr/>
          </p:nvSpPr>
          <p:spPr>
            <a:xfrm>
              <a:off x="1598528" y="4645152"/>
              <a:ext cx="877824" cy="292608"/>
            </a:xfrm>
            <a:prstGeom prst="roundRect">
              <a:avLst>
                <a:gd name="adj" fmla="val 25000"/>
              </a:avLst>
            </a:prstGeom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1" name="群組名稱"/>
            <p:cNvSpPr/>
            <p:nvPr/>
          </p:nvSpPr>
          <p:spPr>
            <a:xfrm>
              <a:off x="1671680" y="4579315"/>
              <a:ext cx="453542" cy="131674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2" name="圖說"/>
          <p:cNvSpPr/>
          <p:nvPr/>
        </p:nvSpPr>
        <p:spPr>
          <a:xfrm>
            <a:off x="1499616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3" name="淺灰面板"/>
          <p:cNvSpPr/>
          <p:nvPr/>
        </p:nvSpPr>
        <p:spPr>
          <a:xfrm>
            <a:off x="2718067" y="4601261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2619155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5" name="卡片"/>
          <p:cNvSpPr/>
          <p:nvPr/>
        </p:nvSpPr>
        <p:spPr>
          <a:xfrm>
            <a:off x="3837606" y="4601261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3738694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7" name="卡片"/>
          <p:cNvSpPr/>
          <p:nvPr/>
        </p:nvSpPr>
        <p:spPr>
          <a:xfrm>
            <a:off x="4957145" y="4601261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4858233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601261"/>
            <a:ext cx="877824" cy="336499"/>
            <a:chOff x="6076684" y="4601261"/>
            <a:chExt cx="877824" cy="336499"/>
          </a:xfrm>
        </p:grpSpPr>
        <p:sp>
          <p:nvSpPr>
            <p:cNvPr id="119" name="卡片"/>
            <p:cNvSpPr/>
            <p:nvPr/>
          </p:nvSpPr>
          <p:spPr>
            <a:xfrm>
              <a:off x="6076684" y="4601261"/>
              <a:ext cx="877824" cy="336499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0" name="表頭"/>
            <p:cNvSpPr/>
            <p:nvPr/>
          </p:nvSpPr>
          <p:spPr>
            <a:xfrm>
              <a:off x="6076684" y="4601261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73152"/>
                  </a:lnTo>
                  <a:arcTo hR="73152" wR="73152" stAng="10800000" swAng="5400000"/>
                  <a:lnTo>
                    <a:pt x="804672" y="0"/>
                  </a:lnTo>
                  <a:arcTo hR="73152" wR="73152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1" name="圖說"/>
          <p:cNvSpPr/>
          <p:nvPr/>
        </p:nvSpPr>
        <p:spPr>
          <a:xfrm>
            <a:off x="5977772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601261"/>
            <a:ext cx="877824" cy="336499"/>
            <a:chOff x="7196223" y="4601261"/>
            <a:chExt cx="877824" cy="336499"/>
          </a:xfrm>
        </p:grpSpPr>
        <p:sp>
          <p:nvSpPr>
            <p:cNvPr id="122" name="卡片"/>
            <p:cNvSpPr/>
            <p:nvPr/>
          </p:nvSpPr>
          <p:spPr>
            <a:xfrm>
              <a:off x="7196223" y="4601261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3" name="側邊色條"/>
            <p:cNvSpPr/>
            <p:nvPr/>
          </p:nvSpPr>
          <p:spPr>
            <a:xfrm>
              <a:off x="7196223" y="4601261"/>
              <a:ext cx="43891" cy="336499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4" name="圖說"/>
          <p:cNvSpPr/>
          <p:nvPr/>
        </p:nvSpPr>
        <p:spPr>
          <a:xfrm>
            <a:off x="7097312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601261"/>
            <a:ext cx="585216" cy="336499"/>
            <a:chOff x="8462067" y="4601261"/>
            <a:chExt cx="585216" cy="336499"/>
          </a:xfrm>
        </p:grpSpPr>
        <p:sp>
          <p:nvSpPr>
            <p:cNvPr id="125" name="寬欄條"/>
            <p:cNvSpPr/>
            <p:nvPr/>
          </p:nvSpPr>
          <p:spPr>
            <a:xfrm>
              <a:off x="8462067" y="4601261"/>
              <a:ext cx="248717" cy="336499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6" name="寬欄條"/>
            <p:cNvSpPr/>
            <p:nvPr/>
          </p:nvSpPr>
          <p:spPr>
            <a:xfrm>
              <a:off x="8798566" y="4601261"/>
              <a:ext cx="248717" cy="336499"/>
            </a:xfrm>
            <a:prstGeom prst="roundRect">
              <a:avLst>
                <a:gd name="adj" fmla="val 29412"/>
              </a:avLst>
            </a:prstGeom>
            <a:solidFill>
              <a:srgbClr val="A6A6A6">
                <a:alpha val="38000"/>
              </a:srgbClr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7" name="圖說"/>
          <p:cNvSpPr/>
          <p:nvPr/>
        </p:nvSpPr>
        <p:spPr>
          <a:xfrm>
            <a:off x="8216851" y="4963363"/>
            <a:ext cx="10756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28" name="線條"/>
          <p:cNvSpPr/>
          <p:nvPr/>
        </p:nvSpPr>
        <p:spPr>
          <a:xfrm>
            <a:off x="1389888" y="1360627"/>
            <a:ext cx="0" cy="3701491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 Common Patterns》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438912" y="138988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51916"/>
            <a:ext cx="2098182" cy="591361"/>
            <a:chOff x="438912" y="1851916"/>
            <a:chExt cx="2098182" cy="591361"/>
          </a:xfrm>
        </p:grpSpPr>
        <p:sp>
          <p:nvSpPr>
            <p:cNvPr id="8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590702" y="1851916"/>
              <a:ext cx="237744" cy="129333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5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01</a:t>
              </a:r>
              <a:endParaRPr lang="en-US" sz="55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1369131" y="1851916"/>
              <a:ext cx="237744" cy="129333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5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02</a:t>
              </a:r>
              <a:endParaRPr lang="en-US" sz="55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2147560" y="1851916"/>
              <a:ext cx="237744" cy="129333"/>
            </a:xfrm>
            <a:prstGeom prst="roundRect">
              <a:avLst>
                <a:gd name="adj" fmla="val 50000"/>
              </a:avLst>
            </a:prstGeom>
            <a:solidFill>
              <a:srgbClr val="2F4B6E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5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03</a:t>
              </a:r>
              <a:endParaRPr lang="en-US" sz="55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16" name="組合名稱"/>
          <p:cNvSpPr/>
          <p:nvPr/>
        </p:nvSpPr>
        <p:spPr>
          <a:xfrm>
            <a:off x="2698029" y="138988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7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18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19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0" name="連接線"/>
            <p:cNvCxnSpPr>
              <a:stCxn id="18" idx="3"/>
              <a:endCxn id="19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1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2" name="連接線"/>
            <p:cNvCxnSpPr>
              <a:stCxn id="19" idx="3"/>
              <a:endCxn id="21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3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4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5" name="連接線"/>
            <p:cNvCxnSpPr>
              <a:stCxn id="19" idx="2"/>
              <a:endCxn id="24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26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7" name="組合名稱"/>
          <p:cNvSpPr/>
          <p:nvPr/>
        </p:nvSpPr>
        <p:spPr>
          <a:xfrm>
            <a:off x="4957145" y="138988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28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29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0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1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2" name="連接線"/>
            <p:cNvCxnSpPr>
              <a:stCxn id="29" idx="3"/>
              <a:endCxn id="30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3" name="連接線"/>
            <p:cNvCxnSpPr>
              <a:stCxn id="30" idx="3"/>
              <a:endCxn id="31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34" name="連接線"/>
            <p:cNvCxnSpPr>
              <a:stCxn id="30" idx="2"/>
              <a:endCxn id="29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5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6" name="組合名稱"/>
          <p:cNvSpPr/>
          <p:nvPr/>
        </p:nvSpPr>
        <p:spPr>
          <a:xfrm>
            <a:off x="7216262" y="138988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37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38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39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0" name="連接線"/>
            <p:cNvCxnSpPr>
              <a:stCxn id="38" idx="3"/>
              <a:endCxn id="39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1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2" name="連接線"/>
            <p:cNvCxnSpPr>
              <a:stCxn id="39" idx="3"/>
              <a:endCxn id="41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3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4" name="連接線"/>
            <p:cNvCxnSpPr>
              <a:stCxn id="39" idx="0"/>
              <a:endCxn id="38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45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46" name="組合名稱"/>
          <p:cNvSpPr/>
          <p:nvPr/>
        </p:nvSpPr>
        <p:spPr>
          <a:xfrm>
            <a:off x="438912" y="323331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47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48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9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0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2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3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4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55" name="連接線"/>
            <p:cNvCxnSpPr>
              <a:stCxn id="52" idx="3"/>
              <a:endCxn id="53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56" name="連接線"/>
            <p:cNvCxnSpPr>
              <a:stCxn id="53" idx="3"/>
              <a:endCxn id="54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57" name="組合名稱"/>
          <p:cNvSpPr/>
          <p:nvPr/>
        </p:nvSpPr>
        <p:spPr>
          <a:xfrm>
            <a:off x="2698029" y="323331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58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59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0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2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3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4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65" name="連接線"/>
            <p:cNvCxnSpPr>
              <a:stCxn id="59" idx="3"/>
              <a:endCxn id="60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6" name="連接線"/>
            <p:cNvCxnSpPr>
              <a:endCxn id="61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7" name="連接線"/>
            <p:cNvCxnSpPr>
              <a:endCxn id="62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8" name="連接線"/>
            <p:cNvCxnSpPr>
              <a:stCxn id="61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69" name="連接線"/>
            <p:cNvCxnSpPr>
              <a:stCxn id="62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70" name="連接線"/>
            <p:cNvCxnSpPr>
              <a:stCxn id="63" idx="3"/>
              <a:endCxn id="64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71" name="組合名稱"/>
          <p:cNvSpPr/>
          <p:nvPr/>
        </p:nvSpPr>
        <p:spPr>
          <a:xfrm>
            <a:off x="4957145" y="323331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2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73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74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75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76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77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78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79" name="連接線"/>
            <p:cNvCxnSpPr>
              <a:stCxn id="73" idx="2"/>
              <a:endCxn id="75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80" name="連接線"/>
            <p:cNvCxnSpPr>
              <a:stCxn id="75" idx="3"/>
              <a:endCxn id="77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81" name="組合名稱"/>
          <p:cNvSpPr/>
          <p:nvPr/>
        </p:nvSpPr>
        <p:spPr>
          <a:xfrm>
            <a:off x="7216262" y="3233318"/>
            <a:ext cx="2098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82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83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8475"/>
              </a:avLst>
            </a:prstGeom>
            <a:solidFill>
              <a:srgbClr val="F2F2F2"/>
            </a:solidFill>
            <a:ln/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4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85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86" name="三角形"/>
            <p:cNvSpPr/>
            <p:nvPr/>
          </p:nvSpPr>
          <p:spPr>
            <a:xfrm>
              <a:off x="8210489" y="4074566"/>
              <a:ext cx="109728" cy="146304"/>
            </a:xfrm>
            <a:custGeom>
              <a:avLst/>
              <a:gdLst/>
              <a:ahLst/>
              <a:cxnLst/>
              <a:rect l="l" t="t" r="r" b="b"/>
              <a:pathLst>
                <a:path w="109728" h="146304">
                  <a:moveTo>
                    <a:pt x="0" y="0"/>
                  </a:moveTo>
                  <a:lnTo>
                    <a:pt x="109728" y="73152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595959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7780">
              <a:solidFill>
                <a:srgbClr val="2F4B6E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89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0" name="Text 8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《常見組合（二）Common Patterns II》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438912" y="13898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7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0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5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6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7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243A5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8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29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0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1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2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3" name="組合名稱"/>
          <p:cNvSpPr/>
          <p:nvPr/>
        </p:nvSpPr>
        <p:spPr>
          <a:xfrm>
            <a:off x="3480328" y="13898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4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F4B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4B6E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4B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7" name="組合名稱"/>
          <p:cNvSpPr/>
          <p:nvPr/>
        </p:nvSpPr>
        <p:spPr>
          <a:xfrm>
            <a:off x="6521745" y="13898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38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39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5240">
              <a:solidFill>
                <a:srgbClr val="C0504D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0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1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2F4B6E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2" name="連接線"/>
            <p:cNvCxnSpPr>
              <a:stCxn id="39" idx="3"/>
              <a:endCxn id="40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43" name="連接線"/>
            <p:cNvCxnSpPr>
              <a:stCxn id="40" idx="3"/>
              <a:endCxn id="41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</p:grpSp>
      <p:sp>
        <p:nvSpPr>
          <p:cNvPr id="44" name="組合名稱"/>
          <p:cNvSpPr/>
          <p:nvPr/>
        </p:nvSpPr>
        <p:spPr>
          <a:xfrm>
            <a:off x="438912" y="32186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5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46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7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48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49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0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1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2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5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7780">
              <a:solidFill>
                <a:srgbClr val="2F4B6E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73152"/>
                  </a:lnTo>
                  <a:arcTo hR="73152" wR="73152" stAng="10800000" swAng="5400000"/>
                  <a:lnTo>
                    <a:pt x="799226" y="0"/>
                  </a:lnTo>
                  <a:arcTo hR="73152" wR="73152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7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C1C9D4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58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9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0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1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4" name="標籤"/>
            <p:cNvSpPr/>
            <p:nvPr/>
          </p:nvSpPr>
          <p:spPr>
            <a:xfrm>
              <a:off x="1658884" y="4813402"/>
              <a:ext cx="352755" cy="160934"/>
            </a:xfrm>
            <a:prstGeom prst="roundRect">
              <a:avLst>
                <a:gd name="adj" fmla="val 50000"/>
              </a:avLst>
            </a:prstGeom>
            <a:solidFill>
              <a:srgbClr val="E3E8EF"/>
            </a:solidFill>
            <a:ln/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5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F2F2F2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68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9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0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1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4" name="組合名稱"/>
          <p:cNvSpPr/>
          <p:nvPr/>
        </p:nvSpPr>
        <p:spPr>
          <a:xfrm>
            <a:off x="3480328" y="32186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75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76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7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2F4B6E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79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0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1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2F2F2"/>
            </a:solidFill>
            <a:ln/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/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1" name="組合名稱"/>
          <p:cNvSpPr/>
          <p:nvPr/>
        </p:nvSpPr>
        <p:spPr>
          <a:xfrm>
            <a:off x="6521745" y="3218688"/>
            <a:ext cx="2792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2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3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94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95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96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2F2F2"/>
            </a:solidFill>
            <a:ln/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97" name="連接線"/>
            <p:cNvCxnSpPr>
              <a:stCxn id="93" idx="3"/>
              <a:endCxn id="94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8" name="連接線"/>
            <p:cNvCxnSpPr>
              <a:stCxn id="94" idx="2"/>
              <a:endCxn id="95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99" name="連接線"/>
            <p:cNvCxnSpPr>
              <a:stCxn id="95" idx="1"/>
              <a:endCxn id="96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cxnSp>
          <p:nvCxnSpPr>
            <p:cNvPr id="100" name="連接線"/>
            <p:cNvCxnSpPr>
              <a:stCxn id="96" idx="0"/>
              <a:endCxn id="93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2700">
              <a:solidFill>
                <a:srgbClr val="595959"/>
              </a:solidFill>
              <a:prstDash val="sysDot"/>
              <a:tailEnd type="triangle" w="lg" len="lg"/>
            </a:ln>
          </p:spPr>
        </p:cxnSp>
        <p:sp>
          <p:nvSpPr>
            <p:cNvPr id="101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2F4B6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2" name="Text 9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3" name="Text 9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《風格規範》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色彩、字級與元件語言一覽：淺灰實心圓角卡＋陰影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402336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#2F4B6E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24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#243A56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E3E8EF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#E3E8EF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38912" y="2838298"/>
            <a:ext cx="402336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0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34pt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9687C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1426464"/>
            <a:ext cx="43766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37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淺灰實心＋陰影</a:t>
            </a:r>
            <a:endParaRPr lang="en-US" sz="800" dirty="0"/>
          </a:p>
        </p:txBody>
      </p:sp>
      <p:sp>
        <p:nvSpPr>
          <p:cNvPr id="40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73152"/>
                </a:lnTo>
                <a:arcTo hR="73152" wR="73152" stAng="10800000" swAng="5400000"/>
                <a:lnTo>
                  <a:pt x="877824" y="0"/>
                </a:lnTo>
                <a:arcTo hR="73152" wR="73152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800" dirty="0"/>
          </a:p>
        </p:txBody>
      </p:sp>
      <p:sp>
        <p:nvSpPr>
          <p:cNvPr id="46" name="標籤"/>
          <p:cNvSpPr/>
          <p:nvPr/>
        </p:nvSpPr>
        <p:spPr>
          <a:xfrm>
            <a:off x="566928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47" name="標籤"/>
          <p:cNvSpPr/>
          <p:nvPr/>
        </p:nvSpPr>
        <p:spPr>
          <a:xfrm>
            <a:off x="6197535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48" name="標籤"/>
          <p:cNvSpPr/>
          <p:nvPr/>
        </p:nvSpPr>
        <p:spPr>
          <a:xfrm>
            <a:off x="672579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49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數字膠囊</a:t>
            </a:r>
            <a:endParaRPr lang="en-US" sz="800" dirty="0"/>
          </a:p>
        </p:txBody>
      </p:sp>
      <p:sp>
        <p:nvSpPr>
          <p:cNvPr id="52" name="編號"/>
          <p:cNvSpPr/>
          <p:nvPr/>
        </p:nvSpPr>
        <p:spPr>
          <a:xfrm>
            <a:off x="5661965" y="3024104"/>
            <a:ext cx="365760" cy="19897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00" dirty="0"/>
          </a:p>
        </p:txBody>
      </p:sp>
      <p:sp>
        <p:nvSpPr>
          <p:cNvPr id="53" name="編號"/>
          <p:cNvSpPr/>
          <p:nvPr/>
        </p:nvSpPr>
        <p:spPr>
          <a:xfrm>
            <a:off x="6115507" y="3024104"/>
            <a:ext cx="365760" cy="19897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00" dirty="0"/>
          </a:p>
        </p:txBody>
      </p:sp>
      <p:sp>
        <p:nvSpPr>
          <p:cNvPr id="54" name="編號"/>
          <p:cNvSpPr/>
          <p:nvPr/>
        </p:nvSpPr>
        <p:spPr>
          <a:xfrm>
            <a:off x="6569050" y="3024104"/>
            <a:ext cx="365760" cy="198973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56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0" name="三角形"/>
          <p:cNvSpPr/>
          <p:nvPr/>
        </p:nvSpPr>
        <p:spPr>
          <a:xfrm>
            <a:off x="6272784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2" name="三角形"/>
          <p:cNvSpPr/>
          <p:nvPr/>
        </p:nvSpPr>
        <p:spPr>
          <a:xfrm>
            <a:off x="7150608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64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點線＋三角箭頭</a:t>
            </a:r>
            <a:endParaRPr lang="en-US" sz="800" dirty="0"/>
          </a:p>
        </p:txBody>
      </p:sp>
      <p:sp>
        <p:nvSpPr>
          <p:cNvPr id="67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68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灰卡＋▶</a:t>
            </a:r>
            <a:endParaRPr lang="en-US" sz="800" dirty="0"/>
          </a:p>
        </p:txBody>
      </p:sp>
      <p:sp>
        <p:nvSpPr>
          <p:cNvPr id="72" name="流程鏈"/>
          <p:cNvSpPr/>
          <p:nvPr/>
        </p:nvSpPr>
        <p:spPr>
          <a:xfrm>
            <a:off x="5669280" y="4520794"/>
            <a:ext cx="536448" cy="321869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73" name="三角形"/>
          <p:cNvSpPr/>
          <p:nvPr/>
        </p:nvSpPr>
        <p:spPr>
          <a:xfrm>
            <a:off x="6297168" y="460857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流程鏈"/>
          <p:cNvSpPr/>
          <p:nvPr/>
        </p:nvSpPr>
        <p:spPr>
          <a:xfrm>
            <a:off x="6498336" y="4520794"/>
            <a:ext cx="536448" cy="321869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75" name="三角形"/>
          <p:cNvSpPr/>
          <p:nvPr/>
        </p:nvSpPr>
        <p:spPr>
          <a:xfrm>
            <a:off x="7126224" y="460857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流程鏈"/>
          <p:cNvSpPr/>
          <p:nvPr/>
        </p:nvSpPr>
        <p:spPr>
          <a:xfrm>
            <a:off x="7327392" y="4520794"/>
            <a:ext cx="536448" cy="321869"/>
          </a:xfrm>
          <a:prstGeom prst="roundRect">
            <a:avLst>
              <a:gd name="adj" fmla="val 2272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《卡片》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9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2" name="標籤"/>
          <p:cNvSpPr/>
          <p:nvPr/>
        </p:nvSpPr>
        <p:spPr>
          <a:xfrm>
            <a:off x="5483433" y="1397203"/>
            <a:ext cx="596595" cy="20482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3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73152"/>
                </a:lnTo>
                <a:arcTo hR="73152" wR="73152" stAng="10800000" swAng="5400000"/>
                <a:lnTo>
                  <a:pt x="2655418" y="0"/>
                </a:lnTo>
                <a:arcTo hR="73152" wR="73152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3657600"/>
            <a:ext cx="5120640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1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2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52160" y="3657600"/>
            <a:ext cx="34622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29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《標籤與編號》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887553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438912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9" name="標籤"/>
          <p:cNvSpPr/>
          <p:nvPr/>
        </p:nvSpPr>
        <p:spPr>
          <a:xfrm>
            <a:off x="1420189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2401466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3382744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2F4B6E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3" name="標籤"/>
          <p:cNvSpPr/>
          <p:nvPr/>
        </p:nvSpPr>
        <p:spPr>
          <a:xfrm>
            <a:off x="5168693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2F4B6E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4" name="標籤"/>
          <p:cNvSpPr/>
          <p:nvPr/>
        </p:nvSpPr>
        <p:spPr>
          <a:xfrm>
            <a:off x="5671816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6174939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8912" y="2450592"/>
            <a:ext cx="277246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19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0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90448" y="2450592"/>
            <a:ext cx="277246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3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4" name="編號"/>
          <p:cNvSpPr/>
          <p:nvPr/>
        </p:nvSpPr>
        <p:spPr>
          <a:xfrm>
            <a:off x="3481304" y="2989869"/>
            <a:ext cx="384048" cy="20892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編號"/>
          <p:cNvSpPr/>
          <p:nvPr/>
        </p:nvSpPr>
        <p:spPr>
          <a:xfrm>
            <a:off x="3934846" y="2989869"/>
            <a:ext cx="384048" cy="20892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編號"/>
          <p:cNvSpPr/>
          <p:nvPr/>
        </p:nvSpPr>
        <p:spPr>
          <a:xfrm>
            <a:off x="4388388" y="2989869"/>
            <a:ext cx="384048" cy="20892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編號"/>
          <p:cNvSpPr/>
          <p:nvPr/>
        </p:nvSpPr>
        <p:spPr>
          <a:xfrm>
            <a:off x="4841931" y="2989869"/>
            <a:ext cx="384048" cy="20892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編號"/>
          <p:cNvSpPr/>
          <p:nvPr/>
        </p:nvSpPr>
        <p:spPr>
          <a:xfrm>
            <a:off x="3508736" y="3655844"/>
            <a:ext cx="329184" cy="17907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1" name="編號"/>
          <p:cNvSpPr/>
          <p:nvPr/>
        </p:nvSpPr>
        <p:spPr>
          <a:xfrm>
            <a:off x="3508736" y="4109387"/>
            <a:ext cx="329184" cy="17907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3508736" y="4562929"/>
            <a:ext cx="329184" cy="17907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41983" y="2450592"/>
            <a:ext cx="2772461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《圓形與流程鏈》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409651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光暈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2F2F2"/>
          </a:solidFill>
          <a:ln/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1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2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3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47488" y="1426464"/>
            <a:ext cx="4266956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5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6" name="流程鏈"/>
          <p:cNvSpPr/>
          <p:nvPr/>
        </p:nvSpPr>
        <p:spPr>
          <a:xfrm>
            <a:off x="5047488" y="1916582"/>
            <a:ext cx="1227247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17" name="三角形"/>
          <p:cNvSpPr/>
          <p:nvPr/>
        </p:nvSpPr>
        <p:spPr>
          <a:xfrm>
            <a:off x="6366175" y="210677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流程鏈"/>
          <p:cNvSpPr/>
          <p:nvPr/>
        </p:nvSpPr>
        <p:spPr>
          <a:xfrm>
            <a:off x="6567343" y="1916582"/>
            <a:ext cx="1227247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19" name="三角形"/>
          <p:cNvSpPr/>
          <p:nvPr/>
        </p:nvSpPr>
        <p:spPr>
          <a:xfrm>
            <a:off x="7886029" y="210677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流程鏈"/>
          <p:cNvSpPr/>
          <p:nvPr/>
        </p:nvSpPr>
        <p:spPr>
          <a:xfrm>
            <a:off x="8087197" y="1916582"/>
            <a:ext cx="1227247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1" name="流程鏈"/>
          <p:cNvSpPr/>
          <p:nvPr/>
        </p:nvSpPr>
        <p:spPr>
          <a:xfrm>
            <a:off x="5047488" y="2816352"/>
            <a:ext cx="670804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2" name="三角形"/>
          <p:cNvSpPr/>
          <p:nvPr/>
        </p:nvSpPr>
        <p:spPr>
          <a:xfrm>
            <a:off x="5777545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流程鏈"/>
          <p:cNvSpPr/>
          <p:nvPr/>
        </p:nvSpPr>
        <p:spPr>
          <a:xfrm>
            <a:off x="5946526" y="2816352"/>
            <a:ext cx="670804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4" name="三角形"/>
          <p:cNvSpPr/>
          <p:nvPr/>
        </p:nvSpPr>
        <p:spPr>
          <a:xfrm>
            <a:off x="6676583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流程鏈"/>
          <p:cNvSpPr/>
          <p:nvPr/>
        </p:nvSpPr>
        <p:spPr>
          <a:xfrm>
            <a:off x="6845564" y="2816352"/>
            <a:ext cx="670804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6" name="三角形"/>
          <p:cNvSpPr/>
          <p:nvPr/>
        </p:nvSpPr>
        <p:spPr>
          <a:xfrm>
            <a:off x="7575621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流程鏈"/>
          <p:cNvSpPr/>
          <p:nvPr/>
        </p:nvSpPr>
        <p:spPr>
          <a:xfrm>
            <a:off x="7744602" y="2816352"/>
            <a:ext cx="670804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8" name="三角形"/>
          <p:cNvSpPr/>
          <p:nvPr/>
        </p:nvSpPr>
        <p:spPr>
          <a:xfrm>
            <a:off x="8474659" y="294802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流程鏈"/>
          <p:cNvSpPr/>
          <p:nvPr/>
        </p:nvSpPr>
        <p:spPr>
          <a:xfrm>
            <a:off x="8643640" y="2816352"/>
            <a:ext cx="670804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30" name="流程鏈"/>
          <p:cNvSpPr/>
          <p:nvPr/>
        </p:nvSpPr>
        <p:spPr>
          <a:xfrm>
            <a:off x="5047488" y="3621024"/>
            <a:ext cx="847283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31" name="三角形"/>
          <p:cNvSpPr/>
          <p:nvPr/>
        </p:nvSpPr>
        <p:spPr>
          <a:xfrm>
            <a:off x="5986211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流程鏈"/>
          <p:cNvSpPr/>
          <p:nvPr/>
        </p:nvSpPr>
        <p:spPr>
          <a:xfrm>
            <a:off x="6187379" y="3621024"/>
            <a:ext cx="847283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33" name="三角形"/>
          <p:cNvSpPr/>
          <p:nvPr/>
        </p:nvSpPr>
        <p:spPr>
          <a:xfrm>
            <a:off x="7126102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流程鏈"/>
          <p:cNvSpPr/>
          <p:nvPr/>
        </p:nvSpPr>
        <p:spPr>
          <a:xfrm>
            <a:off x="7327270" y="3621024"/>
            <a:ext cx="847283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35" name="三角形"/>
          <p:cNvSpPr/>
          <p:nvPr/>
        </p:nvSpPr>
        <p:spPr>
          <a:xfrm>
            <a:off x="8265993" y="375269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流程鏈"/>
          <p:cNvSpPr/>
          <p:nvPr/>
        </p:nvSpPr>
        <p:spPr>
          <a:xfrm>
            <a:off x="8467161" y="3621024"/>
            <a:ext cx="847283" cy="409651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87379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27270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67161" y="4111142"/>
            <a:ext cx="8472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《連接線與箭頭》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2700">
            <a:solidFill>
              <a:srgbClr val="595959"/>
            </a:solidFill>
            <a:prstDash val="solid"/>
            <a:tailEnd type="triangle" w="lg" len="lg"/>
          </a:ln>
        </p:spPr>
      </p:cxnSp>
      <p:sp>
        <p:nvSpPr>
          <p:cNvPr id="11" name="Text 9"/>
          <p:cNvSpPr/>
          <p:nvPr/>
        </p:nvSpPr>
        <p:spPr>
          <a:xfrm>
            <a:off x="2716317" y="1426464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2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4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5" name="連接線"/>
          <p:cNvCxnSpPr>
            <a:stCxn id="13" idx="3"/>
            <a:endCxn id="14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16" name="Text 14"/>
          <p:cNvSpPr/>
          <p:nvPr/>
        </p:nvSpPr>
        <p:spPr>
          <a:xfrm>
            <a:off x="4993721" y="1426464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17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8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9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0" name="連接線"/>
          <p:cNvCxnSpPr>
            <a:stCxn id="18" idx="3"/>
            <a:endCxn id="19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21" name="Text 19"/>
          <p:cNvSpPr/>
          <p:nvPr/>
        </p:nvSpPr>
        <p:spPr>
          <a:xfrm>
            <a:off x="7271126" y="1426464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2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3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4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5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8912" y="3145536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27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29" name="三角形"/>
          <p:cNvSpPr/>
          <p:nvPr/>
        </p:nvSpPr>
        <p:spPr>
          <a:xfrm>
            <a:off x="1008263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1" name="三角形"/>
          <p:cNvSpPr/>
          <p:nvPr/>
        </p:nvSpPr>
        <p:spPr>
          <a:xfrm>
            <a:off x="1803151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16317" y="3145536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34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5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36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37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93721" y="3145536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1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2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43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63789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44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97A5B7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71126" y="3145536"/>
            <a:ext cx="2043318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46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7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8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49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0" name="連接線"/>
          <p:cNvCxnSpPr>
            <a:stCxn id="47" idx="3"/>
            <a:endCxn id="48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51" name="連接線"/>
          <p:cNvCxnSpPr>
            <a:stCxn id="47" idx="3"/>
            <a:endCxn id="49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52" name="Text 50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《流程圖符號》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8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E3E8EF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4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6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013862"/>
            <a:ext cx="887553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1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2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E3E8EF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3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4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5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1" name="Text 29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2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2700">
            <a:solidFill>
              <a:srgbClr val="595959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2700">
            <a:solidFill>
              <a:srgbClr val="595959"/>
            </a:solidFill>
            <a:prstDash val="sysDot"/>
            <a:tailEnd type="triangle" w="lg" len="lg"/>
          </a:ln>
        </p:spPr>
      </p:cxnSp>
      <p:sp>
        <p:nvSpPr>
          <p:cNvPr id="35" name="Text 33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《結構元件》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416966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7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9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0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2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2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3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5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1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7760" y="1426464"/>
            <a:ext cx="215798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3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4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6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2F4B6E"/>
          </a:solidFill>
          <a:ln w="2032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7" name="標籤"/>
          <p:cNvSpPr/>
          <p:nvPr/>
        </p:nvSpPr>
        <p:spPr>
          <a:xfrm>
            <a:off x="5239309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28" name="標籤"/>
          <p:cNvSpPr/>
          <p:nvPr/>
        </p:nvSpPr>
        <p:spPr>
          <a:xfrm>
            <a:off x="6380480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29" name="標籤"/>
          <p:cNvSpPr/>
          <p:nvPr/>
        </p:nvSpPr>
        <p:spPr>
          <a:xfrm>
            <a:off x="5239309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6380480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88352" y="1426464"/>
            <a:ext cx="1926092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6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39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16129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2" name="編號"/>
          <p:cNvSpPr/>
          <p:nvPr/>
        </p:nvSpPr>
        <p:spPr>
          <a:xfrm>
            <a:off x="8136331" y="2445910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800" dirty="0"/>
          </a:p>
        </p:txBody>
      </p:sp>
      <p:sp>
        <p:nvSpPr>
          <p:cNvPr id="43" name="編號"/>
          <p:cNvSpPr/>
          <p:nvPr/>
        </p:nvSpPr>
        <p:spPr>
          <a:xfrm>
            <a:off x="8758123" y="2445910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8136331" y="3214006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800" dirty="0"/>
          </a:p>
        </p:txBody>
      </p:sp>
      <p:sp>
        <p:nvSpPr>
          <p:cNvPr id="46" name="編號"/>
          <p:cNvSpPr/>
          <p:nvPr/>
        </p:nvSpPr>
        <p:spPr>
          <a:xfrm>
            <a:off x="8758123" y="3214006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8136331" y="3982102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800" dirty="0"/>
          </a:p>
        </p:txBody>
      </p:sp>
      <p:sp>
        <p:nvSpPr>
          <p:cNvPr id="49" name="編號"/>
          <p:cNvSpPr/>
          <p:nvPr/>
        </p:nvSpPr>
        <p:spPr>
          <a:xfrm>
            <a:off x="8758123" y="3982102"/>
            <a:ext cx="420624" cy="228819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13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《高效溝通：讓想法被看見》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光暈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2F2F2"/>
          </a:solidFill>
          <a:ln/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9" name="光暈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2F2F2"/>
          </a:solidFill>
          <a:ln/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2" name="光暈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2F2F2"/>
          </a:solidFill>
          <a:ln/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43A5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5" name="三角形"/>
          <p:cNvSpPr/>
          <p:nvPr/>
        </p:nvSpPr>
        <p:spPr>
          <a:xfrm>
            <a:off x="3331586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三角形"/>
          <p:cNvSpPr/>
          <p:nvPr/>
        </p:nvSpPr>
        <p:spPr>
          <a:xfrm>
            <a:off x="6290097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8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9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2F4B6E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3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4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5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6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13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《策略規劃框架地圖》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三角形"/>
          <p:cNvSpPr/>
          <p:nvPr/>
        </p:nvSpPr>
        <p:spPr>
          <a:xfrm>
            <a:off x="2058205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三角形"/>
          <p:cNvSpPr/>
          <p:nvPr/>
        </p:nvSpPr>
        <p:spPr>
          <a:xfrm>
            <a:off x="3900611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2F4B6E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C1C9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三角形"/>
          <p:cNvSpPr/>
          <p:nvPr/>
        </p:nvSpPr>
        <p:spPr>
          <a:xfrm>
            <a:off x="5743017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三角形"/>
          <p:cNvSpPr/>
          <p:nvPr/>
        </p:nvSpPr>
        <p:spPr>
          <a:xfrm>
            <a:off x="7585423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9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1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3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5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444398" y="153209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700" dirty="0"/>
          </a:p>
        </p:txBody>
      </p:sp>
      <p:sp>
        <p:nvSpPr>
          <p:cNvPr id="29" name="編號"/>
          <p:cNvSpPr/>
          <p:nvPr/>
        </p:nvSpPr>
        <p:spPr>
          <a:xfrm>
            <a:off x="817474" y="153209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700" dirty="0"/>
          </a:p>
        </p:txBody>
      </p:sp>
      <p:sp>
        <p:nvSpPr>
          <p:cNvPr id="30" name="標籤"/>
          <p:cNvSpPr/>
          <p:nvPr/>
        </p:nvSpPr>
        <p:spPr>
          <a:xfrm>
            <a:off x="1207008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1" name="編號"/>
          <p:cNvSpPr/>
          <p:nvPr/>
        </p:nvSpPr>
        <p:spPr>
          <a:xfrm>
            <a:off x="444398" y="189785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700" dirty="0"/>
          </a:p>
        </p:txBody>
      </p:sp>
      <p:sp>
        <p:nvSpPr>
          <p:cNvPr id="32" name="編號"/>
          <p:cNvSpPr/>
          <p:nvPr/>
        </p:nvSpPr>
        <p:spPr>
          <a:xfrm>
            <a:off x="817474" y="189785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700" dirty="0"/>
          </a:p>
        </p:txBody>
      </p:sp>
      <p:sp>
        <p:nvSpPr>
          <p:cNvPr id="33" name="標籤"/>
          <p:cNvSpPr/>
          <p:nvPr/>
        </p:nvSpPr>
        <p:spPr>
          <a:xfrm>
            <a:off x="1207008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7740871" y="153209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700" dirty="0"/>
          </a:p>
        </p:txBody>
      </p:sp>
      <p:sp>
        <p:nvSpPr>
          <p:cNvPr id="35" name="編號"/>
          <p:cNvSpPr/>
          <p:nvPr/>
        </p:nvSpPr>
        <p:spPr>
          <a:xfrm>
            <a:off x="8113947" y="153209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700" dirty="0"/>
          </a:p>
        </p:txBody>
      </p:sp>
      <p:sp>
        <p:nvSpPr>
          <p:cNvPr id="36" name="標籤"/>
          <p:cNvSpPr/>
          <p:nvPr/>
        </p:nvSpPr>
        <p:spPr>
          <a:xfrm>
            <a:off x="8503481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7740871" y="189785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700" dirty="0"/>
          </a:p>
        </p:txBody>
      </p:sp>
      <p:sp>
        <p:nvSpPr>
          <p:cNvPr id="38" name="編號"/>
          <p:cNvSpPr/>
          <p:nvPr/>
        </p:nvSpPr>
        <p:spPr>
          <a:xfrm>
            <a:off x="8113947" y="1897855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700" dirty="0"/>
          </a:p>
        </p:txBody>
      </p:sp>
      <p:sp>
        <p:nvSpPr>
          <p:cNvPr id="39" name="標籤"/>
          <p:cNvSpPr/>
          <p:nvPr/>
        </p:nvSpPr>
        <p:spPr>
          <a:xfrm>
            <a:off x="8503481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0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847956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700" dirty="0"/>
          </a:p>
        </p:txBody>
      </p:sp>
      <p:sp>
        <p:nvSpPr>
          <p:cNvPr id="43" name="編號"/>
          <p:cNvSpPr/>
          <p:nvPr/>
        </p:nvSpPr>
        <p:spPr>
          <a:xfrm>
            <a:off x="1221031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700" dirty="0"/>
          </a:p>
        </p:txBody>
      </p:sp>
      <p:sp>
        <p:nvSpPr>
          <p:cNvPr id="44" name="標籤"/>
          <p:cNvSpPr/>
          <p:nvPr/>
        </p:nvSpPr>
        <p:spPr>
          <a:xfrm>
            <a:off x="1610565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3066839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700" dirty="0"/>
          </a:p>
        </p:txBody>
      </p:sp>
      <p:sp>
        <p:nvSpPr>
          <p:cNvPr id="46" name="編號"/>
          <p:cNvSpPr/>
          <p:nvPr/>
        </p:nvSpPr>
        <p:spPr>
          <a:xfrm>
            <a:off x="3439914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700" dirty="0"/>
          </a:p>
        </p:txBody>
      </p:sp>
      <p:sp>
        <p:nvSpPr>
          <p:cNvPr id="47" name="標籤"/>
          <p:cNvSpPr/>
          <p:nvPr/>
        </p:nvSpPr>
        <p:spPr>
          <a:xfrm>
            <a:off x="3829448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5472259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700" dirty="0"/>
          </a:p>
        </p:txBody>
      </p:sp>
      <p:sp>
        <p:nvSpPr>
          <p:cNvPr id="49" name="標籤"/>
          <p:cNvSpPr/>
          <p:nvPr/>
        </p:nvSpPr>
        <p:spPr>
          <a:xfrm>
            <a:off x="5861794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7504605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700" dirty="0"/>
          </a:p>
        </p:txBody>
      </p:sp>
      <p:sp>
        <p:nvSpPr>
          <p:cNvPr id="51" name="編號"/>
          <p:cNvSpPr/>
          <p:nvPr/>
        </p:nvSpPr>
        <p:spPr>
          <a:xfrm>
            <a:off x="7877680" y="4692262"/>
            <a:ext cx="310896" cy="169127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700" dirty="0"/>
          </a:p>
        </p:txBody>
      </p:sp>
      <p:sp>
        <p:nvSpPr>
          <p:cNvPr id="52" name="標籤"/>
          <p:cNvSpPr/>
          <p:nvPr/>
        </p:nvSpPr>
        <p:spPr>
          <a:xfrm>
            <a:off x="8267214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13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365760" y="292608"/>
            <a:ext cx="804672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《能力成長地圖》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38912" y="804672"/>
            <a:ext cx="80467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8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200" dirty="0"/>
          </a:p>
        </p:txBody>
      </p:sp>
      <p:sp>
        <p:nvSpPr>
          <p:cNvPr id="4" name="線條"/>
          <p:cNvSpPr/>
          <p:nvPr/>
        </p:nvSpPr>
        <p:spPr>
          <a:xfrm>
            <a:off x="438912" y="118506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166774"/>
            <a:ext cx="804672" cy="36576"/>
          </a:xfrm>
          <a:prstGeom prst="rect">
            <a:avLst/>
          </a:prstGeom>
          <a:solidFill>
            <a:srgbClr val="2F4B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2F4B6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2F4B6E">
              <a:alpha val="5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6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7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20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16667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2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800397" y="1828800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標籤"/>
          <p:cNvSpPr/>
          <p:nvPr/>
        </p:nvSpPr>
        <p:spPr>
          <a:xfrm>
            <a:off x="3950208" y="2355494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3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5" name="標籤"/>
          <p:cNvSpPr/>
          <p:nvPr/>
        </p:nvSpPr>
        <p:spPr>
          <a:xfrm>
            <a:off x="4800397" y="2889504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6" name="標籤"/>
          <p:cNvSpPr/>
          <p:nvPr/>
        </p:nvSpPr>
        <p:spPr>
          <a:xfrm>
            <a:off x="3950208" y="3416198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7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2F2F2"/>
          </a:solidFill>
          <a:ln/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9" name="標籤"/>
          <p:cNvSpPr/>
          <p:nvPr/>
        </p:nvSpPr>
        <p:spPr>
          <a:xfrm>
            <a:off x="4800397" y="3950208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0" name="標籤"/>
          <p:cNvSpPr/>
          <p:nvPr/>
        </p:nvSpPr>
        <p:spPr>
          <a:xfrm>
            <a:off x="3950208" y="4476902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1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16667"/>
            </a:avLst>
          </a:prstGeom>
          <a:solidFill>
            <a:srgbClr val="A6A6A6">
              <a:alpha val="3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5669280" y="2075176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6254496" y="2075176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900" dirty="0"/>
          </a:p>
        </p:txBody>
      </p:sp>
      <p:sp>
        <p:nvSpPr>
          <p:cNvPr id="46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5669280" y="3135880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6254496" y="3135880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900" dirty="0"/>
          </a:p>
        </p:txBody>
      </p:sp>
      <p:sp>
        <p:nvSpPr>
          <p:cNvPr id="49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5669280" y="4196584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6254496" y="4196584"/>
            <a:ext cx="438912" cy="238768"/>
          </a:xfrm>
          <a:prstGeom prst="roundRect">
            <a:avLst>
              <a:gd name="adj" fmla="val 50000"/>
            </a:avLst>
          </a:prstGeom>
          <a:solidFill>
            <a:srgbClr val="2F4B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900" dirty="0"/>
          </a:p>
        </p:txBody>
      </p:sp>
      <p:sp>
        <p:nvSpPr>
          <p:cNvPr id="52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</a:ln>
        </p:spPr>
      </p:sp>
      <p:sp>
        <p:nvSpPr>
          <p:cNvPr id="54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6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8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</a:ln>
        </p:spPr>
      </p:sp>
      <p:sp>
        <p:nvSpPr>
          <p:cNvPr id="59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1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3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ysDot"/>
          </a:ln>
        </p:spPr>
      </p:sp>
      <p:sp>
        <p:nvSpPr>
          <p:cNvPr id="64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6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ln w="12700">
            <a:solidFill>
              <a:srgbClr val="595959"/>
            </a:solidFill>
            <a:prstDash val="sysDot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8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F4B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8912" y="5120640"/>
            <a:ext cx="43891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框架鑑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217164" y="5120640"/>
            <a:ext cx="109728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框架鑑</dc:title>
  <dc:subject>PptxGenJS Presentation</dc:subject>
  <dc:creator>PPT Style Studio</dc:creator>
  <cp:lastModifiedBy>PPT Style Studio</cp:lastModifiedBy>
  <cp:revision>1</cp:revision>
  <dcterms:created xsi:type="dcterms:W3CDTF">2026-10-09T02:33:47Z</dcterms:created>
  <dcterms:modified xsi:type="dcterms:W3CDTF">2026-10-09T02:33:47Z</dcterms:modified>
</cp:coreProperties>
</file>