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2000" dirty="0"/>
          </a:p>
        </p:txBody>
      </p:sp>
      <p:sp>
        <p:nvSpPr>
          <p:cNvPr id="5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6" name="流程方塊"/>
          <p:cNvSpPr/>
          <p:nvPr/>
        </p:nvSpPr>
        <p:spPr>
          <a:xfrm>
            <a:off x="249770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7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8" name="流程方塊"/>
          <p:cNvSpPr/>
          <p:nvPr/>
        </p:nvSpPr>
        <p:spPr>
          <a:xfrm>
            <a:off x="424698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51638" dist="45466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9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0" name="流程方塊"/>
          <p:cNvSpPr/>
          <p:nvPr/>
        </p:nvSpPr>
        <p:spPr>
          <a:xfrm>
            <a:off x="599626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1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2" name="流程方塊"/>
          <p:cNvSpPr/>
          <p:nvPr/>
        </p:nvSpPr>
        <p:spPr>
          <a:xfrm>
            <a:off x="774554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3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4" name="流程方塊"/>
          <p:cNvSpPr/>
          <p:nvPr/>
        </p:nvSpPr>
        <p:spPr>
          <a:xfrm>
            <a:off x="949481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0F7C8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5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6" name="流程方塊"/>
          <p:cNvSpPr/>
          <p:nvPr/>
        </p:nvSpPr>
        <p:spPr>
          <a:xfrm>
            <a:off x="1124409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7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8" name="流程方塊"/>
          <p:cNvSpPr/>
          <p:nvPr/>
        </p:nvSpPr>
        <p:spPr>
          <a:xfrm>
            <a:off x="1299337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19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2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3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4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5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6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7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8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9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0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1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2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3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4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0F7C8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0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0F7C8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1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2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3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4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5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6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37160" dist="41148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7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8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49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0" name="開始／結束"/>
          <p:cNvSpPr/>
          <p:nvPr/>
        </p:nvSpPr>
        <p:spPr>
          <a:xfrm>
            <a:off x="1124409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1" name="圖說"/>
          <p:cNvSpPr/>
          <p:nvPr/>
        </p:nvSpPr>
        <p:spPr>
          <a:xfrm>
            <a:off x="1108954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2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4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55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6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8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0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9812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2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4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7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9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1" name="警示方塊"/>
          <p:cNvSpPr/>
          <p:nvPr/>
        </p:nvSpPr>
        <p:spPr>
          <a:xfrm>
            <a:off x="249770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F2A541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2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3" name="警示方塊"/>
          <p:cNvSpPr/>
          <p:nvPr/>
        </p:nvSpPr>
        <p:spPr>
          <a:xfrm>
            <a:off x="424698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4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5" name="警示方塊"/>
          <p:cNvSpPr/>
          <p:nvPr/>
        </p:nvSpPr>
        <p:spPr>
          <a:xfrm>
            <a:off x="599626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6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7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0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1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2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F2A541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5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7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89" name="光暈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20015" dist="19050" dir="5400000" sx="100840" sy="10084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1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光暈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120015" dist="19050" dir="5400000" sx="100840" sy="10084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3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4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694790" y="6258611"/>
            <a:ext cx="1473098" cy="512978"/>
            <a:chOff x="7694790" y="6258611"/>
            <a:chExt cx="1473098" cy="512978"/>
          </a:xfrm>
        </p:grpSpPr>
        <p:sp>
          <p:nvSpPr>
            <p:cNvPr id="96" name="Text 94"/>
            <p:cNvSpPr/>
            <p:nvPr/>
          </p:nvSpPr>
          <p:spPr>
            <a:xfrm>
              <a:off x="7694790" y="6258611"/>
              <a:ext cx="512978" cy="51297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7756970" y="6320790"/>
              <a:ext cx="388620" cy="38862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8174850" y="6258611"/>
              <a:ext cx="512978" cy="51297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237030" y="6320790"/>
              <a:ext cx="388620" cy="38862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8654910" y="6258611"/>
              <a:ext cx="512978" cy="512978"/>
            </a:xfrm>
            <a:prstGeom prst="ellipse">
              <a:avLst/>
            </a:prstGeom>
            <a:solidFill>
              <a:srgbClr val="FCE9D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1" name="編號"/>
            <p:cNvSpPr/>
            <p:nvPr/>
          </p:nvSpPr>
          <p:spPr>
            <a:xfrm>
              <a:off x="8717090" y="6320790"/>
              <a:ext cx="388620" cy="388620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3" name="標籤"/>
          <p:cNvSpPr/>
          <p:nvPr/>
        </p:nvSpPr>
        <p:spPr>
          <a:xfrm>
            <a:off x="9677750" y="633222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4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5" name="標籤"/>
            <p:cNvSpPr/>
            <p:nvPr/>
          </p:nvSpPr>
          <p:spPr>
            <a:xfrm>
              <a:off x="11237749" y="63436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11975619" y="63436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8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2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4" name="群組框"/>
            <p:cNvSpPr/>
            <p:nvPr/>
          </p:nvSpPr>
          <p:spPr>
            <a:xfrm>
              <a:off x="2497700" y="7258050"/>
              <a:ext cx="1371600" cy="457200"/>
            </a:xfrm>
            <a:prstGeom prst="roundRect">
              <a:avLst>
                <a:gd name="adj" fmla="val 250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5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6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7" name="淺灰面板"/>
          <p:cNvSpPr/>
          <p:nvPr/>
        </p:nvSpPr>
        <p:spPr>
          <a:xfrm>
            <a:off x="424698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9" name="卡片"/>
          <p:cNvSpPr/>
          <p:nvPr/>
        </p:nvSpPr>
        <p:spPr>
          <a:xfrm>
            <a:off x="5996260" y="7189470"/>
            <a:ext cx="1371600" cy="525780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21" name="卡片"/>
          <p:cNvSpPr/>
          <p:nvPr/>
        </p:nvSpPr>
        <p:spPr>
          <a:xfrm>
            <a:off x="7745540" y="7189470"/>
            <a:ext cx="1371600" cy="525780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23" name="卡片"/>
            <p:cNvSpPr/>
            <p:nvPr/>
          </p:nvSpPr>
          <p:spPr>
            <a:xfrm>
              <a:off x="9494819" y="71894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4" name="表頭"/>
            <p:cNvSpPr/>
            <p:nvPr/>
          </p:nvSpPr>
          <p:spPr>
            <a:xfrm>
              <a:off x="9494819" y="71894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5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6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7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F2A54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8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29" name="寬欄條"/>
            <p:cNvSpPr/>
            <p:nvPr/>
          </p:nvSpPr>
          <p:spPr>
            <a:xfrm>
              <a:off x="13221979" y="71894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寬欄條"/>
            <p:cNvSpPr/>
            <p:nvPr/>
          </p:nvSpPr>
          <p:spPr>
            <a:xfrm>
              <a:off x="13747759" y="71894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1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2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4" name="Text 13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798521"/>
            <a:ext cx="3278410" cy="1019099"/>
            <a:chOff x="685800" y="2798521"/>
            <a:chExt cx="3278410" cy="1019099"/>
          </a:xfrm>
        </p:grpSpPr>
        <p:sp>
          <p:nvSpPr>
            <p:cNvPr id="8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912571" y="2798521"/>
              <a:ext cx="392278" cy="39227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2128866" y="2798521"/>
              <a:ext cx="392278" cy="39227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4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345161" y="2798521"/>
              <a:ext cx="392278" cy="392278"/>
            </a:xfrm>
            <a:prstGeom prst="ellipse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7" name="連接線"/>
            <p:cNvCxnSpPr>
              <a:stCxn id="8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8" name="連接線"/>
            <p:cNvCxnSpPr>
              <a:stCxn id="11" idx="3"/>
              <a:endCxn id="14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19" name="Text 17"/>
          <p:cNvSpPr/>
          <p:nvPr/>
        </p:nvSpPr>
        <p:spPr>
          <a:xfrm>
            <a:off x="4215670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21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2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3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4" name="連接線"/>
            <p:cNvCxnSpPr>
              <a:stCxn id="22" idx="3"/>
              <a:endCxn id="23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5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6" name="連接線"/>
            <p:cNvCxnSpPr>
              <a:stCxn id="23" idx="3"/>
              <a:endCxn id="25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8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9" name="連接線"/>
            <p:cNvCxnSpPr>
              <a:stCxn id="23" idx="2"/>
              <a:endCxn id="28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30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31" name="Text 29"/>
          <p:cNvSpPr/>
          <p:nvPr/>
        </p:nvSpPr>
        <p:spPr>
          <a:xfrm>
            <a:off x="7745540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3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4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5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6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7" name="連接線"/>
            <p:cNvCxnSpPr>
              <a:stCxn id="34" idx="3"/>
              <a:endCxn id="35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8" name="連接線"/>
            <p:cNvCxnSpPr>
              <a:stCxn id="35" idx="3"/>
              <a:endCxn id="36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9" name="連接線"/>
            <p:cNvCxnSpPr>
              <a:stCxn id="35" idx="2"/>
              <a:endCxn id="34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F2A541"/>
              </a:solidFill>
              <a:prstDash val="sysDash"/>
              <a:tailEnd type="triangle"/>
            </a:ln>
          </p:spPr>
        </p:cxnSp>
        <p:sp>
          <p:nvSpPr>
            <p:cNvPr id="40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41" name="Text 39"/>
          <p:cNvSpPr/>
          <p:nvPr/>
        </p:nvSpPr>
        <p:spPr>
          <a:xfrm>
            <a:off x="11275409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3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4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5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6" name="連接線"/>
            <p:cNvCxnSpPr>
              <a:stCxn id="44" idx="3"/>
              <a:endCxn id="45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7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8" name="連接線"/>
            <p:cNvCxnSpPr>
              <a:stCxn id="45" idx="3"/>
              <a:endCxn id="47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50" name="連接線"/>
            <p:cNvCxnSpPr>
              <a:stCxn id="45" idx="0"/>
              <a:endCxn id="44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51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2" name="Text 50"/>
          <p:cNvSpPr/>
          <p:nvPr/>
        </p:nvSpPr>
        <p:spPr>
          <a:xfrm>
            <a:off x="685800" y="51492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4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5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7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2" name="連接線"/>
            <p:cNvCxnSpPr>
              <a:stCxn id="59" idx="3"/>
              <a:endCxn id="60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63" name="連接線"/>
            <p:cNvCxnSpPr>
              <a:stCxn id="60" idx="3"/>
              <a:endCxn id="61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64" name="Text 62"/>
          <p:cNvSpPr/>
          <p:nvPr/>
        </p:nvSpPr>
        <p:spPr>
          <a:xfrm>
            <a:off x="4215670" y="51492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6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7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3" name="連接線"/>
            <p:cNvCxnSpPr>
              <a:stCxn id="67" idx="3"/>
              <a:endCxn id="68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endCxn id="69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endCxn id="70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7" name="連接線"/>
            <p:cNvCxnSpPr>
              <a:stCxn id="70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8" name="連接線"/>
            <p:cNvCxnSpPr>
              <a:stCxn id="71" idx="3"/>
              <a:endCxn id="72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79" name="Text 77"/>
          <p:cNvSpPr/>
          <p:nvPr/>
        </p:nvSpPr>
        <p:spPr>
          <a:xfrm>
            <a:off x="7745540" y="51492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81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2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4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6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E0F0F0"/>
            </a:solidFill>
            <a:ln>
              <a:noFill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8" name="連接線"/>
            <p:cNvCxnSpPr>
              <a:stCxn id="82" idx="2"/>
              <a:endCxn id="84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89" name="連接線"/>
            <p:cNvCxnSpPr>
              <a:stCxn id="84" idx="3"/>
              <a:endCxn id="86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90" name="Text 88"/>
          <p:cNvSpPr/>
          <p:nvPr/>
        </p:nvSpPr>
        <p:spPr>
          <a:xfrm>
            <a:off x="11275409" y="51492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2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3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>
              <a:noFill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6" name="分隔"/>
            <p:cNvSpPr/>
            <p:nvPr/>
          </p:nvSpPr>
          <p:spPr>
            <a:xfrm>
              <a:off x="12851749" y="6355080"/>
              <a:ext cx="125730" cy="251460"/>
            </a:xfrm>
            <a:prstGeom prst="chevron">
              <a:avLst>
                <a:gd name="adj" fmla="val 68182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 w="27813">
              <a:solidFill>
                <a:srgbClr val="0F7C80"/>
              </a:solidFill>
              <a:prstDash val="solid"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1" name="Text 9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5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7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9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1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438013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5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C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10190226" y="2268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0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1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23876">
              <a:solidFill>
                <a:srgbClr val="F2A541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0F7C80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685800" y="51263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8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9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7813">
              <a:solidFill>
                <a:srgbClr val="0F7C80"/>
              </a:solidFill>
              <a:prstDash val="solid"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37160"/>
                  </a:lnTo>
                  <a:arcTo hR="137160" wR="137160" stAng="10800000" swAng="5400000"/>
                  <a:lnTo>
                    <a:pt x="1225931" y="0"/>
                  </a:lnTo>
                  <a:arcTo hR="137160" wR="13716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5438013" y="51263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0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0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>
              <a:noFill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3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4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5" name="Text 91"/>
          <p:cNvSpPr/>
          <p:nvPr/>
        </p:nvSpPr>
        <p:spPr>
          <a:xfrm>
            <a:off x="10190226" y="51263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7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8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99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0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1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>
              <a:noFill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2" name="連接線"/>
            <p:cNvCxnSpPr>
              <a:stCxn id="98" idx="3"/>
              <a:endCxn id="99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3" name="連接線"/>
            <p:cNvCxnSpPr>
              <a:stCxn id="99" idx="2"/>
              <a:endCxn id="100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1"/>
              <a:endCxn id="101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0"/>
              <a:endCxn id="98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106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7" name="Text 10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8" name="Text 10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118 個 Material Symbols 圖示：顏色、粗細跟著風格；每個都是可編輯的 PowerPoint 圖案</a:t>
            </a:r>
            <a:endParaRPr lang="en-US" sz="2000" dirty="0"/>
          </a:p>
        </p:txBody>
      </p:sp>
      <p:sp>
        <p:nvSpPr>
          <p:cNvPr id="5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6167" y="171701"/>
                </a:moveTo>
                <a:cubicBezTo>
                  <a:pt x="135160" y="160694"/>
                  <a:pt x="129662" y="146555"/>
                  <a:pt x="129662" y="129262"/>
                </a:cubicBezTo>
                <a:cubicBezTo>
                  <a:pt x="129662" y="111980"/>
                  <a:pt x="135160" y="97829"/>
                  <a:pt x="146167" y="86834"/>
                </a:cubicBezTo>
                <a:cubicBezTo>
                  <a:pt x="157163" y="75827"/>
                  <a:pt x="171313" y="70329"/>
                  <a:pt x="188595" y="70329"/>
                </a:cubicBezTo>
                <a:cubicBezTo>
                  <a:pt x="205889" y="70329"/>
                  <a:pt x="220028" y="75827"/>
                  <a:pt x="231035" y="86834"/>
                </a:cubicBezTo>
                <a:cubicBezTo>
                  <a:pt x="242030" y="97829"/>
                  <a:pt x="247528" y="111980"/>
                  <a:pt x="247528" y="129262"/>
                </a:cubicBezTo>
                <a:cubicBezTo>
                  <a:pt x="247528" y="146555"/>
                  <a:pt x="242030" y="160694"/>
                  <a:pt x="231035" y="171701"/>
                </a:cubicBezTo>
                <a:cubicBezTo>
                  <a:pt x="220028" y="182697"/>
                  <a:pt x="205889" y="188206"/>
                  <a:pt x="188595" y="188206"/>
                </a:cubicBezTo>
                <a:cubicBezTo>
                  <a:pt x="171313" y="188206"/>
                  <a:pt x="157163" y="182697"/>
                  <a:pt x="146167" y="171701"/>
                </a:cubicBezTo>
                <a:close/>
                <a:moveTo>
                  <a:pt x="62865" y="290756"/>
                </a:moveTo>
                <a:lnTo>
                  <a:pt x="62865" y="277395"/>
                </a:lnTo>
                <a:cubicBezTo>
                  <a:pt x="62865" y="267439"/>
                  <a:pt x="65357" y="258924"/>
                  <a:pt x="70329" y="251849"/>
                </a:cubicBezTo>
                <a:cubicBezTo>
                  <a:pt x="75312" y="244785"/>
                  <a:pt x="81725" y="239413"/>
                  <a:pt x="89588" y="235744"/>
                </a:cubicBezTo>
                <a:cubicBezTo>
                  <a:pt x="107133" y="227891"/>
                  <a:pt x="123958" y="221993"/>
                  <a:pt x="140075" y="218062"/>
                </a:cubicBezTo>
                <a:cubicBezTo>
                  <a:pt x="156180" y="214130"/>
                  <a:pt x="172353" y="212175"/>
                  <a:pt x="188595" y="212175"/>
                </a:cubicBezTo>
                <a:cubicBezTo>
                  <a:pt x="204837" y="212175"/>
                  <a:pt x="220942" y="214198"/>
                  <a:pt x="236921" y="218256"/>
                </a:cubicBezTo>
                <a:cubicBezTo>
                  <a:pt x="252900" y="222325"/>
                  <a:pt x="269668" y="228143"/>
                  <a:pt x="287213" y="235744"/>
                </a:cubicBezTo>
                <a:cubicBezTo>
                  <a:pt x="295340" y="239413"/>
                  <a:pt x="301878" y="244785"/>
                  <a:pt x="306861" y="251849"/>
                </a:cubicBezTo>
                <a:cubicBezTo>
                  <a:pt x="311833" y="258924"/>
                  <a:pt x="314325" y="267439"/>
                  <a:pt x="314325" y="277395"/>
                </a:cubicBezTo>
                <a:lnTo>
                  <a:pt x="314325" y="290756"/>
                </a:lnTo>
                <a:cubicBezTo>
                  <a:pt x="314325" y="297294"/>
                  <a:pt x="312028" y="302861"/>
                  <a:pt x="307444" y="307444"/>
                </a:cubicBezTo>
                <a:cubicBezTo>
                  <a:pt x="302861" y="312028"/>
                  <a:pt x="297294" y="314325"/>
                  <a:pt x="290756" y="314325"/>
                </a:cubicBezTo>
                <a:lnTo>
                  <a:pt x="86445" y="314325"/>
                </a:lnTo>
                <a:cubicBezTo>
                  <a:pt x="79896" y="314325"/>
                  <a:pt x="74329" y="312028"/>
                  <a:pt x="69746" y="307444"/>
                </a:cubicBezTo>
                <a:cubicBezTo>
                  <a:pt x="65162" y="302861"/>
                  <a:pt x="62865" y="297294"/>
                  <a:pt x="62865" y="290756"/>
                </a:cubicBezTo>
                <a:close/>
                <a:moveTo>
                  <a:pt x="86445" y="290756"/>
                </a:moveTo>
                <a:lnTo>
                  <a:pt x="290756" y="290756"/>
                </a:lnTo>
                <a:lnTo>
                  <a:pt x="290756" y="277395"/>
                </a:lnTo>
                <a:cubicBezTo>
                  <a:pt x="290756" y="273200"/>
                  <a:pt x="289510" y="269211"/>
                  <a:pt x="287019" y="265405"/>
                </a:cubicBezTo>
                <a:cubicBezTo>
                  <a:pt x="284527" y="261610"/>
                  <a:pt x="281452" y="258798"/>
                  <a:pt x="277783" y="256958"/>
                </a:cubicBezTo>
                <a:cubicBezTo>
                  <a:pt x="261015" y="248843"/>
                  <a:pt x="245699" y="243276"/>
                  <a:pt x="231812" y="240259"/>
                </a:cubicBezTo>
                <a:cubicBezTo>
                  <a:pt x="217936" y="237253"/>
                  <a:pt x="203523" y="235744"/>
                  <a:pt x="188595" y="235744"/>
                </a:cubicBezTo>
                <a:cubicBezTo>
                  <a:pt x="173667" y="235744"/>
                  <a:pt x="159128" y="237253"/>
                  <a:pt x="144978" y="240259"/>
                </a:cubicBezTo>
                <a:cubicBezTo>
                  <a:pt x="130839" y="243276"/>
                  <a:pt x="115512" y="248843"/>
                  <a:pt x="99018" y="256958"/>
                </a:cubicBezTo>
                <a:cubicBezTo>
                  <a:pt x="95349" y="258798"/>
                  <a:pt x="92332" y="261610"/>
                  <a:pt x="89977" y="265405"/>
                </a:cubicBezTo>
                <a:cubicBezTo>
                  <a:pt x="87622" y="269211"/>
                  <a:pt x="86445" y="273200"/>
                  <a:pt x="86445" y="277395"/>
                </a:cubicBezTo>
                <a:lnTo>
                  <a:pt x="86445" y="290756"/>
                </a:lnTo>
                <a:close/>
                <a:moveTo>
                  <a:pt x="213935" y="154614"/>
                </a:moveTo>
                <a:cubicBezTo>
                  <a:pt x="220622" y="147927"/>
                  <a:pt x="223959" y="139480"/>
                  <a:pt x="223959" y="129262"/>
                </a:cubicBezTo>
                <a:cubicBezTo>
                  <a:pt x="223959" y="119055"/>
                  <a:pt x="220622" y="110608"/>
                  <a:pt x="213935" y="103922"/>
                </a:cubicBezTo>
                <a:cubicBezTo>
                  <a:pt x="207260" y="97246"/>
                  <a:pt x="198813" y="93909"/>
                  <a:pt x="188595" y="93909"/>
                </a:cubicBezTo>
                <a:cubicBezTo>
                  <a:pt x="178377" y="93909"/>
                  <a:pt x="169930" y="97246"/>
                  <a:pt x="163255" y="103922"/>
                </a:cubicBezTo>
                <a:cubicBezTo>
                  <a:pt x="156568" y="110608"/>
                  <a:pt x="153231" y="119055"/>
                  <a:pt x="153231" y="129262"/>
                </a:cubicBezTo>
                <a:cubicBezTo>
                  <a:pt x="153231" y="139480"/>
                  <a:pt x="156568" y="147927"/>
                  <a:pt x="163255" y="154614"/>
                </a:cubicBezTo>
                <a:cubicBezTo>
                  <a:pt x="169930" y="161289"/>
                  <a:pt x="178377" y="164626"/>
                  <a:pt x="188595" y="164626"/>
                </a:cubicBezTo>
                <a:cubicBezTo>
                  <a:pt x="198813" y="164626"/>
                  <a:pt x="207260" y="161289"/>
                  <a:pt x="213935" y="154614"/>
                </a:cubicBezTo>
                <a:close/>
                <a:moveTo>
                  <a:pt x="188595" y="129262"/>
                </a:moveTo>
                <a:close/>
                <a:moveTo>
                  <a:pt x="188595" y="29075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7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928" y="277395"/>
                </a:moveTo>
                <a:cubicBezTo>
                  <a:pt x="14928" y="268228"/>
                  <a:pt x="17294" y="259907"/>
                  <a:pt x="22003" y="252443"/>
                </a:cubicBezTo>
                <a:cubicBezTo>
                  <a:pt x="26723" y="244979"/>
                  <a:pt x="33261" y="239413"/>
                  <a:pt x="41651" y="235744"/>
                </a:cubicBezTo>
                <a:cubicBezTo>
                  <a:pt x="60773" y="227366"/>
                  <a:pt x="77987" y="221342"/>
                  <a:pt x="93315" y="217673"/>
                </a:cubicBezTo>
                <a:cubicBezTo>
                  <a:pt x="108642" y="214004"/>
                  <a:pt x="124416" y="212175"/>
                  <a:pt x="140658" y="212175"/>
                </a:cubicBezTo>
                <a:cubicBezTo>
                  <a:pt x="156900" y="212175"/>
                  <a:pt x="172616" y="214004"/>
                  <a:pt x="187806" y="217673"/>
                </a:cubicBezTo>
                <a:cubicBezTo>
                  <a:pt x="202997" y="221342"/>
                  <a:pt x="220153" y="227366"/>
                  <a:pt x="239276" y="235744"/>
                </a:cubicBezTo>
                <a:cubicBezTo>
                  <a:pt x="247665" y="239413"/>
                  <a:pt x="254272" y="244979"/>
                  <a:pt x="259118" y="252443"/>
                </a:cubicBezTo>
                <a:cubicBezTo>
                  <a:pt x="263964" y="259907"/>
                  <a:pt x="266388" y="268228"/>
                  <a:pt x="266388" y="277395"/>
                </a:cubicBezTo>
                <a:lnTo>
                  <a:pt x="266388" y="290756"/>
                </a:lnTo>
                <a:cubicBezTo>
                  <a:pt x="266388" y="297294"/>
                  <a:pt x="264102" y="302861"/>
                  <a:pt x="259518" y="307444"/>
                </a:cubicBezTo>
                <a:cubicBezTo>
                  <a:pt x="254935" y="312028"/>
                  <a:pt x="249368" y="314325"/>
                  <a:pt x="242819" y="314325"/>
                </a:cubicBezTo>
                <a:lnTo>
                  <a:pt x="38508" y="314325"/>
                </a:lnTo>
                <a:cubicBezTo>
                  <a:pt x="31958" y="314325"/>
                  <a:pt x="26392" y="312028"/>
                  <a:pt x="21808" y="307444"/>
                </a:cubicBezTo>
                <a:cubicBezTo>
                  <a:pt x="17225" y="302861"/>
                  <a:pt x="14928" y="297294"/>
                  <a:pt x="14928" y="290756"/>
                </a:cubicBezTo>
                <a:lnTo>
                  <a:pt x="14928" y="277395"/>
                </a:lnTo>
                <a:close/>
                <a:moveTo>
                  <a:pt x="338682" y="314325"/>
                </a:moveTo>
                <a:lnTo>
                  <a:pt x="284470" y="314325"/>
                </a:lnTo>
                <a:cubicBezTo>
                  <a:pt x="285773" y="310393"/>
                  <a:pt x="287019" y="306530"/>
                  <a:pt x="288196" y="302735"/>
                </a:cubicBezTo>
                <a:cubicBezTo>
                  <a:pt x="289373" y="298940"/>
                  <a:pt x="289968" y="294940"/>
                  <a:pt x="289968" y="290756"/>
                </a:cubicBezTo>
                <a:lnTo>
                  <a:pt x="289968" y="277395"/>
                </a:lnTo>
                <a:cubicBezTo>
                  <a:pt x="289968" y="260890"/>
                  <a:pt x="286161" y="247597"/>
                  <a:pt x="278572" y="237515"/>
                </a:cubicBezTo>
                <a:cubicBezTo>
                  <a:pt x="270971" y="227423"/>
                  <a:pt x="259575" y="218976"/>
                  <a:pt x="244385" y="212175"/>
                </a:cubicBezTo>
                <a:cubicBezTo>
                  <a:pt x="262467" y="214267"/>
                  <a:pt x="279486" y="217147"/>
                  <a:pt x="295466" y="220816"/>
                </a:cubicBezTo>
                <a:cubicBezTo>
                  <a:pt x="311445" y="224485"/>
                  <a:pt x="324406" y="228931"/>
                  <a:pt x="334362" y="234178"/>
                </a:cubicBezTo>
                <a:cubicBezTo>
                  <a:pt x="343003" y="239150"/>
                  <a:pt x="349815" y="245299"/>
                  <a:pt x="354799" y="252637"/>
                </a:cubicBezTo>
                <a:cubicBezTo>
                  <a:pt x="359771" y="259975"/>
                  <a:pt x="362262" y="268228"/>
                  <a:pt x="362262" y="277395"/>
                </a:cubicBezTo>
                <a:lnTo>
                  <a:pt x="362262" y="290756"/>
                </a:lnTo>
                <a:cubicBezTo>
                  <a:pt x="362262" y="297294"/>
                  <a:pt x="359965" y="302861"/>
                  <a:pt x="355382" y="307444"/>
                </a:cubicBezTo>
                <a:cubicBezTo>
                  <a:pt x="350798" y="312028"/>
                  <a:pt x="345232" y="314325"/>
                  <a:pt x="338682" y="314325"/>
                </a:cubicBezTo>
                <a:close/>
                <a:moveTo>
                  <a:pt x="98229" y="171701"/>
                </a:moveTo>
                <a:cubicBezTo>
                  <a:pt x="87222" y="160694"/>
                  <a:pt x="81725" y="146555"/>
                  <a:pt x="81725" y="129262"/>
                </a:cubicBezTo>
                <a:cubicBezTo>
                  <a:pt x="81725" y="111980"/>
                  <a:pt x="87222" y="97829"/>
                  <a:pt x="98229" y="86834"/>
                </a:cubicBezTo>
                <a:cubicBezTo>
                  <a:pt x="109225" y="75827"/>
                  <a:pt x="123375" y="70329"/>
                  <a:pt x="140658" y="70329"/>
                </a:cubicBezTo>
                <a:cubicBezTo>
                  <a:pt x="157951" y="70329"/>
                  <a:pt x="172090" y="75827"/>
                  <a:pt x="183097" y="86834"/>
                </a:cubicBezTo>
                <a:cubicBezTo>
                  <a:pt x="194093" y="97829"/>
                  <a:pt x="199602" y="111980"/>
                  <a:pt x="199602" y="129262"/>
                </a:cubicBezTo>
                <a:cubicBezTo>
                  <a:pt x="199602" y="146555"/>
                  <a:pt x="194093" y="160694"/>
                  <a:pt x="183097" y="171701"/>
                </a:cubicBezTo>
                <a:cubicBezTo>
                  <a:pt x="172090" y="182697"/>
                  <a:pt x="157951" y="188206"/>
                  <a:pt x="140658" y="188206"/>
                </a:cubicBezTo>
                <a:cubicBezTo>
                  <a:pt x="123375" y="188206"/>
                  <a:pt x="109225" y="182697"/>
                  <a:pt x="98229" y="171701"/>
                </a:cubicBezTo>
                <a:close/>
                <a:moveTo>
                  <a:pt x="265610" y="171701"/>
                </a:moveTo>
                <a:cubicBezTo>
                  <a:pt x="254603" y="182697"/>
                  <a:pt x="240464" y="188206"/>
                  <a:pt x="223171" y="188206"/>
                </a:cubicBezTo>
                <a:cubicBezTo>
                  <a:pt x="220290" y="188206"/>
                  <a:pt x="217079" y="188001"/>
                  <a:pt x="213547" y="187612"/>
                </a:cubicBezTo>
                <a:cubicBezTo>
                  <a:pt x="210003" y="187223"/>
                  <a:pt x="206803" y="186503"/>
                  <a:pt x="203923" y="185452"/>
                </a:cubicBezTo>
                <a:cubicBezTo>
                  <a:pt x="210209" y="178902"/>
                  <a:pt x="214987" y="170844"/>
                  <a:pt x="218256" y="161289"/>
                </a:cubicBezTo>
                <a:cubicBezTo>
                  <a:pt x="221536" y="151722"/>
                  <a:pt x="223171" y="141058"/>
                  <a:pt x="223171" y="129262"/>
                </a:cubicBezTo>
                <a:cubicBezTo>
                  <a:pt x="223171" y="117478"/>
                  <a:pt x="221536" y="107065"/>
                  <a:pt x="218256" y="98035"/>
                </a:cubicBezTo>
                <a:cubicBezTo>
                  <a:pt x="214987" y="88994"/>
                  <a:pt x="210209" y="80673"/>
                  <a:pt x="203923" y="73083"/>
                </a:cubicBezTo>
                <a:cubicBezTo>
                  <a:pt x="206803" y="72295"/>
                  <a:pt x="210003" y="71643"/>
                  <a:pt x="213547" y="71117"/>
                </a:cubicBezTo>
                <a:cubicBezTo>
                  <a:pt x="217079" y="70592"/>
                  <a:pt x="220290" y="70329"/>
                  <a:pt x="223171" y="70329"/>
                </a:cubicBezTo>
                <a:cubicBezTo>
                  <a:pt x="240464" y="70329"/>
                  <a:pt x="254603" y="75827"/>
                  <a:pt x="265610" y="86834"/>
                </a:cubicBezTo>
                <a:cubicBezTo>
                  <a:pt x="276606" y="97829"/>
                  <a:pt x="282104" y="111980"/>
                  <a:pt x="282104" y="129262"/>
                </a:cubicBezTo>
                <a:cubicBezTo>
                  <a:pt x="282104" y="146555"/>
                  <a:pt x="276606" y="160694"/>
                  <a:pt x="265610" y="171701"/>
                </a:cubicBezTo>
                <a:close/>
                <a:moveTo>
                  <a:pt x="38508" y="290756"/>
                </a:moveTo>
                <a:lnTo>
                  <a:pt x="242819" y="290756"/>
                </a:lnTo>
                <a:lnTo>
                  <a:pt x="242819" y="277395"/>
                </a:lnTo>
                <a:cubicBezTo>
                  <a:pt x="242819" y="273200"/>
                  <a:pt x="241573" y="269142"/>
                  <a:pt x="239081" y="265210"/>
                </a:cubicBezTo>
                <a:cubicBezTo>
                  <a:pt x="236590" y="261278"/>
                  <a:pt x="233515" y="258535"/>
                  <a:pt x="229846" y="256958"/>
                </a:cubicBezTo>
                <a:cubicBezTo>
                  <a:pt x="210986" y="248580"/>
                  <a:pt x="195144" y="242945"/>
                  <a:pt x="182309" y="240064"/>
                </a:cubicBezTo>
                <a:cubicBezTo>
                  <a:pt x="169473" y="237184"/>
                  <a:pt x="155597" y="235744"/>
                  <a:pt x="140658" y="235744"/>
                </a:cubicBezTo>
                <a:cubicBezTo>
                  <a:pt x="125730" y="235744"/>
                  <a:pt x="111785" y="237184"/>
                  <a:pt x="98812" y="240064"/>
                </a:cubicBezTo>
                <a:cubicBezTo>
                  <a:pt x="85851" y="242945"/>
                  <a:pt x="69940" y="248580"/>
                  <a:pt x="51081" y="256958"/>
                </a:cubicBezTo>
                <a:cubicBezTo>
                  <a:pt x="47412" y="258535"/>
                  <a:pt x="44394" y="261278"/>
                  <a:pt x="42040" y="265210"/>
                </a:cubicBezTo>
                <a:cubicBezTo>
                  <a:pt x="39685" y="269142"/>
                  <a:pt x="38508" y="273200"/>
                  <a:pt x="38508" y="277395"/>
                </a:cubicBezTo>
                <a:lnTo>
                  <a:pt x="38508" y="290756"/>
                </a:lnTo>
                <a:close/>
                <a:moveTo>
                  <a:pt x="165998" y="154614"/>
                </a:moveTo>
                <a:cubicBezTo>
                  <a:pt x="172684" y="147927"/>
                  <a:pt x="176022" y="139480"/>
                  <a:pt x="176022" y="129262"/>
                </a:cubicBezTo>
                <a:cubicBezTo>
                  <a:pt x="176022" y="119055"/>
                  <a:pt x="172684" y="110608"/>
                  <a:pt x="165998" y="103922"/>
                </a:cubicBezTo>
                <a:cubicBezTo>
                  <a:pt x="159323" y="97246"/>
                  <a:pt x="150876" y="93909"/>
                  <a:pt x="140658" y="93909"/>
                </a:cubicBezTo>
                <a:cubicBezTo>
                  <a:pt x="130451" y="93909"/>
                  <a:pt x="121992" y="97246"/>
                  <a:pt x="115317" y="103922"/>
                </a:cubicBezTo>
                <a:cubicBezTo>
                  <a:pt x="108642" y="110608"/>
                  <a:pt x="105305" y="119055"/>
                  <a:pt x="105305" y="129262"/>
                </a:cubicBezTo>
                <a:cubicBezTo>
                  <a:pt x="105305" y="139480"/>
                  <a:pt x="108642" y="147927"/>
                  <a:pt x="115317" y="154614"/>
                </a:cubicBezTo>
                <a:cubicBezTo>
                  <a:pt x="121992" y="161289"/>
                  <a:pt x="130451" y="164626"/>
                  <a:pt x="140658" y="164626"/>
                </a:cubicBezTo>
                <a:cubicBezTo>
                  <a:pt x="150876" y="164626"/>
                  <a:pt x="159323" y="161289"/>
                  <a:pt x="165998" y="154614"/>
                </a:cubicBezTo>
                <a:close/>
                <a:moveTo>
                  <a:pt x="140658" y="290756"/>
                </a:moveTo>
                <a:close/>
                <a:moveTo>
                  <a:pt x="140658" y="12926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9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84" y="282893"/>
                </a:moveTo>
                <a:cubicBezTo>
                  <a:pt x="8435" y="282893"/>
                  <a:pt x="5635" y="281761"/>
                  <a:pt x="3383" y="279509"/>
                </a:cubicBezTo>
                <a:cubicBezTo>
                  <a:pt x="1132" y="277235"/>
                  <a:pt x="0" y="274434"/>
                  <a:pt x="0" y="271108"/>
                </a:cubicBezTo>
                <a:lnTo>
                  <a:pt x="0" y="262067"/>
                </a:lnTo>
                <a:cubicBezTo>
                  <a:pt x="0" y="251963"/>
                  <a:pt x="5441" y="243733"/>
                  <a:pt x="16311" y="237390"/>
                </a:cubicBezTo>
                <a:cubicBezTo>
                  <a:pt x="27181" y="231057"/>
                  <a:pt x="41434" y="227891"/>
                  <a:pt x="59093" y="227891"/>
                </a:cubicBezTo>
                <a:cubicBezTo>
                  <a:pt x="62294" y="227891"/>
                  <a:pt x="65357" y="227948"/>
                  <a:pt x="68283" y="228086"/>
                </a:cubicBezTo>
                <a:cubicBezTo>
                  <a:pt x="71220" y="228211"/>
                  <a:pt x="74124" y="228486"/>
                  <a:pt x="77015" y="228909"/>
                </a:cubicBezTo>
                <a:cubicBezTo>
                  <a:pt x="74912" y="233469"/>
                  <a:pt x="73346" y="238075"/>
                  <a:pt x="72295" y="242739"/>
                </a:cubicBezTo>
                <a:cubicBezTo>
                  <a:pt x="71243" y="247402"/>
                  <a:pt x="70729" y="252272"/>
                  <a:pt x="70729" y="257358"/>
                </a:cubicBezTo>
                <a:lnTo>
                  <a:pt x="70729" y="282893"/>
                </a:lnTo>
                <a:lnTo>
                  <a:pt x="11784" y="282893"/>
                </a:lnTo>
                <a:close/>
                <a:moveTo>
                  <a:pt x="106082" y="282893"/>
                </a:moveTo>
                <a:cubicBezTo>
                  <a:pt x="102733" y="282893"/>
                  <a:pt x="99932" y="281761"/>
                  <a:pt x="97681" y="279509"/>
                </a:cubicBezTo>
                <a:cubicBezTo>
                  <a:pt x="95429" y="277235"/>
                  <a:pt x="94298" y="274434"/>
                  <a:pt x="94298" y="271108"/>
                </a:cubicBezTo>
                <a:lnTo>
                  <a:pt x="94298" y="257358"/>
                </a:lnTo>
                <a:cubicBezTo>
                  <a:pt x="94298" y="248968"/>
                  <a:pt x="96595" y="241310"/>
                  <a:pt x="101178" y="234372"/>
                </a:cubicBezTo>
                <a:cubicBezTo>
                  <a:pt x="105762" y="227423"/>
                  <a:pt x="112243" y="221342"/>
                  <a:pt x="120621" y="216096"/>
                </a:cubicBezTo>
                <a:cubicBezTo>
                  <a:pt x="128999" y="210861"/>
                  <a:pt x="139023" y="206929"/>
                  <a:pt x="150682" y="204311"/>
                </a:cubicBezTo>
                <a:cubicBezTo>
                  <a:pt x="162340" y="201694"/>
                  <a:pt x="174970" y="200379"/>
                  <a:pt x="188595" y="200379"/>
                </a:cubicBezTo>
                <a:cubicBezTo>
                  <a:pt x="202482" y="200379"/>
                  <a:pt x="215250" y="201694"/>
                  <a:pt x="226908" y="204311"/>
                </a:cubicBezTo>
                <a:cubicBezTo>
                  <a:pt x="238556" y="206929"/>
                  <a:pt x="248580" y="210861"/>
                  <a:pt x="256958" y="216096"/>
                </a:cubicBezTo>
                <a:cubicBezTo>
                  <a:pt x="265347" y="221342"/>
                  <a:pt x="271760" y="227423"/>
                  <a:pt x="276217" y="234372"/>
                </a:cubicBezTo>
                <a:cubicBezTo>
                  <a:pt x="280664" y="241310"/>
                  <a:pt x="282893" y="248968"/>
                  <a:pt x="282893" y="257358"/>
                </a:cubicBezTo>
                <a:lnTo>
                  <a:pt x="282893" y="271108"/>
                </a:lnTo>
                <a:cubicBezTo>
                  <a:pt x="282893" y="274457"/>
                  <a:pt x="281761" y="277258"/>
                  <a:pt x="279509" y="279509"/>
                </a:cubicBezTo>
                <a:cubicBezTo>
                  <a:pt x="277258" y="281761"/>
                  <a:pt x="274457" y="282893"/>
                  <a:pt x="271108" y="282893"/>
                </a:cubicBezTo>
                <a:lnTo>
                  <a:pt x="106082" y="282893"/>
                </a:lnTo>
                <a:close/>
                <a:moveTo>
                  <a:pt x="306473" y="282893"/>
                </a:moveTo>
                <a:lnTo>
                  <a:pt x="306473" y="257358"/>
                </a:lnTo>
                <a:cubicBezTo>
                  <a:pt x="306473" y="252146"/>
                  <a:pt x="306004" y="247242"/>
                  <a:pt x="305090" y="242659"/>
                </a:cubicBezTo>
                <a:cubicBezTo>
                  <a:pt x="304175" y="238075"/>
                  <a:pt x="302666" y="233503"/>
                  <a:pt x="300575" y="228943"/>
                </a:cubicBezTo>
                <a:cubicBezTo>
                  <a:pt x="303455" y="228497"/>
                  <a:pt x="306358" y="228211"/>
                  <a:pt x="309296" y="228086"/>
                </a:cubicBezTo>
                <a:cubicBezTo>
                  <a:pt x="312233" y="227948"/>
                  <a:pt x="315217" y="227891"/>
                  <a:pt x="318257" y="227891"/>
                </a:cubicBezTo>
                <a:cubicBezTo>
                  <a:pt x="335939" y="227891"/>
                  <a:pt x="350181" y="231000"/>
                  <a:pt x="361005" y="237241"/>
                </a:cubicBezTo>
                <a:cubicBezTo>
                  <a:pt x="371818" y="243470"/>
                  <a:pt x="377213" y="251746"/>
                  <a:pt x="377190" y="262067"/>
                </a:cubicBezTo>
                <a:lnTo>
                  <a:pt x="377190" y="271108"/>
                </a:lnTo>
                <a:cubicBezTo>
                  <a:pt x="377190" y="274457"/>
                  <a:pt x="376058" y="277258"/>
                  <a:pt x="373807" y="279509"/>
                </a:cubicBezTo>
                <a:cubicBezTo>
                  <a:pt x="371555" y="281761"/>
                  <a:pt x="368755" y="282893"/>
                  <a:pt x="365406" y="282893"/>
                </a:cubicBezTo>
                <a:lnTo>
                  <a:pt x="306473" y="282893"/>
                </a:lnTo>
                <a:close/>
                <a:moveTo>
                  <a:pt x="117878" y="259324"/>
                </a:moveTo>
                <a:lnTo>
                  <a:pt x="259324" y="259324"/>
                </a:lnTo>
                <a:lnTo>
                  <a:pt x="259324" y="256958"/>
                </a:lnTo>
                <a:cubicBezTo>
                  <a:pt x="259324" y="247265"/>
                  <a:pt x="252706" y="239344"/>
                  <a:pt x="239481" y="233195"/>
                </a:cubicBezTo>
                <a:cubicBezTo>
                  <a:pt x="226245" y="227034"/>
                  <a:pt x="209283" y="223959"/>
                  <a:pt x="188595" y="223959"/>
                </a:cubicBezTo>
                <a:cubicBezTo>
                  <a:pt x="167907" y="223959"/>
                  <a:pt x="150945" y="227034"/>
                  <a:pt x="137709" y="233195"/>
                </a:cubicBezTo>
                <a:cubicBezTo>
                  <a:pt x="124484" y="239344"/>
                  <a:pt x="117878" y="247402"/>
                  <a:pt x="117878" y="257358"/>
                </a:cubicBezTo>
                <a:lnTo>
                  <a:pt x="117878" y="259324"/>
                </a:lnTo>
                <a:close/>
                <a:moveTo>
                  <a:pt x="58784" y="216096"/>
                </a:moveTo>
                <a:cubicBezTo>
                  <a:pt x="51286" y="216096"/>
                  <a:pt x="44851" y="213398"/>
                  <a:pt x="39491" y="208003"/>
                </a:cubicBezTo>
                <a:cubicBezTo>
                  <a:pt x="34119" y="202631"/>
                  <a:pt x="31433" y="196162"/>
                  <a:pt x="31433" y="188595"/>
                </a:cubicBezTo>
                <a:cubicBezTo>
                  <a:pt x="31433" y="180994"/>
                  <a:pt x="34130" y="174513"/>
                  <a:pt x="39525" y="169141"/>
                </a:cubicBezTo>
                <a:cubicBezTo>
                  <a:pt x="44897" y="163780"/>
                  <a:pt x="51366" y="161094"/>
                  <a:pt x="58933" y="161094"/>
                </a:cubicBezTo>
                <a:cubicBezTo>
                  <a:pt x="66534" y="161094"/>
                  <a:pt x="73015" y="163780"/>
                  <a:pt x="78387" y="169141"/>
                </a:cubicBezTo>
                <a:cubicBezTo>
                  <a:pt x="83759" y="174513"/>
                  <a:pt x="86445" y="181051"/>
                  <a:pt x="86445" y="188755"/>
                </a:cubicBezTo>
                <a:cubicBezTo>
                  <a:pt x="86445" y="196242"/>
                  <a:pt x="83759" y="202677"/>
                  <a:pt x="78387" y="208049"/>
                </a:cubicBezTo>
                <a:cubicBezTo>
                  <a:pt x="73015" y="213410"/>
                  <a:pt x="66477" y="216096"/>
                  <a:pt x="58784" y="216096"/>
                </a:cubicBezTo>
                <a:close/>
                <a:moveTo>
                  <a:pt x="318097" y="216096"/>
                </a:moveTo>
                <a:cubicBezTo>
                  <a:pt x="310610" y="216096"/>
                  <a:pt x="304175" y="213398"/>
                  <a:pt x="298803" y="208003"/>
                </a:cubicBezTo>
                <a:cubicBezTo>
                  <a:pt x="293431" y="202631"/>
                  <a:pt x="290756" y="196162"/>
                  <a:pt x="290756" y="188595"/>
                </a:cubicBezTo>
                <a:cubicBezTo>
                  <a:pt x="290756" y="180994"/>
                  <a:pt x="293454" y="174513"/>
                  <a:pt x="298849" y="169141"/>
                </a:cubicBezTo>
                <a:cubicBezTo>
                  <a:pt x="304209" y="163780"/>
                  <a:pt x="310679" y="161094"/>
                  <a:pt x="318257" y="161094"/>
                </a:cubicBezTo>
                <a:cubicBezTo>
                  <a:pt x="325846" y="161094"/>
                  <a:pt x="332339" y="163780"/>
                  <a:pt x="337699" y="169141"/>
                </a:cubicBezTo>
                <a:cubicBezTo>
                  <a:pt x="343071" y="174513"/>
                  <a:pt x="345758" y="181051"/>
                  <a:pt x="345758" y="188755"/>
                </a:cubicBezTo>
                <a:cubicBezTo>
                  <a:pt x="345758" y="196242"/>
                  <a:pt x="343071" y="202677"/>
                  <a:pt x="337699" y="208049"/>
                </a:cubicBezTo>
                <a:cubicBezTo>
                  <a:pt x="332339" y="213410"/>
                  <a:pt x="325801" y="216096"/>
                  <a:pt x="318097" y="216096"/>
                </a:cubicBezTo>
                <a:close/>
                <a:moveTo>
                  <a:pt x="188595" y="188595"/>
                </a:moveTo>
                <a:cubicBezTo>
                  <a:pt x="175496" y="188595"/>
                  <a:pt x="164363" y="184012"/>
                  <a:pt x="155197" y="174845"/>
                </a:cubicBezTo>
                <a:cubicBezTo>
                  <a:pt x="146030" y="165678"/>
                  <a:pt x="141446" y="154545"/>
                  <a:pt x="141446" y="141446"/>
                </a:cubicBezTo>
                <a:cubicBezTo>
                  <a:pt x="141446" y="128085"/>
                  <a:pt x="146030" y="116895"/>
                  <a:pt x="155197" y="107853"/>
                </a:cubicBezTo>
                <a:cubicBezTo>
                  <a:pt x="164363" y="98812"/>
                  <a:pt x="175496" y="94298"/>
                  <a:pt x="188595" y="94298"/>
                </a:cubicBezTo>
                <a:cubicBezTo>
                  <a:pt x="201957" y="94298"/>
                  <a:pt x="213147" y="98812"/>
                  <a:pt x="222188" y="107853"/>
                </a:cubicBezTo>
                <a:cubicBezTo>
                  <a:pt x="231229" y="116895"/>
                  <a:pt x="235744" y="128085"/>
                  <a:pt x="235744" y="141446"/>
                </a:cubicBezTo>
                <a:cubicBezTo>
                  <a:pt x="235744" y="154545"/>
                  <a:pt x="231229" y="165678"/>
                  <a:pt x="222188" y="174845"/>
                </a:cubicBezTo>
                <a:cubicBezTo>
                  <a:pt x="213147" y="184012"/>
                  <a:pt x="201957" y="188595"/>
                  <a:pt x="188595" y="188595"/>
                </a:cubicBezTo>
                <a:close/>
                <a:moveTo>
                  <a:pt x="188709" y="165026"/>
                </a:moveTo>
                <a:cubicBezTo>
                  <a:pt x="195442" y="165026"/>
                  <a:pt x="201042" y="162740"/>
                  <a:pt x="205489" y="158180"/>
                </a:cubicBezTo>
                <a:cubicBezTo>
                  <a:pt x="209946" y="153631"/>
                  <a:pt x="212175" y="147996"/>
                  <a:pt x="212175" y="141286"/>
                </a:cubicBezTo>
                <a:cubicBezTo>
                  <a:pt x="212175" y="134588"/>
                  <a:pt x="209935" y="128999"/>
                  <a:pt x="205454" y="124553"/>
                </a:cubicBezTo>
                <a:cubicBezTo>
                  <a:pt x="200974" y="120095"/>
                  <a:pt x="195407" y="117878"/>
                  <a:pt x="188755" y="117878"/>
                </a:cubicBezTo>
                <a:cubicBezTo>
                  <a:pt x="182103" y="117878"/>
                  <a:pt x="176479" y="120106"/>
                  <a:pt x="171896" y="124587"/>
                </a:cubicBezTo>
                <a:cubicBezTo>
                  <a:pt x="167312" y="129068"/>
                  <a:pt x="165026" y="134634"/>
                  <a:pt x="165026" y="141286"/>
                </a:cubicBezTo>
                <a:cubicBezTo>
                  <a:pt x="165026" y="147938"/>
                  <a:pt x="167301" y="153562"/>
                  <a:pt x="171861" y="158145"/>
                </a:cubicBezTo>
                <a:cubicBezTo>
                  <a:pt x="176411" y="162729"/>
                  <a:pt x="182046" y="165026"/>
                  <a:pt x="188755" y="165026"/>
                </a:cubicBezTo>
                <a:close/>
                <a:moveTo>
                  <a:pt x="188595" y="259324"/>
                </a:moveTo>
                <a:close/>
                <a:moveTo>
                  <a:pt x="188595" y="14144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1" name="圖示 組織架構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7321" y="306473"/>
                </a:moveTo>
                <a:lnTo>
                  <a:pt x="237321" y="280927"/>
                </a:lnTo>
                <a:lnTo>
                  <a:pt x="200379" y="280927"/>
                </a:lnTo>
                <a:cubicBezTo>
                  <a:pt x="193887" y="280927"/>
                  <a:pt x="188332" y="278618"/>
                  <a:pt x="183726" y="274011"/>
                </a:cubicBezTo>
                <a:cubicBezTo>
                  <a:pt x="179108" y="269371"/>
                  <a:pt x="176811" y="263827"/>
                  <a:pt x="176811" y="257358"/>
                </a:cubicBezTo>
                <a:lnTo>
                  <a:pt x="176811" y="119832"/>
                </a:lnTo>
                <a:lnTo>
                  <a:pt x="140269" y="119832"/>
                </a:lnTo>
                <a:lnTo>
                  <a:pt x="140269" y="147344"/>
                </a:lnTo>
                <a:cubicBezTo>
                  <a:pt x="140269" y="153836"/>
                  <a:pt x="137960" y="159391"/>
                  <a:pt x="133354" y="163998"/>
                </a:cubicBezTo>
                <a:cubicBezTo>
                  <a:pt x="128748" y="168604"/>
                  <a:pt x="123193" y="170913"/>
                  <a:pt x="116689" y="170913"/>
                </a:cubicBezTo>
                <a:lnTo>
                  <a:pt x="55013" y="170913"/>
                </a:lnTo>
                <a:cubicBezTo>
                  <a:pt x="48509" y="170913"/>
                  <a:pt x="42954" y="168604"/>
                  <a:pt x="38348" y="163998"/>
                </a:cubicBezTo>
                <a:cubicBezTo>
                  <a:pt x="33741" y="159368"/>
                  <a:pt x="31433" y="153814"/>
                  <a:pt x="31433" y="147344"/>
                </a:cubicBezTo>
                <a:lnTo>
                  <a:pt x="31433" y="70729"/>
                </a:lnTo>
                <a:cubicBezTo>
                  <a:pt x="31433" y="64225"/>
                  <a:pt x="33741" y="58670"/>
                  <a:pt x="38348" y="54064"/>
                </a:cubicBezTo>
                <a:cubicBezTo>
                  <a:pt x="42988" y="49458"/>
                  <a:pt x="48532" y="47149"/>
                  <a:pt x="55013" y="47149"/>
                </a:cubicBezTo>
                <a:lnTo>
                  <a:pt x="116689" y="47149"/>
                </a:lnTo>
                <a:cubicBezTo>
                  <a:pt x="123193" y="47149"/>
                  <a:pt x="128748" y="49458"/>
                  <a:pt x="133354" y="54064"/>
                </a:cubicBezTo>
                <a:cubicBezTo>
                  <a:pt x="137960" y="58670"/>
                  <a:pt x="140269" y="64225"/>
                  <a:pt x="140269" y="70729"/>
                </a:cubicBezTo>
                <a:lnTo>
                  <a:pt x="140269" y="96263"/>
                </a:lnTo>
                <a:lnTo>
                  <a:pt x="237321" y="96263"/>
                </a:lnTo>
                <a:lnTo>
                  <a:pt x="237321" y="70729"/>
                </a:lnTo>
                <a:cubicBezTo>
                  <a:pt x="237321" y="64225"/>
                  <a:pt x="239619" y="58670"/>
                  <a:pt x="244236" y="54064"/>
                </a:cubicBezTo>
                <a:cubicBezTo>
                  <a:pt x="248865" y="49458"/>
                  <a:pt x="254420" y="47149"/>
                  <a:pt x="260890" y="47149"/>
                </a:cubicBezTo>
                <a:lnTo>
                  <a:pt x="322189" y="47149"/>
                </a:lnTo>
                <a:cubicBezTo>
                  <a:pt x="328681" y="47149"/>
                  <a:pt x="334236" y="49458"/>
                  <a:pt x="338842" y="54064"/>
                </a:cubicBezTo>
                <a:cubicBezTo>
                  <a:pt x="343449" y="58670"/>
                  <a:pt x="345758" y="64225"/>
                  <a:pt x="345758" y="70729"/>
                </a:cubicBezTo>
                <a:lnTo>
                  <a:pt x="345758" y="147344"/>
                </a:lnTo>
                <a:cubicBezTo>
                  <a:pt x="345758" y="153836"/>
                  <a:pt x="343449" y="159391"/>
                  <a:pt x="338842" y="163998"/>
                </a:cubicBezTo>
                <a:cubicBezTo>
                  <a:pt x="334236" y="168604"/>
                  <a:pt x="328681" y="170913"/>
                  <a:pt x="322189" y="170913"/>
                </a:cubicBezTo>
                <a:lnTo>
                  <a:pt x="260890" y="170913"/>
                </a:lnTo>
                <a:cubicBezTo>
                  <a:pt x="254398" y="170913"/>
                  <a:pt x="248843" y="168604"/>
                  <a:pt x="244236" y="163998"/>
                </a:cubicBezTo>
                <a:cubicBezTo>
                  <a:pt x="239619" y="159368"/>
                  <a:pt x="237321" y="153814"/>
                  <a:pt x="237321" y="147344"/>
                </a:cubicBezTo>
                <a:lnTo>
                  <a:pt x="237321" y="119832"/>
                </a:lnTo>
                <a:lnTo>
                  <a:pt x="200379" y="119832"/>
                </a:lnTo>
                <a:lnTo>
                  <a:pt x="200379" y="257358"/>
                </a:lnTo>
                <a:lnTo>
                  <a:pt x="237321" y="257358"/>
                </a:lnTo>
                <a:lnTo>
                  <a:pt x="237321" y="229846"/>
                </a:lnTo>
                <a:cubicBezTo>
                  <a:pt x="237321" y="223354"/>
                  <a:pt x="239619" y="217799"/>
                  <a:pt x="244236" y="213192"/>
                </a:cubicBezTo>
                <a:cubicBezTo>
                  <a:pt x="248865" y="208586"/>
                  <a:pt x="254420" y="206277"/>
                  <a:pt x="260890" y="206277"/>
                </a:cubicBezTo>
                <a:lnTo>
                  <a:pt x="322189" y="206277"/>
                </a:lnTo>
                <a:cubicBezTo>
                  <a:pt x="328681" y="206277"/>
                  <a:pt x="334236" y="208586"/>
                  <a:pt x="338842" y="213192"/>
                </a:cubicBezTo>
                <a:cubicBezTo>
                  <a:pt x="343449" y="217799"/>
                  <a:pt x="345758" y="223354"/>
                  <a:pt x="345758" y="229846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260890" y="330041"/>
                </a:lnTo>
                <a:cubicBezTo>
                  <a:pt x="254398" y="330041"/>
                  <a:pt x="248843" y="327732"/>
                  <a:pt x="244236" y="323126"/>
                </a:cubicBezTo>
                <a:cubicBezTo>
                  <a:pt x="239619" y="318486"/>
                  <a:pt x="237321" y="312942"/>
                  <a:pt x="237321" y="306473"/>
                </a:cubicBezTo>
                <a:close/>
                <a:moveTo>
                  <a:pt x="55013" y="70729"/>
                </a:moveTo>
                <a:lnTo>
                  <a:pt x="55013" y="147344"/>
                </a:lnTo>
                <a:lnTo>
                  <a:pt x="55013" y="70729"/>
                </a:lnTo>
                <a:close/>
                <a:moveTo>
                  <a:pt x="260890" y="229846"/>
                </a:moveTo>
                <a:lnTo>
                  <a:pt x="260890" y="306473"/>
                </a:lnTo>
                <a:lnTo>
                  <a:pt x="260890" y="229846"/>
                </a:lnTo>
                <a:close/>
                <a:moveTo>
                  <a:pt x="260890" y="70729"/>
                </a:moveTo>
                <a:lnTo>
                  <a:pt x="260890" y="147344"/>
                </a:lnTo>
                <a:lnTo>
                  <a:pt x="260890" y="70729"/>
                </a:lnTo>
                <a:close/>
                <a:moveTo>
                  <a:pt x="260890" y="147344"/>
                </a:moveTo>
                <a:lnTo>
                  <a:pt x="322189" y="147344"/>
                </a:lnTo>
                <a:lnTo>
                  <a:pt x="322189" y="70729"/>
                </a:lnTo>
                <a:lnTo>
                  <a:pt x="260890" y="70729"/>
                </a:lnTo>
                <a:lnTo>
                  <a:pt x="260890" y="147344"/>
                </a:lnTo>
                <a:close/>
                <a:moveTo>
                  <a:pt x="260890" y="306473"/>
                </a:moveTo>
                <a:lnTo>
                  <a:pt x="322189" y="306473"/>
                </a:lnTo>
                <a:lnTo>
                  <a:pt x="322189" y="229846"/>
                </a:lnTo>
                <a:lnTo>
                  <a:pt x="260890" y="229846"/>
                </a:lnTo>
                <a:lnTo>
                  <a:pt x="260890" y="306473"/>
                </a:lnTo>
                <a:close/>
                <a:moveTo>
                  <a:pt x="55013" y="147344"/>
                </a:moveTo>
                <a:lnTo>
                  <a:pt x="116689" y="147344"/>
                </a:lnTo>
                <a:lnTo>
                  <a:pt x="116689" y="70729"/>
                </a:lnTo>
                <a:lnTo>
                  <a:pt x="55013" y="70729"/>
                </a:lnTo>
                <a:lnTo>
                  <a:pt x="55013" y="14734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3" name="圖示 員工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80138"/>
                </a:moveTo>
                <a:lnTo>
                  <a:pt x="185063" y="280138"/>
                </a:lnTo>
                <a:lnTo>
                  <a:pt x="185063" y="274640"/>
                </a:lnTo>
                <a:cubicBezTo>
                  <a:pt x="185063" y="269931"/>
                  <a:pt x="183886" y="265736"/>
                  <a:pt x="181520" y="262067"/>
                </a:cubicBezTo>
                <a:cubicBezTo>
                  <a:pt x="179165" y="258398"/>
                  <a:pt x="176148" y="255918"/>
                  <a:pt x="172490" y="254603"/>
                </a:cubicBezTo>
                <a:cubicBezTo>
                  <a:pt x="164101" y="251723"/>
                  <a:pt x="157551" y="249826"/>
                  <a:pt x="152842" y="248911"/>
                </a:cubicBezTo>
                <a:cubicBezTo>
                  <a:pt x="148121" y="247985"/>
                  <a:pt x="143538" y="247528"/>
                  <a:pt x="139092" y="247528"/>
                </a:cubicBezTo>
                <a:cubicBezTo>
                  <a:pt x="134108" y="247528"/>
                  <a:pt x="128805" y="248122"/>
                  <a:pt x="123181" y="249300"/>
                </a:cubicBezTo>
                <a:cubicBezTo>
                  <a:pt x="117546" y="250477"/>
                  <a:pt x="111191" y="252249"/>
                  <a:pt x="104116" y="254603"/>
                </a:cubicBezTo>
                <a:cubicBezTo>
                  <a:pt x="100195" y="255918"/>
                  <a:pt x="97052" y="258398"/>
                  <a:pt x="94686" y="262067"/>
                </a:cubicBezTo>
                <a:cubicBezTo>
                  <a:pt x="92332" y="265736"/>
                  <a:pt x="91154" y="269931"/>
                  <a:pt x="91154" y="274640"/>
                </a:cubicBezTo>
                <a:lnTo>
                  <a:pt x="91154" y="280138"/>
                </a:lnTo>
                <a:close/>
                <a:moveTo>
                  <a:pt x="232989" y="253815"/>
                </a:moveTo>
                <a:lnTo>
                  <a:pt x="280138" y="253815"/>
                </a:lnTo>
                <a:cubicBezTo>
                  <a:pt x="283018" y="253815"/>
                  <a:pt x="285384" y="252900"/>
                  <a:pt x="287213" y="251071"/>
                </a:cubicBezTo>
                <a:cubicBezTo>
                  <a:pt x="289053" y="249231"/>
                  <a:pt x="289968" y="246877"/>
                  <a:pt x="289968" y="243996"/>
                </a:cubicBezTo>
                <a:cubicBezTo>
                  <a:pt x="289968" y="241116"/>
                  <a:pt x="289053" y="238761"/>
                  <a:pt x="287213" y="236921"/>
                </a:cubicBezTo>
                <a:cubicBezTo>
                  <a:pt x="285384" y="235092"/>
                  <a:pt x="283018" y="234178"/>
                  <a:pt x="280138" y="234178"/>
                </a:cubicBezTo>
                <a:lnTo>
                  <a:pt x="232989" y="234178"/>
                </a:lnTo>
                <a:cubicBezTo>
                  <a:pt x="230109" y="234178"/>
                  <a:pt x="227754" y="235092"/>
                  <a:pt x="225925" y="236921"/>
                </a:cubicBezTo>
                <a:cubicBezTo>
                  <a:pt x="224085" y="238761"/>
                  <a:pt x="223171" y="241116"/>
                  <a:pt x="223171" y="243996"/>
                </a:cubicBezTo>
                <a:cubicBezTo>
                  <a:pt x="223171" y="246877"/>
                  <a:pt x="224085" y="249231"/>
                  <a:pt x="225925" y="251071"/>
                </a:cubicBezTo>
                <a:cubicBezTo>
                  <a:pt x="227754" y="252900"/>
                  <a:pt x="230109" y="253815"/>
                  <a:pt x="232989" y="253815"/>
                </a:cubicBezTo>
                <a:close/>
                <a:moveTo>
                  <a:pt x="154214" y="228086"/>
                </a:moveTo>
                <a:cubicBezTo>
                  <a:pt x="158271" y="224017"/>
                  <a:pt x="160306" y="218976"/>
                  <a:pt x="160306" y="212952"/>
                </a:cubicBezTo>
                <a:cubicBezTo>
                  <a:pt x="160306" y="206929"/>
                  <a:pt x="158271" y="201888"/>
                  <a:pt x="154214" y="197830"/>
                </a:cubicBezTo>
                <a:cubicBezTo>
                  <a:pt x="150156" y="193773"/>
                  <a:pt x="145115" y="191738"/>
                  <a:pt x="139092" y="191738"/>
                </a:cubicBezTo>
                <a:cubicBezTo>
                  <a:pt x="133068" y="191738"/>
                  <a:pt x="128027" y="193773"/>
                  <a:pt x="123958" y="197830"/>
                </a:cubicBezTo>
                <a:cubicBezTo>
                  <a:pt x="119901" y="201888"/>
                  <a:pt x="117878" y="206929"/>
                  <a:pt x="117878" y="212952"/>
                </a:cubicBezTo>
                <a:cubicBezTo>
                  <a:pt x="117878" y="218976"/>
                  <a:pt x="119901" y="224017"/>
                  <a:pt x="123958" y="228086"/>
                </a:cubicBezTo>
                <a:cubicBezTo>
                  <a:pt x="128027" y="232143"/>
                  <a:pt x="133068" y="234178"/>
                  <a:pt x="139092" y="234178"/>
                </a:cubicBezTo>
                <a:cubicBezTo>
                  <a:pt x="145115" y="234178"/>
                  <a:pt x="150156" y="232143"/>
                  <a:pt x="154214" y="228086"/>
                </a:cubicBezTo>
                <a:close/>
                <a:moveTo>
                  <a:pt x="232989" y="209420"/>
                </a:moveTo>
                <a:lnTo>
                  <a:pt x="280138" y="209420"/>
                </a:lnTo>
                <a:cubicBezTo>
                  <a:pt x="283018" y="209420"/>
                  <a:pt x="285384" y="208506"/>
                  <a:pt x="287213" y="206666"/>
                </a:cubicBezTo>
                <a:cubicBezTo>
                  <a:pt x="289053" y="204837"/>
                  <a:pt x="289968" y="202482"/>
                  <a:pt x="289968" y="199602"/>
                </a:cubicBezTo>
                <a:cubicBezTo>
                  <a:pt x="289968" y="196710"/>
                  <a:pt x="289053" y="194356"/>
                  <a:pt x="287213" y="192527"/>
                </a:cubicBezTo>
                <a:cubicBezTo>
                  <a:pt x="285384" y="190687"/>
                  <a:pt x="283018" y="189772"/>
                  <a:pt x="280138" y="189772"/>
                </a:cubicBezTo>
                <a:lnTo>
                  <a:pt x="232989" y="189772"/>
                </a:lnTo>
                <a:cubicBezTo>
                  <a:pt x="230109" y="189772"/>
                  <a:pt x="227754" y="190687"/>
                  <a:pt x="225925" y="192527"/>
                </a:cubicBezTo>
                <a:cubicBezTo>
                  <a:pt x="224085" y="194356"/>
                  <a:pt x="223171" y="196710"/>
                  <a:pt x="223171" y="199602"/>
                </a:cubicBezTo>
                <a:cubicBezTo>
                  <a:pt x="223171" y="202482"/>
                  <a:pt x="224085" y="204837"/>
                  <a:pt x="225925" y="206666"/>
                </a:cubicBezTo>
                <a:cubicBezTo>
                  <a:pt x="227754" y="208506"/>
                  <a:pt x="230109" y="209420"/>
                  <a:pt x="232989" y="209420"/>
                </a:cubicBezTo>
                <a:close/>
                <a:moveTo>
                  <a:pt x="55013" y="345758"/>
                </a:moveTo>
                <a:cubicBezTo>
                  <a:pt x="48726" y="345758"/>
                  <a:pt x="43217" y="343403"/>
                  <a:pt x="38508" y="338682"/>
                </a:cubicBezTo>
                <a:cubicBezTo>
                  <a:pt x="33787" y="333973"/>
                  <a:pt x="31433" y="328475"/>
                  <a:pt x="31433" y="322189"/>
                </a:cubicBezTo>
                <a:lnTo>
                  <a:pt x="31433" y="133594"/>
                </a:lnTo>
                <a:cubicBezTo>
                  <a:pt x="31433" y="127307"/>
                  <a:pt x="33787" y="121798"/>
                  <a:pt x="38508" y="117089"/>
                </a:cubicBezTo>
                <a:cubicBezTo>
                  <a:pt x="43217" y="112368"/>
                  <a:pt x="48726" y="110014"/>
                  <a:pt x="55013" y="110014"/>
                </a:cubicBezTo>
                <a:lnTo>
                  <a:pt x="153231" y="110014"/>
                </a:lnTo>
                <a:lnTo>
                  <a:pt x="153231" y="55013"/>
                </a:lnTo>
                <a:cubicBezTo>
                  <a:pt x="153231" y="48726"/>
                  <a:pt x="155597" y="43217"/>
                  <a:pt x="160306" y="38508"/>
                </a:cubicBezTo>
                <a:cubicBezTo>
                  <a:pt x="165026" y="33787"/>
                  <a:pt x="170524" y="31433"/>
                  <a:pt x="176811" y="31433"/>
                </a:cubicBezTo>
                <a:lnTo>
                  <a:pt x="200379" y="31433"/>
                </a:lnTo>
                <a:cubicBezTo>
                  <a:pt x="206666" y="31433"/>
                  <a:pt x="212175" y="33787"/>
                  <a:pt x="216884" y="38508"/>
                </a:cubicBezTo>
                <a:cubicBezTo>
                  <a:pt x="221605" y="43217"/>
                  <a:pt x="223959" y="48726"/>
                  <a:pt x="223959" y="55013"/>
                </a:cubicBezTo>
                <a:lnTo>
                  <a:pt x="223959" y="110014"/>
                </a:lnTo>
                <a:lnTo>
                  <a:pt x="322189" y="110014"/>
                </a:lnTo>
                <a:cubicBezTo>
                  <a:pt x="328475" y="110014"/>
                  <a:pt x="333973" y="112368"/>
                  <a:pt x="338682" y="117089"/>
                </a:cubicBezTo>
                <a:cubicBezTo>
                  <a:pt x="343403" y="121798"/>
                  <a:pt x="345758" y="127307"/>
                  <a:pt x="345758" y="133594"/>
                </a:cubicBezTo>
                <a:lnTo>
                  <a:pt x="345758" y="322189"/>
                </a:lnTo>
                <a:cubicBezTo>
                  <a:pt x="345758" y="328475"/>
                  <a:pt x="343403" y="333973"/>
                  <a:pt x="338682" y="338682"/>
                </a:cubicBezTo>
                <a:cubicBezTo>
                  <a:pt x="333973" y="343403"/>
                  <a:pt x="328475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33594"/>
                </a:lnTo>
                <a:lnTo>
                  <a:pt x="223959" y="133594"/>
                </a:lnTo>
                <a:lnTo>
                  <a:pt x="223959" y="145378"/>
                </a:lnTo>
                <a:cubicBezTo>
                  <a:pt x="223959" y="152705"/>
                  <a:pt x="221605" y="158477"/>
                  <a:pt x="216884" y="162660"/>
                </a:cubicBezTo>
                <a:cubicBezTo>
                  <a:pt x="212175" y="166855"/>
                  <a:pt x="206666" y="168947"/>
                  <a:pt x="200379" y="168947"/>
                </a:cubicBezTo>
                <a:lnTo>
                  <a:pt x="176811" y="168947"/>
                </a:lnTo>
                <a:cubicBezTo>
                  <a:pt x="170524" y="168947"/>
                  <a:pt x="165026" y="166855"/>
                  <a:pt x="160306" y="162660"/>
                </a:cubicBezTo>
                <a:cubicBezTo>
                  <a:pt x="155597" y="158477"/>
                  <a:pt x="153231" y="152705"/>
                  <a:pt x="153231" y="145378"/>
                </a:cubicBezTo>
                <a:lnTo>
                  <a:pt x="153231" y="133594"/>
                </a:lnTo>
                <a:lnTo>
                  <a:pt x="55013" y="133594"/>
                </a:lnTo>
                <a:lnTo>
                  <a:pt x="55013" y="322189"/>
                </a:lnTo>
                <a:close/>
                <a:moveTo>
                  <a:pt x="176811" y="145378"/>
                </a:moveTo>
                <a:lnTo>
                  <a:pt x="200379" y="145378"/>
                </a:lnTo>
                <a:lnTo>
                  <a:pt x="200379" y="55013"/>
                </a:lnTo>
                <a:lnTo>
                  <a:pt x="176811" y="55013"/>
                </a:lnTo>
                <a:lnTo>
                  <a:pt x="176811" y="145378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5" name="圖示 合作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629" y="322189"/>
                </a:moveTo>
                <a:cubicBezTo>
                  <a:pt x="187943" y="322189"/>
                  <a:pt x="189441" y="321857"/>
                  <a:pt x="191144" y="321206"/>
                </a:cubicBezTo>
                <a:cubicBezTo>
                  <a:pt x="192847" y="320543"/>
                  <a:pt x="194230" y="319697"/>
                  <a:pt x="195270" y="318646"/>
                </a:cubicBezTo>
                <a:lnTo>
                  <a:pt x="327687" y="185840"/>
                </a:lnTo>
                <a:cubicBezTo>
                  <a:pt x="331093" y="182434"/>
                  <a:pt x="333642" y="178571"/>
                  <a:pt x="335345" y="174250"/>
                </a:cubicBezTo>
                <a:cubicBezTo>
                  <a:pt x="337048" y="169930"/>
                  <a:pt x="337905" y="165541"/>
                  <a:pt x="337905" y="161094"/>
                </a:cubicBezTo>
                <a:cubicBezTo>
                  <a:pt x="337905" y="156637"/>
                  <a:pt x="337048" y="152190"/>
                  <a:pt x="335345" y="147733"/>
                </a:cubicBezTo>
                <a:cubicBezTo>
                  <a:pt x="333642" y="143275"/>
                  <a:pt x="331093" y="139355"/>
                  <a:pt x="327687" y="135948"/>
                </a:cubicBezTo>
                <a:lnTo>
                  <a:pt x="256958" y="65220"/>
                </a:lnTo>
                <a:cubicBezTo>
                  <a:pt x="253552" y="61813"/>
                  <a:pt x="249631" y="59265"/>
                  <a:pt x="245174" y="57561"/>
                </a:cubicBezTo>
                <a:cubicBezTo>
                  <a:pt x="240716" y="55858"/>
                  <a:pt x="236270" y="55013"/>
                  <a:pt x="231812" y="55013"/>
                </a:cubicBezTo>
                <a:cubicBezTo>
                  <a:pt x="227366" y="55013"/>
                  <a:pt x="222976" y="55858"/>
                  <a:pt x="218656" y="57561"/>
                </a:cubicBezTo>
                <a:cubicBezTo>
                  <a:pt x="214335" y="59265"/>
                  <a:pt x="210472" y="61813"/>
                  <a:pt x="207066" y="65220"/>
                </a:cubicBezTo>
                <a:lnTo>
                  <a:pt x="199991" y="72295"/>
                </a:lnTo>
                <a:lnTo>
                  <a:pt x="231812" y="104516"/>
                </a:lnTo>
                <a:cubicBezTo>
                  <a:pt x="235218" y="108185"/>
                  <a:pt x="238235" y="112437"/>
                  <a:pt x="240853" y="117283"/>
                </a:cubicBezTo>
                <a:cubicBezTo>
                  <a:pt x="243470" y="122130"/>
                  <a:pt x="244785" y="127433"/>
                  <a:pt x="244785" y="133194"/>
                </a:cubicBezTo>
                <a:cubicBezTo>
                  <a:pt x="244785" y="143149"/>
                  <a:pt x="240922" y="151928"/>
                  <a:pt x="233195" y="159517"/>
                </a:cubicBezTo>
                <a:cubicBezTo>
                  <a:pt x="225468" y="167118"/>
                  <a:pt x="216621" y="170913"/>
                  <a:pt x="206666" y="170913"/>
                </a:cubicBezTo>
                <a:cubicBezTo>
                  <a:pt x="200116" y="170913"/>
                  <a:pt x="194687" y="169930"/>
                  <a:pt x="190367" y="167964"/>
                </a:cubicBezTo>
                <a:cubicBezTo>
                  <a:pt x="186046" y="165998"/>
                  <a:pt x="182046" y="163186"/>
                  <a:pt x="178377" y="159517"/>
                </a:cubicBezTo>
                <a:lnTo>
                  <a:pt x="149699" y="130839"/>
                </a:lnTo>
                <a:lnTo>
                  <a:pt x="78581" y="201957"/>
                </a:lnTo>
                <a:cubicBezTo>
                  <a:pt x="77267" y="203260"/>
                  <a:pt x="76352" y="204643"/>
                  <a:pt x="75827" y="206083"/>
                </a:cubicBezTo>
                <a:cubicBezTo>
                  <a:pt x="75312" y="207523"/>
                  <a:pt x="75049" y="209032"/>
                  <a:pt x="75049" y="210598"/>
                </a:cubicBezTo>
                <a:cubicBezTo>
                  <a:pt x="75049" y="214004"/>
                  <a:pt x="76158" y="216816"/>
                  <a:pt x="78387" y="219045"/>
                </a:cubicBezTo>
                <a:cubicBezTo>
                  <a:pt x="80616" y="221273"/>
                  <a:pt x="83428" y="222382"/>
                  <a:pt x="86834" y="222382"/>
                </a:cubicBezTo>
                <a:cubicBezTo>
                  <a:pt x="88400" y="222382"/>
                  <a:pt x="89908" y="221993"/>
                  <a:pt x="91349" y="221205"/>
                </a:cubicBezTo>
                <a:cubicBezTo>
                  <a:pt x="92789" y="220416"/>
                  <a:pt x="94035" y="219502"/>
                  <a:pt x="95086" y="218462"/>
                </a:cubicBezTo>
                <a:lnTo>
                  <a:pt x="141058" y="172490"/>
                </a:lnTo>
                <a:cubicBezTo>
                  <a:pt x="143412" y="170124"/>
                  <a:pt x="146167" y="168947"/>
                  <a:pt x="149310" y="168947"/>
                </a:cubicBezTo>
                <a:cubicBezTo>
                  <a:pt x="152453" y="168947"/>
                  <a:pt x="155197" y="170124"/>
                  <a:pt x="157551" y="172490"/>
                </a:cubicBezTo>
                <a:cubicBezTo>
                  <a:pt x="159917" y="174845"/>
                  <a:pt x="161094" y="177599"/>
                  <a:pt x="161094" y="180743"/>
                </a:cubicBezTo>
                <a:cubicBezTo>
                  <a:pt x="161094" y="183886"/>
                  <a:pt x="159917" y="186629"/>
                  <a:pt x="157551" y="188984"/>
                </a:cubicBezTo>
                <a:lnTo>
                  <a:pt x="111980" y="234566"/>
                </a:lnTo>
                <a:cubicBezTo>
                  <a:pt x="110665" y="235869"/>
                  <a:pt x="109751" y="237321"/>
                  <a:pt x="109225" y="238887"/>
                </a:cubicBezTo>
                <a:cubicBezTo>
                  <a:pt x="108699" y="240464"/>
                  <a:pt x="108448" y="242030"/>
                  <a:pt x="108448" y="243608"/>
                </a:cubicBezTo>
                <a:cubicBezTo>
                  <a:pt x="108448" y="246751"/>
                  <a:pt x="109625" y="249494"/>
                  <a:pt x="111980" y="251849"/>
                </a:cubicBezTo>
                <a:cubicBezTo>
                  <a:pt x="114334" y="254215"/>
                  <a:pt x="117089" y="255392"/>
                  <a:pt x="120232" y="255392"/>
                </a:cubicBezTo>
                <a:cubicBezTo>
                  <a:pt x="121798" y="255392"/>
                  <a:pt x="123307" y="255060"/>
                  <a:pt x="124747" y="254409"/>
                </a:cubicBezTo>
                <a:cubicBezTo>
                  <a:pt x="126187" y="253757"/>
                  <a:pt x="127433" y="252900"/>
                  <a:pt x="128485" y="251849"/>
                </a:cubicBezTo>
                <a:lnTo>
                  <a:pt x="174456" y="205889"/>
                </a:lnTo>
                <a:cubicBezTo>
                  <a:pt x="176811" y="203523"/>
                  <a:pt x="179554" y="202345"/>
                  <a:pt x="182697" y="202345"/>
                </a:cubicBezTo>
                <a:cubicBezTo>
                  <a:pt x="185840" y="202345"/>
                  <a:pt x="188595" y="203523"/>
                  <a:pt x="190950" y="205889"/>
                </a:cubicBezTo>
                <a:cubicBezTo>
                  <a:pt x="193316" y="208243"/>
                  <a:pt x="194493" y="210986"/>
                  <a:pt x="194493" y="214130"/>
                </a:cubicBezTo>
                <a:cubicBezTo>
                  <a:pt x="194493" y="217273"/>
                  <a:pt x="193316" y="220028"/>
                  <a:pt x="190950" y="222382"/>
                </a:cubicBezTo>
                <a:lnTo>
                  <a:pt x="145378" y="267965"/>
                </a:lnTo>
                <a:cubicBezTo>
                  <a:pt x="144327" y="269005"/>
                  <a:pt x="143481" y="270388"/>
                  <a:pt x="142818" y="272091"/>
                </a:cubicBezTo>
                <a:cubicBezTo>
                  <a:pt x="142166" y="273794"/>
                  <a:pt x="141835" y="275429"/>
                  <a:pt x="141835" y="276995"/>
                </a:cubicBezTo>
                <a:cubicBezTo>
                  <a:pt x="141835" y="280138"/>
                  <a:pt x="143024" y="282893"/>
                  <a:pt x="145378" y="285247"/>
                </a:cubicBezTo>
                <a:cubicBezTo>
                  <a:pt x="147733" y="287613"/>
                  <a:pt x="150487" y="288790"/>
                  <a:pt x="153631" y="288790"/>
                </a:cubicBezTo>
                <a:cubicBezTo>
                  <a:pt x="155197" y="288790"/>
                  <a:pt x="156637" y="288527"/>
                  <a:pt x="157951" y="288002"/>
                </a:cubicBezTo>
                <a:cubicBezTo>
                  <a:pt x="159254" y="287476"/>
                  <a:pt x="160569" y="286562"/>
                  <a:pt x="161883" y="285247"/>
                </a:cubicBezTo>
                <a:lnTo>
                  <a:pt x="207843" y="239276"/>
                </a:lnTo>
                <a:cubicBezTo>
                  <a:pt x="210209" y="236921"/>
                  <a:pt x="212952" y="235744"/>
                  <a:pt x="216096" y="235744"/>
                </a:cubicBezTo>
                <a:cubicBezTo>
                  <a:pt x="219239" y="235744"/>
                  <a:pt x="221993" y="236921"/>
                  <a:pt x="224348" y="239276"/>
                </a:cubicBezTo>
                <a:cubicBezTo>
                  <a:pt x="226703" y="241642"/>
                  <a:pt x="227891" y="244385"/>
                  <a:pt x="227891" y="247528"/>
                </a:cubicBezTo>
                <a:cubicBezTo>
                  <a:pt x="227891" y="250671"/>
                  <a:pt x="226703" y="253426"/>
                  <a:pt x="224348" y="255781"/>
                </a:cubicBezTo>
                <a:lnTo>
                  <a:pt x="178377" y="301752"/>
                </a:lnTo>
                <a:cubicBezTo>
                  <a:pt x="177074" y="303066"/>
                  <a:pt x="176148" y="304507"/>
                  <a:pt x="175633" y="306073"/>
                </a:cubicBezTo>
                <a:cubicBezTo>
                  <a:pt x="175108" y="307650"/>
                  <a:pt x="174845" y="309090"/>
                  <a:pt x="174845" y="310393"/>
                </a:cubicBezTo>
                <a:cubicBezTo>
                  <a:pt x="174845" y="314062"/>
                  <a:pt x="175896" y="316942"/>
                  <a:pt x="177988" y="319046"/>
                </a:cubicBezTo>
                <a:cubicBezTo>
                  <a:pt x="180080" y="321137"/>
                  <a:pt x="182960" y="322189"/>
                  <a:pt x="186629" y="322189"/>
                </a:cubicBezTo>
                <a:close/>
                <a:moveTo>
                  <a:pt x="186629" y="345758"/>
                </a:moveTo>
                <a:cubicBezTo>
                  <a:pt x="177988" y="345758"/>
                  <a:pt x="170261" y="342546"/>
                  <a:pt x="163449" y="336133"/>
                </a:cubicBezTo>
                <a:cubicBezTo>
                  <a:pt x="156637" y="329710"/>
                  <a:pt x="152579" y="321789"/>
                  <a:pt x="151265" y="312359"/>
                </a:cubicBezTo>
                <a:cubicBezTo>
                  <a:pt x="142361" y="311056"/>
                  <a:pt x="134897" y="307387"/>
                  <a:pt x="128873" y="301363"/>
                </a:cubicBezTo>
                <a:cubicBezTo>
                  <a:pt x="122850" y="295340"/>
                  <a:pt x="119181" y="287865"/>
                  <a:pt x="117878" y="278961"/>
                </a:cubicBezTo>
                <a:cubicBezTo>
                  <a:pt x="108962" y="277658"/>
                  <a:pt x="101567" y="273920"/>
                  <a:pt x="95669" y="267771"/>
                </a:cubicBezTo>
                <a:cubicBezTo>
                  <a:pt x="89783" y="261610"/>
                  <a:pt x="86182" y="254215"/>
                  <a:pt x="84868" y="245562"/>
                </a:cubicBezTo>
                <a:cubicBezTo>
                  <a:pt x="75175" y="244259"/>
                  <a:pt x="67186" y="240327"/>
                  <a:pt x="60899" y="233778"/>
                </a:cubicBezTo>
                <a:cubicBezTo>
                  <a:pt x="54613" y="227228"/>
                  <a:pt x="51469" y="219376"/>
                  <a:pt x="51469" y="210209"/>
                </a:cubicBezTo>
                <a:cubicBezTo>
                  <a:pt x="51469" y="205751"/>
                  <a:pt x="52327" y="201294"/>
                  <a:pt x="54030" y="196847"/>
                </a:cubicBezTo>
                <a:cubicBezTo>
                  <a:pt x="55733" y="192390"/>
                  <a:pt x="58282" y="188469"/>
                  <a:pt x="61688" y="185063"/>
                </a:cubicBezTo>
                <a:lnTo>
                  <a:pt x="133194" y="113546"/>
                </a:lnTo>
                <a:cubicBezTo>
                  <a:pt x="137651" y="109099"/>
                  <a:pt x="143149" y="106871"/>
                  <a:pt x="149699" y="106871"/>
                </a:cubicBezTo>
                <a:cubicBezTo>
                  <a:pt x="156248" y="106871"/>
                  <a:pt x="161746" y="109099"/>
                  <a:pt x="166204" y="113546"/>
                </a:cubicBezTo>
                <a:lnTo>
                  <a:pt x="192916" y="140269"/>
                </a:lnTo>
                <a:cubicBezTo>
                  <a:pt x="195007" y="142361"/>
                  <a:pt x="197305" y="143995"/>
                  <a:pt x="199796" y="145184"/>
                </a:cubicBezTo>
                <a:cubicBezTo>
                  <a:pt x="202277" y="146361"/>
                  <a:pt x="204700" y="146944"/>
                  <a:pt x="207066" y="146944"/>
                </a:cubicBezTo>
                <a:cubicBezTo>
                  <a:pt x="210472" y="146944"/>
                  <a:pt x="213672" y="145435"/>
                  <a:pt x="216690" y="142429"/>
                </a:cubicBezTo>
                <a:cubicBezTo>
                  <a:pt x="219696" y="139412"/>
                  <a:pt x="221205" y="136211"/>
                  <a:pt x="221205" y="132805"/>
                </a:cubicBezTo>
                <a:cubicBezTo>
                  <a:pt x="221205" y="131228"/>
                  <a:pt x="220748" y="129468"/>
                  <a:pt x="219833" y="127502"/>
                </a:cubicBezTo>
                <a:cubicBezTo>
                  <a:pt x="218919" y="125536"/>
                  <a:pt x="217410" y="123501"/>
                  <a:pt x="215318" y="121409"/>
                </a:cubicBezTo>
                <a:lnTo>
                  <a:pt x="159128" y="65220"/>
                </a:lnTo>
                <a:cubicBezTo>
                  <a:pt x="155722" y="61813"/>
                  <a:pt x="151790" y="59265"/>
                  <a:pt x="147344" y="57561"/>
                </a:cubicBezTo>
                <a:cubicBezTo>
                  <a:pt x="142886" y="55858"/>
                  <a:pt x="138429" y="55013"/>
                  <a:pt x="133982" y="55013"/>
                </a:cubicBezTo>
                <a:cubicBezTo>
                  <a:pt x="129525" y="55013"/>
                  <a:pt x="125136" y="55858"/>
                  <a:pt x="120815" y="57561"/>
                </a:cubicBezTo>
                <a:cubicBezTo>
                  <a:pt x="116495" y="59265"/>
                  <a:pt x="112631" y="61813"/>
                  <a:pt x="109225" y="65220"/>
                </a:cubicBezTo>
                <a:lnTo>
                  <a:pt x="49503" y="124941"/>
                </a:lnTo>
                <a:cubicBezTo>
                  <a:pt x="44268" y="130188"/>
                  <a:pt x="41057" y="136531"/>
                  <a:pt x="39879" y="143995"/>
                </a:cubicBezTo>
                <a:cubicBezTo>
                  <a:pt x="38702" y="151470"/>
                  <a:pt x="39548" y="158603"/>
                  <a:pt x="42440" y="165415"/>
                </a:cubicBezTo>
                <a:cubicBezTo>
                  <a:pt x="43743" y="168295"/>
                  <a:pt x="43743" y="171244"/>
                  <a:pt x="42440" y="174250"/>
                </a:cubicBezTo>
                <a:cubicBezTo>
                  <a:pt x="41125" y="177268"/>
                  <a:pt x="39033" y="179428"/>
                  <a:pt x="36153" y="180743"/>
                </a:cubicBezTo>
                <a:cubicBezTo>
                  <a:pt x="33261" y="182046"/>
                  <a:pt x="30255" y="182046"/>
                  <a:pt x="27112" y="180743"/>
                </a:cubicBezTo>
                <a:cubicBezTo>
                  <a:pt x="23969" y="179428"/>
                  <a:pt x="21740" y="177336"/>
                  <a:pt x="20437" y="174456"/>
                </a:cubicBezTo>
                <a:cubicBezTo>
                  <a:pt x="15979" y="162660"/>
                  <a:pt x="14665" y="150945"/>
                  <a:pt x="16505" y="139286"/>
                </a:cubicBezTo>
                <a:cubicBezTo>
                  <a:pt x="18334" y="127627"/>
                  <a:pt x="23832" y="117215"/>
                  <a:pt x="33010" y="108048"/>
                </a:cubicBezTo>
                <a:lnTo>
                  <a:pt x="92332" y="48726"/>
                </a:lnTo>
                <a:cubicBezTo>
                  <a:pt x="98092" y="42954"/>
                  <a:pt x="104642" y="38702"/>
                  <a:pt x="111980" y="35947"/>
                </a:cubicBezTo>
                <a:cubicBezTo>
                  <a:pt x="119318" y="33204"/>
                  <a:pt x="126782" y="31821"/>
                  <a:pt x="134371" y="31821"/>
                </a:cubicBezTo>
                <a:cubicBezTo>
                  <a:pt x="141972" y="31821"/>
                  <a:pt x="149367" y="33204"/>
                  <a:pt x="156568" y="35947"/>
                </a:cubicBezTo>
                <a:cubicBezTo>
                  <a:pt x="163780" y="38702"/>
                  <a:pt x="170261" y="42954"/>
                  <a:pt x="176022" y="48726"/>
                </a:cubicBezTo>
                <a:lnTo>
                  <a:pt x="183097" y="55790"/>
                </a:lnTo>
                <a:lnTo>
                  <a:pt x="190172" y="48726"/>
                </a:lnTo>
                <a:cubicBezTo>
                  <a:pt x="195933" y="42954"/>
                  <a:pt x="202482" y="38702"/>
                  <a:pt x="209809" y="35947"/>
                </a:cubicBezTo>
                <a:cubicBezTo>
                  <a:pt x="217147" y="33204"/>
                  <a:pt x="224611" y="31821"/>
                  <a:pt x="232212" y="31821"/>
                </a:cubicBezTo>
                <a:cubicBezTo>
                  <a:pt x="239801" y="31821"/>
                  <a:pt x="247208" y="33204"/>
                  <a:pt x="254409" y="35947"/>
                </a:cubicBezTo>
                <a:cubicBezTo>
                  <a:pt x="261610" y="38702"/>
                  <a:pt x="268091" y="42954"/>
                  <a:pt x="273851" y="48726"/>
                </a:cubicBezTo>
                <a:lnTo>
                  <a:pt x="344192" y="119055"/>
                </a:lnTo>
                <a:cubicBezTo>
                  <a:pt x="349952" y="124816"/>
                  <a:pt x="354273" y="131365"/>
                  <a:pt x="357153" y="138692"/>
                </a:cubicBezTo>
                <a:cubicBezTo>
                  <a:pt x="360034" y="146030"/>
                  <a:pt x="361474" y="153493"/>
                  <a:pt x="361474" y="161094"/>
                </a:cubicBezTo>
                <a:cubicBezTo>
                  <a:pt x="361474" y="168684"/>
                  <a:pt x="360034" y="176091"/>
                  <a:pt x="357153" y="183291"/>
                </a:cubicBezTo>
                <a:cubicBezTo>
                  <a:pt x="354273" y="190492"/>
                  <a:pt x="349952" y="196973"/>
                  <a:pt x="344192" y="202745"/>
                </a:cubicBezTo>
                <a:lnTo>
                  <a:pt x="211775" y="335150"/>
                </a:lnTo>
                <a:cubicBezTo>
                  <a:pt x="208369" y="338557"/>
                  <a:pt x="204506" y="341174"/>
                  <a:pt x="200185" y="343003"/>
                </a:cubicBezTo>
                <a:cubicBezTo>
                  <a:pt x="195864" y="344843"/>
                  <a:pt x="191350" y="345758"/>
                  <a:pt x="186629" y="345758"/>
                </a:cubicBezTo>
                <a:close/>
                <a:moveTo>
                  <a:pt x="148521" y="13122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17" name="圖示 工程師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05" y="318257"/>
                </a:moveTo>
                <a:lnTo>
                  <a:pt x="16505" y="293900"/>
                </a:lnTo>
                <a:cubicBezTo>
                  <a:pt x="16505" y="284984"/>
                  <a:pt x="18597" y="277589"/>
                  <a:pt x="22791" y="271691"/>
                </a:cubicBezTo>
                <a:cubicBezTo>
                  <a:pt x="26975" y="265805"/>
                  <a:pt x="32873" y="261015"/>
                  <a:pt x="40474" y="257358"/>
                </a:cubicBezTo>
                <a:cubicBezTo>
                  <a:pt x="54613" y="250546"/>
                  <a:pt x="69746" y="244911"/>
                  <a:pt x="85851" y="240464"/>
                </a:cubicBezTo>
                <a:cubicBezTo>
                  <a:pt x="101956" y="236007"/>
                  <a:pt x="120232" y="233778"/>
                  <a:pt x="140658" y="233778"/>
                </a:cubicBezTo>
                <a:cubicBezTo>
                  <a:pt x="161094" y="233778"/>
                  <a:pt x="179360" y="236007"/>
                  <a:pt x="195476" y="240464"/>
                </a:cubicBezTo>
                <a:cubicBezTo>
                  <a:pt x="211581" y="244911"/>
                  <a:pt x="226703" y="250546"/>
                  <a:pt x="240853" y="257358"/>
                </a:cubicBezTo>
                <a:cubicBezTo>
                  <a:pt x="248442" y="261015"/>
                  <a:pt x="254340" y="265805"/>
                  <a:pt x="258535" y="271691"/>
                </a:cubicBezTo>
                <a:cubicBezTo>
                  <a:pt x="262719" y="277589"/>
                  <a:pt x="264822" y="284984"/>
                  <a:pt x="264822" y="293900"/>
                </a:cubicBezTo>
                <a:lnTo>
                  <a:pt x="264822" y="318257"/>
                </a:lnTo>
                <a:cubicBezTo>
                  <a:pt x="264822" y="321663"/>
                  <a:pt x="263702" y="324475"/>
                  <a:pt x="261484" y="326704"/>
                </a:cubicBezTo>
                <a:cubicBezTo>
                  <a:pt x="259255" y="328933"/>
                  <a:pt x="256432" y="330041"/>
                  <a:pt x="253037" y="330041"/>
                </a:cubicBezTo>
                <a:lnTo>
                  <a:pt x="28289" y="330041"/>
                </a:lnTo>
                <a:cubicBezTo>
                  <a:pt x="24883" y="330041"/>
                  <a:pt x="22071" y="328933"/>
                  <a:pt x="19842" y="326704"/>
                </a:cubicBezTo>
                <a:cubicBezTo>
                  <a:pt x="17614" y="324475"/>
                  <a:pt x="16505" y="321663"/>
                  <a:pt x="16505" y="318257"/>
                </a:cubicBezTo>
                <a:close/>
                <a:moveTo>
                  <a:pt x="40074" y="306473"/>
                </a:moveTo>
                <a:lnTo>
                  <a:pt x="241242" y="306473"/>
                </a:lnTo>
                <a:lnTo>
                  <a:pt x="241242" y="293900"/>
                </a:lnTo>
                <a:cubicBezTo>
                  <a:pt x="241242" y="289968"/>
                  <a:pt x="240133" y="286756"/>
                  <a:pt x="237904" y="284264"/>
                </a:cubicBezTo>
                <a:cubicBezTo>
                  <a:pt x="235675" y="281784"/>
                  <a:pt x="232989" y="279875"/>
                  <a:pt x="229846" y="278572"/>
                </a:cubicBezTo>
                <a:cubicBezTo>
                  <a:pt x="218587" y="273588"/>
                  <a:pt x="206014" y="268811"/>
                  <a:pt x="192127" y="264227"/>
                </a:cubicBezTo>
                <a:cubicBezTo>
                  <a:pt x="178251" y="259644"/>
                  <a:pt x="161094" y="257358"/>
                  <a:pt x="140658" y="257358"/>
                </a:cubicBezTo>
                <a:cubicBezTo>
                  <a:pt x="120232" y="257358"/>
                  <a:pt x="103076" y="259644"/>
                  <a:pt x="89188" y="264227"/>
                </a:cubicBezTo>
                <a:cubicBezTo>
                  <a:pt x="75312" y="268811"/>
                  <a:pt x="62739" y="273588"/>
                  <a:pt x="51469" y="278572"/>
                </a:cubicBezTo>
                <a:cubicBezTo>
                  <a:pt x="48326" y="279875"/>
                  <a:pt x="45640" y="281784"/>
                  <a:pt x="43411" y="284264"/>
                </a:cubicBezTo>
                <a:cubicBezTo>
                  <a:pt x="41194" y="286756"/>
                  <a:pt x="40074" y="289968"/>
                  <a:pt x="40074" y="293900"/>
                </a:cubicBezTo>
                <a:lnTo>
                  <a:pt x="40074" y="306473"/>
                </a:lnTo>
                <a:close/>
                <a:moveTo>
                  <a:pt x="98229" y="193316"/>
                </a:moveTo>
                <a:cubicBezTo>
                  <a:pt x="87222" y="182046"/>
                  <a:pt x="81725" y="168032"/>
                  <a:pt x="81725" y="151265"/>
                </a:cubicBezTo>
                <a:lnTo>
                  <a:pt x="77793" y="151265"/>
                </a:lnTo>
                <a:cubicBezTo>
                  <a:pt x="75701" y="151265"/>
                  <a:pt x="73872" y="150487"/>
                  <a:pt x="72295" y="148910"/>
                </a:cubicBezTo>
                <a:cubicBezTo>
                  <a:pt x="70729" y="147344"/>
                  <a:pt x="69940" y="145504"/>
                  <a:pt x="69940" y="143412"/>
                </a:cubicBezTo>
                <a:cubicBezTo>
                  <a:pt x="69940" y="141321"/>
                  <a:pt x="70729" y="139480"/>
                  <a:pt x="72295" y="137914"/>
                </a:cubicBezTo>
                <a:cubicBezTo>
                  <a:pt x="73872" y="136337"/>
                  <a:pt x="75701" y="135548"/>
                  <a:pt x="77793" y="135548"/>
                </a:cubicBezTo>
                <a:lnTo>
                  <a:pt x="81725" y="135548"/>
                </a:lnTo>
                <a:cubicBezTo>
                  <a:pt x="81725" y="125078"/>
                  <a:pt x="84342" y="115649"/>
                  <a:pt x="89588" y="107259"/>
                </a:cubicBezTo>
                <a:cubicBezTo>
                  <a:pt x="94823" y="98881"/>
                  <a:pt x="101636" y="92069"/>
                  <a:pt x="110014" y="86834"/>
                </a:cubicBezTo>
                <a:lnTo>
                  <a:pt x="110014" y="102161"/>
                </a:lnTo>
                <a:cubicBezTo>
                  <a:pt x="110014" y="103727"/>
                  <a:pt x="110608" y="105099"/>
                  <a:pt x="111785" y="106276"/>
                </a:cubicBezTo>
                <a:cubicBezTo>
                  <a:pt x="112963" y="107465"/>
                  <a:pt x="114334" y="108048"/>
                  <a:pt x="115912" y="108048"/>
                </a:cubicBezTo>
                <a:cubicBezTo>
                  <a:pt x="117740" y="108048"/>
                  <a:pt x="119181" y="107465"/>
                  <a:pt x="120232" y="106276"/>
                </a:cubicBezTo>
                <a:cubicBezTo>
                  <a:pt x="121272" y="105099"/>
                  <a:pt x="121798" y="103727"/>
                  <a:pt x="121798" y="102161"/>
                </a:cubicBezTo>
                <a:lnTo>
                  <a:pt x="121798" y="81725"/>
                </a:lnTo>
                <a:cubicBezTo>
                  <a:pt x="123901" y="81199"/>
                  <a:pt x="126782" y="80742"/>
                  <a:pt x="130451" y="80353"/>
                </a:cubicBezTo>
                <a:cubicBezTo>
                  <a:pt x="134108" y="79953"/>
                  <a:pt x="137651" y="79759"/>
                  <a:pt x="141058" y="79759"/>
                </a:cubicBezTo>
                <a:cubicBezTo>
                  <a:pt x="144464" y="79759"/>
                  <a:pt x="147996" y="79953"/>
                  <a:pt x="151665" y="80353"/>
                </a:cubicBezTo>
                <a:cubicBezTo>
                  <a:pt x="155334" y="80742"/>
                  <a:pt x="158214" y="81199"/>
                  <a:pt x="160306" y="81725"/>
                </a:cubicBezTo>
                <a:lnTo>
                  <a:pt x="160306" y="102161"/>
                </a:lnTo>
                <a:cubicBezTo>
                  <a:pt x="160306" y="103727"/>
                  <a:pt x="160832" y="105099"/>
                  <a:pt x="161883" y="106276"/>
                </a:cubicBezTo>
                <a:cubicBezTo>
                  <a:pt x="162923" y="107465"/>
                  <a:pt x="164363" y="108048"/>
                  <a:pt x="166204" y="108048"/>
                </a:cubicBezTo>
                <a:cubicBezTo>
                  <a:pt x="167770" y="108048"/>
                  <a:pt x="169141" y="107465"/>
                  <a:pt x="170330" y="106276"/>
                </a:cubicBezTo>
                <a:cubicBezTo>
                  <a:pt x="171507" y="105099"/>
                  <a:pt x="172090" y="103727"/>
                  <a:pt x="172090" y="102161"/>
                </a:cubicBezTo>
                <a:lnTo>
                  <a:pt x="172090" y="86834"/>
                </a:lnTo>
                <a:cubicBezTo>
                  <a:pt x="180480" y="92069"/>
                  <a:pt x="187155" y="98881"/>
                  <a:pt x="192127" y="107259"/>
                </a:cubicBezTo>
                <a:cubicBezTo>
                  <a:pt x="197110" y="115649"/>
                  <a:pt x="199602" y="125078"/>
                  <a:pt x="199602" y="135548"/>
                </a:cubicBezTo>
                <a:lnTo>
                  <a:pt x="203523" y="135548"/>
                </a:lnTo>
                <a:cubicBezTo>
                  <a:pt x="205626" y="135548"/>
                  <a:pt x="207455" y="136337"/>
                  <a:pt x="209032" y="137914"/>
                </a:cubicBezTo>
                <a:cubicBezTo>
                  <a:pt x="210598" y="139480"/>
                  <a:pt x="211386" y="141321"/>
                  <a:pt x="211386" y="143412"/>
                </a:cubicBezTo>
                <a:cubicBezTo>
                  <a:pt x="211386" y="145504"/>
                  <a:pt x="210598" y="147344"/>
                  <a:pt x="209032" y="148910"/>
                </a:cubicBezTo>
                <a:cubicBezTo>
                  <a:pt x="207455" y="150487"/>
                  <a:pt x="205626" y="151265"/>
                  <a:pt x="203523" y="151265"/>
                </a:cubicBezTo>
                <a:lnTo>
                  <a:pt x="199602" y="151265"/>
                </a:lnTo>
                <a:cubicBezTo>
                  <a:pt x="199602" y="168032"/>
                  <a:pt x="194093" y="182046"/>
                  <a:pt x="183097" y="193316"/>
                </a:cubicBezTo>
                <a:cubicBezTo>
                  <a:pt x="172090" y="204574"/>
                  <a:pt x="157951" y="210209"/>
                  <a:pt x="140658" y="210209"/>
                </a:cubicBezTo>
                <a:cubicBezTo>
                  <a:pt x="123375" y="210209"/>
                  <a:pt x="109225" y="204574"/>
                  <a:pt x="98229" y="193316"/>
                </a:cubicBezTo>
                <a:close/>
                <a:moveTo>
                  <a:pt x="166592" y="176811"/>
                </a:moveTo>
                <a:cubicBezTo>
                  <a:pt x="172879" y="170261"/>
                  <a:pt x="176022" y="161746"/>
                  <a:pt x="176022" y="151265"/>
                </a:cubicBezTo>
                <a:lnTo>
                  <a:pt x="105305" y="151265"/>
                </a:lnTo>
                <a:cubicBezTo>
                  <a:pt x="105305" y="161746"/>
                  <a:pt x="108448" y="170261"/>
                  <a:pt x="114734" y="176811"/>
                </a:cubicBezTo>
                <a:cubicBezTo>
                  <a:pt x="121021" y="183360"/>
                  <a:pt x="129662" y="186629"/>
                  <a:pt x="140658" y="186629"/>
                </a:cubicBezTo>
                <a:cubicBezTo>
                  <a:pt x="151665" y="186629"/>
                  <a:pt x="160306" y="183360"/>
                  <a:pt x="166592" y="176811"/>
                </a:cubicBezTo>
                <a:close/>
                <a:moveTo>
                  <a:pt x="258924" y="227891"/>
                </a:moveTo>
                <a:lnTo>
                  <a:pt x="258535" y="223959"/>
                </a:lnTo>
                <a:cubicBezTo>
                  <a:pt x="256695" y="222908"/>
                  <a:pt x="254798" y="221731"/>
                  <a:pt x="252832" y="220416"/>
                </a:cubicBezTo>
                <a:cubicBezTo>
                  <a:pt x="250866" y="219113"/>
                  <a:pt x="249105" y="217799"/>
                  <a:pt x="247528" y="216496"/>
                </a:cubicBezTo>
                <a:lnTo>
                  <a:pt x="243208" y="218850"/>
                </a:lnTo>
                <a:cubicBezTo>
                  <a:pt x="241379" y="219902"/>
                  <a:pt x="239607" y="220153"/>
                  <a:pt x="237904" y="219639"/>
                </a:cubicBezTo>
                <a:cubicBezTo>
                  <a:pt x="236201" y="219113"/>
                  <a:pt x="234692" y="218062"/>
                  <a:pt x="233389" y="216496"/>
                </a:cubicBezTo>
                <a:lnTo>
                  <a:pt x="232989" y="215707"/>
                </a:lnTo>
                <a:cubicBezTo>
                  <a:pt x="231686" y="213867"/>
                  <a:pt x="231229" y="211969"/>
                  <a:pt x="231618" y="210003"/>
                </a:cubicBezTo>
                <a:cubicBezTo>
                  <a:pt x="232006" y="208049"/>
                  <a:pt x="232989" y="206403"/>
                  <a:pt x="234566" y="205100"/>
                </a:cubicBezTo>
                <a:lnTo>
                  <a:pt x="238887" y="201957"/>
                </a:lnTo>
                <a:cubicBezTo>
                  <a:pt x="238361" y="200905"/>
                  <a:pt x="238098" y="199922"/>
                  <a:pt x="238098" y="199008"/>
                </a:cubicBezTo>
                <a:lnTo>
                  <a:pt x="238098" y="193110"/>
                </a:lnTo>
                <a:cubicBezTo>
                  <a:pt x="238098" y="192195"/>
                  <a:pt x="238361" y="191212"/>
                  <a:pt x="238887" y="190172"/>
                </a:cubicBezTo>
                <a:lnTo>
                  <a:pt x="234566" y="187029"/>
                </a:lnTo>
                <a:cubicBezTo>
                  <a:pt x="232989" y="185715"/>
                  <a:pt x="232006" y="184137"/>
                  <a:pt x="231618" y="182309"/>
                </a:cubicBezTo>
                <a:cubicBezTo>
                  <a:pt x="231229" y="180480"/>
                  <a:pt x="231686" y="178639"/>
                  <a:pt x="232989" y="176811"/>
                </a:cubicBezTo>
                <a:lnTo>
                  <a:pt x="233389" y="175633"/>
                </a:lnTo>
                <a:cubicBezTo>
                  <a:pt x="234692" y="174056"/>
                  <a:pt x="236201" y="173004"/>
                  <a:pt x="237904" y="172490"/>
                </a:cubicBezTo>
                <a:cubicBezTo>
                  <a:pt x="239607" y="171964"/>
                  <a:pt x="241379" y="172227"/>
                  <a:pt x="243208" y="173267"/>
                </a:cubicBezTo>
                <a:lnTo>
                  <a:pt x="247528" y="175633"/>
                </a:lnTo>
                <a:lnTo>
                  <a:pt x="253037" y="171701"/>
                </a:lnTo>
                <a:cubicBezTo>
                  <a:pt x="254866" y="170387"/>
                  <a:pt x="256695" y="169210"/>
                  <a:pt x="258535" y="168170"/>
                </a:cubicBezTo>
                <a:lnTo>
                  <a:pt x="258924" y="163838"/>
                </a:lnTo>
                <a:cubicBezTo>
                  <a:pt x="259187" y="161746"/>
                  <a:pt x="260044" y="160043"/>
                  <a:pt x="261484" y="158740"/>
                </a:cubicBezTo>
                <a:cubicBezTo>
                  <a:pt x="262924" y="157425"/>
                  <a:pt x="264685" y="156774"/>
                  <a:pt x="266788" y="156774"/>
                </a:cubicBezTo>
                <a:lnTo>
                  <a:pt x="267565" y="156774"/>
                </a:lnTo>
                <a:cubicBezTo>
                  <a:pt x="269668" y="156774"/>
                  <a:pt x="271428" y="157494"/>
                  <a:pt x="272868" y="158934"/>
                </a:cubicBezTo>
                <a:cubicBezTo>
                  <a:pt x="274309" y="160374"/>
                  <a:pt x="275166" y="162135"/>
                  <a:pt x="275429" y="164238"/>
                </a:cubicBezTo>
                <a:lnTo>
                  <a:pt x="275817" y="168170"/>
                </a:lnTo>
                <a:cubicBezTo>
                  <a:pt x="277658" y="169210"/>
                  <a:pt x="279486" y="170387"/>
                  <a:pt x="281327" y="171701"/>
                </a:cubicBezTo>
                <a:lnTo>
                  <a:pt x="286824" y="175633"/>
                </a:lnTo>
                <a:lnTo>
                  <a:pt x="291145" y="173267"/>
                </a:lnTo>
                <a:cubicBezTo>
                  <a:pt x="292974" y="172227"/>
                  <a:pt x="294745" y="171964"/>
                  <a:pt x="296448" y="172490"/>
                </a:cubicBezTo>
                <a:cubicBezTo>
                  <a:pt x="298152" y="173004"/>
                  <a:pt x="299660" y="174056"/>
                  <a:pt x="300963" y="175633"/>
                </a:cubicBezTo>
                <a:lnTo>
                  <a:pt x="301363" y="176411"/>
                </a:lnTo>
                <a:cubicBezTo>
                  <a:pt x="302666" y="178251"/>
                  <a:pt x="303124" y="180148"/>
                  <a:pt x="302735" y="182114"/>
                </a:cubicBezTo>
                <a:cubicBezTo>
                  <a:pt x="302346" y="184080"/>
                  <a:pt x="301363" y="185715"/>
                  <a:pt x="299786" y="187029"/>
                </a:cubicBezTo>
                <a:lnTo>
                  <a:pt x="295466" y="190172"/>
                </a:lnTo>
                <a:cubicBezTo>
                  <a:pt x="295991" y="191212"/>
                  <a:pt x="296254" y="192195"/>
                  <a:pt x="296254" y="193110"/>
                </a:cubicBezTo>
                <a:lnTo>
                  <a:pt x="296254" y="199008"/>
                </a:lnTo>
                <a:cubicBezTo>
                  <a:pt x="296254" y="199922"/>
                  <a:pt x="295991" y="200905"/>
                  <a:pt x="295466" y="201957"/>
                </a:cubicBezTo>
                <a:lnTo>
                  <a:pt x="299786" y="205100"/>
                </a:lnTo>
                <a:cubicBezTo>
                  <a:pt x="301363" y="206403"/>
                  <a:pt x="302346" y="207980"/>
                  <a:pt x="302735" y="209809"/>
                </a:cubicBezTo>
                <a:cubicBezTo>
                  <a:pt x="303124" y="211649"/>
                  <a:pt x="302666" y="213478"/>
                  <a:pt x="301363" y="215318"/>
                </a:cubicBezTo>
                <a:lnTo>
                  <a:pt x="300963" y="216496"/>
                </a:lnTo>
                <a:cubicBezTo>
                  <a:pt x="299660" y="218062"/>
                  <a:pt x="298152" y="219113"/>
                  <a:pt x="296448" y="219639"/>
                </a:cubicBezTo>
                <a:cubicBezTo>
                  <a:pt x="294745" y="220153"/>
                  <a:pt x="292974" y="219902"/>
                  <a:pt x="291145" y="218850"/>
                </a:cubicBezTo>
                <a:lnTo>
                  <a:pt x="286824" y="216496"/>
                </a:lnTo>
                <a:cubicBezTo>
                  <a:pt x="285247" y="217799"/>
                  <a:pt x="283487" y="219113"/>
                  <a:pt x="281521" y="220416"/>
                </a:cubicBezTo>
                <a:cubicBezTo>
                  <a:pt x="279555" y="221731"/>
                  <a:pt x="277658" y="222908"/>
                  <a:pt x="275817" y="223959"/>
                </a:cubicBezTo>
                <a:lnTo>
                  <a:pt x="275429" y="228280"/>
                </a:lnTo>
                <a:cubicBezTo>
                  <a:pt x="275166" y="230372"/>
                  <a:pt x="274309" y="232075"/>
                  <a:pt x="272868" y="233389"/>
                </a:cubicBezTo>
                <a:cubicBezTo>
                  <a:pt x="271428" y="234692"/>
                  <a:pt x="269668" y="235355"/>
                  <a:pt x="267565" y="235355"/>
                </a:cubicBezTo>
                <a:lnTo>
                  <a:pt x="266788" y="235355"/>
                </a:lnTo>
                <a:cubicBezTo>
                  <a:pt x="264685" y="235355"/>
                  <a:pt x="262924" y="234635"/>
                  <a:pt x="261484" y="233195"/>
                </a:cubicBezTo>
                <a:cubicBezTo>
                  <a:pt x="260044" y="231755"/>
                  <a:pt x="259187" y="229983"/>
                  <a:pt x="258924" y="227891"/>
                </a:cubicBezTo>
                <a:close/>
                <a:moveTo>
                  <a:pt x="277783" y="206666"/>
                </a:moveTo>
                <a:cubicBezTo>
                  <a:pt x="280664" y="203785"/>
                  <a:pt x="282104" y="200254"/>
                  <a:pt x="282104" y="196059"/>
                </a:cubicBezTo>
                <a:cubicBezTo>
                  <a:pt x="282104" y="191864"/>
                  <a:pt x="280664" y="188332"/>
                  <a:pt x="277783" y="185452"/>
                </a:cubicBezTo>
                <a:cubicBezTo>
                  <a:pt x="274903" y="182571"/>
                  <a:pt x="271371" y="181131"/>
                  <a:pt x="267176" y="181131"/>
                </a:cubicBezTo>
                <a:cubicBezTo>
                  <a:pt x="262981" y="181131"/>
                  <a:pt x="259450" y="182571"/>
                  <a:pt x="256569" y="185452"/>
                </a:cubicBezTo>
                <a:cubicBezTo>
                  <a:pt x="253689" y="188332"/>
                  <a:pt x="252249" y="191864"/>
                  <a:pt x="252249" y="196059"/>
                </a:cubicBezTo>
                <a:cubicBezTo>
                  <a:pt x="252249" y="200254"/>
                  <a:pt x="253689" y="203785"/>
                  <a:pt x="256569" y="206666"/>
                </a:cubicBezTo>
                <a:cubicBezTo>
                  <a:pt x="259450" y="209546"/>
                  <a:pt x="262981" y="210986"/>
                  <a:pt x="267176" y="210986"/>
                </a:cubicBezTo>
                <a:cubicBezTo>
                  <a:pt x="271371" y="210986"/>
                  <a:pt x="274903" y="209546"/>
                  <a:pt x="277783" y="206666"/>
                </a:cubicBezTo>
                <a:close/>
                <a:moveTo>
                  <a:pt x="300186" y="144590"/>
                </a:moveTo>
                <a:lnTo>
                  <a:pt x="298220" y="136337"/>
                </a:lnTo>
                <a:cubicBezTo>
                  <a:pt x="295591" y="135285"/>
                  <a:pt x="292917" y="133845"/>
                  <a:pt x="290162" y="132017"/>
                </a:cubicBezTo>
                <a:cubicBezTo>
                  <a:pt x="287407" y="130188"/>
                  <a:pt x="285121" y="128222"/>
                  <a:pt x="283281" y="126119"/>
                </a:cubicBezTo>
                <a:lnTo>
                  <a:pt x="272285" y="130051"/>
                </a:lnTo>
                <a:cubicBezTo>
                  <a:pt x="270445" y="130576"/>
                  <a:pt x="268685" y="130576"/>
                  <a:pt x="266982" y="130051"/>
                </a:cubicBezTo>
                <a:cubicBezTo>
                  <a:pt x="265279" y="129525"/>
                  <a:pt x="263907" y="128485"/>
                  <a:pt x="262856" y="126907"/>
                </a:cubicBezTo>
                <a:lnTo>
                  <a:pt x="261278" y="124553"/>
                </a:lnTo>
                <a:cubicBezTo>
                  <a:pt x="260238" y="122712"/>
                  <a:pt x="259907" y="120884"/>
                  <a:pt x="260295" y="119055"/>
                </a:cubicBezTo>
                <a:cubicBezTo>
                  <a:pt x="260695" y="117215"/>
                  <a:pt x="261678" y="115649"/>
                  <a:pt x="263244" y="114334"/>
                </a:cubicBezTo>
                <a:lnTo>
                  <a:pt x="271897" y="107659"/>
                </a:lnTo>
                <a:cubicBezTo>
                  <a:pt x="271371" y="106345"/>
                  <a:pt x="270914" y="104905"/>
                  <a:pt x="270514" y="103339"/>
                </a:cubicBezTo>
                <a:cubicBezTo>
                  <a:pt x="270125" y="101761"/>
                  <a:pt x="269931" y="100195"/>
                  <a:pt x="269931" y="98618"/>
                </a:cubicBezTo>
                <a:cubicBezTo>
                  <a:pt x="269931" y="97052"/>
                  <a:pt x="270125" y="95475"/>
                  <a:pt x="270514" y="93909"/>
                </a:cubicBezTo>
                <a:cubicBezTo>
                  <a:pt x="270914" y="92332"/>
                  <a:pt x="271371" y="90891"/>
                  <a:pt x="271897" y="89588"/>
                </a:cubicBezTo>
                <a:lnTo>
                  <a:pt x="263244" y="82902"/>
                </a:lnTo>
                <a:cubicBezTo>
                  <a:pt x="261678" y="81599"/>
                  <a:pt x="260695" y="79953"/>
                  <a:pt x="260295" y="77987"/>
                </a:cubicBezTo>
                <a:cubicBezTo>
                  <a:pt x="259907" y="76032"/>
                  <a:pt x="260238" y="74261"/>
                  <a:pt x="261278" y="72683"/>
                </a:cubicBezTo>
                <a:lnTo>
                  <a:pt x="262856" y="70729"/>
                </a:lnTo>
                <a:cubicBezTo>
                  <a:pt x="263907" y="69152"/>
                  <a:pt x="265279" y="68043"/>
                  <a:pt x="266982" y="67380"/>
                </a:cubicBezTo>
                <a:cubicBezTo>
                  <a:pt x="268685" y="66728"/>
                  <a:pt x="270445" y="66660"/>
                  <a:pt x="272285" y="67186"/>
                </a:cubicBezTo>
                <a:lnTo>
                  <a:pt x="283281" y="71117"/>
                </a:lnTo>
                <a:cubicBezTo>
                  <a:pt x="285121" y="69026"/>
                  <a:pt x="287407" y="66991"/>
                  <a:pt x="290162" y="65025"/>
                </a:cubicBezTo>
                <a:cubicBezTo>
                  <a:pt x="292917" y="63059"/>
                  <a:pt x="295591" y="61688"/>
                  <a:pt x="298220" y="60899"/>
                </a:cubicBezTo>
                <a:lnTo>
                  <a:pt x="300186" y="52647"/>
                </a:lnTo>
                <a:cubicBezTo>
                  <a:pt x="300700" y="51081"/>
                  <a:pt x="301626" y="49766"/>
                  <a:pt x="302929" y="48726"/>
                </a:cubicBezTo>
                <a:cubicBezTo>
                  <a:pt x="304244" y="47675"/>
                  <a:pt x="305684" y="47149"/>
                  <a:pt x="307250" y="47149"/>
                </a:cubicBezTo>
                <a:lnTo>
                  <a:pt x="311182" y="47149"/>
                </a:lnTo>
                <a:cubicBezTo>
                  <a:pt x="312759" y="47149"/>
                  <a:pt x="314199" y="47675"/>
                  <a:pt x="315502" y="48726"/>
                </a:cubicBezTo>
                <a:cubicBezTo>
                  <a:pt x="316817" y="49766"/>
                  <a:pt x="317731" y="51081"/>
                  <a:pt x="318257" y="52647"/>
                </a:cubicBezTo>
                <a:lnTo>
                  <a:pt x="320223" y="60899"/>
                </a:lnTo>
                <a:cubicBezTo>
                  <a:pt x="322840" y="61688"/>
                  <a:pt x="325526" y="63059"/>
                  <a:pt x="328270" y="65025"/>
                </a:cubicBezTo>
                <a:cubicBezTo>
                  <a:pt x="331024" y="66991"/>
                  <a:pt x="333310" y="69026"/>
                  <a:pt x="335150" y="71117"/>
                </a:cubicBezTo>
                <a:lnTo>
                  <a:pt x="346146" y="67186"/>
                </a:lnTo>
                <a:cubicBezTo>
                  <a:pt x="347986" y="66660"/>
                  <a:pt x="349747" y="66660"/>
                  <a:pt x="351450" y="67186"/>
                </a:cubicBezTo>
                <a:cubicBezTo>
                  <a:pt x="353153" y="67711"/>
                  <a:pt x="354536" y="68763"/>
                  <a:pt x="355576" y="70329"/>
                </a:cubicBezTo>
                <a:lnTo>
                  <a:pt x="357153" y="72683"/>
                </a:lnTo>
                <a:cubicBezTo>
                  <a:pt x="358205" y="74524"/>
                  <a:pt x="358525" y="76352"/>
                  <a:pt x="358136" y="78193"/>
                </a:cubicBezTo>
                <a:cubicBezTo>
                  <a:pt x="357736" y="80021"/>
                  <a:pt x="356765" y="81599"/>
                  <a:pt x="355187" y="82902"/>
                </a:cubicBezTo>
                <a:lnTo>
                  <a:pt x="346546" y="89588"/>
                </a:lnTo>
                <a:cubicBezTo>
                  <a:pt x="347072" y="90891"/>
                  <a:pt x="347529" y="92332"/>
                  <a:pt x="347918" y="93909"/>
                </a:cubicBezTo>
                <a:cubicBezTo>
                  <a:pt x="348306" y="95475"/>
                  <a:pt x="348512" y="97052"/>
                  <a:pt x="348512" y="98618"/>
                </a:cubicBezTo>
                <a:cubicBezTo>
                  <a:pt x="348512" y="100195"/>
                  <a:pt x="348306" y="101761"/>
                  <a:pt x="347918" y="103339"/>
                </a:cubicBezTo>
                <a:cubicBezTo>
                  <a:pt x="347529" y="104905"/>
                  <a:pt x="347072" y="106345"/>
                  <a:pt x="346546" y="107659"/>
                </a:cubicBezTo>
                <a:lnTo>
                  <a:pt x="355187" y="114334"/>
                </a:lnTo>
                <a:cubicBezTo>
                  <a:pt x="356765" y="115649"/>
                  <a:pt x="357736" y="117283"/>
                  <a:pt x="358136" y="119249"/>
                </a:cubicBezTo>
                <a:cubicBezTo>
                  <a:pt x="358525" y="121215"/>
                  <a:pt x="358205" y="122975"/>
                  <a:pt x="357153" y="124553"/>
                </a:cubicBezTo>
                <a:lnTo>
                  <a:pt x="355576" y="126519"/>
                </a:lnTo>
                <a:cubicBezTo>
                  <a:pt x="354536" y="128085"/>
                  <a:pt x="353153" y="129205"/>
                  <a:pt x="351450" y="129856"/>
                </a:cubicBezTo>
                <a:cubicBezTo>
                  <a:pt x="349747" y="130508"/>
                  <a:pt x="347986" y="130576"/>
                  <a:pt x="346146" y="130051"/>
                </a:cubicBezTo>
                <a:lnTo>
                  <a:pt x="335150" y="126119"/>
                </a:lnTo>
                <a:cubicBezTo>
                  <a:pt x="333310" y="128222"/>
                  <a:pt x="331024" y="130188"/>
                  <a:pt x="328270" y="132017"/>
                </a:cubicBezTo>
                <a:cubicBezTo>
                  <a:pt x="325526" y="133845"/>
                  <a:pt x="322840" y="135285"/>
                  <a:pt x="320223" y="136337"/>
                </a:cubicBezTo>
                <a:lnTo>
                  <a:pt x="318257" y="144590"/>
                </a:lnTo>
                <a:cubicBezTo>
                  <a:pt x="317731" y="146167"/>
                  <a:pt x="316817" y="147470"/>
                  <a:pt x="315502" y="148521"/>
                </a:cubicBezTo>
                <a:cubicBezTo>
                  <a:pt x="314199" y="149562"/>
                  <a:pt x="312759" y="150087"/>
                  <a:pt x="311182" y="150087"/>
                </a:cubicBezTo>
                <a:lnTo>
                  <a:pt x="307250" y="150087"/>
                </a:lnTo>
                <a:cubicBezTo>
                  <a:pt x="305684" y="150087"/>
                  <a:pt x="304244" y="149562"/>
                  <a:pt x="302929" y="148521"/>
                </a:cubicBezTo>
                <a:cubicBezTo>
                  <a:pt x="301626" y="147470"/>
                  <a:pt x="300700" y="146167"/>
                  <a:pt x="300186" y="144590"/>
                </a:cubicBezTo>
                <a:close/>
                <a:moveTo>
                  <a:pt x="325526" y="114929"/>
                </a:moveTo>
                <a:cubicBezTo>
                  <a:pt x="329847" y="110608"/>
                  <a:pt x="332007" y="105167"/>
                  <a:pt x="332007" y="98618"/>
                </a:cubicBezTo>
                <a:cubicBezTo>
                  <a:pt x="332007" y="92069"/>
                  <a:pt x="329847" y="86639"/>
                  <a:pt x="325526" y="82319"/>
                </a:cubicBezTo>
                <a:cubicBezTo>
                  <a:pt x="321206" y="77987"/>
                  <a:pt x="315765" y="75827"/>
                  <a:pt x="309216" y="75827"/>
                </a:cubicBezTo>
                <a:cubicBezTo>
                  <a:pt x="302666" y="75827"/>
                  <a:pt x="297237" y="77987"/>
                  <a:pt x="292917" y="82319"/>
                </a:cubicBezTo>
                <a:cubicBezTo>
                  <a:pt x="288585" y="86639"/>
                  <a:pt x="286424" y="92069"/>
                  <a:pt x="286424" y="98618"/>
                </a:cubicBezTo>
                <a:cubicBezTo>
                  <a:pt x="286424" y="105167"/>
                  <a:pt x="288585" y="110608"/>
                  <a:pt x="292917" y="114929"/>
                </a:cubicBezTo>
                <a:cubicBezTo>
                  <a:pt x="297237" y="119249"/>
                  <a:pt x="302666" y="121409"/>
                  <a:pt x="309216" y="121409"/>
                </a:cubicBezTo>
                <a:cubicBezTo>
                  <a:pt x="315765" y="121409"/>
                  <a:pt x="321206" y="119249"/>
                  <a:pt x="325526" y="114929"/>
                </a:cubicBezTo>
                <a:close/>
                <a:moveTo>
                  <a:pt x="140658" y="30647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19" name="圖示 客服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30041"/>
                </a:moveTo>
                <a:cubicBezTo>
                  <a:pt x="181314" y="330041"/>
                  <a:pt x="178514" y="328898"/>
                  <a:pt x="176262" y="326624"/>
                </a:cubicBezTo>
                <a:cubicBezTo>
                  <a:pt x="174010" y="324349"/>
                  <a:pt x="172879" y="321526"/>
                  <a:pt x="172879" y="318177"/>
                </a:cubicBezTo>
                <a:cubicBezTo>
                  <a:pt x="172879" y="314828"/>
                  <a:pt x="174010" y="312028"/>
                  <a:pt x="176262" y="309810"/>
                </a:cubicBezTo>
                <a:cubicBezTo>
                  <a:pt x="178514" y="307581"/>
                  <a:pt x="181314" y="306473"/>
                  <a:pt x="184663" y="306473"/>
                </a:cubicBezTo>
                <a:lnTo>
                  <a:pt x="306473" y="306473"/>
                </a:lnTo>
                <a:lnTo>
                  <a:pt x="306473" y="187029"/>
                </a:lnTo>
                <a:cubicBezTo>
                  <a:pt x="306473" y="154625"/>
                  <a:pt x="295031" y="127147"/>
                  <a:pt x="272171" y="104596"/>
                </a:cubicBezTo>
                <a:cubicBezTo>
                  <a:pt x="249300" y="82010"/>
                  <a:pt x="221445" y="70729"/>
                  <a:pt x="188595" y="70729"/>
                </a:cubicBezTo>
                <a:cubicBezTo>
                  <a:pt x="155745" y="70729"/>
                  <a:pt x="127890" y="82010"/>
                  <a:pt x="105019" y="104596"/>
                </a:cubicBezTo>
                <a:cubicBezTo>
                  <a:pt x="82159" y="127147"/>
                  <a:pt x="70729" y="154625"/>
                  <a:pt x="70729" y="187029"/>
                </a:cubicBezTo>
                <a:lnTo>
                  <a:pt x="70729" y="275040"/>
                </a:lnTo>
                <a:cubicBezTo>
                  <a:pt x="70729" y="277258"/>
                  <a:pt x="69963" y="279132"/>
                  <a:pt x="68443" y="280652"/>
                </a:cubicBezTo>
                <a:cubicBezTo>
                  <a:pt x="66923" y="282172"/>
                  <a:pt x="65071" y="282915"/>
                  <a:pt x="62865" y="282893"/>
                </a:cubicBezTo>
                <a:cubicBezTo>
                  <a:pt x="54224" y="282893"/>
                  <a:pt x="46817" y="279818"/>
                  <a:pt x="40668" y="273657"/>
                </a:cubicBezTo>
                <a:cubicBezTo>
                  <a:pt x="34507" y="267508"/>
                  <a:pt x="31433" y="260101"/>
                  <a:pt x="31433" y="251460"/>
                </a:cubicBezTo>
                <a:lnTo>
                  <a:pt x="31433" y="220028"/>
                </a:lnTo>
                <a:cubicBezTo>
                  <a:pt x="31433" y="214530"/>
                  <a:pt x="32804" y="209352"/>
                  <a:pt x="35559" y="204506"/>
                </a:cubicBezTo>
                <a:cubicBezTo>
                  <a:pt x="38313" y="199659"/>
                  <a:pt x="42177" y="195796"/>
                  <a:pt x="47149" y="192916"/>
                </a:cubicBezTo>
                <a:lnTo>
                  <a:pt x="48326" y="172090"/>
                </a:lnTo>
                <a:cubicBezTo>
                  <a:pt x="50418" y="154282"/>
                  <a:pt x="55596" y="137777"/>
                  <a:pt x="63848" y="122587"/>
                </a:cubicBezTo>
                <a:cubicBezTo>
                  <a:pt x="72100" y="107396"/>
                  <a:pt x="82445" y="94172"/>
                  <a:pt x="94892" y="82902"/>
                </a:cubicBezTo>
                <a:cubicBezTo>
                  <a:pt x="107328" y="71643"/>
                  <a:pt x="121604" y="62865"/>
                  <a:pt x="137709" y="56579"/>
                </a:cubicBezTo>
                <a:cubicBezTo>
                  <a:pt x="153825" y="50292"/>
                  <a:pt x="170787" y="47149"/>
                  <a:pt x="188595" y="47149"/>
                </a:cubicBezTo>
                <a:cubicBezTo>
                  <a:pt x="206403" y="47149"/>
                  <a:pt x="223296" y="50292"/>
                  <a:pt x="239276" y="56579"/>
                </a:cubicBezTo>
                <a:cubicBezTo>
                  <a:pt x="255255" y="62865"/>
                  <a:pt x="269531" y="71575"/>
                  <a:pt x="282104" y="82707"/>
                </a:cubicBezTo>
                <a:cubicBezTo>
                  <a:pt x="294677" y="93840"/>
                  <a:pt x="305021" y="106996"/>
                  <a:pt x="313148" y="122198"/>
                </a:cubicBezTo>
                <a:cubicBezTo>
                  <a:pt x="321263" y="137389"/>
                  <a:pt x="326509" y="153894"/>
                  <a:pt x="328864" y="171701"/>
                </a:cubicBezTo>
                <a:lnTo>
                  <a:pt x="330041" y="192127"/>
                </a:lnTo>
                <a:cubicBezTo>
                  <a:pt x="335013" y="194493"/>
                  <a:pt x="338877" y="198025"/>
                  <a:pt x="341631" y="202745"/>
                </a:cubicBezTo>
                <a:cubicBezTo>
                  <a:pt x="344386" y="207455"/>
                  <a:pt x="345758" y="212427"/>
                  <a:pt x="345758" y="217673"/>
                </a:cubicBezTo>
                <a:lnTo>
                  <a:pt x="345758" y="253815"/>
                </a:lnTo>
                <a:cubicBezTo>
                  <a:pt x="345758" y="259061"/>
                  <a:pt x="344386" y="264033"/>
                  <a:pt x="341631" y="268754"/>
                </a:cubicBezTo>
                <a:cubicBezTo>
                  <a:pt x="338877" y="273463"/>
                  <a:pt x="335013" y="276995"/>
                  <a:pt x="330041" y="279361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184663" y="330041"/>
                </a:lnTo>
                <a:close/>
                <a:moveTo>
                  <a:pt x="132999" y="212678"/>
                </a:moveTo>
                <a:cubicBezTo>
                  <a:pt x="130771" y="210403"/>
                  <a:pt x="129662" y="207580"/>
                  <a:pt x="129662" y="204231"/>
                </a:cubicBezTo>
                <a:cubicBezTo>
                  <a:pt x="129662" y="200882"/>
                  <a:pt x="130793" y="198093"/>
                  <a:pt x="133079" y="195864"/>
                </a:cubicBezTo>
                <a:cubicBezTo>
                  <a:pt x="135354" y="193636"/>
                  <a:pt x="138177" y="192527"/>
                  <a:pt x="141526" y="192527"/>
                </a:cubicBezTo>
                <a:cubicBezTo>
                  <a:pt x="144875" y="192527"/>
                  <a:pt x="147664" y="193658"/>
                  <a:pt x="149893" y="195944"/>
                </a:cubicBezTo>
                <a:cubicBezTo>
                  <a:pt x="152122" y="198219"/>
                  <a:pt x="153231" y="201042"/>
                  <a:pt x="153231" y="204391"/>
                </a:cubicBezTo>
                <a:cubicBezTo>
                  <a:pt x="153231" y="207740"/>
                  <a:pt x="152099" y="210529"/>
                  <a:pt x="149813" y="212758"/>
                </a:cubicBezTo>
                <a:cubicBezTo>
                  <a:pt x="147538" y="214987"/>
                  <a:pt x="144715" y="216096"/>
                  <a:pt x="141366" y="216096"/>
                </a:cubicBezTo>
                <a:cubicBezTo>
                  <a:pt x="138017" y="216096"/>
                  <a:pt x="135228" y="214964"/>
                  <a:pt x="132999" y="212678"/>
                </a:cubicBezTo>
                <a:close/>
                <a:moveTo>
                  <a:pt x="227297" y="212678"/>
                </a:moveTo>
                <a:cubicBezTo>
                  <a:pt x="225068" y="210403"/>
                  <a:pt x="223959" y="207580"/>
                  <a:pt x="223959" y="204231"/>
                </a:cubicBezTo>
                <a:cubicBezTo>
                  <a:pt x="223959" y="200882"/>
                  <a:pt x="225091" y="198093"/>
                  <a:pt x="227377" y="195864"/>
                </a:cubicBezTo>
                <a:cubicBezTo>
                  <a:pt x="229652" y="193636"/>
                  <a:pt x="232475" y="192527"/>
                  <a:pt x="235824" y="192527"/>
                </a:cubicBezTo>
                <a:cubicBezTo>
                  <a:pt x="239173" y="192527"/>
                  <a:pt x="241962" y="193658"/>
                  <a:pt x="244191" y="195944"/>
                </a:cubicBezTo>
                <a:cubicBezTo>
                  <a:pt x="246419" y="198219"/>
                  <a:pt x="247528" y="201042"/>
                  <a:pt x="247528" y="204391"/>
                </a:cubicBezTo>
                <a:cubicBezTo>
                  <a:pt x="247528" y="207740"/>
                  <a:pt x="246397" y="210529"/>
                  <a:pt x="244111" y="212758"/>
                </a:cubicBezTo>
                <a:cubicBezTo>
                  <a:pt x="241836" y="214987"/>
                  <a:pt x="239013" y="216096"/>
                  <a:pt x="235664" y="216096"/>
                </a:cubicBezTo>
                <a:cubicBezTo>
                  <a:pt x="232315" y="216096"/>
                  <a:pt x="229526" y="214964"/>
                  <a:pt x="227297" y="212678"/>
                </a:cubicBezTo>
                <a:close/>
                <a:moveTo>
                  <a:pt x="94686" y="195670"/>
                </a:moveTo>
                <a:cubicBezTo>
                  <a:pt x="92857" y="167907"/>
                  <a:pt x="101236" y="144064"/>
                  <a:pt x="119832" y="124164"/>
                </a:cubicBezTo>
                <a:cubicBezTo>
                  <a:pt x="138429" y="104253"/>
                  <a:pt x="161620" y="94298"/>
                  <a:pt x="189384" y="94298"/>
                </a:cubicBezTo>
                <a:cubicBezTo>
                  <a:pt x="212175" y="94298"/>
                  <a:pt x="231949" y="101830"/>
                  <a:pt x="248705" y="116895"/>
                </a:cubicBezTo>
                <a:cubicBezTo>
                  <a:pt x="265473" y="131948"/>
                  <a:pt x="275692" y="150750"/>
                  <a:pt x="279361" y="173267"/>
                </a:cubicBezTo>
                <a:cubicBezTo>
                  <a:pt x="256043" y="173004"/>
                  <a:pt x="234761" y="166467"/>
                  <a:pt x="215513" y="153631"/>
                </a:cubicBezTo>
                <a:cubicBezTo>
                  <a:pt x="196253" y="140795"/>
                  <a:pt x="181348" y="123901"/>
                  <a:pt x="170798" y="102939"/>
                </a:cubicBezTo>
                <a:cubicBezTo>
                  <a:pt x="166684" y="123901"/>
                  <a:pt x="157883" y="142555"/>
                  <a:pt x="144395" y="158934"/>
                </a:cubicBezTo>
                <a:cubicBezTo>
                  <a:pt x="130908" y="175302"/>
                  <a:pt x="114334" y="187543"/>
                  <a:pt x="94686" y="19567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21" name="圖示 訓練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274251"/>
                </a:moveTo>
                <a:cubicBezTo>
                  <a:pt x="82776" y="272148"/>
                  <a:pt x="79827" y="269279"/>
                  <a:pt x="77598" y="265645"/>
                </a:cubicBezTo>
                <a:cubicBezTo>
                  <a:pt x="75369" y="261998"/>
                  <a:pt x="74261" y="257929"/>
                  <a:pt x="74261" y="253426"/>
                </a:cubicBezTo>
                <a:lnTo>
                  <a:pt x="74261" y="173267"/>
                </a:lnTo>
                <a:lnTo>
                  <a:pt x="34964" y="151665"/>
                </a:lnTo>
                <a:cubicBezTo>
                  <a:pt x="32873" y="150350"/>
                  <a:pt x="31307" y="148841"/>
                  <a:pt x="30255" y="147138"/>
                </a:cubicBezTo>
                <a:cubicBezTo>
                  <a:pt x="29204" y="145435"/>
                  <a:pt x="28678" y="143538"/>
                  <a:pt x="28678" y="141446"/>
                </a:cubicBezTo>
                <a:cubicBezTo>
                  <a:pt x="28678" y="139355"/>
                  <a:pt x="29204" y="137457"/>
                  <a:pt x="30255" y="135754"/>
                </a:cubicBezTo>
                <a:cubicBezTo>
                  <a:pt x="31307" y="134051"/>
                  <a:pt x="32873" y="132542"/>
                  <a:pt x="34964" y="131228"/>
                </a:cubicBezTo>
                <a:lnTo>
                  <a:pt x="176811" y="53435"/>
                </a:lnTo>
                <a:cubicBezTo>
                  <a:pt x="178639" y="52384"/>
                  <a:pt x="180480" y="51664"/>
                  <a:pt x="182309" y="51275"/>
                </a:cubicBezTo>
                <a:cubicBezTo>
                  <a:pt x="184137" y="50886"/>
                  <a:pt x="186103" y="50681"/>
                  <a:pt x="188206" y="50681"/>
                </a:cubicBezTo>
                <a:cubicBezTo>
                  <a:pt x="190298" y="50681"/>
                  <a:pt x="192264" y="50886"/>
                  <a:pt x="194093" y="51275"/>
                </a:cubicBezTo>
                <a:cubicBezTo>
                  <a:pt x="195933" y="51664"/>
                  <a:pt x="197762" y="52384"/>
                  <a:pt x="199602" y="53435"/>
                </a:cubicBezTo>
                <a:lnTo>
                  <a:pt x="355187" y="137914"/>
                </a:lnTo>
                <a:cubicBezTo>
                  <a:pt x="357279" y="139217"/>
                  <a:pt x="358856" y="140795"/>
                  <a:pt x="359908" y="142624"/>
                </a:cubicBezTo>
                <a:cubicBezTo>
                  <a:pt x="360948" y="144464"/>
                  <a:pt x="361474" y="146418"/>
                  <a:pt x="361474" y="148521"/>
                </a:cubicBezTo>
                <a:lnTo>
                  <a:pt x="361474" y="254215"/>
                </a:lnTo>
                <a:cubicBezTo>
                  <a:pt x="361474" y="257564"/>
                  <a:pt x="360331" y="260364"/>
                  <a:pt x="358056" y="262616"/>
                </a:cubicBezTo>
                <a:cubicBezTo>
                  <a:pt x="355782" y="264867"/>
                  <a:pt x="352958" y="265999"/>
                  <a:pt x="349609" y="265999"/>
                </a:cubicBezTo>
                <a:cubicBezTo>
                  <a:pt x="346260" y="265999"/>
                  <a:pt x="343460" y="264867"/>
                  <a:pt x="341243" y="262616"/>
                </a:cubicBezTo>
                <a:cubicBezTo>
                  <a:pt x="339014" y="260364"/>
                  <a:pt x="337905" y="257564"/>
                  <a:pt x="337905" y="254215"/>
                </a:cubicBezTo>
                <a:lnTo>
                  <a:pt x="337905" y="155197"/>
                </a:lnTo>
                <a:lnTo>
                  <a:pt x="302141" y="173267"/>
                </a:lnTo>
                <a:lnTo>
                  <a:pt x="302141" y="253426"/>
                </a:lnTo>
                <a:cubicBezTo>
                  <a:pt x="302141" y="257952"/>
                  <a:pt x="301032" y="262033"/>
                  <a:pt x="298803" y="265645"/>
                </a:cubicBezTo>
                <a:cubicBezTo>
                  <a:pt x="296574" y="269279"/>
                  <a:pt x="293637" y="272148"/>
                  <a:pt x="289968" y="274251"/>
                </a:cubicBezTo>
                <a:lnTo>
                  <a:pt x="199602" y="323755"/>
                </a:lnTo>
                <a:cubicBezTo>
                  <a:pt x="197762" y="324806"/>
                  <a:pt x="195933" y="325526"/>
                  <a:pt x="194093" y="325915"/>
                </a:cubicBezTo>
                <a:cubicBezTo>
                  <a:pt x="192264" y="326304"/>
                  <a:pt x="190298" y="326509"/>
                  <a:pt x="188206" y="326509"/>
                </a:cubicBezTo>
                <a:cubicBezTo>
                  <a:pt x="186103" y="326509"/>
                  <a:pt x="184137" y="326304"/>
                  <a:pt x="182309" y="325915"/>
                </a:cubicBezTo>
                <a:cubicBezTo>
                  <a:pt x="180480" y="325526"/>
                  <a:pt x="178639" y="324806"/>
                  <a:pt x="176811" y="323755"/>
                </a:cubicBezTo>
                <a:lnTo>
                  <a:pt x="86445" y="274251"/>
                </a:lnTo>
                <a:close/>
                <a:moveTo>
                  <a:pt x="188206" y="209032"/>
                </a:moveTo>
                <a:lnTo>
                  <a:pt x="311970" y="141446"/>
                </a:lnTo>
                <a:lnTo>
                  <a:pt x="188206" y="75049"/>
                </a:lnTo>
                <a:lnTo>
                  <a:pt x="65220" y="141446"/>
                </a:lnTo>
                <a:lnTo>
                  <a:pt x="188206" y="209032"/>
                </a:lnTo>
                <a:close/>
                <a:moveTo>
                  <a:pt x="188206" y="303329"/>
                </a:moveTo>
                <a:lnTo>
                  <a:pt x="278572" y="253426"/>
                </a:lnTo>
                <a:lnTo>
                  <a:pt x="278572" y="187418"/>
                </a:lnTo>
                <a:lnTo>
                  <a:pt x="199602" y="229846"/>
                </a:lnTo>
                <a:cubicBezTo>
                  <a:pt x="197762" y="230897"/>
                  <a:pt x="195933" y="231618"/>
                  <a:pt x="194093" y="232006"/>
                </a:cubicBezTo>
                <a:cubicBezTo>
                  <a:pt x="192264" y="232406"/>
                  <a:pt x="190298" y="232600"/>
                  <a:pt x="188206" y="232600"/>
                </a:cubicBezTo>
                <a:cubicBezTo>
                  <a:pt x="186103" y="232600"/>
                  <a:pt x="184206" y="232406"/>
                  <a:pt x="182503" y="232006"/>
                </a:cubicBezTo>
                <a:cubicBezTo>
                  <a:pt x="180800" y="231618"/>
                  <a:pt x="179040" y="230897"/>
                  <a:pt x="177199" y="229846"/>
                </a:cubicBezTo>
                <a:lnTo>
                  <a:pt x="97829" y="186629"/>
                </a:lnTo>
                <a:lnTo>
                  <a:pt x="97829" y="253426"/>
                </a:lnTo>
                <a:lnTo>
                  <a:pt x="188206" y="303329"/>
                </a:lnTo>
                <a:close/>
                <a:moveTo>
                  <a:pt x="188595" y="209032"/>
                </a:moveTo>
                <a:close/>
                <a:moveTo>
                  <a:pt x="188206" y="244385"/>
                </a:moveTo>
                <a:close/>
                <a:moveTo>
                  <a:pt x="188206" y="24438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3" name="圖示 工廠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45758"/>
                </a:moveTo>
                <a:cubicBezTo>
                  <a:pt x="48509" y="345758"/>
                  <a:pt x="42954" y="343449"/>
                  <a:pt x="38348" y="338842"/>
                </a:cubicBezTo>
                <a:cubicBezTo>
                  <a:pt x="33741" y="334202"/>
                  <a:pt x="31433" y="328658"/>
                  <a:pt x="31433" y="322189"/>
                </a:cubicBezTo>
                <a:lnTo>
                  <a:pt x="31433" y="172490"/>
                </a:lnTo>
                <a:cubicBezTo>
                  <a:pt x="31433" y="167667"/>
                  <a:pt x="32747" y="163255"/>
                  <a:pt x="35364" y="159243"/>
                </a:cubicBezTo>
                <a:cubicBezTo>
                  <a:pt x="37982" y="155242"/>
                  <a:pt x="41514" y="152316"/>
                  <a:pt x="45971" y="150487"/>
                </a:cubicBezTo>
                <a:lnTo>
                  <a:pt x="124941" y="117089"/>
                </a:lnTo>
                <a:cubicBezTo>
                  <a:pt x="128873" y="115512"/>
                  <a:pt x="132611" y="115820"/>
                  <a:pt x="136143" y="117992"/>
                </a:cubicBezTo>
                <a:cubicBezTo>
                  <a:pt x="139675" y="120164"/>
                  <a:pt x="141446" y="123398"/>
                  <a:pt x="141446" y="127696"/>
                </a:cubicBezTo>
                <a:lnTo>
                  <a:pt x="141446" y="141446"/>
                </a:lnTo>
                <a:lnTo>
                  <a:pt x="203923" y="116300"/>
                </a:lnTo>
                <a:cubicBezTo>
                  <a:pt x="207843" y="114734"/>
                  <a:pt x="211512" y="115134"/>
                  <a:pt x="214918" y="117523"/>
                </a:cubicBezTo>
                <a:cubicBezTo>
                  <a:pt x="218324" y="119901"/>
                  <a:pt x="220028" y="123158"/>
                  <a:pt x="220028" y="127307"/>
                </a:cubicBezTo>
                <a:lnTo>
                  <a:pt x="220028" y="157163"/>
                </a:lnTo>
                <a:lnTo>
                  <a:pt x="345758" y="157163"/>
                </a:lnTo>
                <a:lnTo>
                  <a:pt x="345758" y="322189"/>
                </a:lnTo>
                <a:cubicBezTo>
                  <a:pt x="345758" y="328681"/>
                  <a:pt x="343449" y="334236"/>
                  <a:pt x="338842" y="338842"/>
                </a:cubicBezTo>
                <a:cubicBezTo>
                  <a:pt x="334236" y="343449"/>
                  <a:pt x="328681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80811"/>
                </a:lnTo>
                <a:lnTo>
                  <a:pt x="196459" y="180811"/>
                </a:lnTo>
                <a:lnTo>
                  <a:pt x="196459" y="144590"/>
                </a:lnTo>
                <a:lnTo>
                  <a:pt x="117878" y="176022"/>
                </a:lnTo>
                <a:lnTo>
                  <a:pt x="117878" y="144978"/>
                </a:lnTo>
                <a:lnTo>
                  <a:pt x="55013" y="172879"/>
                </a:lnTo>
                <a:lnTo>
                  <a:pt x="55013" y="322189"/>
                </a:lnTo>
                <a:close/>
                <a:moveTo>
                  <a:pt x="176811" y="282893"/>
                </a:moveTo>
                <a:lnTo>
                  <a:pt x="200379" y="282893"/>
                </a:lnTo>
                <a:lnTo>
                  <a:pt x="200379" y="220028"/>
                </a:lnTo>
                <a:lnTo>
                  <a:pt x="176811" y="220028"/>
                </a:lnTo>
                <a:lnTo>
                  <a:pt x="176811" y="282893"/>
                </a:lnTo>
                <a:close/>
                <a:moveTo>
                  <a:pt x="113946" y="282893"/>
                </a:moveTo>
                <a:lnTo>
                  <a:pt x="137514" y="282893"/>
                </a:lnTo>
                <a:lnTo>
                  <a:pt x="137514" y="220028"/>
                </a:lnTo>
                <a:lnTo>
                  <a:pt x="113946" y="220028"/>
                </a:lnTo>
                <a:lnTo>
                  <a:pt x="113946" y="282893"/>
                </a:lnTo>
                <a:close/>
                <a:moveTo>
                  <a:pt x="239676" y="282893"/>
                </a:moveTo>
                <a:lnTo>
                  <a:pt x="263244" y="282893"/>
                </a:lnTo>
                <a:lnTo>
                  <a:pt x="263244" y="220028"/>
                </a:lnTo>
                <a:lnTo>
                  <a:pt x="239676" y="220028"/>
                </a:lnTo>
                <a:lnTo>
                  <a:pt x="239676" y="282893"/>
                </a:lnTo>
                <a:close/>
                <a:moveTo>
                  <a:pt x="345758" y="157163"/>
                </a:moveTo>
                <a:lnTo>
                  <a:pt x="275040" y="157163"/>
                </a:lnTo>
                <a:lnTo>
                  <a:pt x="289568" y="41651"/>
                </a:lnTo>
                <a:cubicBezTo>
                  <a:pt x="290093" y="38771"/>
                  <a:pt x="291408" y="36347"/>
                  <a:pt x="293500" y="34381"/>
                </a:cubicBezTo>
                <a:cubicBezTo>
                  <a:pt x="295591" y="32415"/>
                  <a:pt x="298083" y="31433"/>
                  <a:pt x="300963" y="31433"/>
                </a:cubicBezTo>
                <a:lnTo>
                  <a:pt x="319823" y="31433"/>
                </a:lnTo>
                <a:cubicBezTo>
                  <a:pt x="322680" y="31433"/>
                  <a:pt x="325172" y="32415"/>
                  <a:pt x="327287" y="34381"/>
                </a:cubicBezTo>
                <a:cubicBezTo>
                  <a:pt x="329390" y="36347"/>
                  <a:pt x="330693" y="38771"/>
                  <a:pt x="331219" y="41651"/>
                </a:cubicBezTo>
                <a:lnTo>
                  <a:pt x="345758" y="15716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5" name="圖示 機台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30041"/>
                </a:moveTo>
                <a:cubicBezTo>
                  <a:pt x="78456" y="330041"/>
                  <a:pt x="74066" y="328270"/>
                  <a:pt x="70523" y="324738"/>
                </a:cubicBezTo>
                <a:cubicBezTo>
                  <a:pt x="66991" y="321206"/>
                  <a:pt x="65220" y="316817"/>
                  <a:pt x="65220" y="311570"/>
                </a:cubicBezTo>
                <a:cubicBezTo>
                  <a:pt x="65220" y="306335"/>
                  <a:pt x="66991" y="301946"/>
                  <a:pt x="70523" y="298414"/>
                </a:cubicBezTo>
                <a:cubicBezTo>
                  <a:pt x="74066" y="294871"/>
                  <a:pt x="78456" y="293111"/>
                  <a:pt x="83690" y="293111"/>
                </a:cubicBezTo>
                <a:lnTo>
                  <a:pt x="115123" y="293111"/>
                </a:lnTo>
                <a:lnTo>
                  <a:pt x="73472" y="150876"/>
                </a:lnTo>
                <a:cubicBezTo>
                  <a:pt x="65094" y="146944"/>
                  <a:pt x="58544" y="141641"/>
                  <a:pt x="53824" y="134965"/>
                </a:cubicBezTo>
                <a:cubicBezTo>
                  <a:pt x="49115" y="128279"/>
                  <a:pt x="46760" y="119443"/>
                  <a:pt x="46760" y="108448"/>
                </a:cubicBezTo>
                <a:cubicBezTo>
                  <a:pt x="46760" y="96126"/>
                  <a:pt x="51275" y="85462"/>
                  <a:pt x="60316" y="76421"/>
                </a:cubicBezTo>
                <a:cubicBezTo>
                  <a:pt x="69346" y="67380"/>
                  <a:pt x="80021" y="62865"/>
                  <a:pt x="92332" y="62865"/>
                </a:cubicBezTo>
                <a:cubicBezTo>
                  <a:pt x="103853" y="62865"/>
                  <a:pt x="113420" y="65940"/>
                  <a:pt x="121021" y="72100"/>
                </a:cubicBezTo>
                <a:cubicBezTo>
                  <a:pt x="128610" y="78250"/>
                  <a:pt x="133720" y="86445"/>
                  <a:pt x="136337" y="96652"/>
                </a:cubicBezTo>
                <a:lnTo>
                  <a:pt x="193704" y="96652"/>
                </a:lnTo>
                <a:lnTo>
                  <a:pt x="193704" y="73472"/>
                </a:lnTo>
                <a:cubicBezTo>
                  <a:pt x="193704" y="70329"/>
                  <a:pt x="194882" y="67586"/>
                  <a:pt x="197236" y="65220"/>
                </a:cubicBezTo>
                <a:cubicBezTo>
                  <a:pt x="199602" y="62865"/>
                  <a:pt x="202345" y="61688"/>
                  <a:pt x="205489" y="61688"/>
                </a:cubicBezTo>
                <a:cubicBezTo>
                  <a:pt x="208369" y="61688"/>
                  <a:pt x="210792" y="62796"/>
                  <a:pt x="212758" y="65025"/>
                </a:cubicBezTo>
                <a:cubicBezTo>
                  <a:pt x="214724" y="67254"/>
                  <a:pt x="215707" y="69803"/>
                  <a:pt x="215707" y="72683"/>
                </a:cubicBezTo>
                <a:lnTo>
                  <a:pt x="245174" y="44394"/>
                </a:lnTo>
                <a:cubicBezTo>
                  <a:pt x="247265" y="42302"/>
                  <a:pt x="249951" y="40931"/>
                  <a:pt x="253232" y="40268"/>
                </a:cubicBezTo>
                <a:cubicBezTo>
                  <a:pt x="256501" y="39616"/>
                  <a:pt x="259838" y="40074"/>
                  <a:pt x="263244" y="41651"/>
                </a:cubicBezTo>
                <a:lnTo>
                  <a:pt x="325332" y="71506"/>
                </a:lnTo>
                <a:cubicBezTo>
                  <a:pt x="327687" y="72821"/>
                  <a:pt x="329321" y="74649"/>
                  <a:pt x="330236" y="77015"/>
                </a:cubicBezTo>
                <a:cubicBezTo>
                  <a:pt x="331150" y="79370"/>
                  <a:pt x="330956" y="81850"/>
                  <a:pt x="329653" y="84479"/>
                </a:cubicBezTo>
                <a:cubicBezTo>
                  <a:pt x="328338" y="87097"/>
                  <a:pt x="326441" y="88663"/>
                  <a:pt x="323949" y="89188"/>
                </a:cubicBezTo>
                <a:cubicBezTo>
                  <a:pt x="321457" y="89714"/>
                  <a:pt x="319046" y="89325"/>
                  <a:pt x="316680" y="88011"/>
                </a:cubicBezTo>
                <a:lnTo>
                  <a:pt x="255781" y="58544"/>
                </a:lnTo>
                <a:lnTo>
                  <a:pt x="217273" y="97441"/>
                </a:lnTo>
                <a:lnTo>
                  <a:pt x="217273" y="117878"/>
                </a:lnTo>
                <a:lnTo>
                  <a:pt x="255781" y="158340"/>
                </a:lnTo>
                <a:lnTo>
                  <a:pt x="316680" y="128485"/>
                </a:lnTo>
                <a:cubicBezTo>
                  <a:pt x="319297" y="127170"/>
                  <a:pt x="321789" y="126839"/>
                  <a:pt x="324143" y="127502"/>
                </a:cubicBezTo>
                <a:cubicBezTo>
                  <a:pt x="326509" y="128153"/>
                  <a:pt x="328338" y="129788"/>
                  <a:pt x="329653" y="132405"/>
                </a:cubicBezTo>
                <a:cubicBezTo>
                  <a:pt x="330956" y="135034"/>
                  <a:pt x="331150" y="137651"/>
                  <a:pt x="330236" y="140269"/>
                </a:cubicBezTo>
                <a:cubicBezTo>
                  <a:pt x="329321" y="142886"/>
                  <a:pt x="327550" y="144852"/>
                  <a:pt x="324932" y="146167"/>
                </a:cubicBezTo>
                <a:lnTo>
                  <a:pt x="264822" y="174456"/>
                </a:lnTo>
                <a:cubicBezTo>
                  <a:pt x="261153" y="176285"/>
                  <a:pt x="257621" y="177131"/>
                  <a:pt x="254215" y="177005"/>
                </a:cubicBezTo>
                <a:cubicBezTo>
                  <a:pt x="250808" y="176868"/>
                  <a:pt x="247791" y="175496"/>
                  <a:pt x="245174" y="172879"/>
                </a:cubicBezTo>
                <a:lnTo>
                  <a:pt x="215707" y="144590"/>
                </a:lnTo>
                <a:cubicBezTo>
                  <a:pt x="215707" y="148259"/>
                  <a:pt x="214724" y="151002"/>
                  <a:pt x="212758" y="152842"/>
                </a:cubicBezTo>
                <a:cubicBezTo>
                  <a:pt x="210792" y="154671"/>
                  <a:pt x="208369" y="155597"/>
                  <a:pt x="205489" y="155597"/>
                </a:cubicBezTo>
                <a:cubicBezTo>
                  <a:pt x="202345" y="155597"/>
                  <a:pt x="199602" y="154408"/>
                  <a:pt x="197236" y="152053"/>
                </a:cubicBezTo>
                <a:cubicBezTo>
                  <a:pt x="194882" y="149699"/>
                  <a:pt x="193704" y="146944"/>
                  <a:pt x="193704" y="143801"/>
                </a:cubicBezTo>
                <a:lnTo>
                  <a:pt x="193704" y="120232"/>
                </a:lnTo>
                <a:lnTo>
                  <a:pt x="135548" y="120232"/>
                </a:lnTo>
                <a:cubicBezTo>
                  <a:pt x="135548" y="123375"/>
                  <a:pt x="134703" y="126576"/>
                  <a:pt x="132999" y="129856"/>
                </a:cubicBezTo>
                <a:cubicBezTo>
                  <a:pt x="131296" y="133125"/>
                  <a:pt x="129262" y="135811"/>
                  <a:pt x="126907" y="137914"/>
                </a:cubicBezTo>
                <a:lnTo>
                  <a:pt x="207455" y="293111"/>
                </a:lnTo>
                <a:lnTo>
                  <a:pt x="251071" y="293111"/>
                </a:lnTo>
                <a:cubicBezTo>
                  <a:pt x="256306" y="293111"/>
                  <a:pt x="260695" y="294871"/>
                  <a:pt x="264227" y="298414"/>
                </a:cubicBezTo>
                <a:cubicBezTo>
                  <a:pt x="267771" y="301946"/>
                  <a:pt x="269531" y="306335"/>
                  <a:pt x="269531" y="311570"/>
                </a:cubicBezTo>
                <a:cubicBezTo>
                  <a:pt x="269531" y="316817"/>
                  <a:pt x="267771" y="321206"/>
                  <a:pt x="264227" y="324738"/>
                </a:cubicBezTo>
                <a:cubicBezTo>
                  <a:pt x="260695" y="328270"/>
                  <a:pt x="256306" y="330041"/>
                  <a:pt x="251071" y="330041"/>
                </a:cubicBezTo>
                <a:lnTo>
                  <a:pt x="83690" y="330041"/>
                </a:lnTo>
                <a:close/>
                <a:moveTo>
                  <a:pt x="108048" y="124164"/>
                </a:moveTo>
                <a:cubicBezTo>
                  <a:pt x="112243" y="119969"/>
                  <a:pt x="114334" y="114734"/>
                  <a:pt x="114334" y="108448"/>
                </a:cubicBezTo>
                <a:cubicBezTo>
                  <a:pt x="114334" y="102161"/>
                  <a:pt x="112243" y="96915"/>
                  <a:pt x="108048" y="92732"/>
                </a:cubicBezTo>
                <a:cubicBezTo>
                  <a:pt x="103853" y="88537"/>
                  <a:pt x="98618" y="86445"/>
                  <a:pt x="92332" y="86445"/>
                </a:cubicBezTo>
                <a:cubicBezTo>
                  <a:pt x="86045" y="86445"/>
                  <a:pt x="80810" y="88537"/>
                  <a:pt x="76615" y="92732"/>
                </a:cubicBezTo>
                <a:cubicBezTo>
                  <a:pt x="72420" y="96915"/>
                  <a:pt x="70329" y="102161"/>
                  <a:pt x="70329" y="108448"/>
                </a:cubicBezTo>
                <a:cubicBezTo>
                  <a:pt x="70329" y="114734"/>
                  <a:pt x="72420" y="119969"/>
                  <a:pt x="76615" y="124164"/>
                </a:cubicBezTo>
                <a:cubicBezTo>
                  <a:pt x="80810" y="128347"/>
                  <a:pt x="86045" y="130451"/>
                  <a:pt x="92332" y="130451"/>
                </a:cubicBezTo>
                <a:cubicBezTo>
                  <a:pt x="98618" y="130451"/>
                  <a:pt x="103853" y="128347"/>
                  <a:pt x="108048" y="124164"/>
                </a:cubicBezTo>
                <a:close/>
                <a:moveTo>
                  <a:pt x="141058" y="293111"/>
                </a:moveTo>
                <a:lnTo>
                  <a:pt x="181131" y="293111"/>
                </a:lnTo>
                <a:lnTo>
                  <a:pt x="106871" y="148910"/>
                </a:lnTo>
                <a:cubicBezTo>
                  <a:pt x="106082" y="149436"/>
                  <a:pt x="104779" y="149962"/>
                  <a:pt x="102939" y="150487"/>
                </a:cubicBezTo>
                <a:cubicBezTo>
                  <a:pt x="101110" y="151002"/>
                  <a:pt x="99670" y="151402"/>
                  <a:pt x="98618" y="151665"/>
                </a:cubicBezTo>
                <a:lnTo>
                  <a:pt x="141058" y="293111"/>
                </a:lnTo>
                <a:close/>
                <a:moveTo>
                  <a:pt x="181131" y="29311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27" name="圖示 產線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8970" y="330041"/>
                </a:moveTo>
                <a:cubicBezTo>
                  <a:pt x="65883" y="330041"/>
                  <a:pt x="54750" y="325458"/>
                  <a:pt x="45583" y="316291"/>
                </a:cubicBezTo>
                <a:cubicBezTo>
                  <a:pt x="36405" y="307124"/>
                  <a:pt x="31821" y="295991"/>
                  <a:pt x="31821" y="282893"/>
                </a:cubicBezTo>
                <a:cubicBezTo>
                  <a:pt x="31821" y="269794"/>
                  <a:pt x="36405" y="258661"/>
                  <a:pt x="45583" y="249494"/>
                </a:cubicBezTo>
                <a:cubicBezTo>
                  <a:pt x="54750" y="240327"/>
                  <a:pt x="65883" y="235744"/>
                  <a:pt x="78970" y="235744"/>
                </a:cubicBezTo>
                <a:lnTo>
                  <a:pt x="298997" y="235744"/>
                </a:lnTo>
                <a:cubicBezTo>
                  <a:pt x="312096" y="235744"/>
                  <a:pt x="323229" y="240327"/>
                  <a:pt x="332396" y="249494"/>
                </a:cubicBezTo>
                <a:cubicBezTo>
                  <a:pt x="341563" y="258661"/>
                  <a:pt x="346146" y="269794"/>
                  <a:pt x="346146" y="282893"/>
                </a:cubicBezTo>
                <a:cubicBezTo>
                  <a:pt x="346146" y="295991"/>
                  <a:pt x="341563" y="307124"/>
                  <a:pt x="332396" y="316291"/>
                </a:cubicBezTo>
                <a:cubicBezTo>
                  <a:pt x="323229" y="325458"/>
                  <a:pt x="312096" y="330041"/>
                  <a:pt x="298997" y="330041"/>
                </a:cubicBezTo>
                <a:lnTo>
                  <a:pt x="78970" y="330041"/>
                </a:lnTo>
                <a:close/>
                <a:moveTo>
                  <a:pt x="78970" y="306473"/>
                </a:moveTo>
                <a:lnTo>
                  <a:pt x="298997" y="306473"/>
                </a:lnTo>
                <a:cubicBezTo>
                  <a:pt x="305684" y="306473"/>
                  <a:pt x="311285" y="304175"/>
                  <a:pt x="315822" y="299592"/>
                </a:cubicBezTo>
                <a:cubicBezTo>
                  <a:pt x="320349" y="295008"/>
                  <a:pt x="322600" y="289442"/>
                  <a:pt x="322577" y="282893"/>
                </a:cubicBezTo>
                <a:cubicBezTo>
                  <a:pt x="322577" y="276343"/>
                  <a:pt x="320314" y="270777"/>
                  <a:pt x="315777" y="266193"/>
                </a:cubicBezTo>
                <a:cubicBezTo>
                  <a:pt x="311250" y="261610"/>
                  <a:pt x="305650" y="259324"/>
                  <a:pt x="298997" y="259324"/>
                </a:cubicBezTo>
                <a:lnTo>
                  <a:pt x="78970" y="259324"/>
                </a:lnTo>
                <a:cubicBezTo>
                  <a:pt x="72295" y="259324"/>
                  <a:pt x="66694" y="261610"/>
                  <a:pt x="62156" y="266193"/>
                </a:cubicBezTo>
                <a:cubicBezTo>
                  <a:pt x="57630" y="270777"/>
                  <a:pt x="55378" y="276343"/>
                  <a:pt x="55401" y="282893"/>
                </a:cubicBezTo>
                <a:cubicBezTo>
                  <a:pt x="55401" y="289442"/>
                  <a:pt x="57664" y="295008"/>
                  <a:pt x="62202" y="299592"/>
                </a:cubicBezTo>
                <a:cubicBezTo>
                  <a:pt x="66728" y="304175"/>
                  <a:pt x="72318" y="306473"/>
                  <a:pt x="78970" y="306473"/>
                </a:cubicBezTo>
                <a:close/>
                <a:moveTo>
                  <a:pt x="153631" y="204311"/>
                </a:moveTo>
                <a:cubicBezTo>
                  <a:pt x="150270" y="204311"/>
                  <a:pt x="147470" y="203180"/>
                  <a:pt x="145218" y="200928"/>
                </a:cubicBezTo>
                <a:cubicBezTo>
                  <a:pt x="142966" y="198653"/>
                  <a:pt x="141835" y="195853"/>
                  <a:pt x="141835" y="192527"/>
                </a:cubicBezTo>
                <a:lnTo>
                  <a:pt x="141835" y="58933"/>
                </a:lnTo>
                <a:cubicBezTo>
                  <a:pt x="141835" y="55584"/>
                  <a:pt x="142966" y="52784"/>
                  <a:pt x="145218" y="50532"/>
                </a:cubicBezTo>
                <a:cubicBezTo>
                  <a:pt x="147493" y="48280"/>
                  <a:pt x="150305" y="47149"/>
                  <a:pt x="153631" y="47149"/>
                </a:cubicBezTo>
                <a:lnTo>
                  <a:pt x="287213" y="47149"/>
                </a:lnTo>
                <a:cubicBezTo>
                  <a:pt x="290562" y="47149"/>
                  <a:pt x="293374" y="48280"/>
                  <a:pt x="295626" y="50532"/>
                </a:cubicBezTo>
                <a:cubicBezTo>
                  <a:pt x="297877" y="52784"/>
                  <a:pt x="298997" y="55584"/>
                  <a:pt x="298997" y="58933"/>
                </a:cubicBezTo>
                <a:lnTo>
                  <a:pt x="298997" y="192527"/>
                </a:lnTo>
                <a:cubicBezTo>
                  <a:pt x="298997" y="195876"/>
                  <a:pt x="297877" y="198676"/>
                  <a:pt x="295626" y="200928"/>
                </a:cubicBezTo>
                <a:cubicBezTo>
                  <a:pt x="293374" y="203180"/>
                  <a:pt x="290562" y="204311"/>
                  <a:pt x="287213" y="204311"/>
                </a:cubicBezTo>
                <a:lnTo>
                  <a:pt x="153631" y="204311"/>
                </a:lnTo>
                <a:close/>
                <a:moveTo>
                  <a:pt x="165415" y="180743"/>
                </a:moveTo>
                <a:lnTo>
                  <a:pt x="275429" y="180743"/>
                </a:lnTo>
                <a:lnTo>
                  <a:pt x="275429" y="70729"/>
                </a:lnTo>
                <a:lnTo>
                  <a:pt x="165415" y="70729"/>
                </a:lnTo>
                <a:lnTo>
                  <a:pt x="165415" y="180743"/>
                </a:lnTo>
                <a:close/>
                <a:moveTo>
                  <a:pt x="42828" y="168947"/>
                </a:moveTo>
                <a:cubicBezTo>
                  <a:pt x="39525" y="168947"/>
                  <a:pt x="36736" y="167838"/>
                  <a:pt x="34461" y="165609"/>
                </a:cubicBezTo>
                <a:cubicBezTo>
                  <a:pt x="32175" y="163380"/>
                  <a:pt x="31044" y="160569"/>
                  <a:pt x="31044" y="157163"/>
                </a:cubicBezTo>
                <a:cubicBezTo>
                  <a:pt x="31044" y="153756"/>
                  <a:pt x="32153" y="150945"/>
                  <a:pt x="34381" y="148716"/>
                </a:cubicBezTo>
                <a:cubicBezTo>
                  <a:pt x="36610" y="146487"/>
                  <a:pt x="39422" y="145378"/>
                  <a:pt x="42828" y="145378"/>
                </a:cubicBezTo>
                <a:lnTo>
                  <a:pt x="106082" y="145378"/>
                </a:lnTo>
                <a:cubicBezTo>
                  <a:pt x="109385" y="145378"/>
                  <a:pt x="112174" y="146487"/>
                  <a:pt x="114449" y="148716"/>
                </a:cubicBezTo>
                <a:cubicBezTo>
                  <a:pt x="116735" y="150945"/>
                  <a:pt x="117878" y="153756"/>
                  <a:pt x="117878" y="157163"/>
                </a:cubicBezTo>
                <a:cubicBezTo>
                  <a:pt x="117878" y="160569"/>
                  <a:pt x="116735" y="163380"/>
                  <a:pt x="114449" y="165609"/>
                </a:cubicBezTo>
                <a:cubicBezTo>
                  <a:pt x="112174" y="167838"/>
                  <a:pt x="109385" y="168947"/>
                  <a:pt x="106082" y="168947"/>
                </a:cubicBezTo>
                <a:lnTo>
                  <a:pt x="42828" y="168947"/>
                </a:lnTo>
                <a:close/>
                <a:moveTo>
                  <a:pt x="200379" y="121798"/>
                </a:moveTo>
                <a:lnTo>
                  <a:pt x="240464" y="121798"/>
                </a:lnTo>
                <a:cubicBezTo>
                  <a:pt x="243893" y="121798"/>
                  <a:pt x="246705" y="120667"/>
                  <a:pt x="248911" y="118381"/>
                </a:cubicBezTo>
                <a:cubicBezTo>
                  <a:pt x="251129" y="116106"/>
                  <a:pt x="252249" y="113283"/>
                  <a:pt x="252249" y="109934"/>
                </a:cubicBezTo>
                <a:cubicBezTo>
                  <a:pt x="252249" y="106585"/>
                  <a:pt x="251129" y="103796"/>
                  <a:pt x="248911" y="101567"/>
                </a:cubicBezTo>
                <a:cubicBezTo>
                  <a:pt x="246682" y="99338"/>
                  <a:pt x="243859" y="98229"/>
                  <a:pt x="240464" y="98229"/>
                </a:cubicBezTo>
                <a:lnTo>
                  <a:pt x="200379" y="98229"/>
                </a:lnTo>
                <a:cubicBezTo>
                  <a:pt x="196950" y="98229"/>
                  <a:pt x="194139" y="99327"/>
                  <a:pt x="191933" y="101533"/>
                </a:cubicBezTo>
                <a:cubicBezTo>
                  <a:pt x="189704" y="103727"/>
                  <a:pt x="188595" y="106539"/>
                  <a:pt x="188595" y="109979"/>
                </a:cubicBezTo>
                <a:cubicBezTo>
                  <a:pt x="188595" y="113408"/>
                  <a:pt x="189727" y="116232"/>
                  <a:pt x="191978" y="118461"/>
                </a:cubicBezTo>
                <a:cubicBezTo>
                  <a:pt x="194230" y="120689"/>
                  <a:pt x="197030" y="121798"/>
                  <a:pt x="200379" y="121798"/>
                </a:cubicBezTo>
                <a:close/>
                <a:moveTo>
                  <a:pt x="75049" y="121798"/>
                </a:moveTo>
                <a:cubicBezTo>
                  <a:pt x="71609" y="121798"/>
                  <a:pt x="68797" y="120667"/>
                  <a:pt x="66603" y="118381"/>
                </a:cubicBezTo>
                <a:cubicBezTo>
                  <a:pt x="64374" y="116106"/>
                  <a:pt x="63254" y="113283"/>
                  <a:pt x="63254" y="109934"/>
                </a:cubicBezTo>
                <a:cubicBezTo>
                  <a:pt x="63254" y="106585"/>
                  <a:pt x="64385" y="103796"/>
                  <a:pt x="66637" y="101567"/>
                </a:cubicBezTo>
                <a:cubicBezTo>
                  <a:pt x="68889" y="99338"/>
                  <a:pt x="71689" y="98229"/>
                  <a:pt x="75049" y="98229"/>
                </a:cubicBezTo>
                <a:lnTo>
                  <a:pt x="109225" y="98229"/>
                </a:lnTo>
                <a:cubicBezTo>
                  <a:pt x="112654" y="98229"/>
                  <a:pt x="115477" y="99327"/>
                  <a:pt x="117672" y="101533"/>
                </a:cubicBezTo>
                <a:cubicBezTo>
                  <a:pt x="119901" y="103727"/>
                  <a:pt x="121021" y="106539"/>
                  <a:pt x="121021" y="109979"/>
                </a:cubicBezTo>
                <a:cubicBezTo>
                  <a:pt x="121021" y="113408"/>
                  <a:pt x="119901" y="116232"/>
                  <a:pt x="117672" y="118461"/>
                </a:cubicBezTo>
                <a:cubicBezTo>
                  <a:pt x="115454" y="120689"/>
                  <a:pt x="112631" y="121798"/>
                  <a:pt x="109225" y="121798"/>
                </a:cubicBezTo>
                <a:lnTo>
                  <a:pt x="75049" y="121798"/>
                </a:lnTo>
                <a:close/>
                <a:moveTo>
                  <a:pt x="165415" y="180743"/>
                </a:moveTo>
                <a:lnTo>
                  <a:pt x="165415" y="70729"/>
                </a:lnTo>
                <a:lnTo>
                  <a:pt x="165415" y="18074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29" name="圖示 晶圓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1676" y="311182"/>
                </a:moveTo>
                <a:cubicBezTo>
                  <a:pt x="299797" y="286013"/>
                  <a:pt x="332259" y="223502"/>
                  <a:pt x="319400" y="161483"/>
                </a:cubicBezTo>
                <a:cubicBezTo>
                  <a:pt x="306553" y="99475"/>
                  <a:pt x="251929" y="55001"/>
                  <a:pt x="188595" y="55001"/>
                </a:cubicBezTo>
                <a:cubicBezTo>
                  <a:pt x="125261" y="55001"/>
                  <a:pt x="70637" y="99475"/>
                  <a:pt x="57790" y="161483"/>
                </a:cubicBezTo>
                <a:cubicBezTo>
                  <a:pt x="44931" y="223502"/>
                  <a:pt x="77393" y="286013"/>
                  <a:pt x="135514" y="311182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31" name="圖示 晶片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121" y="217273"/>
                </a:moveTo>
                <a:lnTo>
                  <a:pt x="148121" y="160306"/>
                </a:lnTo>
                <a:cubicBezTo>
                  <a:pt x="148121" y="156957"/>
                  <a:pt x="149253" y="154145"/>
                  <a:pt x="151505" y="151893"/>
                </a:cubicBezTo>
                <a:cubicBezTo>
                  <a:pt x="153779" y="149642"/>
                  <a:pt x="156591" y="148521"/>
                  <a:pt x="159917" y="148521"/>
                </a:cubicBezTo>
                <a:lnTo>
                  <a:pt x="216884" y="148521"/>
                </a:lnTo>
                <a:cubicBezTo>
                  <a:pt x="220233" y="148521"/>
                  <a:pt x="223045" y="149642"/>
                  <a:pt x="225297" y="151893"/>
                </a:cubicBezTo>
                <a:cubicBezTo>
                  <a:pt x="227548" y="154145"/>
                  <a:pt x="228669" y="156957"/>
                  <a:pt x="228669" y="160306"/>
                </a:cubicBezTo>
                <a:lnTo>
                  <a:pt x="228669" y="217273"/>
                </a:lnTo>
                <a:cubicBezTo>
                  <a:pt x="228669" y="220633"/>
                  <a:pt x="227548" y="223434"/>
                  <a:pt x="225297" y="225685"/>
                </a:cubicBezTo>
                <a:cubicBezTo>
                  <a:pt x="223045" y="227937"/>
                  <a:pt x="220233" y="229069"/>
                  <a:pt x="216884" y="229069"/>
                </a:cubicBezTo>
                <a:lnTo>
                  <a:pt x="159917" y="229069"/>
                </a:lnTo>
                <a:cubicBezTo>
                  <a:pt x="156557" y="229069"/>
                  <a:pt x="153756" y="227937"/>
                  <a:pt x="151505" y="225685"/>
                </a:cubicBezTo>
                <a:cubicBezTo>
                  <a:pt x="149253" y="223411"/>
                  <a:pt x="148121" y="220599"/>
                  <a:pt x="148121" y="217273"/>
                </a:cubicBezTo>
                <a:close/>
                <a:moveTo>
                  <a:pt x="171701" y="205489"/>
                </a:moveTo>
                <a:lnTo>
                  <a:pt x="205100" y="205489"/>
                </a:lnTo>
                <a:lnTo>
                  <a:pt x="205100" y="172090"/>
                </a:lnTo>
                <a:lnTo>
                  <a:pt x="171701" y="172090"/>
                </a:lnTo>
                <a:lnTo>
                  <a:pt x="171701" y="205489"/>
                </a:lnTo>
                <a:close/>
                <a:moveTo>
                  <a:pt x="141446" y="318257"/>
                </a:moveTo>
                <a:lnTo>
                  <a:pt x="141446" y="298609"/>
                </a:lnTo>
                <a:lnTo>
                  <a:pt x="102161" y="298609"/>
                </a:lnTo>
                <a:cubicBezTo>
                  <a:pt x="95875" y="298609"/>
                  <a:pt x="90366" y="296254"/>
                  <a:pt x="85656" y="291534"/>
                </a:cubicBezTo>
                <a:cubicBezTo>
                  <a:pt x="80936" y="286824"/>
                  <a:pt x="78581" y="281327"/>
                  <a:pt x="78581" y="275040"/>
                </a:cubicBezTo>
                <a:lnTo>
                  <a:pt x="78581" y="235744"/>
                </a:lnTo>
                <a:lnTo>
                  <a:pt x="58933" y="235744"/>
                </a:lnTo>
                <a:cubicBezTo>
                  <a:pt x="55584" y="235744"/>
                  <a:pt x="52784" y="234601"/>
                  <a:pt x="50532" y="232326"/>
                </a:cubicBezTo>
                <a:cubicBezTo>
                  <a:pt x="48280" y="230052"/>
                  <a:pt x="47149" y="227228"/>
                  <a:pt x="47149" y="223879"/>
                </a:cubicBezTo>
                <a:cubicBezTo>
                  <a:pt x="47149" y="220530"/>
                  <a:pt x="48280" y="217730"/>
                  <a:pt x="50532" y="215513"/>
                </a:cubicBezTo>
                <a:cubicBezTo>
                  <a:pt x="52784" y="213284"/>
                  <a:pt x="55584" y="212175"/>
                  <a:pt x="58933" y="212175"/>
                </a:cubicBezTo>
                <a:lnTo>
                  <a:pt x="78581" y="212175"/>
                </a:lnTo>
                <a:lnTo>
                  <a:pt x="78581" y="163449"/>
                </a:lnTo>
                <a:lnTo>
                  <a:pt x="58933" y="163449"/>
                </a:lnTo>
                <a:cubicBezTo>
                  <a:pt x="55584" y="163449"/>
                  <a:pt x="52784" y="162306"/>
                  <a:pt x="50532" y="160031"/>
                </a:cubicBezTo>
                <a:cubicBezTo>
                  <a:pt x="48280" y="157757"/>
                  <a:pt x="47149" y="154934"/>
                  <a:pt x="47149" y="151585"/>
                </a:cubicBezTo>
                <a:cubicBezTo>
                  <a:pt x="47149" y="148236"/>
                  <a:pt x="48280" y="145435"/>
                  <a:pt x="50532" y="143218"/>
                </a:cubicBezTo>
                <a:cubicBezTo>
                  <a:pt x="52784" y="140989"/>
                  <a:pt x="55584" y="139880"/>
                  <a:pt x="58933" y="139880"/>
                </a:cubicBezTo>
                <a:lnTo>
                  <a:pt x="78581" y="139880"/>
                </a:lnTo>
                <a:lnTo>
                  <a:pt x="78581" y="100584"/>
                </a:lnTo>
                <a:cubicBezTo>
                  <a:pt x="78581" y="94298"/>
                  <a:pt x="80936" y="88800"/>
                  <a:pt x="85656" y="84079"/>
                </a:cubicBezTo>
                <a:cubicBezTo>
                  <a:pt x="90366" y="79370"/>
                  <a:pt x="95875" y="77015"/>
                  <a:pt x="102161" y="77015"/>
                </a:cubicBezTo>
                <a:lnTo>
                  <a:pt x="141446" y="77015"/>
                </a:lnTo>
                <a:lnTo>
                  <a:pt x="141446" y="58933"/>
                </a:lnTo>
                <a:cubicBezTo>
                  <a:pt x="141446" y="55584"/>
                  <a:pt x="142589" y="52784"/>
                  <a:pt x="144864" y="50532"/>
                </a:cubicBezTo>
                <a:cubicBezTo>
                  <a:pt x="147138" y="48280"/>
                  <a:pt x="149962" y="47149"/>
                  <a:pt x="153311" y="47149"/>
                </a:cubicBezTo>
                <a:cubicBezTo>
                  <a:pt x="156660" y="47149"/>
                  <a:pt x="159460" y="48280"/>
                  <a:pt x="161677" y="50532"/>
                </a:cubicBezTo>
                <a:cubicBezTo>
                  <a:pt x="163906" y="52784"/>
                  <a:pt x="165026" y="55584"/>
                  <a:pt x="165026" y="58933"/>
                </a:cubicBezTo>
                <a:lnTo>
                  <a:pt x="165026" y="77015"/>
                </a:lnTo>
                <a:lnTo>
                  <a:pt x="213741" y="77015"/>
                </a:lnTo>
                <a:lnTo>
                  <a:pt x="213741" y="58933"/>
                </a:lnTo>
                <a:cubicBezTo>
                  <a:pt x="213741" y="55584"/>
                  <a:pt x="214884" y="52784"/>
                  <a:pt x="217159" y="50532"/>
                </a:cubicBezTo>
                <a:cubicBezTo>
                  <a:pt x="219433" y="48280"/>
                  <a:pt x="222256" y="47149"/>
                  <a:pt x="225605" y="47149"/>
                </a:cubicBezTo>
                <a:cubicBezTo>
                  <a:pt x="228954" y="47149"/>
                  <a:pt x="231755" y="48280"/>
                  <a:pt x="233972" y="50532"/>
                </a:cubicBezTo>
                <a:cubicBezTo>
                  <a:pt x="236201" y="52784"/>
                  <a:pt x="237321" y="55584"/>
                  <a:pt x="237321" y="58933"/>
                </a:cubicBezTo>
                <a:lnTo>
                  <a:pt x="237321" y="77015"/>
                </a:lnTo>
                <a:lnTo>
                  <a:pt x="276606" y="77015"/>
                </a:lnTo>
                <a:cubicBezTo>
                  <a:pt x="282893" y="77015"/>
                  <a:pt x="288390" y="79370"/>
                  <a:pt x="293111" y="84079"/>
                </a:cubicBezTo>
                <a:cubicBezTo>
                  <a:pt x="297820" y="88800"/>
                  <a:pt x="300186" y="94298"/>
                  <a:pt x="300186" y="100584"/>
                </a:cubicBezTo>
                <a:lnTo>
                  <a:pt x="300186" y="139880"/>
                </a:lnTo>
                <a:lnTo>
                  <a:pt x="318257" y="139880"/>
                </a:lnTo>
                <a:cubicBezTo>
                  <a:pt x="321606" y="139880"/>
                  <a:pt x="324406" y="141012"/>
                  <a:pt x="326658" y="143298"/>
                </a:cubicBezTo>
                <a:cubicBezTo>
                  <a:pt x="328910" y="145572"/>
                  <a:pt x="330041" y="148384"/>
                  <a:pt x="330041" y="151745"/>
                </a:cubicBezTo>
                <a:cubicBezTo>
                  <a:pt x="330041" y="155094"/>
                  <a:pt x="328910" y="157883"/>
                  <a:pt x="326658" y="160111"/>
                </a:cubicBezTo>
                <a:cubicBezTo>
                  <a:pt x="324406" y="162340"/>
                  <a:pt x="321606" y="163449"/>
                  <a:pt x="318257" y="163449"/>
                </a:cubicBezTo>
                <a:lnTo>
                  <a:pt x="300186" y="163449"/>
                </a:lnTo>
                <a:lnTo>
                  <a:pt x="300186" y="212175"/>
                </a:lnTo>
                <a:lnTo>
                  <a:pt x="318257" y="212175"/>
                </a:lnTo>
                <a:cubicBezTo>
                  <a:pt x="321606" y="212175"/>
                  <a:pt x="324406" y="213307"/>
                  <a:pt x="326658" y="215593"/>
                </a:cubicBezTo>
                <a:cubicBezTo>
                  <a:pt x="328910" y="217867"/>
                  <a:pt x="330041" y="220679"/>
                  <a:pt x="330041" y="224039"/>
                </a:cubicBezTo>
                <a:cubicBezTo>
                  <a:pt x="330041" y="227388"/>
                  <a:pt x="328910" y="230177"/>
                  <a:pt x="326658" y="232406"/>
                </a:cubicBezTo>
                <a:cubicBezTo>
                  <a:pt x="324406" y="234635"/>
                  <a:pt x="321606" y="235744"/>
                  <a:pt x="318257" y="235744"/>
                </a:cubicBezTo>
                <a:lnTo>
                  <a:pt x="300186" y="235744"/>
                </a:lnTo>
                <a:lnTo>
                  <a:pt x="300186" y="275040"/>
                </a:lnTo>
                <a:cubicBezTo>
                  <a:pt x="300186" y="281327"/>
                  <a:pt x="297820" y="286824"/>
                  <a:pt x="293111" y="291534"/>
                </a:cubicBezTo>
                <a:cubicBezTo>
                  <a:pt x="288390" y="296254"/>
                  <a:pt x="282893" y="298609"/>
                  <a:pt x="276606" y="298609"/>
                </a:cubicBezTo>
                <a:lnTo>
                  <a:pt x="237321" y="298609"/>
                </a:lnTo>
                <a:lnTo>
                  <a:pt x="237321" y="318257"/>
                </a:lnTo>
                <a:cubicBezTo>
                  <a:pt x="237321" y="321606"/>
                  <a:pt x="236178" y="324406"/>
                  <a:pt x="233892" y="326658"/>
                </a:cubicBezTo>
                <a:cubicBezTo>
                  <a:pt x="231618" y="328910"/>
                  <a:pt x="228806" y="330041"/>
                  <a:pt x="225445" y="330041"/>
                </a:cubicBezTo>
                <a:cubicBezTo>
                  <a:pt x="222096" y="330041"/>
                  <a:pt x="219307" y="328910"/>
                  <a:pt x="217079" y="326658"/>
                </a:cubicBezTo>
                <a:cubicBezTo>
                  <a:pt x="214850" y="324406"/>
                  <a:pt x="213741" y="321606"/>
                  <a:pt x="213741" y="318257"/>
                </a:cubicBezTo>
                <a:lnTo>
                  <a:pt x="213741" y="298609"/>
                </a:lnTo>
                <a:lnTo>
                  <a:pt x="165026" y="298609"/>
                </a:lnTo>
                <a:lnTo>
                  <a:pt x="165026" y="318257"/>
                </a:lnTo>
                <a:cubicBezTo>
                  <a:pt x="165026" y="321606"/>
                  <a:pt x="163883" y="324406"/>
                  <a:pt x="161597" y="326658"/>
                </a:cubicBezTo>
                <a:cubicBezTo>
                  <a:pt x="159323" y="328910"/>
                  <a:pt x="156511" y="330041"/>
                  <a:pt x="153151" y="330041"/>
                </a:cubicBezTo>
                <a:cubicBezTo>
                  <a:pt x="149802" y="330041"/>
                  <a:pt x="147013" y="328910"/>
                  <a:pt x="144784" y="326658"/>
                </a:cubicBezTo>
                <a:cubicBezTo>
                  <a:pt x="142555" y="324406"/>
                  <a:pt x="141446" y="321606"/>
                  <a:pt x="141446" y="318257"/>
                </a:cubicBezTo>
                <a:close/>
                <a:moveTo>
                  <a:pt x="276606" y="275040"/>
                </a:moveTo>
                <a:lnTo>
                  <a:pt x="276606" y="100584"/>
                </a:lnTo>
                <a:lnTo>
                  <a:pt x="102161" y="100584"/>
                </a:lnTo>
                <a:lnTo>
                  <a:pt x="102161" y="275040"/>
                </a:lnTo>
                <a:lnTo>
                  <a:pt x="276606" y="2750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3" name="圖示 電路板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8933" y="330041"/>
                </a:moveTo>
                <a:cubicBezTo>
                  <a:pt x="52647" y="330041"/>
                  <a:pt x="47149" y="327687"/>
                  <a:pt x="42440" y="322966"/>
                </a:cubicBezTo>
                <a:cubicBezTo>
                  <a:pt x="37719" y="318257"/>
                  <a:pt x="35364" y="312759"/>
                  <a:pt x="35364" y="306473"/>
                </a:cubicBezTo>
                <a:lnTo>
                  <a:pt x="35364" y="70729"/>
                </a:lnTo>
                <a:cubicBezTo>
                  <a:pt x="35364" y="64442"/>
                  <a:pt x="37719" y="58933"/>
                  <a:pt x="42440" y="54224"/>
                </a:cubicBezTo>
                <a:cubicBezTo>
                  <a:pt x="47149" y="49503"/>
                  <a:pt x="52647" y="47149"/>
                  <a:pt x="58933" y="47149"/>
                </a:cubicBezTo>
                <a:lnTo>
                  <a:pt x="294677" y="47149"/>
                </a:lnTo>
                <a:cubicBezTo>
                  <a:pt x="300963" y="47149"/>
                  <a:pt x="306473" y="49503"/>
                  <a:pt x="311182" y="54224"/>
                </a:cubicBezTo>
                <a:cubicBezTo>
                  <a:pt x="315902" y="58933"/>
                  <a:pt x="318257" y="64442"/>
                  <a:pt x="318257" y="70729"/>
                </a:cubicBezTo>
                <a:lnTo>
                  <a:pt x="318257" y="94332"/>
                </a:lnTo>
                <a:lnTo>
                  <a:pt x="330041" y="94332"/>
                </a:lnTo>
                <a:cubicBezTo>
                  <a:pt x="333390" y="94332"/>
                  <a:pt x="336202" y="95463"/>
                  <a:pt x="338454" y="97715"/>
                </a:cubicBezTo>
                <a:cubicBezTo>
                  <a:pt x="340705" y="99990"/>
                  <a:pt x="341826" y="102801"/>
                  <a:pt x="341826" y="106128"/>
                </a:cubicBezTo>
                <a:cubicBezTo>
                  <a:pt x="341826" y="109454"/>
                  <a:pt x="340705" y="112243"/>
                  <a:pt x="338454" y="114494"/>
                </a:cubicBezTo>
                <a:cubicBezTo>
                  <a:pt x="336202" y="116746"/>
                  <a:pt x="333390" y="117878"/>
                  <a:pt x="330041" y="117878"/>
                </a:cubicBezTo>
                <a:lnTo>
                  <a:pt x="318257" y="117878"/>
                </a:lnTo>
                <a:lnTo>
                  <a:pt x="318257" y="176811"/>
                </a:lnTo>
                <a:lnTo>
                  <a:pt x="330121" y="176811"/>
                </a:lnTo>
                <a:cubicBezTo>
                  <a:pt x="333470" y="176811"/>
                  <a:pt x="336259" y="177942"/>
                  <a:pt x="338488" y="180228"/>
                </a:cubicBezTo>
                <a:cubicBezTo>
                  <a:pt x="340717" y="182503"/>
                  <a:pt x="341826" y="185326"/>
                  <a:pt x="341826" y="188675"/>
                </a:cubicBezTo>
                <a:cubicBezTo>
                  <a:pt x="341826" y="192024"/>
                  <a:pt x="340705" y="194813"/>
                  <a:pt x="338454" y="197042"/>
                </a:cubicBezTo>
                <a:cubicBezTo>
                  <a:pt x="336202" y="199271"/>
                  <a:pt x="333390" y="200379"/>
                  <a:pt x="330041" y="200379"/>
                </a:cubicBezTo>
                <a:lnTo>
                  <a:pt x="318257" y="200379"/>
                </a:lnTo>
                <a:lnTo>
                  <a:pt x="318257" y="259324"/>
                </a:lnTo>
                <a:lnTo>
                  <a:pt x="330121" y="259324"/>
                </a:lnTo>
                <a:cubicBezTo>
                  <a:pt x="333470" y="259324"/>
                  <a:pt x="336259" y="260455"/>
                  <a:pt x="338488" y="262741"/>
                </a:cubicBezTo>
                <a:cubicBezTo>
                  <a:pt x="340717" y="265016"/>
                  <a:pt x="341826" y="267828"/>
                  <a:pt x="341826" y="271188"/>
                </a:cubicBezTo>
                <a:cubicBezTo>
                  <a:pt x="341826" y="274537"/>
                  <a:pt x="340705" y="277338"/>
                  <a:pt x="338454" y="279589"/>
                </a:cubicBezTo>
                <a:cubicBezTo>
                  <a:pt x="336202" y="281841"/>
                  <a:pt x="333390" y="282973"/>
                  <a:pt x="330041" y="282973"/>
                </a:cubicBezTo>
                <a:lnTo>
                  <a:pt x="318257" y="282973"/>
                </a:lnTo>
                <a:lnTo>
                  <a:pt x="318257" y="306473"/>
                </a:lnTo>
                <a:cubicBezTo>
                  <a:pt x="318257" y="312759"/>
                  <a:pt x="315902" y="318257"/>
                  <a:pt x="311182" y="322966"/>
                </a:cubicBezTo>
                <a:cubicBezTo>
                  <a:pt x="306473" y="327687"/>
                  <a:pt x="300963" y="330041"/>
                  <a:pt x="294677" y="330041"/>
                </a:cubicBezTo>
                <a:lnTo>
                  <a:pt x="58933" y="330041"/>
                </a:lnTo>
                <a:close/>
                <a:moveTo>
                  <a:pt x="58933" y="306473"/>
                </a:moveTo>
                <a:lnTo>
                  <a:pt x="294677" y="306473"/>
                </a:lnTo>
                <a:lnTo>
                  <a:pt x="294677" y="70729"/>
                </a:lnTo>
                <a:lnTo>
                  <a:pt x="58933" y="70729"/>
                </a:lnTo>
                <a:lnTo>
                  <a:pt x="58933" y="306473"/>
                </a:lnTo>
                <a:close/>
                <a:moveTo>
                  <a:pt x="94298" y="282893"/>
                </a:moveTo>
                <a:lnTo>
                  <a:pt x="170124" y="282893"/>
                </a:lnTo>
                <a:cubicBezTo>
                  <a:pt x="173485" y="282893"/>
                  <a:pt x="176285" y="281761"/>
                  <a:pt x="178537" y="279509"/>
                </a:cubicBezTo>
                <a:cubicBezTo>
                  <a:pt x="180788" y="277235"/>
                  <a:pt x="181920" y="274434"/>
                  <a:pt x="181920" y="271108"/>
                </a:cubicBezTo>
                <a:lnTo>
                  <a:pt x="181920" y="216096"/>
                </a:lnTo>
                <a:cubicBezTo>
                  <a:pt x="181920" y="212747"/>
                  <a:pt x="180788" y="209946"/>
                  <a:pt x="178537" y="207695"/>
                </a:cubicBezTo>
                <a:cubicBezTo>
                  <a:pt x="176285" y="205443"/>
                  <a:pt x="173485" y="204311"/>
                  <a:pt x="170124" y="204311"/>
                </a:cubicBezTo>
                <a:lnTo>
                  <a:pt x="94298" y="204311"/>
                </a:lnTo>
                <a:cubicBezTo>
                  <a:pt x="90949" y="204311"/>
                  <a:pt x="88137" y="205443"/>
                  <a:pt x="85885" y="207695"/>
                </a:cubicBezTo>
                <a:cubicBezTo>
                  <a:pt x="83633" y="209946"/>
                  <a:pt x="82513" y="212747"/>
                  <a:pt x="82513" y="216096"/>
                </a:cubicBezTo>
                <a:lnTo>
                  <a:pt x="82513" y="271108"/>
                </a:lnTo>
                <a:cubicBezTo>
                  <a:pt x="82513" y="274457"/>
                  <a:pt x="83633" y="277258"/>
                  <a:pt x="85885" y="279509"/>
                </a:cubicBezTo>
                <a:cubicBezTo>
                  <a:pt x="88171" y="281761"/>
                  <a:pt x="90971" y="282893"/>
                  <a:pt x="94298" y="282893"/>
                </a:cubicBezTo>
                <a:close/>
                <a:moveTo>
                  <a:pt x="205489" y="150876"/>
                </a:moveTo>
                <a:lnTo>
                  <a:pt x="259324" y="150876"/>
                </a:lnTo>
                <a:cubicBezTo>
                  <a:pt x="262673" y="150876"/>
                  <a:pt x="265473" y="149744"/>
                  <a:pt x="267725" y="147493"/>
                </a:cubicBezTo>
                <a:cubicBezTo>
                  <a:pt x="269977" y="145218"/>
                  <a:pt x="271108" y="142418"/>
                  <a:pt x="271108" y="139092"/>
                </a:cubicBezTo>
                <a:lnTo>
                  <a:pt x="271108" y="106082"/>
                </a:lnTo>
                <a:cubicBezTo>
                  <a:pt x="271108" y="102733"/>
                  <a:pt x="269977" y="99932"/>
                  <a:pt x="267725" y="97681"/>
                </a:cubicBezTo>
                <a:cubicBezTo>
                  <a:pt x="265473" y="95429"/>
                  <a:pt x="262673" y="94298"/>
                  <a:pt x="259324" y="94298"/>
                </a:cubicBezTo>
                <a:lnTo>
                  <a:pt x="205489" y="94298"/>
                </a:lnTo>
                <a:cubicBezTo>
                  <a:pt x="202140" y="94298"/>
                  <a:pt x="199339" y="95429"/>
                  <a:pt x="197087" y="97681"/>
                </a:cubicBezTo>
                <a:cubicBezTo>
                  <a:pt x="194824" y="99932"/>
                  <a:pt x="193704" y="102733"/>
                  <a:pt x="193704" y="106082"/>
                </a:cubicBezTo>
                <a:lnTo>
                  <a:pt x="193704" y="139092"/>
                </a:lnTo>
                <a:cubicBezTo>
                  <a:pt x="193704" y="142441"/>
                  <a:pt x="194824" y="145241"/>
                  <a:pt x="197087" y="147493"/>
                </a:cubicBezTo>
                <a:cubicBezTo>
                  <a:pt x="199362" y="149744"/>
                  <a:pt x="202162" y="150876"/>
                  <a:pt x="205489" y="150876"/>
                </a:cubicBezTo>
                <a:close/>
                <a:moveTo>
                  <a:pt x="94298" y="192527"/>
                </a:moveTo>
                <a:lnTo>
                  <a:pt x="170124" y="192527"/>
                </a:lnTo>
                <a:cubicBezTo>
                  <a:pt x="173485" y="192527"/>
                  <a:pt x="176285" y="191395"/>
                  <a:pt x="178537" y="189144"/>
                </a:cubicBezTo>
                <a:cubicBezTo>
                  <a:pt x="180788" y="186869"/>
                  <a:pt x="181920" y="184069"/>
                  <a:pt x="181920" y="180743"/>
                </a:cubicBezTo>
                <a:lnTo>
                  <a:pt x="181920" y="106082"/>
                </a:lnTo>
                <a:cubicBezTo>
                  <a:pt x="181920" y="102733"/>
                  <a:pt x="180788" y="99932"/>
                  <a:pt x="178537" y="97681"/>
                </a:cubicBezTo>
                <a:cubicBezTo>
                  <a:pt x="176285" y="95429"/>
                  <a:pt x="173485" y="94298"/>
                  <a:pt x="170124" y="94298"/>
                </a:cubicBezTo>
                <a:lnTo>
                  <a:pt x="94298" y="94298"/>
                </a:lnTo>
                <a:cubicBezTo>
                  <a:pt x="90949" y="94298"/>
                  <a:pt x="88137" y="95429"/>
                  <a:pt x="85885" y="97681"/>
                </a:cubicBezTo>
                <a:cubicBezTo>
                  <a:pt x="83633" y="99932"/>
                  <a:pt x="82513" y="102733"/>
                  <a:pt x="82513" y="106082"/>
                </a:cubicBezTo>
                <a:lnTo>
                  <a:pt x="82513" y="180743"/>
                </a:lnTo>
                <a:cubicBezTo>
                  <a:pt x="82513" y="184092"/>
                  <a:pt x="83633" y="186892"/>
                  <a:pt x="85885" y="189144"/>
                </a:cubicBezTo>
                <a:cubicBezTo>
                  <a:pt x="88171" y="191395"/>
                  <a:pt x="90971" y="192527"/>
                  <a:pt x="94298" y="192527"/>
                </a:cubicBezTo>
                <a:close/>
                <a:moveTo>
                  <a:pt x="205489" y="282893"/>
                </a:moveTo>
                <a:lnTo>
                  <a:pt x="259324" y="282893"/>
                </a:lnTo>
                <a:cubicBezTo>
                  <a:pt x="262673" y="282893"/>
                  <a:pt x="265473" y="281761"/>
                  <a:pt x="267725" y="279509"/>
                </a:cubicBezTo>
                <a:cubicBezTo>
                  <a:pt x="269977" y="277235"/>
                  <a:pt x="271108" y="274434"/>
                  <a:pt x="271108" y="271108"/>
                </a:cubicBezTo>
                <a:lnTo>
                  <a:pt x="271108" y="174456"/>
                </a:lnTo>
                <a:cubicBezTo>
                  <a:pt x="271108" y="171096"/>
                  <a:pt x="269977" y="168295"/>
                  <a:pt x="267725" y="166044"/>
                </a:cubicBezTo>
                <a:cubicBezTo>
                  <a:pt x="265473" y="163792"/>
                  <a:pt x="262673" y="162660"/>
                  <a:pt x="259324" y="162660"/>
                </a:cubicBezTo>
                <a:lnTo>
                  <a:pt x="205489" y="162660"/>
                </a:lnTo>
                <a:cubicBezTo>
                  <a:pt x="202140" y="162660"/>
                  <a:pt x="199339" y="163792"/>
                  <a:pt x="197087" y="166044"/>
                </a:cubicBezTo>
                <a:cubicBezTo>
                  <a:pt x="194824" y="168295"/>
                  <a:pt x="193704" y="171096"/>
                  <a:pt x="193704" y="174456"/>
                </a:cubicBezTo>
                <a:lnTo>
                  <a:pt x="193704" y="271108"/>
                </a:lnTo>
                <a:cubicBezTo>
                  <a:pt x="193704" y="274457"/>
                  <a:pt x="194824" y="277258"/>
                  <a:pt x="197087" y="279509"/>
                </a:cubicBezTo>
                <a:cubicBezTo>
                  <a:pt x="199362" y="281761"/>
                  <a:pt x="202162" y="282893"/>
                  <a:pt x="205489" y="282893"/>
                </a:cubicBezTo>
                <a:close/>
                <a:moveTo>
                  <a:pt x="58933" y="70729"/>
                </a:moveTo>
                <a:lnTo>
                  <a:pt x="58933" y="306473"/>
                </a:lnTo>
                <a:lnTo>
                  <a:pt x="58933" y="7072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5" name="圖示 檢測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4700" y="204780"/>
                </a:moveTo>
                <a:cubicBezTo>
                  <a:pt x="212301" y="197213"/>
                  <a:pt x="216096" y="187909"/>
                  <a:pt x="216096" y="176891"/>
                </a:cubicBezTo>
                <a:cubicBezTo>
                  <a:pt x="216096" y="165838"/>
                  <a:pt x="212324" y="156511"/>
                  <a:pt x="204780" y="148910"/>
                </a:cubicBezTo>
                <a:cubicBezTo>
                  <a:pt x="197213" y="141321"/>
                  <a:pt x="187909" y="137514"/>
                  <a:pt x="176891" y="137514"/>
                </a:cubicBezTo>
                <a:cubicBezTo>
                  <a:pt x="165838" y="137514"/>
                  <a:pt x="156511" y="141286"/>
                  <a:pt x="148910" y="148830"/>
                </a:cubicBezTo>
                <a:cubicBezTo>
                  <a:pt x="141321" y="156408"/>
                  <a:pt x="137514" y="165701"/>
                  <a:pt x="137514" y="176731"/>
                </a:cubicBezTo>
                <a:cubicBezTo>
                  <a:pt x="137514" y="187783"/>
                  <a:pt x="141286" y="197110"/>
                  <a:pt x="148830" y="204700"/>
                </a:cubicBezTo>
                <a:cubicBezTo>
                  <a:pt x="156408" y="212301"/>
                  <a:pt x="165701" y="216096"/>
                  <a:pt x="176731" y="216096"/>
                </a:cubicBezTo>
                <a:cubicBezTo>
                  <a:pt x="187783" y="216096"/>
                  <a:pt x="197110" y="212324"/>
                  <a:pt x="204700" y="204780"/>
                </a:cubicBezTo>
                <a:close/>
                <a:moveTo>
                  <a:pt x="177005" y="239676"/>
                </a:moveTo>
                <a:cubicBezTo>
                  <a:pt x="159586" y="239676"/>
                  <a:pt x="144715" y="233515"/>
                  <a:pt x="132405" y="221205"/>
                </a:cubicBezTo>
                <a:cubicBezTo>
                  <a:pt x="120095" y="208895"/>
                  <a:pt x="113946" y="194093"/>
                  <a:pt x="113946" y="176811"/>
                </a:cubicBezTo>
                <a:cubicBezTo>
                  <a:pt x="113946" y="159517"/>
                  <a:pt x="120095" y="144715"/>
                  <a:pt x="132405" y="132405"/>
                </a:cubicBezTo>
                <a:cubicBezTo>
                  <a:pt x="144715" y="120095"/>
                  <a:pt x="159517" y="113946"/>
                  <a:pt x="176811" y="113946"/>
                </a:cubicBezTo>
                <a:cubicBezTo>
                  <a:pt x="194093" y="113946"/>
                  <a:pt x="208895" y="120095"/>
                  <a:pt x="221205" y="132405"/>
                </a:cubicBezTo>
                <a:cubicBezTo>
                  <a:pt x="233515" y="144715"/>
                  <a:pt x="239676" y="159586"/>
                  <a:pt x="239676" y="177005"/>
                </a:cubicBezTo>
                <a:cubicBezTo>
                  <a:pt x="239676" y="182640"/>
                  <a:pt x="238693" y="188401"/>
                  <a:pt x="236727" y="194287"/>
                </a:cubicBezTo>
                <a:cubicBezTo>
                  <a:pt x="234761" y="200185"/>
                  <a:pt x="231949" y="206014"/>
                  <a:pt x="228280" y="211775"/>
                </a:cubicBezTo>
                <a:lnTo>
                  <a:pt x="261278" y="244785"/>
                </a:lnTo>
                <a:cubicBezTo>
                  <a:pt x="263644" y="247139"/>
                  <a:pt x="264753" y="249894"/>
                  <a:pt x="264627" y="253037"/>
                </a:cubicBezTo>
                <a:cubicBezTo>
                  <a:pt x="264490" y="256181"/>
                  <a:pt x="263244" y="258981"/>
                  <a:pt x="260890" y="261438"/>
                </a:cubicBezTo>
                <a:cubicBezTo>
                  <a:pt x="258535" y="263690"/>
                  <a:pt x="255781" y="264822"/>
                  <a:pt x="252637" y="264822"/>
                </a:cubicBezTo>
                <a:cubicBezTo>
                  <a:pt x="249494" y="264822"/>
                  <a:pt x="246751" y="263644"/>
                  <a:pt x="244385" y="261278"/>
                </a:cubicBezTo>
                <a:lnTo>
                  <a:pt x="211775" y="228669"/>
                </a:lnTo>
                <a:cubicBezTo>
                  <a:pt x="206014" y="232338"/>
                  <a:pt x="200185" y="235092"/>
                  <a:pt x="194287" y="236921"/>
                </a:cubicBezTo>
                <a:cubicBezTo>
                  <a:pt x="188401" y="238761"/>
                  <a:pt x="182640" y="239676"/>
                  <a:pt x="177005" y="239676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250671"/>
                </a:lnTo>
                <a:cubicBezTo>
                  <a:pt x="47149" y="247322"/>
                  <a:pt x="48292" y="244522"/>
                  <a:pt x="50566" y="242270"/>
                </a:cubicBezTo>
                <a:cubicBezTo>
                  <a:pt x="52841" y="240019"/>
                  <a:pt x="55664" y="238887"/>
                  <a:pt x="59013" y="238887"/>
                </a:cubicBezTo>
                <a:cubicBezTo>
                  <a:pt x="62362" y="238887"/>
                  <a:pt x="65162" y="240019"/>
                  <a:pt x="67380" y="242270"/>
                </a:cubicBezTo>
                <a:cubicBezTo>
                  <a:pt x="69609" y="244522"/>
                  <a:pt x="70729" y="247322"/>
                  <a:pt x="70729" y="250671"/>
                </a:cubicBezTo>
                <a:lnTo>
                  <a:pt x="70729" y="306473"/>
                </a:lnTo>
                <a:lnTo>
                  <a:pt x="126519" y="306473"/>
                </a:lnTo>
                <a:cubicBezTo>
                  <a:pt x="129868" y="306473"/>
                  <a:pt x="132668" y="307604"/>
                  <a:pt x="134920" y="309890"/>
                </a:cubicBezTo>
                <a:cubicBezTo>
                  <a:pt x="137171" y="312165"/>
                  <a:pt x="138303" y="314977"/>
                  <a:pt x="138303" y="318337"/>
                </a:cubicBezTo>
                <a:cubicBezTo>
                  <a:pt x="138303" y="321686"/>
                  <a:pt x="137171" y="324475"/>
                  <a:pt x="134920" y="326704"/>
                </a:cubicBezTo>
                <a:cubicBezTo>
                  <a:pt x="132668" y="328933"/>
                  <a:pt x="129868" y="330041"/>
                  <a:pt x="126519" y="330041"/>
                </a:cubicBezTo>
                <a:lnTo>
                  <a:pt x="70729" y="330041"/>
                </a:lnTo>
                <a:close/>
                <a:moveTo>
                  <a:pt x="306473" y="330041"/>
                </a:moveTo>
                <a:lnTo>
                  <a:pt x="250671" y="330041"/>
                </a:lnTo>
                <a:cubicBezTo>
                  <a:pt x="247322" y="330041"/>
                  <a:pt x="244522" y="328898"/>
                  <a:pt x="242270" y="326624"/>
                </a:cubicBezTo>
                <a:cubicBezTo>
                  <a:pt x="240019" y="324349"/>
                  <a:pt x="238887" y="321526"/>
                  <a:pt x="238887" y="318177"/>
                </a:cubicBezTo>
                <a:cubicBezTo>
                  <a:pt x="238887" y="314828"/>
                  <a:pt x="240019" y="312028"/>
                  <a:pt x="242270" y="309810"/>
                </a:cubicBezTo>
                <a:cubicBezTo>
                  <a:pt x="244522" y="307581"/>
                  <a:pt x="247322" y="306473"/>
                  <a:pt x="250671" y="306473"/>
                </a:cubicBezTo>
                <a:lnTo>
                  <a:pt x="306473" y="306473"/>
                </a:lnTo>
                <a:lnTo>
                  <a:pt x="306473" y="250671"/>
                </a:lnTo>
                <a:cubicBezTo>
                  <a:pt x="306473" y="247322"/>
                  <a:pt x="307604" y="244522"/>
                  <a:pt x="309890" y="242270"/>
                </a:cubicBezTo>
                <a:cubicBezTo>
                  <a:pt x="312165" y="240019"/>
                  <a:pt x="314977" y="238887"/>
                  <a:pt x="318337" y="238887"/>
                </a:cubicBezTo>
                <a:cubicBezTo>
                  <a:pt x="321686" y="238887"/>
                  <a:pt x="324475" y="240019"/>
                  <a:pt x="326704" y="242270"/>
                </a:cubicBezTo>
                <a:cubicBezTo>
                  <a:pt x="328933" y="244522"/>
                  <a:pt x="330041" y="247322"/>
                  <a:pt x="330041" y="250671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close/>
                <a:moveTo>
                  <a:pt x="47149" y="126519"/>
                </a:move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126519" y="47149"/>
                </a:lnTo>
                <a:cubicBezTo>
                  <a:pt x="129868" y="47149"/>
                  <a:pt x="132668" y="48292"/>
                  <a:pt x="134920" y="50566"/>
                </a:cubicBezTo>
                <a:cubicBezTo>
                  <a:pt x="137171" y="52841"/>
                  <a:pt x="138303" y="55664"/>
                  <a:pt x="138303" y="59013"/>
                </a:cubicBezTo>
                <a:cubicBezTo>
                  <a:pt x="138303" y="62362"/>
                  <a:pt x="137171" y="65162"/>
                  <a:pt x="134920" y="67380"/>
                </a:cubicBezTo>
                <a:cubicBezTo>
                  <a:pt x="132668" y="69609"/>
                  <a:pt x="129868" y="70729"/>
                  <a:pt x="126519" y="70729"/>
                </a:cubicBezTo>
                <a:lnTo>
                  <a:pt x="70729" y="70729"/>
                </a:lnTo>
                <a:lnTo>
                  <a:pt x="70729" y="126519"/>
                </a:lnTo>
                <a:cubicBezTo>
                  <a:pt x="70729" y="129868"/>
                  <a:pt x="69586" y="132668"/>
                  <a:pt x="67300" y="134920"/>
                </a:cubicBezTo>
                <a:cubicBezTo>
                  <a:pt x="65025" y="137171"/>
                  <a:pt x="62213" y="138303"/>
                  <a:pt x="58853" y="138303"/>
                </a:cubicBezTo>
                <a:cubicBezTo>
                  <a:pt x="55504" y="138303"/>
                  <a:pt x="52715" y="137171"/>
                  <a:pt x="50486" y="134920"/>
                </a:cubicBezTo>
                <a:cubicBezTo>
                  <a:pt x="48257" y="132668"/>
                  <a:pt x="47149" y="129868"/>
                  <a:pt x="47149" y="126519"/>
                </a:cubicBezTo>
                <a:close/>
                <a:moveTo>
                  <a:pt x="306473" y="126519"/>
                </a:moveTo>
                <a:lnTo>
                  <a:pt x="306473" y="70729"/>
                </a:lnTo>
                <a:lnTo>
                  <a:pt x="250671" y="70729"/>
                </a:lnTo>
                <a:cubicBezTo>
                  <a:pt x="247322" y="70729"/>
                  <a:pt x="244522" y="69586"/>
                  <a:pt x="242270" y="67300"/>
                </a:cubicBezTo>
                <a:cubicBezTo>
                  <a:pt x="240019" y="65025"/>
                  <a:pt x="238887" y="62213"/>
                  <a:pt x="238887" y="58853"/>
                </a:cubicBezTo>
                <a:cubicBezTo>
                  <a:pt x="238887" y="55504"/>
                  <a:pt x="240019" y="52715"/>
                  <a:pt x="242270" y="50486"/>
                </a:cubicBezTo>
                <a:cubicBezTo>
                  <a:pt x="244522" y="48257"/>
                  <a:pt x="247322" y="47149"/>
                  <a:pt x="250671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126519"/>
                </a:lnTo>
                <a:cubicBezTo>
                  <a:pt x="330041" y="129868"/>
                  <a:pt x="328898" y="132668"/>
                  <a:pt x="326624" y="134920"/>
                </a:cubicBezTo>
                <a:cubicBezTo>
                  <a:pt x="324349" y="137171"/>
                  <a:pt x="321526" y="138303"/>
                  <a:pt x="318177" y="138303"/>
                </a:cubicBezTo>
                <a:cubicBezTo>
                  <a:pt x="314828" y="138303"/>
                  <a:pt x="312028" y="137171"/>
                  <a:pt x="309810" y="134920"/>
                </a:cubicBezTo>
                <a:cubicBezTo>
                  <a:pt x="307581" y="132668"/>
                  <a:pt x="306473" y="129868"/>
                  <a:pt x="306473" y="12651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37" name="圖示 顯微分析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0306" y="306473"/>
                </a:moveTo>
                <a:lnTo>
                  <a:pt x="160306" y="265610"/>
                </a:lnTo>
                <a:lnTo>
                  <a:pt x="154408" y="265610"/>
                </a:lnTo>
                <a:cubicBezTo>
                  <a:pt x="133194" y="265610"/>
                  <a:pt x="115249" y="258272"/>
                  <a:pt x="100584" y="243608"/>
                </a:cubicBezTo>
                <a:cubicBezTo>
                  <a:pt x="85919" y="228931"/>
                  <a:pt x="78581" y="210986"/>
                  <a:pt x="78581" y="189772"/>
                </a:cubicBezTo>
                <a:cubicBezTo>
                  <a:pt x="78581" y="173793"/>
                  <a:pt x="83165" y="159254"/>
                  <a:pt x="92332" y="146167"/>
                </a:cubicBezTo>
                <a:cubicBezTo>
                  <a:pt x="101498" y="133068"/>
                  <a:pt x="113546" y="123901"/>
                  <a:pt x="128485" y="118655"/>
                </a:cubicBezTo>
                <a:cubicBezTo>
                  <a:pt x="129525" y="108185"/>
                  <a:pt x="134108" y="99670"/>
                  <a:pt x="142235" y="93120"/>
                </a:cubicBezTo>
                <a:cubicBezTo>
                  <a:pt x="150350" y="86571"/>
                  <a:pt x="159780" y="83690"/>
                  <a:pt x="170524" y="84479"/>
                </a:cubicBezTo>
                <a:lnTo>
                  <a:pt x="166204" y="72295"/>
                </a:lnTo>
                <a:cubicBezTo>
                  <a:pt x="164889" y="69232"/>
                  <a:pt x="165026" y="66294"/>
                  <a:pt x="166592" y="63494"/>
                </a:cubicBezTo>
                <a:cubicBezTo>
                  <a:pt x="168170" y="60716"/>
                  <a:pt x="170387" y="58670"/>
                  <a:pt x="173267" y="57367"/>
                </a:cubicBezTo>
                <a:lnTo>
                  <a:pt x="178377" y="55401"/>
                </a:lnTo>
                <a:lnTo>
                  <a:pt x="177988" y="53824"/>
                </a:lnTo>
                <a:cubicBezTo>
                  <a:pt x="176674" y="50166"/>
                  <a:pt x="176765" y="46646"/>
                  <a:pt x="178262" y="43297"/>
                </a:cubicBezTo>
                <a:cubicBezTo>
                  <a:pt x="179725" y="39925"/>
                  <a:pt x="182251" y="37536"/>
                  <a:pt x="185840" y="36153"/>
                </a:cubicBezTo>
                <a:cubicBezTo>
                  <a:pt x="189407" y="34839"/>
                  <a:pt x="192916" y="34907"/>
                  <a:pt x="196379" y="36347"/>
                </a:cubicBezTo>
                <a:cubicBezTo>
                  <a:pt x="199831" y="37788"/>
                  <a:pt x="202220" y="40336"/>
                  <a:pt x="203523" y="44006"/>
                </a:cubicBezTo>
                <a:lnTo>
                  <a:pt x="204311" y="45971"/>
                </a:lnTo>
                <a:lnTo>
                  <a:pt x="209032" y="44394"/>
                </a:lnTo>
                <a:cubicBezTo>
                  <a:pt x="211912" y="43354"/>
                  <a:pt x="214793" y="43480"/>
                  <a:pt x="217673" y="44794"/>
                </a:cubicBezTo>
                <a:cubicBezTo>
                  <a:pt x="220553" y="46097"/>
                  <a:pt x="222645" y="48200"/>
                  <a:pt x="223959" y="51081"/>
                </a:cubicBezTo>
                <a:lnTo>
                  <a:pt x="260101" y="144978"/>
                </a:lnTo>
                <a:cubicBezTo>
                  <a:pt x="261416" y="148121"/>
                  <a:pt x="261347" y="151139"/>
                  <a:pt x="259907" y="154019"/>
                </a:cubicBezTo>
                <a:cubicBezTo>
                  <a:pt x="258467" y="156900"/>
                  <a:pt x="256181" y="158991"/>
                  <a:pt x="253037" y="160306"/>
                </a:cubicBezTo>
                <a:lnTo>
                  <a:pt x="247528" y="162272"/>
                </a:lnTo>
                <a:lnTo>
                  <a:pt x="248317" y="164238"/>
                </a:lnTo>
                <a:cubicBezTo>
                  <a:pt x="249631" y="167907"/>
                  <a:pt x="249505" y="171370"/>
                  <a:pt x="247962" y="174650"/>
                </a:cubicBezTo>
                <a:cubicBezTo>
                  <a:pt x="246419" y="177919"/>
                  <a:pt x="243790" y="180217"/>
                  <a:pt x="240064" y="181520"/>
                </a:cubicBezTo>
                <a:cubicBezTo>
                  <a:pt x="236692" y="182834"/>
                  <a:pt x="233343" y="182697"/>
                  <a:pt x="230052" y="181131"/>
                </a:cubicBezTo>
                <a:cubicBezTo>
                  <a:pt x="226771" y="179554"/>
                  <a:pt x="224485" y="177074"/>
                  <a:pt x="223171" y="173667"/>
                </a:cubicBezTo>
                <a:lnTo>
                  <a:pt x="222382" y="171313"/>
                </a:lnTo>
                <a:lnTo>
                  <a:pt x="216496" y="173267"/>
                </a:lnTo>
                <a:cubicBezTo>
                  <a:pt x="213352" y="174582"/>
                  <a:pt x="210403" y="174582"/>
                  <a:pt x="207649" y="173267"/>
                </a:cubicBezTo>
                <a:cubicBezTo>
                  <a:pt x="204906" y="171964"/>
                  <a:pt x="202871" y="169736"/>
                  <a:pt x="201557" y="166592"/>
                </a:cubicBezTo>
                <a:lnTo>
                  <a:pt x="195670" y="150876"/>
                </a:lnTo>
                <a:cubicBezTo>
                  <a:pt x="191738" y="155334"/>
                  <a:pt x="187086" y="158534"/>
                  <a:pt x="181714" y="160500"/>
                </a:cubicBezTo>
                <a:cubicBezTo>
                  <a:pt x="176353" y="162466"/>
                  <a:pt x="170616" y="163323"/>
                  <a:pt x="164512" y="163060"/>
                </a:cubicBezTo>
                <a:cubicBezTo>
                  <a:pt x="157780" y="162797"/>
                  <a:pt x="151528" y="160694"/>
                  <a:pt x="145767" y="156774"/>
                </a:cubicBezTo>
                <a:cubicBezTo>
                  <a:pt x="140006" y="152842"/>
                  <a:pt x="135423" y="147858"/>
                  <a:pt x="132017" y="141835"/>
                </a:cubicBezTo>
                <a:cubicBezTo>
                  <a:pt x="122850" y="146293"/>
                  <a:pt x="115580" y="152842"/>
                  <a:pt x="110208" y="161483"/>
                </a:cubicBezTo>
                <a:cubicBezTo>
                  <a:pt x="104836" y="170101"/>
                  <a:pt x="102161" y="179531"/>
                  <a:pt x="102161" y="189772"/>
                </a:cubicBezTo>
                <a:cubicBezTo>
                  <a:pt x="102161" y="204288"/>
                  <a:pt x="107236" y="216621"/>
                  <a:pt x="117398" y="226783"/>
                </a:cubicBezTo>
                <a:cubicBezTo>
                  <a:pt x="127559" y="236944"/>
                  <a:pt x="139903" y="242030"/>
                  <a:pt x="154408" y="242030"/>
                </a:cubicBezTo>
                <a:lnTo>
                  <a:pt x="278961" y="242030"/>
                </a:lnTo>
                <a:cubicBezTo>
                  <a:pt x="282321" y="242030"/>
                  <a:pt x="285121" y="243173"/>
                  <a:pt x="287373" y="245448"/>
                </a:cubicBezTo>
                <a:cubicBezTo>
                  <a:pt x="289625" y="247722"/>
                  <a:pt x="290756" y="250546"/>
                  <a:pt x="290756" y="253895"/>
                </a:cubicBezTo>
                <a:cubicBezTo>
                  <a:pt x="290756" y="257244"/>
                  <a:pt x="289625" y="260044"/>
                  <a:pt x="287373" y="262261"/>
                </a:cubicBezTo>
                <a:cubicBezTo>
                  <a:pt x="285121" y="264490"/>
                  <a:pt x="282321" y="265610"/>
                  <a:pt x="278961" y="265610"/>
                </a:cubicBezTo>
                <a:lnTo>
                  <a:pt x="199602" y="265610"/>
                </a:lnTo>
                <a:lnTo>
                  <a:pt x="199602" y="306473"/>
                </a:lnTo>
                <a:lnTo>
                  <a:pt x="286824" y="306473"/>
                </a:lnTo>
                <a:cubicBezTo>
                  <a:pt x="290173" y="306473"/>
                  <a:pt x="292974" y="307604"/>
                  <a:pt x="295225" y="309890"/>
                </a:cubicBezTo>
                <a:cubicBezTo>
                  <a:pt x="297477" y="312165"/>
                  <a:pt x="298609" y="314977"/>
                  <a:pt x="298609" y="318337"/>
                </a:cubicBezTo>
                <a:cubicBezTo>
                  <a:pt x="298609" y="321686"/>
                  <a:pt x="297477" y="324475"/>
                  <a:pt x="295225" y="326704"/>
                </a:cubicBezTo>
                <a:cubicBezTo>
                  <a:pt x="292974" y="328933"/>
                  <a:pt x="290173" y="330041"/>
                  <a:pt x="286824" y="330041"/>
                </a:cubicBezTo>
                <a:lnTo>
                  <a:pt x="90366" y="330041"/>
                </a:lnTo>
                <a:cubicBezTo>
                  <a:pt x="87017" y="330041"/>
                  <a:pt x="84216" y="328898"/>
                  <a:pt x="81965" y="326624"/>
                </a:cubicBezTo>
                <a:cubicBezTo>
                  <a:pt x="79713" y="324349"/>
                  <a:pt x="78581" y="321526"/>
                  <a:pt x="78581" y="318177"/>
                </a:cubicBezTo>
                <a:cubicBezTo>
                  <a:pt x="78581" y="314828"/>
                  <a:pt x="79713" y="312028"/>
                  <a:pt x="81965" y="309810"/>
                </a:cubicBezTo>
                <a:cubicBezTo>
                  <a:pt x="84216" y="307581"/>
                  <a:pt x="87017" y="306473"/>
                  <a:pt x="90366" y="306473"/>
                </a:cubicBezTo>
                <a:lnTo>
                  <a:pt x="160306" y="306473"/>
                </a:lnTo>
                <a:close/>
                <a:moveTo>
                  <a:pt x="218462" y="152453"/>
                </a:moveTo>
                <a:lnTo>
                  <a:pt x="239276" y="144978"/>
                </a:lnTo>
                <a:lnTo>
                  <a:pt x="207843" y="64042"/>
                </a:lnTo>
                <a:lnTo>
                  <a:pt x="187029" y="71506"/>
                </a:lnTo>
                <a:lnTo>
                  <a:pt x="218462" y="152453"/>
                </a:lnTo>
                <a:close/>
                <a:moveTo>
                  <a:pt x="181326" y="137789"/>
                </a:moveTo>
                <a:cubicBezTo>
                  <a:pt x="185120" y="134051"/>
                  <a:pt x="187029" y="129399"/>
                  <a:pt x="187029" y="123844"/>
                </a:cubicBezTo>
                <a:cubicBezTo>
                  <a:pt x="187029" y="118289"/>
                  <a:pt x="185155" y="113614"/>
                  <a:pt x="181406" y="109819"/>
                </a:cubicBezTo>
                <a:cubicBezTo>
                  <a:pt x="177656" y="106025"/>
                  <a:pt x="173004" y="104116"/>
                  <a:pt x="167461" y="104116"/>
                </a:cubicBezTo>
                <a:cubicBezTo>
                  <a:pt x="161906" y="104116"/>
                  <a:pt x="157231" y="105990"/>
                  <a:pt x="153425" y="109739"/>
                </a:cubicBezTo>
                <a:cubicBezTo>
                  <a:pt x="149630" y="113488"/>
                  <a:pt x="147733" y="118129"/>
                  <a:pt x="147733" y="123684"/>
                </a:cubicBezTo>
                <a:cubicBezTo>
                  <a:pt x="147733" y="129239"/>
                  <a:pt x="149607" y="133914"/>
                  <a:pt x="153356" y="137709"/>
                </a:cubicBezTo>
                <a:cubicBezTo>
                  <a:pt x="157094" y="141515"/>
                  <a:pt x="161746" y="143412"/>
                  <a:pt x="167301" y="143412"/>
                </a:cubicBezTo>
                <a:cubicBezTo>
                  <a:pt x="172856" y="143412"/>
                  <a:pt x="177531" y="141538"/>
                  <a:pt x="181326" y="137789"/>
                </a:cubicBezTo>
                <a:close/>
                <a:moveTo>
                  <a:pt x="218462" y="152453"/>
                </a:moveTo>
                <a:close/>
                <a:moveTo>
                  <a:pt x="167381" y="122975"/>
                </a:moveTo>
                <a:close/>
                <a:moveTo>
                  <a:pt x="168170" y="12297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39" name="圖示 實驗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7586" y="330041"/>
                </a:moveTo>
                <a:cubicBezTo>
                  <a:pt x="56636" y="330041"/>
                  <a:pt x="48852" y="324932"/>
                  <a:pt x="44246" y="314714"/>
                </a:cubicBezTo>
                <a:cubicBezTo>
                  <a:pt x="39628" y="304507"/>
                  <a:pt x="41125" y="295203"/>
                  <a:pt x="48726" y="286824"/>
                </a:cubicBezTo>
                <a:lnTo>
                  <a:pt x="146167" y="176811"/>
                </a:lnTo>
                <a:lnTo>
                  <a:pt x="146167" y="70729"/>
                </a:lnTo>
                <a:lnTo>
                  <a:pt x="125730" y="70729"/>
                </a:lnTo>
                <a:cubicBezTo>
                  <a:pt x="122381" y="70729"/>
                  <a:pt x="119569" y="69586"/>
                  <a:pt x="117318" y="67300"/>
                </a:cubicBezTo>
                <a:cubicBezTo>
                  <a:pt x="115066" y="65025"/>
                  <a:pt x="113946" y="62213"/>
                  <a:pt x="113946" y="58853"/>
                </a:cubicBezTo>
                <a:cubicBezTo>
                  <a:pt x="113946" y="55504"/>
                  <a:pt x="115066" y="52715"/>
                  <a:pt x="117318" y="50486"/>
                </a:cubicBezTo>
                <a:cubicBezTo>
                  <a:pt x="119569" y="48257"/>
                  <a:pt x="122381" y="47149"/>
                  <a:pt x="125730" y="47149"/>
                </a:cubicBezTo>
                <a:lnTo>
                  <a:pt x="251460" y="47149"/>
                </a:lnTo>
                <a:cubicBezTo>
                  <a:pt x="254809" y="47149"/>
                  <a:pt x="257621" y="48292"/>
                  <a:pt x="259872" y="50566"/>
                </a:cubicBezTo>
                <a:cubicBezTo>
                  <a:pt x="262124" y="52841"/>
                  <a:pt x="263244" y="55664"/>
                  <a:pt x="263244" y="59013"/>
                </a:cubicBezTo>
                <a:cubicBezTo>
                  <a:pt x="263244" y="62362"/>
                  <a:pt x="262124" y="65162"/>
                  <a:pt x="259872" y="67380"/>
                </a:cubicBezTo>
                <a:cubicBezTo>
                  <a:pt x="257621" y="69609"/>
                  <a:pt x="254809" y="70729"/>
                  <a:pt x="251460" y="70729"/>
                </a:cubicBezTo>
                <a:lnTo>
                  <a:pt x="231035" y="70729"/>
                </a:lnTo>
                <a:lnTo>
                  <a:pt x="231035" y="176811"/>
                </a:lnTo>
                <a:lnTo>
                  <a:pt x="328475" y="286824"/>
                </a:lnTo>
                <a:cubicBezTo>
                  <a:pt x="336065" y="295203"/>
                  <a:pt x="337562" y="304507"/>
                  <a:pt x="332944" y="314714"/>
                </a:cubicBezTo>
                <a:cubicBezTo>
                  <a:pt x="328338" y="324932"/>
                  <a:pt x="320554" y="330041"/>
                  <a:pt x="309616" y="330041"/>
                </a:cubicBezTo>
                <a:lnTo>
                  <a:pt x="67586" y="330041"/>
                </a:lnTo>
                <a:close/>
                <a:moveTo>
                  <a:pt x="62865" y="306473"/>
                </a:moveTo>
                <a:lnTo>
                  <a:pt x="314325" y="306473"/>
                </a:lnTo>
                <a:lnTo>
                  <a:pt x="207455" y="185452"/>
                </a:lnTo>
                <a:lnTo>
                  <a:pt x="207455" y="70729"/>
                </a:lnTo>
                <a:lnTo>
                  <a:pt x="169736" y="70729"/>
                </a:lnTo>
                <a:lnTo>
                  <a:pt x="169736" y="185452"/>
                </a:lnTo>
                <a:lnTo>
                  <a:pt x="62865" y="306473"/>
                </a:lnTo>
                <a:close/>
                <a:moveTo>
                  <a:pt x="187806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41" name="圖示 維修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9092" y="231812"/>
                </a:moveTo>
                <a:cubicBezTo>
                  <a:pt x="113660" y="231812"/>
                  <a:pt x="92046" y="222954"/>
                  <a:pt x="74261" y="205214"/>
                </a:cubicBezTo>
                <a:cubicBezTo>
                  <a:pt x="56453" y="187509"/>
                  <a:pt x="47537" y="165986"/>
                  <a:pt x="47537" y="140658"/>
                </a:cubicBezTo>
                <a:cubicBezTo>
                  <a:pt x="47537" y="135423"/>
                  <a:pt x="47937" y="130508"/>
                  <a:pt x="48726" y="125924"/>
                </a:cubicBezTo>
                <a:cubicBezTo>
                  <a:pt x="49503" y="121341"/>
                  <a:pt x="50944" y="116563"/>
                  <a:pt x="53047" y="111591"/>
                </a:cubicBezTo>
                <a:cubicBezTo>
                  <a:pt x="53824" y="109488"/>
                  <a:pt x="55013" y="107922"/>
                  <a:pt x="56579" y="106871"/>
                </a:cubicBezTo>
                <a:cubicBezTo>
                  <a:pt x="58156" y="105819"/>
                  <a:pt x="59825" y="105042"/>
                  <a:pt x="61608" y="104516"/>
                </a:cubicBezTo>
                <a:cubicBezTo>
                  <a:pt x="63391" y="103990"/>
                  <a:pt x="65220" y="103990"/>
                  <a:pt x="67106" y="104516"/>
                </a:cubicBezTo>
                <a:cubicBezTo>
                  <a:pt x="68991" y="105042"/>
                  <a:pt x="70729" y="106082"/>
                  <a:pt x="72295" y="107659"/>
                </a:cubicBezTo>
                <a:lnTo>
                  <a:pt x="116689" y="152053"/>
                </a:lnTo>
                <a:lnTo>
                  <a:pt x="152842" y="118266"/>
                </a:lnTo>
                <a:lnTo>
                  <a:pt x="106482" y="71906"/>
                </a:lnTo>
                <a:cubicBezTo>
                  <a:pt x="104859" y="70352"/>
                  <a:pt x="103796" y="68649"/>
                  <a:pt x="103293" y="66797"/>
                </a:cubicBezTo>
                <a:cubicBezTo>
                  <a:pt x="102801" y="64957"/>
                  <a:pt x="102813" y="63128"/>
                  <a:pt x="103339" y="61299"/>
                </a:cubicBezTo>
                <a:cubicBezTo>
                  <a:pt x="103853" y="59459"/>
                  <a:pt x="104642" y="57847"/>
                  <a:pt x="105693" y="56464"/>
                </a:cubicBezTo>
                <a:cubicBezTo>
                  <a:pt x="106745" y="55070"/>
                  <a:pt x="108311" y="53915"/>
                  <a:pt x="110402" y="53001"/>
                </a:cubicBezTo>
                <a:cubicBezTo>
                  <a:pt x="115386" y="50909"/>
                  <a:pt x="120095" y="49400"/>
                  <a:pt x="124553" y="48486"/>
                </a:cubicBezTo>
                <a:cubicBezTo>
                  <a:pt x="128999" y="47572"/>
                  <a:pt x="133834" y="47114"/>
                  <a:pt x="139046" y="47114"/>
                </a:cubicBezTo>
                <a:cubicBezTo>
                  <a:pt x="165038" y="47114"/>
                  <a:pt x="187132" y="56201"/>
                  <a:pt x="205329" y="74375"/>
                </a:cubicBezTo>
                <a:cubicBezTo>
                  <a:pt x="223514" y="92583"/>
                  <a:pt x="232600" y="114677"/>
                  <a:pt x="232600" y="140658"/>
                </a:cubicBezTo>
                <a:cubicBezTo>
                  <a:pt x="232600" y="146944"/>
                  <a:pt x="231949" y="153105"/>
                  <a:pt x="230635" y="159128"/>
                </a:cubicBezTo>
                <a:cubicBezTo>
                  <a:pt x="229332" y="165152"/>
                  <a:pt x="227628" y="171176"/>
                  <a:pt x="225525" y="177199"/>
                </a:cubicBezTo>
                <a:lnTo>
                  <a:pt x="312359" y="264033"/>
                </a:lnTo>
                <a:cubicBezTo>
                  <a:pt x="319434" y="270845"/>
                  <a:pt x="322909" y="279155"/>
                  <a:pt x="322772" y="288985"/>
                </a:cubicBezTo>
                <a:cubicBezTo>
                  <a:pt x="322646" y="298803"/>
                  <a:pt x="318908" y="307124"/>
                  <a:pt x="311570" y="313936"/>
                </a:cubicBezTo>
                <a:cubicBezTo>
                  <a:pt x="304770" y="320223"/>
                  <a:pt x="296711" y="323298"/>
                  <a:pt x="287407" y="323160"/>
                </a:cubicBezTo>
                <a:cubicBezTo>
                  <a:pt x="278115" y="323035"/>
                  <a:pt x="270057" y="319560"/>
                  <a:pt x="263244" y="312759"/>
                </a:cubicBezTo>
                <a:lnTo>
                  <a:pt x="175633" y="224748"/>
                </a:lnTo>
                <a:cubicBezTo>
                  <a:pt x="169610" y="226840"/>
                  <a:pt x="163575" y="228543"/>
                  <a:pt x="157551" y="229846"/>
                </a:cubicBezTo>
                <a:cubicBezTo>
                  <a:pt x="151528" y="231160"/>
                  <a:pt x="145378" y="231812"/>
                  <a:pt x="139092" y="231812"/>
                </a:cubicBezTo>
                <a:close/>
                <a:moveTo>
                  <a:pt x="139092" y="208243"/>
                </a:moveTo>
                <a:cubicBezTo>
                  <a:pt x="145641" y="208243"/>
                  <a:pt x="152579" y="207192"/>
                  <a:pt x="159917" y="205100"/>
                </a:cubicBezTo>
                <a:cubicBezTo>
                  <a:pt x="167244" y="202997"/>
                  <a:pt x="173667" y="199854"/>
                  <a:pt x="179165" y="195670"/>
                </a:cubicBezTo>
                <a:lnTo>
                  <a:pt x="280138" y="296643"/>
                </a:lnTo>
                <a:cubicBezTo>
                  <a:pt x="282241" y="298734"/>
                  <a:pt x="284858" y="299786"/>
                  <a:pt x="288002" y="299786"/>
                </a:cubicBezTo>
                <a:cubicBezTo>
                  <a:pt x="291145" y="299786"/>
                  <a:pt x="293762" y="298734"/>
                  <a:pt x="295854" y="296643"/>
                </a:cubicBezTo>
                <a:cubicBezTo>
                  <a:pt x="297957" y="294551"/>
                  <a:pt x="298997" y="291934"/>
                  <a:pt x="298997" y="288790"/>
                </a:cubicBezTo>
                <a:cubicBezTo>
                  <a:pt x="298997" y="285647"/>
                  <a:pt x="297957" y="283018"/>
                  <a:pt x="295854" y="280927"/>
                </a:cubicBezTo>
                <a:lnTo>
                  <a:pt x="196459" y="181520"/>
                </a:lnTo>
                <a:cubicBezTo>
                  <a:pt x="200642" y="176022"/>
                  <a:pt x="203785" y="169541"/>
                  <a:pt x="205889" y="162077"/>
                </a:cubicBezTo>
                <a:cubicBezTo>
                  <a:pt x="207980" y="154614"/>
                  <a:pt x="209032" y="147470"/>
                  <a:pt x="209032" y="140658"/>
                </a:cubicBezTo>
                <a:cubicBezTo>
                  <a:pt x="209032" y="121021"/>
                  <a:pt x="201762" y="104379"/>
                  <a:pt x="187223" y="90766"/>
                </a:cubicBezTo>
                <a:cubicBezTo>
                  <a:pt x="172684" y="77141"/>
                  <a:pt x="156111" y="70203"/>
                  <a:pt x="137514" y="69940"/>
                </a:cubicBezTo>
                <a:lnTo>
                  <a:pt x="177599" y="110802"/>
                </a:lnTo>
                <a:cubicBezTo>
                  <a:pt x="179954" y="113157"/>
                  <a:pt x="181063" y="115969"/>
                  <a:pt x="180937" y="119249"/>
                </a:cubicBezTo>
                <a:cubicBezTo>
                  <a:pt x="180800" y="122518"/>
                  <a:pt x="179554" y="125341"/>
                  <a:pt x="177199" y="127696"/>
                </a:cubicBezTo>
                <a:lnTo>
                  <a:pt x="124941" y="176811"/>
                </a:lnTo>
                <a:cubicBezTo>
                  <a:pt x="122507" y="178902"/>
                  <a:pt x="119684" y="179954"/>
                  <a:pt x="116460" y="179954"/>
                </a:cubicBezTo>
                <a:cubicBezTo>
                  <a:pt x="113214" y="179954"/>
                  <a:pt x="110540" y="178902"/>
                  <a:pt x="108448" y="176811"/>
                </a:cubicBezTo>
                <a:lnTo>
                  <a:pt x="69940" y="138692"/>
                </a:lnTo>
                <a:cubicBezTo>
                  <a:pt x="70729" y="158866"/>
                  <a:pt x="77884" y="175496"/>
                  <a:pt x="91429" y="188595"/>
                </a:cubicBezTo>
                <a:cubicBezTo>
                  <a:pt x="104973" y="201694"/>
                  <a:pt x="120861" y="208243"/>
                  <a:pt x="139092" y="208243"/>
                </a:cubicBezTo>
                <a:close/>
                <a:moveTo>
                  <a:pt x="185063" y="18545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43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225" y="345758"/>
                  <a:pt x="58670" y="343449"/>
                  <a:pt x="54064" y="338842"/>
                </a:cubicBezTo>
                <a:cubicBezTo>
                  <a:pt x="49458" y="334202"/>
                  <a:pt x="47149" y="328658"/>
                  <a:pt x="47149" y="322189"/>
                </a:cubicBezTo>
                <a:lnTo>
                  <a:pt x="47149" y="132405"/>
                </a:lnTo>
                <a:cubicBezTo>
                  <a:pt x="42691" y="130839"/>
                  <a:pt x="38965" y="128039"/>
                  <a:pt x="35947" y="124004"/>
                </a:cubicBezTo>
                <a:cubicBezTo>
                  <a:pt x="32941" y="119969"/>
                  <a:pt x="31433" y="115306"/>
                  <a:pt x="31433" y="110014"/>
                </a:cubicBezTo>
                <a:lnTo>
                  <a:pt x="31433" y="55013"/>
                </a:lnTo>
                <a:cubicBezTo>
                  <a:pt x="31433" y="48509"/>
                  <a:pt x="33741" y="42954"/>
                  <a:pt x="38348" y="38348"/>
                </a:cubicBezTo>
                <a:cubicBezTo>
                  <a:pt x="42988" y="33741"/>
                  <a:pt x="48532" y="31433"/>
                  <a:pt x="55013" y="31433"/>
                </a:cubicBezTo>
                <a:lnTo>
                  <a:pt x="322189" y="31433"/>
                </a:lnTo>
                <a:cubicBezTo>
                  <a:pt x="328681" y="31433"/>
                  <a:pt x="334236" y="33741"/>
                  <a:pt x="338842" y="38348"/>
                </a:cubicBezTo>
                <a:cubicBezTo>
                  <a:pt x="343449" y="42954"/>
                  <a:pt x="345758" y="48509"/>
                  <a:pt x="345758" y="55013"/>
                </a:cubicBezTo>
                <a:lnTo>
                  <a:pt x="345758" y="110014"/>
                </a:lnTo>
                <a:cubicBezTo>
                  <a:pt x="345758" y="115306"/>
                  <a:pt x="344249" y="119969"/>
                  <a:pt x="341243" y="124004"/>
                </a:cubicBezTo>
                <a:cubicBezTo>
                  <a:pt x="338225" y="128039"/>
                  <a:pt x="334499" y="130839"/>
                  <a:pt x="330041" y="132405"/>
                </a:cubicBezTo>
                <a:lnTo>
                  <a:pt x="330041" y="322189"/>
                </a:lnTo>
                <a:cubicBezTo>
                  <a:pt x="330041" y="328681"/>
                  <a:pt x="327732" y="334236"/>
                  <a:pt x="323126" y="338842"/>
                </a:cubicBezTo>
                <a:cubicBezTo>
                  <a:pt x="318520" y="343449"/>
                  <a:pt x="312965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133594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133594"/>
                </a:lnTo>
                <a:lnTo>
                  <a:pt x="70729" y="133594"/>
                </a:lnTo>
                <a:close/>
                <a:moveTo>
                  <a:pt x="55013" y="110014"/>
                </a:moveTo>
                <a:lnTo>
                  <a:pt x="322189" y="11001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110014"/>
                </a:lnTo>
                <a:close/>
                <a:moveTo>
                  <a:pt x="153231" y="212175"/>
                </a:moveTo>
                <a:lnTo>
                  <a:pt x="223959" y="212175"/>
                </a:lnTo>
                <a:cubicBezTo>
                  <a:pt x="227308" y="212175"/>
                  <a:pt x="230109" y="211032"/>
                  <a:pt x="232360" y="208746"/>
                </a:cubicBezTo>
                <a:cubicBezTo>
                  <a:pt x="234612" y="206472"/>
                  <a:pt x="235744" y="203660"/>
                  <a:pt x="235744" y="200299"/>
                </a:cubicBezTo>
                <a:cubicBezTo>
                  <a:pt x="235744" y="196950"/>
                  <a:pt x="234612" y="194161"/>
                  <a:pt x="232360" y="191933"/>
                </a:cubicBezTo>
                <a:cubicBezTo>
                  <a:pt x="230109" y="189704"/>
                  <a:pt x="227308" y="188595"/>
                  <a:pt x="223959" y="188595"/>
                </a:cubicBezTo>
                <a:lnTo>
                  <a:pt x="153231" y="188595"/>
                </a:lnTo>
                <a:cubicBezTo>
                  <a:pt x="149882" y="188595"/>
                  <a:pt x="147081" y="189738"/>
                  <a:pt x="144830" y="192013"/>
                </a:cubicBezTo>
                <a:cubicBezTo>
                  <a:pt x="142578" y="194287"/>
                  <a:pt x="141446" y="197110"/>
                  <a:pt x="141446" y="200459"/>
                </a:cubicBezTo>
                <a:cubicBezTo>
                  <a:pt x="141446" y="203808"/>
                  <a:pt x="142578" y="206609"/>
                  <a:pt x="144830" y="208826"/>
                </a:cubicBezTo>
                <a:cubicBezTo>
                  <a:pt x="147081" y="211055"/>
                  <a:pt x="149882" y="212175"/>
                  <a:pt x="153231" y="212175"/>
                </a:cubicBez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5" name="圖示 倉儲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2295"/>
                </a:moveTo>
                <a:lnTo>
                  <a:pt x="55013" y="125730"/>
                </a:lnTo>
                <a:lnTo>
                  <a:pt x="55013" y="306473"/>
                </a:lnTo>
                <a:lnTo>
                  <a:pt x="102161" y="306473"/>
                </a:lnTo>
                <a:lnTo>
                  <a:pt x="102161" y="204311"/>
                </a:lnTo>
                <a:cubicBezTo>
                  <a:pt x="102161" y="197819"/>
                  <a:pt x="104459" y="192264"/>
                  <a:pt x="109076" y="187658"/>
                </a:cubicBezTo>
                <a:cubicBezTo>
                  <a:pt x="113706" y="183040"/>
                  <a:pt x="119261" y="180743"/>
                  <a:pt x="125730" y="180743"/>
                </a:cubicBezTo>
                <a:lnTo>
                  <a:pt x="251460" y="180743"/>
                </a:lnTo>
                <a:cubicBezTo>
                  <a:pt x="257952" y="180743"/>
                  <a:pt x="263507" y="183040"/>
                  <a:pt x="268114" y="187658"/>
                </a:cubicBezTo>
                <a:cubicBezTo>
                  <a:pt x="272731" y="192264"/>
                  <a:pt x="275040" y="197819"/>
                  <a:pt x="275040" y="204311"/>
                </a:cubicBezTo>
                <a:lnTo>
                  <a:pt x="275040" y="306473"/>
                </a:lnTo>
                <a:lnTo>
                  <a:pt x="322189" y="306473"/>
                </a:lnTo>
                <a:lnTo>
                  <a:pt x="322189" y="125730"/>
                </a:lnTo>
                <a:lnTo>
                  <a:pt x="188595" y="72295"/>
                </a:lnTo>
                <a:close/>
                <a:moveTo>
                  <a:pt x="31433" y="306473"/>
                </a:moveTo>
                <a:lnTo>
                  <a:pt x="31433" y="126119"/>
                </a:lnTo>
                <a:cubicBezTo>
                  <a:pt x="31433" y="121169"/>
                  <a:pt x="32804" y="116735"/>
                  <a:pt x="35559" y="112803"/>
                </a:cubicBezTo>
                <a:cubicBezTo>
                  <a:pt x="38313" y="108848"/>
                  <a:pt x="41914" y="105956"/>
                  <a:pt x="46360" y="104116"/>
                </a:cubicBezTo>
                <a:lnTo>
                  <a:pt x="179954" y="50681"/>
                </a:lnTo>
                <a:cubicBezTo>
                  <a:pt x="182834" y="49378"/>
                  <a:pt x="185715" y="48726"/>
                  <a:pt x="188595" y="48726"/>
                </a:cubicBezTo>
                <a:cubicBezTo>
                  <a:pt x="191475" y="48726"/>
                  <a:pt x="194356" y="49378"/>
                  <a:pt x="197236" y="50681"/>
                </a:cubicBezTo>
                <a:lnTo>
                  <a:pt x="330830" y="104116"/>
                </a:lnTo>
                <a:cubicBezTo>
                  <a:pt x="335276" y="105956"/>
                  <a:pt x="338877" y="108848"/>
                  <a:pt x="341631" y="112803"/>
                </a:cubicBezTo>
                <a:cubicBezTo>
                  <a:pt x="344386" y="116735"/>
                  <a:pt x="345758" y="121169"/>
                  <a:pt x="345758" y="126119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251460" y="330041"/>
                </a:lnTo>
                <a:lnTo>
                  <a:pt x="251460" y="204311"/>
                </a:lnTo>
                <a:lnTo>
                  <a:pt x="125730" y="204311"/>
                </a:lnTo>
                <a:lnTo>
                  <a:pt x="125730" y="330041"/>
                </a:lnTo>
                <a:lnTo>
                  <a:pt x="55013" y="330041"/>
                </a:lnTo>
                <a:cubicBezTo>
                  <a:pt x="48509" y="330041"/>
                  <a:pt x="42954" y="327732"/>
                  <a:pt x="38348" y="323126"/>
                </a:cubicBezTo>
                <a:cubicBezTo>
                  <a:pt x="33741" y="318486"/>
                  <a:pt x="31433" y="312942"/>
                  <a:pt x="31433" y="306473"/>
                </a:cubicBezTo>
                <a:close/>
                <a:moveTo>
                  <a:pt x="145378" y="330041"/>
                </a:moveTo>
                <a:lnTo>
                  <a:pt x="145378" y="306473"/>
                </a:lnTo>
                <a:lnTo>
                  <a:pt x="168947" y="306473"/>
                </a:lnTo>
                <a:lnTo>
                  <a:pt x="168947" y="330041"/>
                </a:lnTo>
                <a:lnTo>
                  <a:pt x="145378" y="330041"/>
                </a:lnTo>
                <a:close/>
                <a:moveTo>
                  <a:pt x="176811" y="282893"/>
                </a:moveTo>
                <a:lnTo>
                  <a:pt x="176811" y="259324"/>
                </a:lnTo>
                <a:lnTo>
                  <a:pt x="200379" y="259324"/>
                </a:lnTo>
                <a:lnTo>
                  <a:pt x="200379" y="282893"/>
                </a:lnTo>
                <a:lnTo>
                  <a:pt x="176811" y="282893"/>
                </a:lnTo>
                <a:close/>
                <a:moveTo>
                  <a:pt x="208243" y="330041"/>
                </a:moveTo>
                <a:lnTo>
                  <a:pt x="208243" y="306473"/>
                </a:lnTo>
                <a:lnTo>
                  <a:pt x="231812" y="306473"/>
                </a:lnTo>
                <a:lnTo>
                  <a:pt x="231812" y="330041"/>
                </a:lnTo>
                <a:lnTo>
                  <a:pt x="208243" y="33004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47" name="圖示 物流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207" y="300415"/>
                </a:moveTo>
                <a:cubicBezTo>
                  <a:pt x="46166" y="291408"/>
                  <a:pt x="41651" y="280458"/>
                  <a:pt x="41651" y="267565"/>
                </a:cubicBezTo>
                <a:lnTo>
                  <a:pt x="27501" y="267565"/>
                </a:lnTo>
                <a:cubicBezTo>
                  <a:pt x="24152" y="267565"/>
                  <a:pt x="21351" y="266445"/>
                  <a:pt x="19100" y="264193"/>
                </a:cubicBezTo>
                <a:cubicBezTo>
                  <a:pt x="16848" y="261907"/>
                  <a:pt x="15716" y="259107"/>
                  <a:pt x="15716" y="255781"/>
                </a:cubicBezTo>
                <a:lnTo>
                  <a:pt x="15716" y="86445"/>
                </a:lnTo>
                <a:cubicBezTo>
                  <a:pt x="15716" y="80159"/>
                  <a:pt x="18071" y="74649"/>
                  <a:pt x="22791" y="69940"/>
                </a:cubicBezTo>
                <a:cubicBezTo>
                  <a:pt x="27501" y="65220"/>
                  <a:pt x="33010" y="62865"/>
                  <a:pt x="39296" y="62865"/>
                </a:cubicBezTo>
                <a:lnTo>
                  <a:pt x="243208" y="62865"/>
                </a:lnTo>
                <a:cubicBezTo>
                  <a:pt x="249700" y="62865"/>
                  <a:pt x="255255" y="65174"/>
                  <a:pt x="259872" y="69780"/>
                </a:cubicBezTo>
                <a:cubicBezTo>
                  <a:pt x="264479" y="74386"/>
                  <a:pt x="266788" y="79941"/>
                  <a:pt x="266788" y="86445"/>
                </a:cubicBezTo>
                <a:lnTo>
                  <a:pt x="266788" y="128485"/>
                </a:lnTo>
                <a:lnTo>
                  <a:pt x="296254" y="128485"/>
                </a:lnTo>
                <a:cubicBezTo>
                  <a:pt x="299992" y="128485"/>
                  <a:pt x="303535" y="129319"/>
                  <a:pt x="306861" y="130999"/>
                </a:cubicBezTo>
                <a:cubicBezTo>
                  <a:pt x="310210" y="132668"/>
                  <a:pt x="312965" y="134977"/>
                  <a:pt x="315114" y="137914"/>
                </a:cubicBezTo>
                <a:lnTo>
                  <a:pt x="359119" y="196459"/>
                </a:lnTo>
                <a:cubicBezTo>
                  <a:pt x="359908" y="197453"/>
                  <a:pt x="360491" y="198539"/>
                  <a:pt x="360879" y="199716"/>
                </a:cubicBezTo>
                <a:cubicBezTo>
                  <a:pt x="361279" y="200894"/>
                  <a:pt x="361474" y="202162"/>
                  <a:pt x="361474" y="203523"/>
                </a:cubicBezTo>
                <a:lnTo>
                  <a:pt x="361474" y="255781"/>
                </a:lnTo>
                <a:cubicBezTo>
                  <a:pt x="361474" y="259130"/>
                  <a:pt x="360342" y="261941"/>
                  <a:pt x="358090" y="264193"/>
                </a:cubicBezTo>
                <a:cubicBezTo>
                  <a:pt x="355839" y="266445"/>
                  <a:pt x="353038" y="267565"/>
                  <a:pt x="349689" y="267565"/>
                </a:cubicBezTo>
                <a:lnTo>
                  <a:pt x="333573" y="267565"/>
                </a:lnTo>
                <a:cubicBezTo>
                  <a:pt x="333573" y="280401"/>
                  <a:pt x="329070" y="291339"/>
                  <a:pt x="320063" y="300380"/>
                </a:cubicBezTo>
                <a:cubicBezTo>
                  <a:pt x="311056" y="309410"/>
                  <a:pt x="300118" y="313936"/>
                  <a:pt x="287259" y="313936"/>
                </a:cubicBezTo>
                <a:cubicBezTo>
                  <a:pt x="274389" y="313936"/>
                  <a:pt x="263439" y="309422"/>
                  <a:pt x="254409" y="300415"/>
                </a:cubicBezTo>
                <a:cubicBezTo>
                  <a:pt x="245368" y="291408"/>
                  <a:pt x="240853" y="280458"/>
                  <a:pt x="240853" y="267565"/>
                </a:cubicBezTo>
                <a:lnTo>
                  <a:pt x="134371" y="267565"/>
                </a:lnTo>
                <a:cubicBezTo>
                  <a:pt x="134371" y="280401"/>
                  <a:pt x="129868" y="291339"/>
                  <a:pt x="120861" y="300380"/>
                </a:cubicBezTo>
                <a:cubicBezTo>
                  <a:pt x="111843" y="309410"/>
                  <a:pt x="100915" y="313936"/>
                  <a:pt x="88045" y="313936"/>
                </a:cubicBezTo>
                <a:cubicBezTo>
                  <a:pt x="75187" y="313936"/>
                  <a:pt x="64237" y="309422"/>
                  <a:pt x="55207" y="300415"/>
                </a:cubicBezTo>
                <a:close/>
                <a:moveTo>
                  <a:pt x="104116" y="283681"/>
                </a:moveTo>
                <a:cubicBezTo>
                  <a:pt x="108574" y="279223"/>
                  <a:pt x="110802" y="273851"/>
                  <a:pt x="110802" y="267565"/>
                </a:cubicBezTo>
                <a:cubicBezTo>
                  <a:pt x="110802" y="261278"/>
                  <a:pt x="108574" y="255918"/>
                  <a:pt x="104116" y="251460"/>
                </a:cubicBezTo>
                <a:cubicBezTo>
                  <a:pt x="99670" y="247002"/>
                  <a:pt x="94298" y="244785"/>
                  <a:pt x="88011" y="244785"/>
                </a:cubicBezTo>
                <a:cubicBezTo>
                  <a:pt x="81725" y="244785"/>
                  <a:pt x="76352" y="247002"/>
                  <a:pt x="71906" y="251460"/>
                </a:cubicBezTo>
                <a:cubicBezTo>
                  <a:pt x="67448" y="255918"/>
                  <a:pt x="65220" y="261278"/>
                  <a:pt x="65220" y="267565"/>
                </a:cubicBezTo>
                <a:cubicBezTo>
                  <a:pt x="65220" y="273851"/>
                  <a:pt x="67448" y="279223"/>
                  <a:pt x="71906" y="283681"/>
                </a:cubicBezTo>
                <a:cubicBezTo>
                  <a:pt x="76352" y="288127"/>
                  <a:pt x="81725" y="290356"/>
                  <a:pt x="88011" y="290356"/>
                </a:cubicBezTo>
                <a:cubicBezTo>
                  <a:pt x="94298" y="290356"/>
                  <a:pt x="99670" y="288127"/>
                  <a:pt x="104116" y="283681"/>
                </a:cubicBezTo>
                <a:close/>
                <a:moveTo>
                  <a:pt x="39296" y="243996"/>
                </a:moveTo>
                <a:lnTo>
                  <a:pt x="47937" y="243996"/>
                </a:lnTo>
                <a:cubicBezTo>
                  <a:pt x="52384" y="236921"/>
                  <a:pt x="58019" y="231286"/>
                  <a:pt x="64831" y="227103"/>
                </a:cubicBezTo>
                <a:cubicBezTo>
                  <a:pt x="71643" y="222908"/>
                  <a:pt x="79233" y="220816"/>
                  <a:pt x="87622" y="220816"/>
                </a:cubicBezTo>
                <a:cubicBezTo>
                  <a:pt x="96001" y="220816"/>
                  <a:pt x="103659" y="222976"/>
                  <a:pt x="110608" y="227297"/>
                </a:cubicBezTo>
                <a:cubicBezTo>
                  <a:pt x="117546" y="231618"/>
                  <a:pt x="123238" y="237184"/>
                  <a:pt x="127696" y="243996"/>
                </a:cubicBezTo>
                <a:lnTo>
                  <a:pt x="243208" y="243996"/>
                </a:lnTo>
                <a:lnTo>
                  <a:pt x="243208" y="86445"/>
                </a:lnTo>
                <a:lnTo>
                  <a:pt x="39296" y="86445"/>
                </a:lnTo>
                <a:lnTo>
                  <a:pt x="39296" y="243996"/>
                </a:lnTo>
                <a:close/>
                <a:moveTo>
                  <a:pt x="303329" y="283681"/>
                </a:moveTo>
                <a:cubicBezTo>
                  <a:pt x="307776" y="279223"/>
                  <a:pt x="310004" y="273851"/>
                  <a:pt x="310004" y="267565"/>
                </a:cubicBezTo>
                <a:cubicBezTo>
                  <a:pt x="310004" y="261278"/>
                  <a:pt x="307776" y="255918"/>
                  <a:pt x="303329" y="251460"/>
                </a:cubicBezTo>
                <a:cubicBezTo>
                  <a:pt x="298872" y="247002"/>
                  <a:pt x="293500" y="244785"/>
                  <a:pt x="287213" y="244785"/>
                </a:cubicBezTo>
                <a:cubicBezTo>
                  <a:pt x="280927" y="244785"/>
                  <a:pt x="275554" y="247002"/>
                  <a:pt x="271108" y="251460"/>
                </a:cubicBezTo>
                <a:cubicBezTo>
                  <a:pt x="266650" y="255918"/>
                  <a:pt x="264422" y="261278"/>
                  <a:pt x="264422" y="267565"/>
                </a:cubicBezTo>
                <a:cubicBezTo>
                  <a:pt x="264422" y="273851"/>
                  <a:pt x="266650" y="279223"/>
                  <a:pt x="271108" y="283681"/>
                </a:cubicBezTo>
                <a:cubicBezTo>
                  <a:pt x="275554" y="288127"/>
                  <a:pt x="280927" y="290356"/>
                  <a:pt x="287213" y="290356"/>
                </a:cubicBezTo>
                <a:cubicBezTo>
                  <a:pt x="293500" y="290356"/>
                  <a:pt x="298872" y="288127"/>
                  <a:pt x="303329" y="283681"/>
                </a:cubicBezTo>
                <a:close/>
                <a:moveTo>
                  <a:pt x="266788" y="210209"/>
                </a:moveTo>
                <a:lnTo>
                  <a:pt x="339860" y="210209"/>
                </a:lnTo>
                <a:lnTo>
                  <a:pt x="296254" y="152053"/>
                </a:lnTo>
                <a:lnTo>
                  <a:pt x="266788" y="152053"/>
                </a:lnTo>
                <a:lnTo>
                  <a:pt x="266788" y="210209"/>
                </a:lnTo>
                <a:close/>
                <a:moveTo>
                  <a:pt x="141446" y="16502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49" name="圖示 包裝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70"/>
                </a:lnTo>
                <a:lnTo>
                  <a:pt x="200379" y="316680"/>
                </a:lnTo>
                <a:close/>
                <a:moveTo>
                  <a:pt x="176811" y="343792"/>
                </a:moveTo>
                <a:lnTo>
                  <a:pt x="58933" y="275817"/>
                </a:lnTo>
                <a:cubicBezTo>
                  <a:pt x="55264" y="273726"/>
                  <a:pt x="52384" y="270845"/>
                  <a:pt x="50292" y="267176"/>
                </a:cubicBezTo>
                <a:cubicBezTo>
                  <a:pt x="48200" y="263507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200" y="113683"/>
                  <a:pt x="50292" y="110014"/>
                </a:cubicBezTo>
                <a:cubicBezTo>
                  <a:pt x="52384" y="106345"/>
                  <a:pt x="55264" y="103464"/>
                  <a:pt x="58933" y="101373"/>
                </a:cubicBezTo>
                <a:lnTo>
                  <a:pt x="176811" y="33398"/>
                </a:lnTo>
                <a:cubicBezTo>
                  <a:pt x="180480" y="31307"/>
                  <a:pt x="184400" y="30255"/>
                  <a:pt x="188595" y="30255"/>
                </a:cubicBezTo>
                <a:cubicBezTo>
                  <a:pt x="192790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26" y="103464"/>
                  <a:pt x="324806" y="106345"/>
                  <a:pt x="326898" y="110014"/>
                </a:cubicBezTo>
                <a:cubicBezTo>
                  <a:pt x="328990" y="113683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8990" y="263507"/>
                  <a:pt x="326898" y="267176"/>
                </a:cubicBezTo>
                <a:cubicBezTo>
                  <a:pt x="324806" y="270845"/>
                  <a:pt x="321926" y="273726"/>
                  <a:pt x="318257" y="275817"/>
                </a:cubicBezTo>
                <a:lnTo>
                  <a:pt x="200379" y="343792"/>
                </a:lnTo>
                <a:cubicBezTo>
                  <a:pt x="196710" y="345883"/>
                  <a:pt x="192790" y="346935"/>
                  <a:pt x="188595" y="346935"/>
                </a:cubicBezTo>
                <a:cubicBezTo>
                  <a:pt x="184400" y="346935"/>
                  <a:pt x="180480" y="345883"/>
                  <a:pt x="176811" y="343792"/>
                </a:cubicBezTo>
                <a:close/>
                <a:moveTo>
                  <a:pt x="253037" y="137514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148521" y="77015"/>
                </a:lnTo>
                <a:lnTo>
                  <a:pt x="253037" y="137514"/>
                </a:lnTo>
                <a:close/>
                <a:moveTo>
                  <a:pt x="188595" y="175233"/>
                </a:moveTo>
                <a:lnTo>
                  <a:pt x="229457" y="151265"/>
                </a:lnTo>
                <a:lnTo>
                  <a:pt x="124553" y="90766"/>
                </a:lnTo>
                <a:lnTo>
                  <a:pt x="83690" y="114334"/>
                </a:lnTo>
                <a:lnTo>
                  <a:pt x="188595" y="17523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51" name="圖示 資料庫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49047" y="330041"/>
                  <a:pt x="115580" y="323949"/>
                  <a:pt x="88205" y="311776"/>
                </a:cubicBezTo>
                <a:cubicBezTo>
                  <a:pt x="60830" y="299592"/>
                  <a:pt x="47149" y="284721"/>
                  <a:pt x="47149" y="267176"/>
                </a:cubicBezTo>
                <a:lnTo>
                  <a:pt x="47149" y="110014"/>
                </a:lnTo>
                <a:cubicBezTo>
                  <a:pt x="47149" y="92732"/>
                  <a:pt x="60968" y="77930"/>
                  <a:pt x="88605" y="65620"/>
                </a:cubicBezTo>
                <a:cubicBezTo>
                  <a:pt x="116232" y="53310"/>
                  <a:pt x="149562" y="47149"/>
                  <a:pt x="188595" y="47149"/>
                </a:cubicBezTo>
                <a:cubicBezTo>
                  <a:pt x="227628" y="47149"/>
                  <a:pt x="260958" y="53310"/>
                  <a:pt x="288585" y="65620"/>
                </a:cubicBezTo>
                <a:cubicBezTo>
                  <a:pt x="316222" y="77930"/>
                  <a:pt x="330041" y="92732"/>
                  <a:pt x="330041" y="110014"/>
                </a:cubicBezTo>
                <a:lnTo>
                  <a:pt x="330041" y="267176"/>
                </a:lnTo>
                <a:cubicBezTo>
                  <a:pt x="330041" y="284721"/>
                  <a:pt x="316360" y="299592"/>
                  <a:pt x="288985" y="311776"/>
                </a:cubicBezTo>
                <a:cubicBezTo>
                  <a:pt x="261610" y="323949"/>
                  <a:pt x="228143" y="330041"/>
                  <a:pt x="188595" y="330041"/>
                </a:cubicBezTo>
                <a:close/>
                <a:moveTo>
                  <a:pt x="188595" y="138303"/>
                </a:moveTo>
                <a:cubicBezTo>
                  <a:pt x="211124" y="138303"/>
                  <a:pt x="234235" y="134828"/>
                  <a:pt x="257941" y="127890"/>
                </a:cubicBezTo>
                <a:cubicBezTo>
                  <a:pt x="281647" y="120952"/>
                  <a:pt x="296906" y="113157"/>
                  <a:pt x="303718" y="104516"/>
                </a:cubicBezTo>
                <a:cubicBezTo>
                  <a:pt x="296643" y="96126"/>
                  <a:pt x="281258" y="88400"/>
                  <a:pt x="257552" y="81336"/>
                </a:cubicBezTo>
                <a:cubicBezTo>
                  <a:pt x="233846" y="74261"/>
                  <a:pt x="210861" y="70729"/>
                  <a:pt x="188595" y="70729"/>
                </a:cubicBezTo>
                <a:cubicBezTo>
                  <a:pt x="165541" y="70729"/>
                  <a:pt x="142361" y="74124"/>
                  <a:pt x="119055" y="80936"/>
                </a:cubicBezTo>
                <a:cubicBezTo>
                  <a:pt x="95738" y="87748"/>
                  <a:pt x="80410" y="95612"/>
                  <a:pt x="73083" y="104516"/>
                </a:cubicBezTo>
                <a:cubicBezTo>
                  <a:pt x="80410" y="113683"/>
                  <a:pt x="95612" y="121604"/>
                  <a:pt x="118655" y="128279"/>
                </a:cubicBezTo>
                <a:cubicBezTo>
                  <a:pt x="141709" y="134965"/>
                  <a:pt x="165026" y="138303"/>
                  <a:pt x="188595" y="138303"/>
                </a:cubicBezTo>
                <a:close/>
                <a:moveTo>
                  <a:pt x="188206" y="222382"/>
                </a:moveTo>
                <a:cubicBezTo>
                  <a:pt x="199202" y="222382"/>
                  <a:pt x="210209" y="221799"/>
                  <a:pt x="221205" y="220622"/>
                </a:cubicBezTo>
                <a:cubicBezTo>
                  <a:pt x="232212" y="219433"/>
                  <a:pt x="242750" y="217673"/>
                  <a:pt x="252832" y="215318"/>
                </a:cubicBezTo>
                <a:cubicBezTo>
                  <a:pt x="262924" y="212952"/>
                  <a:pt x="272548" y="210072"/>
                  <a:pt x="281715" y="206666"/>
                </a:cubicBezTo>
                <a:cubicBezTo>
                  <a:pt x="290882" y="203260"/>
                  <a:pt x="299135" y="199465"/>
                  <a:pt x="306473" y="195270"/>
                </a:cubicBezTo>
                <a:lnTo>
                  <a:pt x="306473" y="134371"/>
                </a:lnTo>
                <a:cubicBezTo>
                  <a:pt x="298872" y="138566"/>
                  <a:pt x="290493" y="142361"/>
                  <a:pt x="281327" y="145767"/>
                </a:cubicBezTo>
                <a:cubicBezTo>
                  <a:pt x="272148" y="149173"/>
                  <a:pt x="262467" y="152053"/>
                  <a:pt x="252249" y="154408"/>
                </a:cubicBezTo>
                <a:cubicBezTo>
                  <a:pt x="242030" y="156774"/>
                  <a:pt x="231549" y="158603"/>
                  <a:pt x="220816" y="159917"/>
                </a:cubicBezTo>
                <a:cubicBezTo>
                  <a:pt x="210072" y="161220"/>
                  <a:pt x="199202" y="161883"/>
                  <a:pt x="188206" y="161883"/>
                </a:cubicBezTo>
                <a:cubicBezTo>
                  <a:pt x="177199" y="161883"/>
                  <a:pt x="166204" y="161220"/>
                  <a:pt x="155197" y="159917"/>
                </a:cubicBezTo>
                <a:cubicBezTo>
                  <a:pt x="144201" y="158603"/>
                  <a:pt x="133651" y="156774"/>
                  <a:pt x="123570" y="154408"/>
                </a:cubicBezTo>
                <a:cubicBezTo>
                  <a:pt x="113488" y="152053"/>
                  <a:pt x="103922" y="149173"/>
                  <a:pt x="94892" y="145767"/>
                </a:cubicBezTo>
                <a:cubicBezTo>
                  <a:pt x="85851" y="142361"/>
                  <a:pt x="77793" y="138566"/>
                  <a:pt x="70729" y="134371"/>
                </a:cubicBezTo>
                <a:lnTo>
                  <a:pt x="70729" y="195270"/>
                </a:lnTo>
                <a:cubicBezTo>
                  <a:pt x="77793" y="199465"/>
                  <a:pt x="85782" y="203260"/>
                  <a:pt x="94686" y="206666"/>
                </a:cubicBezTo>
                <a:cubicBezTo>
                  <a:pt x="103602" y="210072"/>
                  <a:pt x="113088" y="212952"/>
                  <a:pt x="123181" y="215318"/>
                </a:cubicBezTo>
                <a:cubicBezTo>
                  <a:pt x="133262" y="217673"/>
                  <a:pt x="143801" y="219433"/>
                  <a:pt x="154808" y="220622"/>
                </a:cubicBezTo>
                <a:cubicBezTo>
                  <a:pt x="165804" y="221799"/>
                  <a:pt x="176936" y="222382"/>
                  <a:pt x="188206" y="222382"/>
                </a:cubicBezTo>
                <a:close/>
                <a:moveTo>
                  <a:pt x="188595" y="306473"/>
                </a:moveTo>
                <a:cubicBezTo>
                  <a:pt x="201168" y="306473"/>
                  <a:pt x="214130" y="305352"/>
                  <a:pt x="227491" y="303124"/>
                </a:cubicBezTo>
                <a:cubicBezTo>
                  <a:pt x="240853" y="300906"/>
                  <a:pt x="253094" y="297957"/>
                  <a:pt x="264227" y="294288"/>
                </a:cubicBezTo>
                <a:cubicBezTo>
                  <a:pt x="275360" y="290619"/>
                  <a:pt x="284790" y="286562"/>
                  <a:pt x="292517" y="282104"/>
                </a:cubicBezTo>
                <a:cubicBezTo>
                  <a:pt x="300243" y="277658"/>
                  <a:pt x="304895" y="273074"/>
                  <a:pt x="306473" y="268354"/>
                </a:cubicBezTo>
                <a:lnTo>
                  <a:pt x="306473" y="219239"/>
                </a:lnTo>
                <a:cubicBezTo>
                  <a:pt x="299135" y="223434"/>
                  <a:pt x="290882" y="227160"/>
                  <a:pt x="281715" y="230440"/>
                </a:cubicBezTo>
                <a:cubicBezTo>
                  <a:pt x="272548" y="233709"/>
                  <a:pt x="262924" y="236532"/>
                  <a:pt x="252832" y="238887"/>
                </a:cubicBezTo>
                <a:cubicBezTo>
                  <a:pt x="242750" y="241242"/>
                  <a:pt x="232269" y="243013"/>
                  <a:pt x="221399" y="244191"/>
                </a:cubicBezTo>
                <a:cubicBezTo>
                  <a:pt x="210529" y="245368"/>
                  <a:pt x="199465" y="245962"/>
                  <a:pt x="188206" y="245962"/>
                </a:cubicBezTo>
                <a:cubicBezTo>
                  <a:pt x="176936" y="245962"/>
                  <a:pt x="165804" y="245368"/>
                  <a:pt x="154808" y="244191"/>
                </a:cubicBezTo>
                <a:cubicBezTo>
                  <a:pt x="143801" y="243013"/>
                  <a:pt x="133262" y="241242"/>
                  <a:pt x="123181" y="238887"/>
                </a:cubicBezTo>
                <a:cubicBezTo>
                  <a:pt x="113088" y="236532"/>
                  <a:pt x="103602" y="233709"/>
                  <a:pt x="94686" y="230440"/>
                </a:cubicBezTo>
                <a:cubicBezTo>
                  <a:pt x="85782" y="227160"/>
                  <a:pt x="77793" y="223434"/>
                  <a:pt x="70729" y="219239"/>
                </a:cubicBezTo>
                <a:lnTo>
                  <a:pt x="70729" y="268754"/>
                </a:lnTo>
                <a:cubicBezTo>
                  <a:pt x="72032" y="273200"/>
                  <a:pt x="76490" y="277715"/>
                  <a:pt x="84079" y="282298"/>
                </a:cubicBezTo>
                <a:cubicBezTo>
                  <a:pt x="91680" y="286882"/>
                  <a:pt x="101110" y="290951"/>
                  <a:pt x="112368" y="294483"/>
                </a:cubicBezTo>
                <a:cubicBezTo>
                  <a:pt x="123638" y="298014"/>
                  <a:pt x="135948" y="300906"/>
                  <a:pt x="149310" y="303124"/>
                </a:cubicBezTo>
                <a:cubicBezTo>
                  <a:pt x="162660" y="305352"/>
                  <a:pt x="175759" y="306473"/>
                  <a:pt x="188595" y="30647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53" name="圖示 雲端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618" y="314325"/>
                </a:moveTo>
                <a:cubicBezTo>
                  <a:pt x="75564" y="314325"/>
                  <a:pt x="55984" y="306267"/>
                  <a:pt x="39879" y="290162"/>
                </a:cubicBezTo>
                <a:cubicBezTo>
                  <a:pt x="23774" y="274057"/>
                  <a:pt x="15716" y="254478"/>
                  <a:pt x="15716" y="231423"/>
                </a:cubicBezTo>
                <a:cubicBezTo>
                  <a:pt x="15716" y="210986"/>
                  <a:pt x="22266" y="193053"/>
                  <a:pt x="35364" y="177599"/>
                </a:cubicBezTo>
                <a:cubicBezTo>
                  <a:pt x="48463" y="162135"/>
                  <a:pt x="65094" y="152842"/>
                  <a:pt x="85256" y="149699"/>
                </a:cubicBezTo>
                <a:cubicBezTo>
                  <a:pt x="90503" y="124290"/>
                  <a:pt x="102813" y="103533"/>
                  <a:pt x="122198" y="87417"/>
                </a:cubicBezTo>
                <a:cubicBezTo>
                  <a:pt x="141572" y="71312"/>
                  <a:pt x="163975" y="63254"/>
                  <a:pt x="189384" y="63254"/>
                </a:cubicBezTo>
                <a:cubicBezTo>
                  <a:pt x="218713" y="63254"/>
                  <a:pt x="243470" y="73929"/>
                  <a:pt x="263644" y="95280"/>
                </a:cubicBezTo>
                <a:cubicBezTo>
                  <a:pt x="283807" y="116632"/>
                  <a:pt x="293900" y="142235"/>
                  <a:pt x="293900" y="172090"/>
                </a:cubicBezTo>
                <a:lnTo>
                  <a:pt x="293900" y="181520"/>
                </a:lnTo>
                <a:cubicBezTo>
                  <a:pt x="312759" y="180994"/>
                  <a:pt x="328727" y="187086"/>
                  <a:pt x="341826" y="199796"/>
                </a:cubicBezTo>
                <a:cubicBezTo>
                  <a:pt x="354924" y="212495"/>
                  <a:pt x="361474" y="228543"/>
                  <a:pt x="361474" y="247928"/>
                </a:cubicBezTo>
                <a:cubicBezTo>
                  <a:pt x="361474" y="265999"/>
                  <a:pt x="354924" y="281578"/>
                  <a:pt x="341826" y="294677"/>
                </a:cubicBezTo>
                <a:cubicBezTo>
                  <a:pt x="328727" y="307776"/>
                  <a:pt x="313148" y="314325"/>
                  <a:pt x="295077" y="314325"/>
                </a:cubicBezTo>
                <a:lnTo>
                  <a:pt x="98618" y="314325"/>
                </a:lnTo>
                <a:close/>
                <a:moveTo>
                  <a:pt x="98618" y="290756"/>
                </a:moveTo>
                <a:lnTo>
                  <a:pt x="295077" y="290756"/>
                </a:lnTo>
                <a:cubicBezTo>
                  <a:pt x="306861" y="290756"/>
                  <a:pt x="316942" y="286562"/>
                  <a:pt x="325332" y="278183"/>
                </a:cubicBezTo>
                <a:cubicBezTo>
                  <a:pt x="333710" y="269794"/>
                  <a:pt x="337905" y="259712"/>
                  <a:pt x="337905" y="247928"/>
                </a:cubicBezTo>
                <a:cubicBezTo>
                  <a:pt x="337905" y="236132"/>
                  <a:pt x="333710" y="226051"/>
                  <a:pt x="325332" y="217673"/>
                </a:cubicBezTo>
                <a:cubicBezTo>
                  <a:pt x="316942" y="209283"/>
                  <a:pt x="306861" y="205100"/>
                  <a:pt x="295077" y="205100"/>
                </a:cubicBezTo>
                <a:lnTo>
                  <a:pt x="270320" y="205100"/>
                </a:lnTo>
                <a:lnTo>
                  <a:pt x="270320" y="172090"/>
                </a:lnTo>
                <a:cubicBezTo>
                  <a:pt x="270320" y="148259"/>
                  <a:pt x="262330" y="128085"/>
                  <a:pt x="246351" y="111591"/>
                </a:cubicBezTo>
                <a:cubicBezTo>
                  <a:pt x="230372" y="95086"/>
                  <a:pt x="210861" y="86834"/>
                  <a:pt x="187806" y="86834"/>
                </a:cubicBezTo>
                <a:cubicBezTo>
                  <a:pt x="164763" y="86834"/>
                  <a:pt x="145184" y="95086"/>
                  <a:pt x="129068" y="111591"/>
                </a:cubicBezTo>
                <a:cubicBezTo>
                  <a:pt x="112963" y="128085"/>
                  <a:pt x="104905" y="148259"/>
                  <a:pt x="104905" y="172090"/>
                </a:cubicBezTo>
                <a:lnTo>
                  <a:pt x="97441" y="172090"/>
                </a:lnTo>
                <a:cubicBezTo>
                  <a:pt x="81199" y="172090"/>
                  <a:pt x="67448" y="177794"/>
                  <a:pt x="56190" y="189189"/>
                </a:cubicBezTo>
                <a:cubicBezTo>
                  <a:pt x="44920" y="200574"/>
                  <a:pt x="39296" y="214655"/>
                  <a:pt x="39296" y="231423"/>
                </a:cubicBezTo>
                <a:cubicBezTo>
                  <a:pt x="39296" y="247928"/>
                  <a:pt x="45057" y="261941"/>
                  <a:pt x="56579" y="273463"/>
                </a:cubicBezTo>
                <a:cubicBezTo>
                  <a:pt x="68100" y="284984"/>
                  <a:pt x="82113" y="290756"/>
                  <a:pt x="98618" y="29075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55" name="圖示 伺服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2723" y="95475"/>
                </a:moveTo>
                <a:cubicBezTo>
                  <a:pt x="107248" y="95475"/>
                  <a:pt x="102619" y="97384"/>
                  <a:pt x="98812" y="101213"/>
                </a:cubicBezTo>
                <a:cubicBezTo>
                  <a:pt x="95018" y="105042"/>
                  <a:pt x="93120" y="109682"/>
                  <a:pt x="93120" y="115157"/>
                </a:cubicBezTo>
                <a:cubicBezTo>
                  <a:pt x="93120" y="120632"/>
                  <a:pt x="95029" y="125273"/>
                  <a:pt x="98858" y="129068"/>
                </a:cubicBezTo>
                <a:cubicBezTo>
                  <a:pt x="102676" y="132862"/>
                  <a:pt x="107328" y="134771"/>
                  <a:pt x="112803" y="134771"/>
                </a:cubicBezTo>
                <a:cubicBezTo>
                  <a:pt x="118278" y="134771"/>
                  <a:pt x="122918" y="132851"/>
                  <a:pt x="126713" y="129033"/>
                </a:cubicBezTo>
                <a:cubicBezTo>
                  <a:pt x="130508" y="125204"/>
                  <a:pt x="132405" y="120552"/>
                  <a:pt x="132405" y="115077"/>
                </a:cubicBezTo>
                <a:cubicBezTo>
                  <a:pt x="132405" y="109602"/>
                  <a:pt x="130496" y="104973"/>
                  <a:pt x="126679" y="101178"/>
                </a:cubicBezTo>
                <a:cubicBezTo>
                  <a:pt x="122850" y="97372"/>
                  <a:pt x="118198" y="95475"/>
                  <a:pt x="112723" y="95475"/>
                </a:cubicBezTo>
                <a:close/>
                <a:moveTo>
                  <a:pt x="112723" y="258135"/>
                </a:moveTo>
                <a:cubicBezTo>
                  <a:pt x="107248" y="258135"/>
                  <a:pt x="102619" y="260055"/>
                  <a:pt x="98812" y="263873"/>
                </a:cubicBezTo>
                <a:cubicBezTo>
                  <a:pt x="95018" y="267702"/>
                  <a:pt x="93120" y="272354"/>
                  <a:pt x="93120" y="277829"/>
                </a:cubicBezTo>
                <a:cubicBezTo>
                  <a:pt x="93120" y="283304"/>
                  <a:pt x="95029" y="287933"/>
                  <a:pt x="98858" y="291728"/>
                </a:cubicBezTo>
                <a:cubicBezTo>
                  <a:pt x="102676" y="295534"/>
                  <a:pt x="107328" y="297431"/>
                  <a:pt x="112803" y="297431"/>
                </a:cubicBezTo>
                <a:cubicBezTo>
                  <a:pt x="118278" y="297431"/>
                  <a:pt x="122918" y="295523"/>
                  <a:pt x="126713" y="291694"/>
                </a:cubicBezTo>
                <a:cubicBezTo>
                  <a:pt x="130508" y="287865"/>
                  <a:pt x="132405" y="283224"/>
                  <a:pt x="132405" y="277749"/>
                </a:cubicBezTo>
                <a:cubicBezTo>
                  <a:pt x="132405" y="272274"/>
                  <a:pt x="130496" y="267633"/>
                  <a:pt x="126679" y="263839"/>
                </a:cubicBezTo>
                <a:cubicBezTo>
                  <a:pt x="122850" y="260044"/>
                  <a:pt x="118198" y="258135"/>
                  <a:pt x="112723" y="258135"/>
                </a:cubicBezTo>
                <a:close/>
                <a:moveTo>
                  <a:pt x="60510" y="47537"/>
                </a:moveTo>
                <a:lnTo>
                  <a:pt x="316291" y="47537"/>
                </a:lnTo>
                <a:cubicBezTo>
                  <a:pt x="320486" y="47537"/>
                  <a:pt x="323823" y="48783"/>
                  <a:pt x="326304" y="51275"/>
                </a:cubicBezTo>
                <a:cubicBezTo>
                  <a:pt x="328795" y="53767"/>
                  <a:pt x="330041" y="57139"/>
                  <a:pt x="330041" y="61413"/>
                </a:cubicBezTo>
                <a:lnTo>
                  <a:pt x="330041" y="166981"/>
                </a:lnTo>
                <a:cubicBezTo>
                  <a:pt x="330041" y="171541"/>
                  <a:pt x="328795" y="175370"/>
                  <a:pt x="326304" y="178457"/>
                </a:cubicBezTo>
                <a:cubicBezTo>
                  <a:pt x="323823" y="181554"/>
                  <a:pt x="320486" y="183097"/>
                  <a:pt x="316291" y="183097"/>
                </a:cubicBezTo>
                <a:lnTo>
                  <a:pt x="60510" y="183097"/>
                </a:lnTo>
                <a:cubicBezTo>
                  <a:pt x="56579" y="183097"/>
                  <a:pt x="53367" y="181554"/>
                  <a:pt x="50886" y="178457"/>
                </a:cubicBezTo>
                <a:cubicBezTo>
                  <a:pt x="48395" y="175370"/>
                  <a:pt x="47149" y="171541"/>
                  <a:pt x="47149" y="166981"/>
                </a:cubicBezTo>
                <a:lnTo>
                  <a:pt x="47149" y="61413"/>
                </a:lnTo>
                <a:cubicBezTo>
                  <a:pt x="47149" y="57139"/>
                  <a:pt x="48395" y="53767"/>
                  <a:pt x="50886" y="51275"/>
                </a:cubicBezTo>
                <a:cubicBezTo>
                  <a:pt x="53367" y="48783"/>
                  <a:pt x="56579" y="47537"/>
                  <a:pt x="60510" y="47537"/>
                </a:cubicBez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306473" y="159517"/>
                </a:lnTo>
                <a:lnTo>
                  <a:pt x="306473" y="71117"/>
                </a:lnTo>
                <a:lnTo>
                  <a:pt x="70729" y="71117"/>
                </a:lnTo>
                <a:close/>
                <a:moveTo>
                  <a:pt x="60510" y="209809"/>
                </a:moveTo>
                <a:lnTo>
                  <a:pt x="314714" y="209809"/>
                </a:lnTo>
                <a:cubicBezTo>
                  <a:pt x="318646" y="209809"/>
                  <a:pt x="322189" y="211444"/>
                  <a:pt x="325332" y="214724"/>
                </a:cubicBezTo>
                <a:cubicBezTo>
                  <a:pt x="328475" y="217993"/>
                  <a:pt x="330041" y="221731"/>
                  <a:pt x="330041" y="225925"/>
                </a:cubicBezTo>
                <a:lnTo>
                  <a:pt x="330041" y="329653"/>
                </a:lnTo>
                <a:cubicBezTo>
                  <a:pt x="330041" y="334888"/>
                  <a:pt x="328475" y="338877"/>
                  <a:pt x="325332" y="341631"/>
                </a:cubicBezTo>
                <a:cubicBezTo>
                  <a:pt x="322189" y="344386"/>
                  <a:pt x="318646" y="345758"/>
                  <a:pt x="314714" y="345758"/>
                </a:cubicBezTo>
                <a:lnTo>
                  <a:pt x="62476" y="345758"/>
                </a:lnTo>
                <a:cubicBezTo>
                  <a:pt x="58282" y="345758"/>
                  <a:pt x="54681" y="344386"/>
                  <a:pt x="51664" y="341631"/>
                </a:cubicBezTo>
                <a:cubicBezTo>
                  <a:pt x="48658" y="338877"/>
                  <a:pt x="47149" y="334888"/>
                  <a:pt x="47149" y="329653"/>
                </a:cubicBezTo>
                <a:lnTo>
                  <a:pt x="47149" y="225925"/>
                </a:lnTo>
                <a:cubicBezTo>
                  <a:pt x="47149" y="221731"/>
                  <a:pt x="48395" y="217993"/>
                  <a:pt x="50886" y="214724"/>
                </a:cubicBezTo>
                <a:cubicBezTo>
                  <a:pt x="53367" y="211444"/>
                  <a:pt x="56579" y="209809"/>
                  <a:pt x="60510" y="209809"/>
                </a:cubicBez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233389"/>
                </a:lnTo>
                <a:lnTo>
                  <a:pt x="70729" y="233389"/>
                </a:ln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70729" y="71117"/>
                </a:ln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70729" y="23338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57" name="圖示 網路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7149" y="322189"/>
                </a:moveTo>
                <a:lnTo>
                  <a:pt x="47149" y="263244"/>
                </a:lnTo>
                <a:cubicBezTo>
                  <a:pt x="47149" y="256752"/>
                  <a:pt x="49458" y="251197"/>
                  <a:pt x="54064" y="246591"/>
                </a:cubicBezTo>
                <a:cubicBezTo>
                  <a:pt x="58704" y="241973"/>
                  <a:pt x="64248" y="239676"/>
                  <a:pt x="70729" y="239676"/>
                </a:cubicBezTo>
                <a:lnTo>
                  <a:pt x="94298" y="239676"/>
                </a:lnTo>
                <a:lnTo>
                  <a:pt x="94298" y="200379"/>
                </a:lnTo>
                <a:cubicBezTo>
                  <a:pt x="94298" y="193887"/>
                  <a:pt x="96606" y="188332"/>
                  <a:pt x="101213" y="183726"/>
                </a:cubicBezTo>
                <a:cubicBezTo>
                  <a:pt x="105853" y="179108"/>
                  <a:pt x="111397" y="176811"/>
                  <a:pt x="117878" y="176811"/>
                </a:cubicBezTo>
                <a:lnTo>
                  <a:pt x="176811" y="176811"/>
                </a:lnTo>
                <a:lnTo>
                  <a:pt x="176811" y="137514"/>
                </a:lnTo>
                <a:lnTo>
                  <a:pt x="153231" y="137514"/>
                </a:lnTo>
                <a:cubicBezTo>
                  <a:pt x="146738" y="137514"/>
                  <a:pt x="141183" y="135217"/>
                  <a:pt x="136577" y="130599"/>
                </a:cubicBezTo>
                <a:cubicBezTo>
                  <a:pt x="131959" y="125970"/>
                  <a:pt x="129662" y="120415"/>
                  <a:pt x="129662" y="113946"/>
                </a:cubicBezTo>
                <a:lnTo>
                  <a:pt x="129662" y="55013"/>
                </a:lnTo>
                <a:cubicBezTo>
                  <a:pt x="129662" y="48509"/>
                  <a:pt x="131959" y="42954"/>
                  <a:pt x="136577" y="38348"/>
                </a:cubicBezTo>
                <a:cubicBezTo>
                  <a:pt x="141206" y="33741"/>
                  <a:pt x="146761" y="31433"/>
                  <a:pt x="153231" y="31433"/>
                </a:cubicBezTo>
                <a:lnTo>
                  <a:pt x="223959" y="31433"/>
                </a:lnTo>
                <a:cubicBezTo>
                  <a:pt x="230452" y="31433"/>
                  <a:pt x="236007" y="33741"/>
                  <a:pt x="240613" y="38348"/>
                </a:cubicBezTo>
                <a:cubicBezTo>
                  <a:pt x="245231" y="42954"/>
                  <a:pt x="247528" y="48509"/>
                  <a:pt x="247528" y="55013"/>
                </a:cubicBezTo>
                <a:lnTo>
                  <a:pt x="247528" y="113946"/>
                </a:lnTo>
                <a:cubicBezTo>
                  <a:pt x="247528" y="120438"/>
                  <a:pt x="245231" y="125993"/>
                  <a:pt x="240613" y="130599"/>
                </a:cubicBezTo>
                <a:cubicBezTo>
                  <a:pt x="236007" y="135217"/>
                  <a:pt x="230452" y="137514"/>
                  <a:pt x="223959" y="137514"/>
                </a:cubicBezTo>
                <a:lnTo>
                  <a:pt x="200379" y="137514"/>
                </a:lnTo>
                <a:lnTo>
                  <a:pt x="200379" y="176811"/>
                </a:lnTo>
                <a:lnTo>
                  <a:pt x="259324" y="176811"/>
                </a:lnTo>
                <a:cubicBezTo>
                  <a:pt x="265816" y="176811"/>
                  <a:pt x="271371" y="179108"/>
                  <a:pt x="275977" y="183726"/>
                </a:cubicBezTo>
                <a:cubicBezTo>
                  <a:pt x="280584" y="188332"/>
                  <a:pt x="282893" y="193887"/>
                  <a:pt x="282893" y="200379"/>
                </a:cubicBezTo>
                <a:lnTo>
                  <a:pt x="282893" y="239676"/>
                </a:lnTo>
                <a:lnTo>
                  <a:pt x="306473" y="239676"/>
                </a:lnTo>
                <a:cubicBezTo>
                  <a:pt x="312965" y="239676"/>
                  <a:pt x="318520" y="241973"/>
                  <a:pt x="323126" y="246591"/>
                </a:cubicBezTo>
                <a:cubicBezTo>
                  <a:pt x="327732" y="251197"/>
                  <a:pt x="330041" y="256752"/>
                  <a:pt x="330041" y="263244"/>
                </a:cubicBezTo>
                <a:lnTo>
                  <a:pt x="330041" y="322189"/>
                </a:lnTo>
                <a:cubicBezTo>
                  <a:pt x="330041" y="328681"/>
                  <a:pt x="327732" y="334236"/>
                  <a:pt x="323126" y="338842"/>
                </a:cubicBezTo>
                <a:cubicBezTo>
                  <a:pt x="318520" y="343449"/>
                  <a:pt x="312965" y="345758"/>
                  <a:pt x="306473" y="345758"/>
                </a:cubicBezTo>
                <a:lnTo>
                  <a:pt x="235744" y="345758"/>
                </a:lnTo>
                <a:cubicBezTo>
                  <a:pt x="229252" y="345758"/>
                  <a:pt x="223697" y="343449"/>
                  <a:pt x="219090" y="338842"/>
                </a:cubicBezTo>
                <a:cubicBezTo>
                  <a:pt x="214473" y="334202"/>
                  <a:pt x="212175" y="328658"/>
                  <a:pt x="212175" y="322189"/>
                </a:cubicBezTo>
                <a:lnTo>
                  <a:pt x="212175" y="263244"/>
                </a:lnTo>
                <a:cubicBezTo>
                  <a:pt x="212175" y="256752"/>
                  <a:pt x="214473" y="251197"/>
                  <a:pt x="219090" y="246591"/>
                </a:cubicBezTo>
                <a:cubicBezTo>
                  <a:pt x="223719" y="241973"/>
                  <a:pt x="229274" y="239676"/>
                  <a:pt x="235744" y="239676"/>
                </a:cubicBezTo>
                <a:lnTo>
                  <a:pt x="259324" y="239676"/>
                </a:lnTo>
                <a:lnTo>
                  <a:pt x="259324" y="200379"/>
                </a:lnTo>
                <a:lnTo>
                  <a:pt x="117878" y="200379"/>
                </a:lnTo>
                <a:lnTo>
                  <a:pt x="117878" y="239676"/>
                </a:lnTo>
                <a:lnTo>
                  <a:pt x="141446" y="239676"/>
                </a:lnTo>
                <a:cubicBezTo>
                  <a:pt x="147938" y="239676"/>
                  <a:pt x="153493" y="241973"/>
                  <a:pt x="158111" y="246591"/>
                </a:cubicBezTo>
                <a:cubicBezTo>
                  <a:pt x="162717" y="251197"/>
                  <a:pt x="165026" y="256752"/>
                  <a:pt x="165026" y="263244"/>
                </a:cubicBezTo>
                <a:lnTo>
                  <a:pt x="165026" y="322189"/>
                </a:lnTo>
                <a:cubicBezTo>
                  <a:pt x="165026" y="328681"/>
                  <a:pt x="162717" y="334236"/>
                  <a:pt x="158111" y="338842"/>
                </a:cubicBezTo>
                <a:cubicBezTo>
                  <a:pt x="153493" y="343449"/>
                  <a:pt x="147938" y="345758"/>
                  <a:pt x="141446" y="345758"/>
                </a:cubicBezTo>
                <a:lnTo>
                  <a:pt x="70729" y="345758"/>
                </a:lnTo>
                <a:cubicBezTo>
                  <a:pt x="64225" y="345758"/>
                  <a:pt x="58670" y="343449"/>
                  <a:pt x="54064" y="338842"/>
                </a:cubicBezTo>
                <a:cubicBezTo>
                  <a:pt x="49458" y="334202"/>
                  <a:pt x="47149" y="328658"/>
                  <a:pt x="47149" y="322189"/>
                </a:cubicBezTo>
                <a:close/>
                <a:moveTo>
                  <a:pt x="153231" y="113946"/>
                </a:moveTo>
                <a:lnTo>
                  <a:pt x="223959" y="113946"/>
                </a:lnTo>
                <a:lnTo>
                  <a:pt x="223959" y="55013"/>
                </a:lnTo>
                <a:lnTo>
                  <a:pt x="153231" y="55013"/>
                </a:lnTo>
                <a:lnTo>
                  <a:pt x="153231" y="113946"/>
                </a:lnTo>
                <a:close/>
                <a:moveTo>
                  <a:pt x="70729" y="322189"/>
                </a:moveTo>
                <a:lnTo>
                  <a:pt x="141446" y="322189"/>
                </a:lnTo>
                <a:lnTo>
                  <a:pt x="141446" y="263244"/>
                </a:lnTo>
                <a:lnTo>
                  <a:pt x="70729" y="263244"/>
                </a:lnTo>
                <a:lnTo>
                  <a:pt x="70729" y="322189"/>
                </a:lnTo>
                <a:close/>
                <a:moveTo>
                  <a:pt x="235744" y="322189"/>
                </a:moveTo>
                <a:lnTo>
                  <a:pt x="306473" y="322189"/>
                </a:lnTo>
                <a:lnTo>
                  <a:pt x="306473" y="263244"/>
                </a:lnTo>
                <a:lnTo>
                  <a:pt x="235744" y="263244"/>
                </a:lnTo>
                <a:lnTo>
                  <a:pt x="235744" y="322189"/>
                </a:lnTo>
                <a:close/>
                <a:moveTo>
                  <a:pt x="188595" y="113946"/>
                </a:moveTo>
                <a:close/>
                <a:moveTo>
                  <a:pt x="141446" y="263244"/>
                </a:moveTo>
                <a:close/>
                <a:moveTo>
                  <a:pt x="235744" y="263244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59" name="圖示 電腦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501" y="330041"/>
                </a:moveTo>
                <a:cubicBezTo>
                  <a:pt x="24152" y="330041"/>
                  <a:pt x="21351" y="328898"/>
                  <a:pt x="19100" y="326624"/>
                </a:cubicBezTo>
                <a:cubicBezTo>
                  <a:pt x="16848" y="324349"/>
                  <a:pt x="15716" y="321526"/>
                  <a:pt x="15716" y="318177"/>
                </a:cubicBezTo>
                <a:cubicBezTo>
                  <a:pt x="15716" y="314828"/>
                  <a:pt x="16848" y="312028"/>
                  <a:pt x="19100" y="309810"/>
                </a:cubicBezTo>
                <a:cubicBezTo>
                  <a:pt x="21374" y="307581"/>
                  <a:pt x="24174" y="306473"/>
                  <a:pt x="27501" y="306473"/>
                </a:cubicBezTo>
                <a:lnTo>
                  <a:pt x="349689" y="306473"/>
                </a:lnTo>
                <a:cubicBezTo>
                  <a:pt x="353038" y="306473"/>
                  <a:pt x="355839" y="307604"/>
                  <a:pt x="358090" y="309890"/>
                </a:cubicBezTo>
                <a:cubicBezTo>
                  <a:pt x="360342" y="312165"/>
                  <a:pt x="361474" y="314977"/>
                  <a:pt x="361474" y="318337"/>
                </a:cubicBezTo>
                <a:cubicBezTo>
                  <a:pt x="361474" y="321686"/>
                  <a:pt x="360342" y="324475"/>
                  <a:pt x="358090" y="326704"/>
                </a:cubicBezTo>
                <a:cubicBezTo>
                  <a:pt x="355839" y="328933"/>
                  <a:pt x="353038" y="330041"/>
                  <a:pt x="349689" y="330041"/>
                </a:cubicBezTo>
                <a:lnTo>
                  <a:pt x="27501" y="330041"/>
                </a:lnTo>
                <a:close/>
                <a:moveTo>
                  <a:pt x="55013" y="282893"/>
                </a:moveTo>
                <a:cubicBezTo>
                  <a:pt x="48726" y="282893"/>
                  <a:pt x="43217" y="280538"/>
                  <a:pt x="38508" y="275817"/>
                </a:cubicBezTo>
                <a:cubicBezTo>
                  <a:pt x="33787" y="271108"/>
                  <a:pt x="31433" y="265610"/>
                  <a:pt x="31433" y="259324"/>
                </a:cubicBezTo>
                <a:lnTo>
                  <a:pt x="31433" y="70729"/>
                </a:lnTo>
                <a:cubicBezTo>
                  <a:pt x="31433" y="64442"/>
                  <a:pt x="33787" y="58933"/>
                  <a:pt x="38508" y="54224"/>
                </a:cubicBezTo>
                <a:cubicBezTo>
                  <a:pt x="43217" y="49503"/>
                  <a:pt x="48726" y="47149"/>
                  <a:pt x="55013" y="47149"/>
                </a:cubicBezTo>
                <a:lnTo>
                  <a:pt x="322189" y="47149"/>
                </a:lnTo>
                <a:cubicBezTo>
                  <a:pt x="328475" y="47149"/>
                  <a:pt x="333973" y="49503"/>
                  <a:pt x="338682" y="54224"/>
                </a:cubicBezTo>
                <a:cubicBezTo>
                  <a:pt x="343403" y="58933"/>
                  <a:pt x="345758" y="64442"/>
                  <a:pt x="345758" y="70729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55013" y="282893"/>
                </a:lnTo>
                <a:close/>
                <a:moveTo>
                  <a:pt x="55013" y="259324"/>
                </a:moveTo>
                <a:lnTo>
                  <a:pt x="322189" y="259324"/>
                </a:lnTo>
                <a:lnTo>
                  <a:pt x="322189" y="70729"/>
                </a:lnTo>
                <a:lnTo>
                  <a:pt x="55013" y="70729"/>
                </a:lnTo>
                <a:lnTo>
                  <a:pt x="55013" y="259324"/>
                </a:lnTo>
                <a:close/>
                <a:moveTo>
                  <a:pt x="55013" y="259324"/>
                </a:moveTo>
                <a:lnTo>
                  <a:pt x="55013" y="70729"/>
                </a:lnTo>
                <a:lnTo>
                  <a:pt x="55013" y="25932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61" name="圖示 程式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5220" y="187806"/>
                </a:moveTo>
                <a:lnTo>
                  <a:pt x="134371" y="256958"/>
                </a:lnTo>
                <a:cubicBezTo>
                  <a:pt x="136737" y="259324"/>
                  <a:pt x="137846" y="262067"/>
                  <a:pt x="137709" y="265210"/>
                </a:cubicBezTo>
                <a:cubicBezTo>
                  <a:pt x="137583" y="268354"/>
                  <a:pt x="136337" y="271108"/>
                  <a:pt x="133982" y="273463"/>
                </a:cubicBezTo>
                <a:cubicBezTo>
                  <a:pt x="131628" y="275817"/>
                  <a:pt x="128805" y="276995"/>
                  <a:pt x="125536" y="276995"/>
                </a:cubicBezTo>
                <a:cubicBezTo>
                  <a:pt x="122255" y="276995"/>
                  <a:pt x="119443" y="275817"/>
                  <a:pt x="117089" y="273463"/>
                </a:cubicBezTo>
                <a:lnTo>
                  <a:pt x="39685" y="196059"/>
                </a:lnTo>
                <a:cubicBezTo>
                  <a:pt x="38371" y="194756"/>
                  <a:pt x="37456" y="193441"/>
                  <a:pt x="36930" y="192127"/>
                </a:cubicBezTo>
                <a:cubicBezTo>
                  <a:pt x="36405" y="190824"/>
                  <a:pt x="36153" y="189384"/>
                  <a:pt x="36153" y="187806"/>
                </a:cubicBezTo>
                <a:cubicBezTo>
                  <a:pt x="36153" y="186240"/>
                  <a:pt x="36405" y="184800"/>
                  <a:pt x="36930" y="183486"/>
                </a:cubicBezTo>
                <a:cubicBezTo>
                  <a:pt x="37456" y="182183"/>
                  <a:pt x="38371" y="180868"/>
                  <a:pt x="39685" y="179554"/>
                </a:cubicBezTo>
                <a:lnTo>
                  <a:pt x="118266" y="100973"/>
                </a:lnTo>
                <a:cubicBezTo>
                  <a:pt x="120621" y="98618"/>
                  <a:pt x="123433" y="97441"/>
                  <a:pt x="126713" y="97441"/>
                </a:cubicBezTo>
                <a:cubicBezTo>
                  <a:pt x="129982" y="97441"/>
                  <a:pt x="132805" y="98618"/>
                  <a:pt x="135160" y="100973"/>
                </a:cubicBezTo>
                <a:cubicBezTo>
                  <a:pt x="137514" y="103339"/>
                  <a:pt x="138692" y="106150"/>
                  <a:pt x="138692" y="109419"/>
                </a:cubicBezTo>
                <a:cubicBezTo>
                  <a:pt x="138692" y="112700"/>
                  <a:pt x="137514" y="115512"/>
                  <a:pt x="135160" y="117878"/>
                </a:cubicBezTo>
                <a:lnTo>
                  <a:pt x="65220" y="187806"/>
                </a:lnTo>
                <a:close/>
                <a:moveTo>
                  <a:pt x="311970" y="187806"/>
                </a:moveTo>
                <a:lnTo>
                  <a:pt x="242819" y="118655"/>
                </a:lnTo>
                <a:cubicBezTo>
                  <a:pt x="240464" y="116300"/>
                  <a:pt x="239344" y="113546"/>
                  <a:pt x="239481" y="110402"/>
                </a:cubicBezTo>
                <a:cubicBezTo>
                  <a:pt x="239607" y="107259"/>
                  <a:pt x="240853" y="104516"/>
                  <a:pt x="243208" y="102161"/>
                </a:cubicBezTo>
                <a:cubicBezTo>
                  <a:pt x="245562" y="99795"/>
                  <a:pt x="248385" y="98618"/>
                  <a:pt x="251654" y="98618"/>
                </a:cubicBezTo>
                <a:cubicBezTo>
                  <a:pt x="254935" y="98618"/>
                  <a:pt x="257747" y="99795"/>
                  <a:pt x="260101" y="102161"/>
                </a:cubicBezTo>
                <a:lnTo>
                  <a:pt x="337505" y="179554"/>
                </a:lnTo>
                <a:cubicBezTo>
                  <a:pt x="338819" y="180868"/>
                  <a:pt x="339734" y="182183"/>
                  <a:pt x="340260" y="183486"/>
                </a:cubicBezTo>
                <a:cubicBezTo>
                  <a:pt x="340785" y="184800"/>
                  <a:pt x="341048" y="186240"/>
                  <a:pt x="341048" y="187806"/>
                </a:cubicBezTo>
                <a:cubicBezTo>
                  <a:pt x="341048" y="189384"/>
                  <a:pt x="340785" y="190824"/>
                  <a:pt x="340260" y="192127"/>
                </a:cubicBezTo>
                <a:cubicBezTo>
                  <a:pt x="339734" y="193441"/>
                  <a:pt x="338819" y="194756"/>
                  <a:pt x="337505" y="196059"/>
                </a:cubicBezTo>
                <a:lnTo>
                  <a:pt x="258924" y="274640"/>
                </a:lnTo>
                <a:cubicBezTo>
                  <a:pt x="256569" y="276995"/>
                  <a:pt x="253815" y="278115"/>
                  <a:pt x="250671" y="277978"/>
                </a:cubicBezTo>
                <a:cubicBezTo>
                  <a:pt x="247528" y="277852"/>
                  <a:pt x="244785" y="276606"/>
                  <a:pt x="242419" y="274251"/>
                </a:cubicBezTo>
                <a:cubicBezTo>
                  <a:pt x="240064" y="271897"/>
                  <a:pt x="238887" y="269074"/>
                  <a:pt x="238887" y="265805"/>
                </a:cubicBezTo>
                <a:cubicBezTo>
                  <a:pt x="238887" y="262524"/>
                  <a:pt x="240064" y="259712"/>
                  <a:pt x="242419" y="257358"/>
                </a:cubicBezTo>
                <a:lnTo>
                  <a:pt x="311970" y="18780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63" name="圖示 API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29846"/>
                </a:moveTo>
                <a:lnTo>
                  <a:pt x="147344" y="188595"/>
                </a:lnTo>
                <a:lnTo>
                  <a:pt x="188595" y="147344"/>
                </a:lnTo>
                <a:lnTo>
                  <a:pt x="229846" y="188595"/>
                </a:lnTo>
                <a:lnTo>
                  <a:pt x="188595" y="229846"/>
                </a:lnTo>
                <a:close/>
                <a:moveTo>
                  <a:pt x="155197" y="114334"/>
                </a:moveTo>
                <a:lnTo>
                  <a:pt x="122587" y="81725"/>
                </a:lnTo>
                <a:lnTo>
                  <a:pt x="172090" y="32221"/>
                </a:lnTo>
                <a:cubicBezTo>
                  <a:pt x="174456" y="29867"/>
                  <a:pt x="177074" y="28164"/>
                  <a:pt x="179954" y="27112"/>
                </a:cubicBezTo>
                <a:cubicBezTo>
                  <a:pt x="182834" y="26060"/>
                  <a:pt x="185715" y="25535"/>
                  <a:pt x="188595" y="25535"/>
                </a:cubicBezTo>
                <a:cubicBezTo>
                  <a:pt x="191475" y="25535"/>
                  <a:pt x="194356" y="26060"/>
                  <a:pt x="197236" y="27112"/>
                </a:cubicBezTo>
                <a:cubicBezTo>
                  <a:pt x="200116" y="28164"/>
                  <a:pt x="202745" y="29867"/>
                  <a:pt x="205100" y="32221"/>
                </a:cubicBezTo>
                <a:lnTo>
                  <a:pt x="254603" y="81725"/>
                </a:lnTo>
                <a:lnTo>
                  <a:pt x="221993" y="114334"/>
                </a:lnTo>
                <a:lnTo>
                  <a:pt x="188595" y="80936"/>
                </a:lnTo>
                <a:lnTo>
                  <a:pt x="155197" y="114334"/>
                </a:lnTo>
                <a:close/>
                <a:moveTo>
                  <a:pt x="81725" y="254603"/>
                </a:moveTo>
                <a:lnTo>
                  <a:pt x="32221" y="205100"/>
                </a:lnTo>
                <a:cubicBezTo>
                  <a:pt x="29867" y="202745"/>
                  <a:pt x="28164" y="200116"/>
                  <a:pt x="27112" y="197236"/>
                </a:cubicBezTo>
                <a:cubicBezTo>
                  <a:pt x="26060" y="194356"/>
                  <a:pt x="25535" y="191475"/>
                  <a:pt x="25535" y="188595"/>
                </a:cubicBezTo>
                <a:cubicBezTo>
                  <a:pt x="25535" y="185715"/>
                  <a:pt x="26060" y="182834"/>
                  <a:pt x="27112" y="179954"/>
                </a:cubicBezTo>
                <a:cubicBezTo>
                  <a:pt x="28164" y="177074"/>
                  <a:pt x="29867" y="174456"/>
                  <a:pt x="32221" y="172090"/>
                </a:cubicBezTo>
                <a:lnTo>
                  <a:pt x="81725" y="122587"/>
                </a:lnTo>
                <a:lnTo>
                  <a:pt x="114334" y="155197"/>
                </a:lnTo>
                <a:lnTo>
                  <a:pt x="80936" y="188595"/>
                </a:lnTo>
                <a:lnTo>
                  <a:pt x="114334" y="221993"/>
                </a:lnTo>
                <a:lnTo>
                  <a:pt x="81725" y="254603"/>
                </a:lnTo>
                <a:close/>
                <a:moveTo>
                  <a:pt x="295466" y="254603"/>
                </a:moveTo>
                <a:lnTo>
                  <a:pt x="262856" y="221993"/>
                </a:lnTo>
                <a:lnTo>
                  <a:pt x="296254" y="188595"/>
                </a:lnTo>
                <a:lnTo>
                  <a:pt x="262856" y="155197"/>
                </a:lnTo>
                <a:lnTo>
                  <a:pt x="295466" y="122587"/>
                </a:lnTo>
                <a:lnTo>
                  <a:pt x="344969" y="172090"/>
                </a:lnTo>
                <a:cubicBezTo>
                  <a:pt x="347335" y="174456"/>
                  <a:pt x="349026" y="177074"/>
                  <a:pt x="350078" y="179954"/>
                </a:cubicBezTo>
                <a:cubicBezTo>
                  <a:pt x="351130" y="182834"/>
                  <a:pt x="351655" y="185715"/>
                  <a:pt x="351655" y="188595"/>
                </a:cubicBezTo>
                <a:cubicBezTo>
                  <a:pt x="351655" y="191475"/>
                  <a:pt x="351130" y="194356"/>
                  <a:pt x="350078" y="197236"/>
                </a:cubicBezTo>
                <a:cubicBezTo>
                  <a:pt x="349026" y="200116"/>
                  <a:pt x="347335" y="202745"/>
                  <a:pt x="344969" y="205100"/>
                </a:cubicBezTo>
                <a:lnTo>
                  <a:pt x="295466" y="254603"/>
                </a:lnTo>
                <a:close/>
                <a:moveTo>
                  <a:pt x="172090" y="344969"/>
                </a:moveTo>
                <a:lnTo>
                  <a:pt x="122587" y="295466"/>
                </a:lnTo>
                <a:lnTo>
                  <a:pt x="155197" y="262856"/>
                </a:lnTo>
                <a:lnTo>
                  <a:pt x="188595" y="296254"/>
                </a:lnTo>
                <a:lnTo>
                  <a:pt x="221993" y="262856"/>
                </a:lnTo>
                <a:lnTo>
                  <a:pt x="254603" y="295466"/>
                </a:lnTo>
                <a:lnTo>
                  <a:pt x="205100" y="344969"/>
                </a:lnTo>
                <a:cubicBezTo>
                  <a:pt x="202745" y="347335"/>
                  <a:pt x="200116" y="349026"/>
                  <a:pt x="197236" y="350078"/>
                </a:cubicBezTo>
                <a:cubicBezTo>
                  <a:pt x="194356" y="351130"/>
                  <a:pt x="191475" y="351655"/>
                  <a:pt x="188595" y="351655"/>
                </a:cubicBezTo>
                <a:cubicBezTo>
                  <a:pt x="185715" y="351655"/>
                  <a:pt x="182834" y="351130"/>
                  <a:pt x="179954" y="350078"/>
                </a:cubicBezTo>
                <a:cubicBezTo>
                  <a:pt x="177074" y="349026"/>
                  <a:pt x="174456" y="347335"/>
                  <a:pt x="172090" y="34496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65" name="圖示 AI 機器人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7756" y="229457"/>
                </a:moveTo>
                <a:cubicBezTo>
                  <a:pt x="45971" y="229457"/>
                  <a:pt x="36016" y="225377"/>
                  <a:pt x="27901" y="217204"/>
                </a:cubicBezTo>
                <a:cubicBezTo>
                  <a:pt x="19774" y="209032"/>
                  <a:pt x="15716" y="199099"/>
                  <a:pt x="15716" y="187418"/>
                </a:cubicBezTo>
                <a:cubicBezTo>
                  <a:pt x="15716" y="175736"/>
                  <a:pt x="19808" y="165804"/>
                  <a:pt x="27981" y="157631"/>
                </a:cubicBezTo>
                <a:cubicBezTo>
                  <a:pt x="36153" y="149459"/>
                  <a:pt x="46074" y="145378"/>
                  <a:pt x="57756" y="145378"/>
                </a:cubicBezTo>
                <a:lnTo>
                  <a:pt x="57756" y="97052"/>
                </a:lnTo>
                <a:cubicBezTo>
                  <a:pt x="57756" y="90766"/>
                  <a:pt x="60110" y="85256"/>
                  <a:pt x="64831" y="80547"/>
                </a:cubicBezTo>
                <a:cubicBezTo>
                  <a:pt x="69540" y="75827"/>
                  <a:pt x="75049" y="73472"/>
                  <a:pt x="81336" y="73472"/>
                </a:cubicBezTo>
                <a:lnTo>
                  <a:pt x="146555" y="73472"/>
                </a:lnTo>
                <a:cubicBezTo>
                  <a:pt x="146555" y="61688"/>
                  <a:pt x="150613" y="51732"/>
                  <a:pt x="158740" y="43617"/>
                </a:cubicBezTo>
                <a:cubicBezTo>
                  <a:pt x="166855" y="35490"/>
                  <a:pt x="176811" y="31433"/>
                  <a:pt x="188595" y="31433"/>
                </a:cubicBezTo>
                <a:cubicBezTo>
                  <a:pt x="200379" y="31433"/>
                  <a:pt x="210335" y="35513"/>
                  <a:pt x="218462" y="43697"/>
                </a:cubicBezTo>
                <a:cubicBezTo>
                  <a:pt x="226577" y="51869"/>
                  <a:pt x="230635" y="61791"/>
                  <a:pt x="230635" y="73472"/>
                </a:cubicBezTo>
                <a:lnTo>
                  <a:pt x="295854" y="73472"/>
                </a:lnTo>
                <a:cubicBezTo>
                  <a:pt x="302141" y="73472"/>
                  <a:pt x="307650" y="75827"/>
                  <a:pt x="312359" y="80547"/>
                </a:cubicBezTo>
                <a:cubicBezTo>
                  <a:pt x="317080" y="85256"/>
                  <a:pt x="319434" y="90766"/>
                  <a:pt x="319434" y="97052"/>
                </a:cubicBezTo>
                <a:lnTo>
                  <a:pt x="319434" y="145378"/>
                </a:lnTo>
                <a:cubicBezTo>
                  <a:pt x="331219" y="145378"/>
                  <a:pt x="341174" y="149459"/>
                  <a:pt x="349289" y="157631"/>
                </a:cubicBezTo>
                <a:cubicBezTo>
                  <a:pt x="357416" y="165804"/>
                  <a:pt x="361474" y="175736"/>
                  <a:pt x="361474" y="187418"/>
                </a:cubicBezTo>
                <a:cubicBezTo>
                  <a:pt x="361474" y="199099"/>
                  <a:pt x="357393" y="209032"/>
                  <a:pt x="349221" y="217204"/>
                </a:cubicBezTo>
                <a:cubicBezTo>
                  <a:pt x="341048" y="225377"/>
                  <a:pt x="331116" y="229457"/>
                  <a:pt x="319434" y="229457"/>
                </a:cubicBezTo>
                <a:lnTo>
                  <a:pt x="319434" y="306473"/>
                </a:lnTo>
                <a:cubicBezTo>
                  <a:pt x="319434" y="312759"/>
                  <a:pt x="317080" y="318257"/>
                  <a:pt x="312359" y="322966"/>
                </a:cubicBezTo>
                <a:cubicBezTo>
                  <a:pt x="307650" y="327687"/>
                  <a:pt x="302141" y="330041"/>
                  <a:pt x="295854" y="330041"/>
                </a:cubicBezTo>
                <a:lnTo>
                  <a:pt x="81336" y="330041"/>
                </a:lnTo>
                <a:cubicBezTo>
                  <a:pt x="75049" y="330041"/>
                  <a:pt x="69540" y="327687"/>
                  <a:pt x="64831" y="322966"/>
                </a:cubicBezTo>
                <a:cubicBezTo>
                  <a:pt x="60110" y="318257"/>
                  <a:pt x="57756" y="312759"/>
                  <a:pt x="57756" y="306473"/>
                </a:cubicBezTo>
                <a:lnTo>
                  <a:pt x="57756" y="229457"/>
                </a:lnTo>
                <a:close/>
                <a:moveTo>
                  <a:pt x="145961" y="185566"/>
                </a:moveTo>
                <a:cubicBezTo>
                  <a:pt x="148979" y="182503"/>
                  <a:pt x="150487" y="178777"/>
                  <a:pt x="150487" y="174376"/>
                </a:cubicBezTo>
                <a:cubicBezTo>
                  <a:pt x="150487" y="169976"/>
                  <a:pt x="148956" y="166261"/>
                  <a:pt x="145881" y="163255"/>
                </a:cubicBezTo>
                <a:cubicBezTo>
                  <a:pt x="142818" y="160237"/>
                  <a:pt x="139092" y="158740"/>
                  <a:pt x="134691" y="158740"/>
                </a:cubicBezTo>
                <a:cubicBezTo>
                  <a:pt x="130291" y="158740"/>
                  <a:pt x="126576" y="160271"/>
                  <a:pt x="123570" y="163335"/>
                </a:cubicBezTo>
                <a:cubicBezTo>
                  <a:pt x="120552" y="166398"/>
                  <a:pt x="119055" y="170124"/>
                  <a:pt x="119055" y="174525"/>
                </a:cubicBezTo>
                <a:cubicBezTo>
                  <a:pt x="119055" y="178925"/>
                  <a:pt x="120587" y="182640"/>
                  <a:pt x="123650" y="185646"/>
                </a:cubicBezTo>
                <a:cubicBezTo>
                  <a:pt x="126713" y="188664"/>
                  <a:pt x="130451" y="190172"/>
                  <a:pt x="134851" y="190172"/>
                </a:cubicBezTo>
                <a:cubicBezTo>
                  <a:pt x="139252" y="190172"/>
                  <a:pt x="142955" y="188629"/>
                  <a:pt x="145961" y="185566"/>
                </a:cubicBezTo>
                <a:close/>
                <a:moveTo>
                  <a:pt x="253620" y="185566"/>
                </a:moveTo>
                <a:cubicBezTo>
                  <a:pt x="256638" y="182503"/>
                  <a:pt x="258135" y="178777"/>
                  <a:pt x="258135" y="174376"/>
                </a:cubicBezTo>
                <a:cubicBezTo>
                  <a:pt x="258135" y="169976"/>
                  <a:pt x="256604" y="166261"/>
                  <a:pt x="253540" y="163255"/>
                </a:cubicBezTo>
                <a:cubicBezTo>
                  <a:pt x="250477" y="160237"/>
                  <a:pt x="246739" y="158740"/>
                  <a:pt x="242350" y="158740"/>
                </a:cubicBezTo>
                <a:cubicBezTo>
                  <a:pt x="237950" y="158740"/>
                  <a:pt x="234235" y="160271"/>
                  <a:pt x="231229" y="163335"/>
                </a:cubicBezTo>
                <a:cubicBezTo>
                  <a:pt x="228211" y="166398"/>
                  <a:pt x="226703" y="170124"/>
                  <a:pt x="226703" y="174525"/>
                </a:cubicBezTo>
                <a:cubicBezTo>
                  <a:pt x="226703" y="178925"/>
                  <a:pt x="228234" y="182640"/>
                  <a:pt x="231309" y="185646"/>
                </a:cubicBezTo>
                <a:cubicBezTo>
                  <a:pt x="234372" y="188664"/>
                  <a:pt x="238098" y="190172"/>
                  <a:pt x="242499" y="190172"/>
                </a:cubicBezTo>
                <a:cubicBezTo>
                  <a:pt x="246899" y="190172"/>
                  <a:pt x="250614" y="188629"/>
                  <a:pt x="253620" y="185566"/>
                </a:cubicBezTo>
                <a:close/>
                <a:moveTo>
                  <a:pt x="134371" y="265210"/>
                </a:moveTo>
                <a:lnTo>
                  <a:pt x="242819" y="265210"/>
                </a:lnTo>
                <a:cubicBezTo>
                  <a:pt x="246168" y="265210"/>
                  <a:pt x="248968" y="264067"/>
                  <a:pt x="251220" y="261793"/>
                </a:cubicBezTo>
                <a:cubicBezTo>
                  <a:pt x="253472" y="259518"/>
                  <a:pt x="254603" y="256695"/>
                  <a:pt x="254603" y="253346"/>
                </a:cubicBezTo>
                <a:cubicBezTo>
                  <a:pt x="254603" y="249997"/>
                  <a:pt x="253472" y="247208"/>
                  <a:pt x="251220" y="244979"/>
                </a:cubicBezTo>
                <a:cubicBezTo>
                  <a:pt x="248968" y="242750"/>
                  <a:pt x="246168" y="241642"/>
                  <a:pt x="242819" y="241642"/>
                </a:cubicBezTo>
                <a:lnTo>
                  <a:pt x="134371" y="241642"/>
                </a:lnTo>
                <a:cubicBezTo>
                  <a:pt x="131022" y="241642"/>
                  <a:pt x="128222" y="242773"/>
                  <a:pt x="125970" y="245059"/>
                </a:cubicBezTo>
                <a:cubicBezTo>
                  <a:pt x="123718" y="247334"/>
                  <a:pt x="122587" y="250146"/>
                  <a:pt x="122587" y="253506"/>
                </a:cubicBezTo>
                <a:cubicBezTo>
                  <a:pt x="122587" y="256855"/>
                  <a:pt x="123718" y="259644"/>
                  <a:pt x="125970" y="261873"/>
                </a:cubicBezTo>
                <a:cubicBezTo>
                  <a:pt x="128222" y="264102"/>
                  <a:pt x="131022" y="265210"/>
                  <a:pt x="134371" y="265210"/>
                </a:cubicBezTo>
                <a:close/>
                <a:moveTo>
                  <a:pt x="81336" y="306473"/>
                </a:moveTo>
                <a:lnTo>
                  <a:pt x="295854" y="306473"/>
                </a:lnTo>
                <a:lnTo>
                  <a:pt x="295854" y="97052"/>
                </a:lnTo>
                <a:lnTo>
                  <a:pt x="81336" y="97052"/>
                </a:lnTo>
                <a:lnTo>
                  <a:pt x="81336" y="306473"/>
                </a:lnTo>
                <a:close/>
                <a:moveTo>
                  <a:pt x="188595" y="20155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67" name="圖示 AI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265" y="330041"/>
                </a:moveTo>
                <a:cubicBezTo>
                  <a:pt x="137914" y="330041"/>
                  <a:pt x="126576" y="325069"/>
                  <a:pt x="117283" y="315114"/>
                </a:cubicBezTo>
                <a:cubicBezTo>
                  <a:pt x="107979" y="305158"/>
                  <a:pt x="102676" y="293900"/>
                  <a:pt x="101373" y="281327"/>
                </a:cubicBezTo>
                <a:cubicBezTo>
                  <a:pt x="85919" y="280012"/>
                  <a:pt x="73015" y="273531"/>
                  <a:pt x="62671" y="261873"/>
                </a:cubicBezTo>
                <a:cubicBezTo>
                  <a:pt x="52327" y="250214"/>
                  <a:pt x="47149" y="236007"/>
                  <a:pt x="47149" y="219239"/>
                </a:cubicBezTo>
                <a:cubicBezTo>
                  <a:pt x="47149" y="213478"/>
                  <a:pt x="47869" y="207912"/>
                  <a:pt x="49309" y="202540"/>
                </a:cubicBezTo>
                <a:cubicBezTo>
                  <a:pt x="50749" y="197179"/>
                  <a:pt x="52909" y="192001"/>
                  <a:pt x="55790" y="187029"/>
                </a:cubicBezTo>
                <a:cubicBezTo>
                  <a:pt x="52909" y="182309"/>
                  <a:pt x="50749" y="177336"/>
                  <a:pt x="49309" y="172090"/>
                </a:cubicBezTo>
                <a:cubicBezTo>
                  <a:pt x="47869" y="166855"/>
                  <a:pt x="47149" y="161220"/>
                  <a:pt x="47149" y="155197"/>
                </a:cubicBezTo>
                <a:cubicBezTo>
                  <a:pt x="47149" y="139480"/>
                  <a:pt x="52589" y="125993"/>
                  <a:pt x="63459" y="114734"/>
                </a:cubicBezTo>
                <a:cubicBezTo>
                  <a:pt x="74329" y="103464"/>
                  <a:pt x="87222" y="96915"/>
                  <a:pt x="102161" y="95086"/>
                </a:cubicBezTo>
                <a:cubicBezTo>
                  <a:pt x="102676" y="81725"/>
                  <a:pt x="107716" y="70397"/>
                  <a:pt x="117283" y="61093"/>
                </a:cubicBezTo>
                <a:cubicBezTo>
                  <a:pt x="126839" y="51801"/>
                  <a:pt x="138303" y="47149"/>
                  <a:pt x="151665" y="47149"/>
                </a:cubicBezTo>
                <a:cubicBezTo>
                  <a:pt x="159254" y="47149"/>
                  <a:pt x="165998" y="48520"/>
                  <a:pt x="171896" y="51275"/>
                </a:cubicBezTo>
                <a:cubicBezTo>
                  <a:pt x="177794" y="54030"/>
                  <a:pt x="183360" y="58019"/>
                  <a:pt x="188595" y="63254"/>
                </a:cubicBezTo>
                <a:cubicBezTo>
                  <a:pt x="193830" y="58019"/>
                  <a:pt x="199339" y="54030"/>
                  <a:pt x="205100" y="51275"/>
                </a:cubicBezTo>
                <a:cubicBezTo>
                  <a:pt x="210861" y="48520"/>
                  <a:pt x="217536" y="47149"/>
                  <a:pt x="225137" y="47149"/>
                </a:cubicBezTo>
                <a:cubicBezTo>
                  <a:pt x="238235" y="47149"/>
                  <a:pt x="249494" y="51801"/>
                  <a:pt x="258924" y="61093"/>
                </a:cubicBezTo>
                <a:cubicBezTo>
                  <a:pt x="268354" y="70397"/>
                  <a:pt x="273463" y="81725"/>
                  <a:pt x="274251" y="95086"/>
                </a:cubicBezTo>
                <a:cubicBezTo>
                  <a:pt x="289442" y="96389"/>
                  <a:pt x="302541" y="102744"/>
                  <a:pt x="313536" y="114140"/>
                </a:cubicBezTo>
                <a:cubicBezTo>
                  <a:pt x="324543" y="125536"/>
                  <a:pt x="330041" y="139217"/>
                  <a:pt x="330041" y="155197"/>
                </a:cubicBezTo>
                <a:cubicBezTo>
                  <a:pt x="330041" y="161220"/>
                  <a:pt x="329253" y="166924"/>
                  <a:pt x="327687" y="172284"/>
                </a:cubicBezTo>
                <a:cubicBezTo>
                  <a:pt x="326109" y="177656"/>
                  <a:pt x="323880" y="182697"/>
                  <a:pt x="321000" y="187418"/>
                </a:cubicBezTo>
                <a:cubicBezTo>
                  <a:pt x="323880" y="192653"/>
                  <a:pt x="326109" y="198150"/>
                  <a:pt x="327687" y="203923"/>
                </a:cubicBezTo>
                <a:cubicBezTo>
                  <a:pt x="329253" y="209683"/>
                  <a:pt x="330041" y="215318"/>
                  <a:pt x="330041" y="220816"/>
                </a:cubicBezTo>
                <a:cubicBezTo>
                  <a:pt x="330041" y="237573"/>
                  <a:pt x="324863" y="251529"/>
                  <a:pt x="314519" y="262661"/>
                </a:cubicBezTo>
                <a:cubicBezTo>
                  <a:pt x="304175" y="273794"/>
                  <a:pt x="291271" y="280012"/>
                  <a:pt x="275817" y="281327"/>
                </a:cubicBezTo>
                <a:cubicBezTo>
                  <a:pt x="274514" y="293900"/>
                  <a:pt x="269142" y="305158"/>
                  <a:pt x="259712" y="315114"/>
                </a:cubicBezTo>
                <a:cubicBezTo>
                  <a:pt x="250283" y="325069"/>
                  <a:pt x="239013" y="330041"/>
                  <a:pt x="225925" y="330041"/>
                </a:cubicBezTo>
                <a:cubicBezTo>
                  <a:pt x="218062" y="330041"/>
                  <a:pt x="211249" y="328727"/>
                  <a:pt x="205489" y="326109"/>
                </a:cubicBezTo>
                <a:cubicBezTo>
                  <a:pt x="199728" y="323492"/>
                  <a:pt x="194093" y="319560"/>
                  <a:pt x="188595" y="314325"/>
                </a:cubicBezTo>
                <a:cubicBezTo>
                  <a:pt x="183097" y="319560"/>
                  <a:pt x="177462" y="323492"/>
                  <a:pt x="171701" y="326109"/>
                </a:cubicBezTo>
                <a:cubicBezTo>
                  <a:pt x="165941" y="328727"/>
                  <a:pt x="159128" y="330041"/>
                  <a:pt x="151265" y="330041"/>
                </a:cubicBezTo>
                <a:close/>
                <a:moveTo>
                  <a:pt x="200379" y="94298"/>
                </a:moveTo>
                <a:lnTo>
                  <a:pt x="200379" y="282893"/>
                </a:lnTo>
                <a:cubicBezTo>
                  <a:pt x="200379" y="289442"/>
                  <a:pt x="202940" y="295008"/>
                  <a:pt x="208049" y="299592"/>
                </a:cubicBezTo>
                <a:cubicBezTo>
                  <a:pt x="213147" y="304175"/>
                  <a:pt x="219239" y="306473"/>
                  <a:pt x="226314" y="306473"/>
                </a:cubicBezTo>
                <a:cubicBezTo>
                  <a:pt x="233126" y="306473"/>
                  <a:pt x="239013" y="303455"/>
                  <a:pt x="243996" y="297431"/>
                </a:cubicBezTo>
                <a:cubicBezTo>
                  <a:pt x="248968" y="291408"/>
                  <a:pt x="251723" y="285247"/>
                  <a:pt x="252249" y="278961"/>
                </a:cubicBezTo>
                <a:cubicBezTo>
                  <a:pt x="246225" y="276869"/>
                  <a:pt x="240590" y="274057"/>
                  <a:pt x="235355" y="270514"/>
                </a:cubicBezTo>
                <a:cubicBezTo>
                  <a:pt x="230109" y="266982"/>
                  <a:pt x="225662" y="262593"/>
                  <a:pt x="221993" y="257358"/>
                </a:cubicBezTo>
                <a:cubicBezTo>
                  <a:pt x="219902" y="254478"/>
                  <a:pt x="219113" y="251529"/>
                  <a:pt x="219639" y="248511"/>
                </a:cubicBezTo>
                <a:cubicBezTo>
                  <a:pt x="220153" y="245505"/>
                  <a:pt x="221856" y="242945"/>
                  <a:pt x="224748" y="240853"/>
                </a:cubicBezTo>
                <a:cubicBezTo>
                  <a:pt x="227628" y="238761"/>
                  <a:pt x="230566" y="237973"/>
                  <a:pt x="233583" y="238498"/>
                </a:cubicBezTo>
                <a:cubicBezTo>
                  <a:pt x="236590" y="239013"/>
                  <a:pt x="239150" y="240716"/>
                  <a:pt x="241242" y="243608"/>
                </a:cubicBezTo>
                <a:cubicBezTo>
                  <a:pt x="244648" y="248317"/>
                  <a:pt x="248843" y="251917"/>
                  <a:pt x="253815" y="254409"/>
                </a:cubicBezTo>
                <a:cubicBezTo>
                  <a:pt x="258798" y="256901"/>
                  <a:pt x="264296" y="258135"/>
                  <a:pt x="270320" y="258135"/>
                </a:cubicBezTo>
                <a:cubicBezTo>
                  <a:pt x="280275" y="258135"/>
                  <a:pt x="288790" y="254729"/>
                  <a:pt x="295854" y="247928"/>
                </a:cubicBezTo>
                <a:cubicBezTo>
                  <a:pt x="302929" y="241116"/>
                  <a:pt x="306473" y="232075"/>
                  <a:pt x="306473" y="220816"/>
                </a:cubicBezTo>
                <a:cubicBezTo>
                  <a:pt x="306473" y="218462"/>
                  <a:pt x="306210" y="216038"/>
                  <a:pt x="305684" y="213547"/>
                </a:cubicBezTo>
                <a:cubicBezTo>
                  <a:pt x="305158" y="211055"/>
                  <a:pt x="304632" y="208506"/>
                  <a:pt x="304107" y="205889"/>
                </a:cubicBezTo>
                <a:cubicBezTo>
                  <a:pt x="299397" y="209283"/>
                  <a:pt x="294220" y="211844"/>
                  <a:pt x="288585" y="213547"/>
                </a:cubicBezTo>
                <a:cubicBezTo>
                  <a:pt x="282961" y="215250"/>
                  <a:pt x="277132" y="216096"/>
                  <a:pt x="271108" y="216096"/>
                </a:cubicBezTo>
                <a:cubicBezTo>
                  <a:pt x="267702" y="216096"/>
                  <a:pt x="264879" y="214987"/>
                  <a:pt x="262661" y="212758"/>
                </a:cubicBezTo>
                <a:cubicBezTo>
                  <a:pt x="260433" y="210529"/>
                  <a:pt x="259324" y="207717"/>
                  <a:pt x="259324" y="204311"/>
                </a:cubicBezTo>
                <a:cubicBezTo>
                  <a:pt x="259324" y="200905"/>
                  <a:pt x="260433" y="198093"/>
                  <a:pt x="262661" y="195864"/>
                </a:cubicBezTo>
                <a:cubicBezTo>
                  <a:pt x="264879" y="193636"/>
                  <a:pt x="267702" y="192527"/>
                  <a:pt x="271108" y="192527"/>
                </a:cubicBezTo>
                <a:cubicBezTo>
                  <a:pt x="281064" y="192527"/>
                  <a:pt x="289442" y="188858"/>
                  <a:pt x="296254" y="181520"/>
                </a:cubicBezTo>
                <a:cubicBezTo>
                  <a:pt x="303066" y="174193"/>
                  <a:pt x="306473" y="165415"/>
                  <a:pt x="306473" y="155197"/>
                </a:cubicBezTo>
                <a:cubicBezTo>
                  <a:pt x="306473" y="145241"/>
                  <a:pt x="302804" y="136737"/>
                  <a:pt x="295466" y="129662"/>
                </a:cubicBezTo>
                <a:cubicBezTo>
                  <a:pt x="288127" y="122587"/>
                  <a:pt x="279749" y="118792"/>
                  <a:pt x="270320" y="118266"/>
                </a:cubicBezTo>
                <a:cubicBezTo>
                  <a:pt x="267702" y="124553"/>
                  <a:pt x="263964" y="130119"/>
                  <a:pt x="259118" y="134965"/>
                </a:cubicBezTo>
                <a:cubicBezTo>
                  <a:pt x="254272" y="139812"/>
                  <a:pt x="248705" y="143412"/>
                  <a:pt x="242419" y="145767"/>
                </a:cubicBezTo>
                <a:cubicBezTo>
                  <a:pt x="239276" y="147081"/>
                  <a:pt x="236270" y="147013"/>
                  <a:pt x="233389" y="145572"/>
                </a:cubicBezTo>
                <a:cubicBezTo>
                  <a:pt x="230509" y="144132"/>
                  <a:pt x="228543" y="141835"/>
                  <a:pt x="227491" y="138692"/>
                </a:cubicBezTo>
                <a:cubicBezTo>
                  <a:pt x="226440" y="135548"/>
                  <a:pt x="226577" y="132474"/>
                  <a:pt x="227891" y="129468"/>
                </a:cubicBezTo>
                <a:cubicBezTo>
                  <a:pt x="229194" y="126450"/>
                  <a:pt x="231423" y="124416"/>
                  <a:pt x="234566" y="123375"/>
                </a:cubicBezTo>
                <a:cubicBezTo>
                  <a:pt x="239276" y="121798"/>
                  <a:pt x="243139" y="118655"/>
                  <a:pt x="246156" y="113946"/>
                </a:cubicBezTo>
                <a:cubicBezTo>
                  <a:pt x="249163" y="109225"/>
                  <a:pt x="250671" y="103853"/>
                  <a:pt x="250671" y="97829"/>
                </a:cubicBezTo>
                <a:cubicBezTo>
                  <a:pt x="250671" y="90240"/>
                  <a:pt x="248191" y="83816"/>
                  <a:pt x="243208" y="78581"/>
                </a:cubicBezTo>
                <a:cubicBezTo>
                  <a:pt x="238235" y="73346"/>
                  <a:pt x="232338" y="70729"/>
                  <a:pt x="225525" y="70729"/>
                </a:cubicBezTo>
                <a:cubicBezTo>
                  <a:pt x="218713" y="70729"/>
                  <a:pt x="212827" y="73015"/>
                  <a:pt x="207843" y="77598"/>
                </a:cubicBezTo>
                <a:cubicBezTo>
                  <a:pt x="202871" y="82182"/>
                  <a:pt x="200379" y="87748"/>
                  <a:pt x="200379" y="94298"/>
                </a:cubicBezTo>
                <a:close/>
                <a:moveTo>
                  <a:pt x="176811" y="282893"/>
                </a:moveTo>
                <a:lnTo>
                  <a:pt x="176811" y="94298"/>
                </a:lnTo>
                <a:cubicBezTo>
                  <a:pt x="176811" y="87748"/>
                  <a:pt x="174388" y="82182"/>
                  <a:pt x="169541" y="77598"/>
                </a:cubicBezTo>
                <a:cubicBezTo>
                  <a:pt x="164695" y="73015"/>
                  <a:pt x="158740" y="70729"/>
                  <a:pt x="151665" y="70729"/>
                </a:cubicBezTo>
                <a:cubicBezTo>
                  <a:pt x="144852" y="70729"/>
                  <a:pt x="138897" y="73346"/>
                  <a:pt x="133788" y="78581"/>
                </a:cubicBezTo>
                <a:cubicBezTo>
                  <a:pt x="128679" y="83816"/>
                  <a:pt x="126119" y="90240"/>
                  <a:pt x="126119" y="97829"/>
                </a:cubicBezTo>
                <a:cubicBezTo>
                  <a:pt x="126119" y="103853"/>
                  <a:pt x="127559" y="109168"/>
                  <a:pt x="130451" y="113751"/>
                </a:cubicBezTo>
                <a:cubicBezTo>
                  <a:pt x="133331" y="118335"/>
                  <a:pt x="137126" y="121409"/>
                  <a:pt x="141835" y="122975"/>
                </a:cubicBezTo>
                <a:cubicBezTo>
                  <a:pt x="144978" y="124027"/>
                  <a:pt x="147276" y="126061"/>
                  <a:pt x="148716" y="129068"/>
                </a:cubicBezTo>
                <a:cubicBezTo>
                  <a:pt x="150156" y="132085"/>
                  <a:pt x="150350" y="135034"/>
                  <a:pt x="149310" y="137914"/>
                </a:cubicBezTo>
                <a:cubicBezTo>
                  <a:pt x="147996" y="141058"/>
                  <a:pt x="145835" y="143412"/>
                  <a:pt x="142818" y="144978"/>
                </a:cubicBezTo>
                <a:cubicBezTo>
                  <a:pt x="139812" y="146555"/>
                  <a:pt x="136737" y="146681"/>
                  <a:pt x="133594" y="145378"/>
                </a:cubicBezTo>
                <a:cubicBezTo>
                  <a:pt x="127307" y="143275"/>
                  <a:pt x="121798" y="139812"/>
                  <a:pt x="117089" y="134965"/>
                </a:cubicBezTo>
                <a:cubicBezTo>
                  <a:pt x="112368" y="130119"/>
                  <a:pt x="108699" y="124553"/>
                  <a:pt x="106082" y="118266"/>
                </a:cubicBezTo>
                <a:cubicBezTo>
                  <a:pt x="96915" y="119055"/>
                  <a:pt x="88731" y="122918"/>
                  <a:pt x="81530" y="129856"/>
                </a:cubicBezTo>
                <a:cubicBezTo>
                  <a:pt x="74329" y="136794"/>
                  <a:pt x="70729" y="145241"/>
                  <a:pt x="70729" y="155197"/>
                </a:cubicBezTo>
                <a:cubicBezTo>
                  <a:pt x="70729" y="165415"/>
                  <a:pt x="74124" y="174193"/>
                  <a:pt x="80936" y="181520"/>
                </a:cubicBezTo>
                <a:cubicBezTo>
                  <a:pt x="87748" y="188858"/>
                  <a:pt x="96126" y="192527"/>
                  <a:pt x="106082" y="192527"/>
                </a:cubicBezTo>
                <a:cubicBezTo>
                  <a:pt x="109488" y="192527"/>
                  <a:pt x="112311" y="193636"/>
                  <a:pt x="114529" y="195864"/>
                </a:cubicBezTo>
                <a:cubicBezTo>
                  <a:pt x="116757" y="198093"/>
                  <a:pt x="117878" y="200905"/>
                  <a:pt x="117878" y="204311"/>
                </a:cubicBezTo>
                <a:cubicBezTo>
                  <a:pt x="117878" y="207717"/>
                  <a:pt x="116757" y="210529"/>
                  <a:pt x="114529" y="212758"/>
                </a:cubicBezTo>
                <a:cubicBezTo>
                  <a:pt x="112311" y="214987"/>
                  <a:pt x="109488" y="216096"/>
                  <a:pt x="106082" y="216096"/>
                </a:cubicBezTo>
                <a:cubicBezTo>
                  <a:pt x="100058" y="216096"/>
                  <a:pt x="94229" y="215181"/>
                  <a:pt x="88605" y="213352"/>
                </a:cubicBezTo>
                <a:cubicBezTo>
                  <a:pt x="82970" y="211512"/>
                  <a:pt x="77793" y="209032"/>
                  <a:pt x="73083" y="205889"/>
                </a:cubicBezTo>
                <a:cubicBezTo>
                  <a:pt x="72295" y="207980"/>
                  <a:pt x="71700" y="210209"/>
                  <a:pt x="71312" y="212564"/>
                </a:cubicBezTo>
                <a:cubicBezTo>
                  <a:pt x="70923" y="214918"/>
                  <a:pt x="70729" y="217273"/>
                  <a:pt x="70729" y="219639"/>
                </a:cubicBezTo>
                <a:cubicBezTo>
                  <a:pt x="70729" y="230897"/>
                  <a:pt x="74192" y="240133"/>
                  <a:pt x="81130" y="247334"/>
                </a:cubicBezTo>
                <a:cubicBezTo>
                  <a:pt x="88080" y="254535"/>
                  <a:pt x="96526" y="258135"/>
                  <a:pt x="106482" y="258135"/>
                </a:cubicBezTo>
                <a:cubicBezTo>
                  <a:pt x="112243" y="258135"/>
                  <a:pt x="117672" y="256832"/>
                  <a:pt x="122781" y="254215"/>
                </a:cubicBezTo>
                <a:cubicBezTo>
                  <a:pt x="127890" y="251586"/>
                  <a:pt x="132142" y="248054"/>
                  <a:pt x="135548" y="243608"/>
                </a:cubicBezTo>
                <a:cubicBezTo>
                  <a:pt x="137651" y="240979"/>
                  <a:pt x="140269" y="239344"/>
                  <a:pt x="143412" y="238693"/>
                </a:cubicBezTo>
                <a:cubicBezTo>
                  <a:pt x="146555" y="238041"/>
                  <a:pt x="149436" y="238761"/>
                  <a:pt x="152053" y="240853"/>
                </a:cubicBezTo>
                <a:cubicBezTo>
                  <a:pt x="154671" y="242945"/>
                  <a:pt x="156317" y="245562"/>
                  <a:pt x="156968" y="248705"/>
                </a:cubicBezTo>
                <a:cubicBezTo>
                  <a:pt x="157620" y="251849"/>
                  <a:pt x="156900" y="254729"/>
                  <a:pt x="154808" y="257358"/>
                </a:cubicBezTo>
                <a:cubicBezTo>
                  <a:pt x="151139" y="262593"/>
                  <a:pt x="146750" y="266982"/>
                  <a:pt x="141641" y="270514"/>
                </a:cubicBezTo>
                <a:cubicBezTo>
                  <a:pt x="136531" y="274057"/>
                  <a:pt x="130965" y="276869"/>
                  <a:pt x="124941" y="278961"/>
                </a:cubicBezTo>
                <a:cubicBezTo>
                  <a:pt x="125467" y="285247"/>
                  <a:pt x="128222" y="291408"/>
                  <a:pt x="133194" y="297431"/>
                </a:cubicBezTo>
                <a:cubicBezTo>
                  <a:pt x="138177" y="303455"/>
                  <a:pt x="144201" y="306473"/>
                  <a:pt x="151265" y="306473"/>
                </a:cubicBezTo>
                <a:cubicBezTo>
                  <a:pt x="158340" y="306473"/>
                  <a:pt x="164363" y="304175"/>
                  <a:pt x="169347" y="299592"/>
                </a:cubicBezTo>
                <a:cubicBezTo>
                  <a:pt x="174319" y="295008"/>
                  <a:pt x="176811" y="289442"/>
                  <a:pt x="176811" y="28289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69" name="圖示 模組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02"/>
                </a:lnTo>
                <a:lnTo>
                  <a:pt x="200379" y="316680"/>
                </a:lnTo>
                <a:close/>
                <a:moveTo>
                  <a:pt x="188595" y="175233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83690" y="114334"/>
                </a:lnTo>
                <a:lnTo>
                  <a:pt x="188595" y="175233"/>
                </a:lnTo>
                <a:close/>
                <a:moveTo>
                  <a:pt x="58933" y="275817"/>
                </a:moveTo>
                <a:cubicBezTo>
                  <a:pt x="55195" y="273623"/>
                  <a:pt x="52292" y="270708"/>
                  <a:pt x="50258" y="267096"/>
                </a:cubicBezTo>
                <a:cubicBezTo>
                  <a:pt x="48189" y="263484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189" y="113706"/>
                  <a:pt x="50258" y="110094"/>
                </a:cubicBezTo>
                <a:cubicBezTo>
                  <a:pt x="52327" y="106482"/>
                  <a:pt x="55218" y="103567"/>
                  <a:pt x="58933" y="101373"/>
                </a:cubicBezTo>
                <a:lnTo>
                  <a:pt x="176811" y="33398"/>
                </a:lnTo>
                <a:cubicBezTo>
                  <a:pt x="180548" y="31307"/>
                  <a:pt x="184514" y="30255"/>
                  <a:pt x="188675" y="30255"/>
                </a:cubicBezTo>
                <a:cubicBezTo>
                  <a:pt x="192813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95" y="103567"/>
                  <a:pt x="324898" y="106482"/>
                  <a:pt x="326932" y="110094"/>
                </a:cubicBezTo>
                <a:cubicBezTo>
                  <a:pt x="329001" y="113706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9001" y="263484"/>
                  <a:pt x="326932" y="267096"/>
                </a:cubicBezTo>
                <a:cubicBezTo>
                  <a:pt x="324898" y="270708"/>
                  <a:pt x="321995" y="273623"/>
                  <a:pt x="318257" y="275817"/>
                </a:cubicBezTo>
                <a:lnTo>
                  <a:pt x="200379" y="343792"/>
                </a:lnTo>
                <a:cubicBezTo>
                  <a:pt x="196642" y="345883"/>
                  <a:pt x="192687" y="346935"/>
                  <a:pt x="188515" y="346935"/>
                </a:cubicBezTo>
                <a:cubicBezTo>
                  <a:pt x="184377" y="346935"/>
                  <a:pt x="180480" y="345883"/>
                  <a:pt x="176811" y="343792"/>
                </a:cubicBezTo>
                <a:lnTo>
                  <a:pt x="58933" y="27581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71" name="圖示 分析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929" y="191190"/>
                </a:moveTo>
                <a:cubicBezTo>
                  <a:pt x="112700" y="193441"/>
                  <a:pt x="111591" y="196242"/>
                  <a:pt x="111591" y="199602"/>
                </a:cubicBezTo>
                <a:lnTo>
                  <a:pt x="111591" y="256569"/>
                </a:lnTo>
                <a:cubicBezTo>
                  <a:pt x="111591" y="259918"/>
                  <a:pt x="112723" y="262719"/>
                  <a:pt x="115009" y="264970"/>
                </a:cubicBezTo>
                <a:cubicBezTo>
                  <a:pt x="117283" y="267233"/>
                  <a:pt x="120095" y="268354"/>
                  <a:pt x="123455" y="268354"/>
                </a:cubicBezTo>
                <a:cubicBezTo>
                  <a:pt x="126804" y="268354"/>
                  <a:pt x="129593" y="267233"/>
                  <a:pt x="131822" y="264970"/>
                </a:cubicBezTo>
                <a:cubicBezTo>
                  <a:pt x="134051" y="262719"/>
                  <a:pt x="135160" y="259918"/>
                  <a:pt x="135160" y="256569"/>
                </a:cubicBezTo>
                <a:lnTo>
                  <a:pt x="135160" y="199602"/>
                </a:lnTo>
                <a:cubicBezTo>
                  <a:pt x="135160" y="196242"/>
                  <a:pt x="134017" y="193441"/>
                  <a:pt x="131742" y="191190"/>
                </a:cubicBezTo>
                <a:cubicBezTo>
                  <a:pt x="129468" y="188938"/>
                  <a:pt x="126644" y="187806"/>
                  <a:pt x="123295" y="187806"/>
                </a:cubicBezTo>
                <a:cubicBezTo>
                  <a:pt x="119946" y="187806"/>
                  <a:pt x="117146" y="188938"/>
                  <a:pt x="114929" y="191190"/>
                </a:cubicBezTo>
                <a:close/>
                <a:moveTo>
                  <a:pt x="245368" y="106710"/>
                </a:moveTo>
                <a:cubicBezTo>
                  <a:pt x="243139" y="108962"/>
                  <a:pt x="242030" y="111774"/>
                  <a:pt x="242030" y="115123"/>
                </a:cubicBezTo>
                <a:lnTo>
                  <a:pt x="242030" y="256569"/>
                </a:lnTo>
                <a:cubicBezTo>
                  <a:pt x="242030" y="259918"/>
                  <a:pt x="243173" y="262719"/>
                  <a:pt x="245448" y="264970"/>
                </a:cubicBezTo>
                <a:cubicBezTo>
                  <a:pt x="247722" y="267233"/>
                  <a:pt x="250546" y="268354"/>
                  <a:pt x="253895" y="268354"/>
                </a:cubicBezTo>
                <a:cubicBezTo>
                  <a:pt x="257244" y="268354"/>
                  <a:pt x="260044" y="267233"/>
                  <a:pt x="262261" y="264970"/>
                </a:cubicBezTo>
                <a:cubicBezTo>
                  <a:pt x="264490" y="262719"/>
                  <a:pt x="265610" y="259918"/>
                  <a:pt x="265610" y="256569"/>
                </a:cubicBezTo>
                <a:lnTo>
                  <a:pt x="265610" y="115123"/>
                </a:lnTo>
                <a:cubicBezTo>
                  <a:pt x="265610" y="111774"/>
                  <a:pt x="264467" y="108962"/>
                  <a:pt x="262181" y="106710"/>
                </a:cubicBezTo>
                <a:cubicBezTo>
                  <a:pt x="259907" y="104459"/>
                  <a:pt x="257095" y="103339"/>
                  <a:pt x="253735" y="103339"/>
                </a:cubicBezTo>
                <a:cubicBezTo>
                  <a:pt x="250386" y="103339"/>
                  <a:pt x="247597" y="104459"/>
                  <a:pt x="245368" y="106710"/>
                </a:cubicBezTo>
                <a:close/>
                <a:moveTo>
                  <a:pt x="180148" y="225377"/>
                </a:moveTo>
                <a:cubicBezTo>
                  <a:pt x="177919" y="227628"/>
                  <a:pt x="176811" y="230429"/>
                  <a:pt x="176811" y="233778"/>
                </a:cubicBezTo>
                <a:lnTo>
                  <a:pt x="176811" y="256569"/>
                </a:lnTo>
                <a:cubicBezTo>
                  <a:pt x="176811" y="259918"/>
                  <a:pt x="177942" y="262719"/>
                  <a:pt x="180228" y="264970"/>
                </a:cubicBezTo>
                <a:cubicBezTo>
                  <a:pt x="182503" y="267233"/>
                  <a:pt x="185326" y="268354"/>
                  <a:pt x="188675" y="268354"/>
                </a:cubicBezTo>
                <a:cubicBezTo>
                  <a:pt x="192024" y="268354"/>
                  <a:pt x="194813" y="267233"/>
                  <a:pt x="197042" y="264970"/>
                </a:cubicBezTo>
                <a:cubicBezTo>
                  <a:pt x="199271" y="262719"/>
                  <a:pt x="200379" y="259918"/>
                  <a:pt x="200379" y="256569"/>
                </a:cubicBezTo>
                <a:lnTo>
                  <a:pt x="200379" y="233778"/>
                </a:lnTo>
                <a:cubicBezTo>
                  <a:pt x="200379" y="230429"/>
                  <a:pt x="199248" y="227628"/>
                  <a:pt x="196962" y="225377"/>
                </a:cubicBezTo>
                <a:cubicBezTo>
                  <a:pt x="194687" y="223114"/>
                  <a:pt x="191864" y="221993"/>
                  <a:pt x="188515" y="221993"/>
                </a:cubicBezTo>
                <a:cubicBezTo>
                  <a:pt x="185166" y="221993"/>
                  <a:pt x="182377" y="223114"/>
                  <a:pt x="180148" y="225377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97042" y="184389"/>
                </a:moveTo>
                <a:cubicBezTo>
                  <a:pt x="199271" y="182114"/>
                  <a:pt x="200379" y="179291"/>
                  <a:pt x="200379" y="175942"/>
                </a:cubicBezTo>
                <a:cubicBezTo>
                  <a:pt x="200379" y="172593"/>
                  <a:pt x="199248" y="169804"/>
                  <a:pt x="196962" y="167575"/>
                </a:cubicBezTo>
                <a:cubicBezTo>
                  <a:pt x="194687" y="165346"/>
                  <a:pt x="191864" y="164238"/>
                  <a:pt x="188515" y="164238"/>
                </a:cubicBezTo>
                <a:cubicBezTo>
                  <a:pt x="185166" y="164238"/>
                  <a:pt x="182377" y="165369"/>
                  <a:pt x="180148" y="167655"/>
                </a:cubicBezTo>
                <a:cubicBezTo>
                  <a:pt x="177919" y="169930"/>
                  <a:pt x="176811" y="172753"/>
                  <a:pt x="176811" y="176102"/>
                </a:cubicBezTo>
                <a:cubicBezTo>
                  <a:pt x="176811" y="179451"/>
                  <a:pt x="177942" y="182240"/>
                  <a:pt x="180228" y="184469"/>
                </a:cubicBezTo>
                <a:cubicBezTo>
                  <a:pt x="182503" y="186698"/>
                  <a:pt x="185326" y="187806"/>
                  <a:pt x="188675" y="187806"/>
                </a:cubicBezTo>
                <a:cubicBezTo>
                  <a:pt x="192024" y="187806"/>
                  <a:pt x="194813" y="186675"/>
                  <a:pt x="197042" y="18438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73" name="圖示 長條圖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1108" y="314325"/>
                </a:moveTo>
                <a:cubicBezTo>
                  <a:pt x="267748" y="314325"/>
                  <a:pt x="264947" y="313193"/>
                  <a:pt x="262696" y="310942"/>
                </a:cubicBezTo>
                <a:cubicBezTo>
                  <a:pt x="260444" y="308667"/>
                  <a:pt x="259324" y="305867"/>
                  <a:pt x="259324" y="302541"/>
                </a:cubicBezTo>
                <a:lnTo>
                  <a:pt x="259324" y="216096"/>
                </a:lnTo>
                <a:cubicBezTo>
                  <a:pt x="259324" y="212747"/>
                  <a:pt x="260444" y="209946"/>
                  <a:pt x="262696" y="207695"/>
                </a:cubicBezTo>
                <a:cubicBezTo>
                  <a:pt x="264970" y="205443"/>
                  <a:pt x="267782" y="204311"/>
                  <a:pt x="271108" y="204311"/>
                </a:cubicBezTo>
                <a:lnTo>
                  <a:pt x="302541" y="204311"/>
                </a:lnTo>
                <a:cubicBezTo>
                  <a:pt x="305890" y="204311"/>
                  <a:pt x="308690" y="205443"/>
                  <a:pt x="310942" y="207695"/>
                </a:cubicBezTo>
                <a:cubicBezTo>
                  <a:pt x="313193" y="209946"/>
                  <a:pt x="314325" y="212747"/>
                  <a:pt x="314325" y="216096"/>
                </a:cubicBezTo>
                <a:lnTo>
                  <a:pt x="314325" y="302541"/>
                </a:lnTo>
                <a:cubicBezTo>
                  <a:pt x="314325" y="305890"/>
                  <a:pt x="313193" y="308690"/>
                  <a:pt x="310942" y="310942"/>
                </a:cubicBezTo>
                <a:cubicBezTo>
                  <a:pt x="308690" y="313193"/>
                  <a:pt x="305890" y="314325"/>
                  <a:pt x="302541" y="314325"/>
                </a:cubicBezTo>
                <a:lnTo>
                  <a:pt x="271108" y="314325"/>
                </a:lnTo>
                <a:close/>
                <a:moveTo>
                  <a:pt x="172879" y="314325"/>
                </a:moveTo>
                <a:cubicBezTo>
                  <a:pt x="169530" y="314325"/>
                  <a:pt x="166718" y="313193"/>
                  <a:pt x="164466" y="310942"/>
                </a:cubicBezTo>
                <a:cubicBezTo>
                  <a:pt x="162215" y="308667"/>
                  <a:pt x="161094" y="305867"/>
                  <a:pt x="161094" y="302541"/>
                </a:cubicBezTo>
                <a:lnTo>
                  <a:pt x="161094" y="74649"/>
                </a:lnTo>
                <a:cubicBezTo>
                  <a:pt x="161094" y="71300"/>
                  <a:pt x="162215" y="68500"/>
                  <a:pt x="164466" y="66248"/>
                </a:cubicBezTo>
                <a:cubicBezTo>
                  <a:pt x="166752" y="63997"/>
                  <a:pt x="169553" y="62865"/>
                  <a:pt x="172879" y="62865"/>
                </a:cubicBezTo>
                <a:lnTo>
                  <a:pt x="204311" y="62865"/>
                </a:lnTo>
                <a:cubicBezTo>
                  <a:pt x="207660" y="62865"/>
                  <a:pt x="210472" y="63997"/>
                  <a:pt x="212724" y="66248"/>
                </a:cubicBezTo>
                <a:cubicBezTo>
                  <a:pt x="214975" y="68500"/>
                  <a:pt x="216096" y="71300"/>
                  <a:pt x="216096" y="74649"/>
                </a:cubicBezTo>
                <a:lnTo>
                  <a:pt x="216096" y="302541"/>
                </a:lnTo>
                <a:cubicBezTo>
                  <a:pt x="216096" y="305890"/>
                  <a:pt x="214975" y="308690"/>
                  <a:pt x="212724" y="310942"/>
                </a:cubicBezTo>
                <a:cubicBezTo>
                  <a:pt x="210472" y="313193"/>
                  <a:pt x="207660" y="314325"/>
                  <a:pt x="204311" y="314325"/>
                </a:cubicBezTo>
                <a:lnTo>
                  <a:pt x="172879" y="314325"/>
                </a:lnTo>
                <a:close/>
                <a:moveTo>
                  <a:pt x="74649" y="314325"/>
                </a:moveTo>
                <a:cubicBezTo>
                  <a:pt x="71300" y="314325"/>
                  <a:pt x="68500" y="313193"/>
                  <a:pt x="66248" y="310942"/>
                </a:cubicBezTo>
                <a:cubicBezTo>
                  <a:pt x="63997" y="308667"/>
                  <a:pt x="62865" y="305867"/>
                  <a:pt x="62865" y="302541"/>
                </a:cubicBezTo>
                <a:lnTo>
                  <a:pt x="62865" y="153231"/>
                </a:lnTo>
                <a:cubicBezTo>
                  <a:pt x="62865" y="149882"/>
                  <a:pt x="63997" y="147081"/>
                  <a:pt x="66248" y="144830"/>
                </a:cubicBezTo>
                <a:cubicBezTo>
                  <a:pt x="68523" y="142578"/>
                  <a:pt x="71323" y="141446"/>
                  <a:pt x="74649" y="141446"/>
                </a:cubicBezTo>
                <a:lnTo>
                  <a:pt x="106082" y="141446"/>
                </a:lnTo>
                <a:cubicBezTo>
                  <a:pt x="109442" y="141446"/>
                  <a:pt x="112243" y="142578"/>
                  <a:pt x="114494" y="144830"/>
                </a:cubicBezTo>
                <a:cubicBezTo>
                  <a:pt x="116746" y="147081"/>
                  <a:pt x="117878" y="149882"/>
                  <a:pt x="117878" y="153231"/>
                </a:cubicBezTo>
                <a:lnTo>
                  <a:pt x="117878" y="302541"/>
                </a:lnTo>
                <a:cubicBezTo>
                  <a:pt x="117878" y="305890"/>
                  <a:pt x="116746" y="308690"/>
                  <a:pt x="114494" y="310942"/>
                </a:cubicBezTo>
                <a:cubicBezTo>
                  <a:pt x="112243" y="313193"/>
                  <a:pt x="109442" y="314325"/>
                  <a:pt x="106082" y="314325"/>
                </a:cubicBezTo>
                <a:lnTo>
                  <a:pt x="74649" y="31432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75" name="圖示 排名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06473"/>
                </a:moveTo>
                <a:lnTo>
                  <a:pt x="128485" y="306473"/>
                </a:lnTo>
                <a:lnTo>
                  <a:pt x="128485" y="165026"/>
                </a:lnTo>
                <a:lnTo>
                  <a:pt x="55013" y="165026"/>
                </a:lnTo>
                <a:lnTo>
                  <a:pt x="55013" y="306473"/>
                </a:lnTo>
                <a:close/>
                <a:moveTo>
                  <a:pt x="152053" y="306473"/>
                </a:moveTo>
                <a:lnTo>
                  <a:pt x="225137" y="306473"/>
                </a:lnTo>
                <a:lnTo>
                  <a:pt x="225137" y="70729"/>
                </a:lnTo>
                <a:lnTo>
                  <a:pt x="152053" y="70729"/>
                </a:lnTo>
                <a:lnTo>
                  <a:pt x="152053" y="306473"/>
                </a:lnTo>
                <a:close/>
                <a:moveTo>
                  <a:pt x="248705" y="306473"/>
                </a:moveTo>
                <a:lnTo>
                  <a:pt x="322189" y="306473"/>
                </a:lnTo>
                <a:lnTo>
                  <a:pt x="322189" y="196459"/>
                </a:lnTo>
                <a:lnTo>
                  <a:pt x="248705" y="196459"/>
                </a:lnTo>
                <a:lnTo>
                  <a:pt x="248705" y="306473"/>
                </a:lnTo>
                <a:close/>
                <a:moveTo>
                  <a:pt x="31433" y="306473"/>
                </a:moveTo>
                <a:lnTo>
                  <a:pt x="31433" y="165026"/>
                </a:lnTo>
                <a:cubicBezTo>
                  <a:pt x="31433" y="158523"/>
                  <a:pt x="33741" y="152968"/>
                  <a:pt x="38348" y="148361"/>
                </a:cubicBezTo>
                <a:cubicBezTo>
                  <a:pt x="42988" y="143755"/>
                  <a:pt x="48532" y="141446"/>
                  <a:pt x="55013" y="141446"/>
                </a:cubicBezTo>
                <a:lnTo>
                  <a:pt x="128485" y="141446"/>
                </a:lnTo>
                <a:lnTo>
                  <a:pt x="128485" y="70729"/>
                </a:lnTo>
                <a:cubicBezTo>
                  <a:pt x="128485" y="64225"/>
                  <a:pt x="130782" y="58670"/>
                  <a:pt x="135400" y="54064"/>
                </a:cubicBezTo>
                <a:cubicBezTo>
                  <a:pt x="140029" y="49458"/>
                  <a:pt x="145584" y="47149"/>
                  <a:pt x="152053" y="47149"/>
                </a:cubicBezTo>
                <a:lnTo>
                  <a:pt x="225137" y="47149"/>
                </a:lnTo>
                <a:cubicBezTo>
                  <a:pt x="231629" y="47149"/>
                  <a:pt x="237184" y="49458"/>
                  <a:pt x="241790" y="54064"/>
                </a:cubicBezTo>
                <a:cubicBezTo>
                  <a:pt x="246408" y="58670"/>
                  <a:pt x="248705" y="64225"/>
                  <a:pt x="248705" y="70729"/>
                </a:cubicBezTo>
                <a:lnTo>
                  <a:pt x="248705" y="172879"/>
                </a:lnTo>
                <a:lnTo>
                  <a:pt x="322189" y="172879"/>
                </a:lnTo>
                <a:cubicBezTo>
                  <a:pt x="328681" y="172879"/>
                  <a:pt x="334236" y="175188"/>
                  <a:pt x="338842" y="179794"/>
                </a:cubicBezTo>
                <a:cubicBezTo>
                  <a:pt x="343449" y="184400"/>
                  <a:pt x="345758" y="189955"/>
                  <a:pt x="345758" y="196459"/>
                </a:cubicBezTo>
                <a:lnTo>
                  <a:pt x="345758" y="306473"/>
                </a:lnTo>
                <a:cubicBezTo>
                  <a:pt x="345758" y="312965"/>
                  <a:pt x="343449" y="318520"/>
                  <a:pt x="338842" y="323126"/>
                </a:cubicBezTo>
                <a:cubicBezTo>
                  <a:pt x="334236" y="327732"/>
                  <a:pt x="328681" y="330041"/>
                  <a:pt x="322189" y="330041"/>
                </a:cubicBezTo>
                <a:lnTo>
                  <a:pt x="55013" y="330041"/>
                </a:lnTo>
                <a:cubicBezTo>
                  <a:pt x="48509" y="330041"/>
                  <a:pt x="42954" y="327732"/>
                  <a:pt x="38348" y="323126"/>
                </a:cubicBezTo>
                <a:cubicBezTo>
                  <a:pt x="33741" y="318486"/>
                  <a:pt x="31433" y="312942"/>
                  <a:pt x="31433" y="30647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77" name="圖示 監控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0486" y="326658"/>
                </a:moveTo>
                <a:cubicBezTo>
                  <a:pt x="48257" y="324383"/>
                  <a:pt x="47149" y="321583"/>
                  <a:pt x="47149" y="318257"/>
                </a:cubicBezTo>
                <a:lnTo>
                  <a:pt x="47149" y="300186"/>
                </a:lnTo>
                <a:cubicBezTo>
                  <a:pt x="47149" y="296826"/>
                  <a:pt x="48292" y="294025"/>
                  <a:pt x="50566" y="291774"/>
                </a:cubicBezTo>
                <a:cubicBezTo>
                  <a:pt x="52841" y="289522"/>
                  <a:pt x="55664" y="288390"/>
                  <a:pt x="59013" y="288390"/>
                </a:cubicBezTo>
                <a:cubicBezTo>
                  <a:pt x="62362" y="288390"/>
                  <a:pt x="65162" y="289522"/>
                  <a:pt x="67380" y="291774"/>
                </a:cubicBezTo>
                <a:cubicBezTo>
                  <a:pt x="69609" y="294025"/>
                  <a:pt x="70729" y="296826"/>
                  <a:pt x="70729" y="300186"/>
                </a:cubicBezTo>
                <a:lnTo>
                  <a:pt x="70729" y="318257"/>
                </a:lnTo>
                <a:cubicBezTo>
                  <a:pt x="70729" y="321606"/>
                  <a:pt x="69586" y="324406"/>
                  <a:pt x="67300" y="326658"/>
                </a:cubicBezTo>
                <a:cubicBezTo>
                  <a:pt x="65025" y="328910"/>
                  <a:pt x="62213" y="330041"/>
                  <a:pt x="58853" y="330041"/>
                </a:cubicBezTo>
                <a:cubicBezTo>
                  <a:pt x="55504" y="330041"/>
                  <a:pt x="52715" y="328910"/>
                  <a:pt x="50486" y="326658"/>
                </a:cubicBezTo>
                <a:close/>
                <a:moveTo>
                  <a:pt x="115317" y="326658"/>
                </a:moveTo>
                <a:cubicBezTo>
                  <a:pt x="113088" y="324383"/>
                  <a:pt x="111980" y="321583"/>
                  <a:pt x="111980" y="318257"/>
                </a:cubicBezTo>
                <a:lnTo>
                  <a:pt x="111980" y="237321"/>
                </a:lnTo>
                <a:cubicBezTo>
                  <a:pt x="111980" y="233961"/>
                  <a:pt x="113123" y="231160"/>
                  <a:pt x="115397" y="228909"/>
                </a:cubicBezTo>
                <a:cubicBezTo>
                  <a:pt x="117672" y="226657"/>
                  <a:pt x="120495" y="225525"/>
                  <a:pt x="123844" y="225525"/>
                </a:cubicBezTo>
                <a:cubicBezTo>
                  <a:pt x="127193" y="225525"/>
                  <a:pt x="129982" y="226657"/>
                  <a:pt x="132211" y="228909"/>
                </a:cubicBezTo>
                <a:cubicBezTo>
                  <a:pt x="134440" y="231160"/>
                  <a:pt x="135548" y="233961"/>
                  <a:pt x="135548" y="237321"/>
                </a:cubicBezTo>
                <a:lnTo>
                  <a:pt x="135548" y="318257"/>
                </a:lnTo>
                <a:cubicBezTo>
                  <a:pt x="135548" y="321606"/>
                  <a:pt x="134417" y="324406"/>
                  <a:pt x="132131" y="326658"/>
                </a:cubicBezTo>
                <a:cubicBezTo>
                  <a:pt x="129856" y="328910"/>
                  <a:pt x="127044" y="330041"/>
                  <a:pt x="123684" y="330041"/>
                </a:cubicBezTo>
                <a:cubicBezTo>
                  <a:pt x="120335" y="330041"/>
                  <a:pt x="117546" y="328910"/>
                  <a:pt x="115317" y="326658"/>
                </a:cubicBezTo>
                <a:close/>
                <a:moveTo>
                  <a:pt x="180148" y="326658"/>
                </a:moveTo>
                <a:cubicBezTo>
                  <a:pt x="177919" y="324383"/>
                  <a:pt x="176811" y="321583"/>
                  <a:pt x="176811" y="318257"/>
                </a:cubicBezTo>
                <a:lnTo>
                  <a:pt x="176811" y="260890"/>
                </a:lnTo>
                <a:cubicBezTo>
                  <a:pt x="176811" y="257541"/>
                  <a:pt x="177942" y="254729"/>
                  <a:pt x="180228" y="252477"/>
                </a:cubicBezTo>
                <a:cubicBezTo>
                  <a:pt x="182503" y="250226"/>
                  <a:pt x="185326" y="249105"/>
                  <a:pt x="188675" y="249105"/>
                </a:cubicBezTo>
                <a:cubicBezTo>
                  <a:pt x="192024" y="249105"/>
                  <a:pt x="194813" y="250226"/>
                  <a:pt x="197042" y="252477"/>
                </a:cubicBezTo>
                <a:cubicBezTo>
                  <a:pt x="199271" y="254729"/>
                  <a:pt x="200379" y="257541"/>
                  <a:pt x="200379" y="260890"/>
                </a:cubicBezTo>
                <a:lnTo>
                  <a:pt x="200379" y="318257"/>
                </a:lnTo>
                <a:cubicBezTo>
                  <a:pt x="200379" y="321606"/>
                  <a:pt x="199248" y="324406"/>
                  <a:pt x="196962" y="326658"/>
                </a:cubicBezTo>
                <a:cubicBezTo>
                  <a:pt x="194687" y="328910"/>
                  <a:pt x="191864" y="330041"/>
                  <a:pt x="188515" y="330041"/>
                </a:cubicBezTo>
                <a:cubicBezTo>
                  <a:pt x="185166" y="330041"/>
                  <a:pt x="182377" y="328910"/>
                  <a:pt x="180148" y="326658"/>
                </a:cubicBezTo>
                <a:close/>
                <a:moveTo>
                  <a:pt x="244979" y="326658"/>
                </a:moveTo>
                <a:cubicBezTo>
                  <a:pt x="242750" y="324383"/>
                  <a:pt x="241642" y="321583"/>
                  <a:pt x="241642" y="318257"/>
                </a:cubicBezTo>
                <a:lnTo>
                  <a:pt x="241642" y="221605"/>
                </a:lnTo>
                <a:cubicBezTo>
                  <a:pt x="241642" y="218244"/>
                  <a:pt x="242773" y="215444"/>
                  <a:pt x="245059" y="213192"/>
                </a:cubicBezTo>
                <a:cubicBezTo>
                  <a:pt x="247334" y="210941"/>
                  <a:pt x="250146" y="209809"/>
                  <a:pt x="253506" y="209809"/>
                </a:cubicBezTo>
                <a:cubicBezTo>
                  <a:pt x="256855" y="209809"/>
                  <a:pt x="259644" y="210941"/>
                  <a:pt x="261873" y="213192"/>
                </a:cubicBezTo>
                <a:cubicBezTo>
                  <a:pt x="264102" y="215444"/>
                  <a:pt x="265210" y="218244"/>
                  <a:pt x="265210" y="221605"/>
                </a:cubicBezTo>
                <a:lnTo>
                  <a:pt x="265210" y="318257"/>
                </a:lnTo>
                <a:cubicBezTo>
                  <a:pt x="265210" y="321606"/>
                  <a:pt x="264067" y="324406"/>
                  <a:pt x="261793" y="326658"/>
                </a:cubicBezTo>
                <a:cubicBezTo>
                  <a:pt x="259518" y="328910"/>
                  <a:pt x="256695" y="330041"/>
                  <a:pt x="253346" y="330041"/>
                </a:cubicBezTo>
                <a:cubicBezTo>
                  <a:pt x="249997" y="330041"/>
                  <a:pt x="247208" y="328910"/>
                  <a:pt x="244979" y="326658"/>
                </a:cubicBezTo>
                <a:close/>
                <a:moveTo>
                  <a:pt x="309810" y="326658"/>
                </a:moveTo>
                <a:cubicBezTo>
                  <a:pt x="307581" y="324383"/>
                  <a:pt x="306473" y="321583"/>
                  <a:pt x="306473" y="318257"/>
                </a:cubicBezTo>
                <a:lnTo>
                  <a:pt x="306473" y="174456"/>
                </a:lnTo>
                <a:cubicBezTo>
                  <a:pt x="306473" y="171096"/>
                  <a:pt x="307604" y="168295"/>
                  <a:pt x="309890" y="166044"/>
                </a:cubicBezTo>
                <a:cubicBezTo>
                  <a:pt x="312165" y="163792"/>
                  <a:pt x="314977" y="162660"/>
                  <a:pt x="318337" y="162660"/>
                </a:cubicBezTo>
                <a:cubicBezTo>
                  <a:pt x="321686" y="162660"/>
                  <a:pt x="324475" y="163792"/>
                  <a:pt x="326704" y="166044"/>
                </a:cubicBezTo>
                <a:cubicBezTo>
                  <a:pt x="328933" y="168295"/>
                  <a:pt x="330041" y="171096"/>
                  <a:pt x="330041" y="174456"/>
                </a:cubicBezTo>
                <a:lnTo>
                  <a:pt x="330041" y="318257"/>
                </a:lnTo>
                <a:cubicBezTo>
                  <a:pt x="330041" y="321606"/>
                  <a:pt x="328898" y="324406"/>
                  <a:pt x="326624" y="326658"/>
                </a:cubicBezTo>
                <a:cubicBezTo>
                  <a:pt x="324349" y="328910"/>
                  <a:pt x="321526" y="330041"/>
                  <a:pt x="318177" y="330041"/>
                </a:cubicBezTo>
                <a:cubicBezTo>
                  <a:pt x="314828" y="330041"/>
                  <a:pt x="312028" y="328910"/>
                  <a:pt x="309810" y="326658"/>
                </a:cubicBezTo>
                <a:close/>
                <a:moveTo>
                  <a:pt x="219833" y="181131"/>
                </a:moveTo>
                <a:cubicBezTo>
                  <a:pt x="216816" y="181131"/>
                  <a:pt x="213867" y="180514"/>
                  <a:pt x="210986" y="179280"/>
                </a:cubicBezTo>
                <a:cubicBezTo>
                  <a:pt x="208106" y="178057"/>
                  <a:pt x="205489" y="176308"/>
                  <a:pt x="203134" y="174056"/>
                </a:cubicBezTo>
                <a:lnTo>
                  <a:pt x="157163" y="128085"/>
                </a:lnTo>
                <a:lnTo>
                  <a:pt x="67586" y="217273"/>
                </a:lnTo>
                <a:cubicBezTo>
                  <a:pt x="65197" y="219639"/>
                  <a:pt x="62385" y="220748"/>
                  <a:pt x="59127" y="220622"/>
                </a:cubicBezTo>
                <a:cubicBezTo>
                  <a:pt x="55858" y="220485"/>
                  <a:pt x="53069" y="219239"/>
                  <a:pt x="50761" y="216884"/>
                </a:cubicBezTo>
                <a:cubicBezTo>
                  <a:pt x="48646" y="214530"/>
                  <a:pt x="47515" y="211775"/>
                  <a:pt x="47389" y="208632"/>
                </a:cubicBezTo>
                <a:cubicBezTo>
                  <a:pt x="47252" y="205489"/>
                  <a:pt x="48372" y="202745"/>
                  <a:pt x="50726" y="200379"/>
                </a:cubicBezTo>
                <a:lnTo>
                  <a:pt x="140703" y="111191"/>
                </a:lnTo>
                <a:cubicBezTo>
                  <a:pt x="143081" y="108859"/>
                  <a:pt x="145698" y="107168"/>
                  <a:pt x="148556" y="106128"/>
                </a:cubicBezTo>
                <a:cubicBezTo>
                  <a:pt x="151413" y="105053"/>
                  <a:pt x="154282" y="104516"/>
                  <a:pt x="157163" y="104516"/>
                </a:cubicBezTo>
                <a:cubicBezTo>
                  <a:pt x="160043" y="104516"/>
                  <a:pt x="162969" y="105053"/>
                  <a:pt x="165929" y="106128"/>
                </a:cubicBezTo>
                <a:cubicBezTo>
                  <a:pt x="168913" y="107168"/>
                  <a:pt x="171496" y="108859"/>
                  <a:pt x="173667" y="111191"/>
                </a:cubicBezTo>
                <a:lnTo>
                  <a:pt x="220028" y="157551"/>
                </a:lnTo>
                <a:lnTo>
                  <a:pt x="310004" y="67586"/>
                </a:lnTo>
                <a:cubicBezTo>
                  <a:pt x="312359" y="65220"/>
                  <a:pt x="315114" y="64042"/>
                  <a:pt x="318257" y="64042"/>
                </a:cubicBezTo>
                <a:cubicBezTo>
                  <a:pt x="321400" y="64042"/>
                  <a:pt x="324132" y="65220"/>
                  <a:pt x="326464" y="67586"/>
                </a:cubicBezTo>
                <a:cubicBezTo>
                  <a:pt x="328590" y="69940"/>
                  <a:pt x="329710" y="72683"/>
                  <a:pt x="329847" y="75827"/>
                </a:cubicBezTo>
                <a:cubicBezTo>
                  <a:pt x="329973" y="78970"/>
                  <a:pt x="328864" y="81725"/>
                  <a:pt x="326509" y="84079"/>
                </a:cubicBezTo>
                <a:lnTo>
                  <a:pt x="236532" y="174056"/>
                </a:lnTo>
                <a:cubicBezTo>
                  <a:pt x="234429" y="176411"/>
                  <a:pt x="231880" y="178182"/>
                  <a:pt x="228863" y="179360"/>
                </a:cubicBezTo>
                <a:cubicBezTo>
                  <a:pt x="225857" y="180537"/>
                  <a:pt x="222839" y="181131"/>
                  <a:pt x="219833" y="18113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79" name="圖示 數據查詢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4792" y="207695"/>
                </a:moveTo>
                <a:cubicBezTo>
                  <a:pt x="22117" y="205889"/>
                  <a:pt x="20540" y="203431"/>
                  <a:pt x="20037" y="200345"/>
                </a:cubicBezTo>
                <a:cubicBezTo>
                  <a:pt x="19511" y="197225"/>
                  <a:pt x="20037" y="194356"/>
                  <a:pt x="21614" y="191738"/>
                </a:cubicBezTo>
                <a:lnTo>
                  <a:pt x="74649" y="106482"/>
                </a:lnTo>
                <a:cubicBezTo>
                  <a:pt x="78890" y="99590"/>
                  <a:pt x="84936" y="95909"/>
                  <a:pt x="92766" y="95441"/>
                </a:cubicBezTo>
                <a:cubicBezTo>
                  <a:pt x="100595" y="94938"/>
                  <a:pt x="107133" y="97704"/>
                  <a:pt x="112368" y="103727"/>
                </a:cubicBezTo>
                <a:lnTo>
                  <a:pt x="140658" y="136737"/>
                </a:lnTo>
                <a:lnTo>
                  <a:pt x="186240" y="62476"/>
                </a:lnTo>
                <a:cubicBezTo>
                  <a:pt x="190801" y="55058"/>
                  <a:pt x="197373" y="51309"/>
                  <a:pt x="205957" y="51241"/>
                </a:cubicBezTo>
                <a:cubicBezTo>
                  <a:pt x="214553" y="51126"/>
                  <a:pt x="221205" y="54613"/>
                  <a:pt x="225925" y="61688"/>
                </a:cubicBezTo>
                <a:lnTo>
                  <a:pt x="254603" y="104516"/>
                </a:lnTo>
                <a:lnTo>
                  <a:pt x="304107" y="26323"/>
                </a:lnTo>
                <a:cubicBezTo>
                  <a:pt x="305810" y="23466"/>
                  <a:pt x="308336" y="21717"/>
                  <a:pt x="311696" y="21065"/>
                </a:cubicBezTo>
                <a:cubicBezTo>
                  <a:pt x="315022" y="20403"/>
                  <a:pt x="318108" y="21157"/>
                  <a:pt x="320966" y="23294"/>
                </a:cubicBezTo>
                <a:cubicBezTo>
                  <a:pt x="323606" y="25055"/>
                  <a:pt x="325126" y="27443"/>
                  <a:pt x="325526" y="30450"/>
                </a:cubicBezTo>
                <a:cubicBezTo>
                  <a:pt x="325915" y="33467"/>
                  <a:pt x="325332" y="36279"/>
                  <a:pt x="323755" y="38896"/>
                </a:cubicBezTo>
                <a:lnTo>
                  <a:pt x="274251" y="117089"/>
                </a:lnTo>
                <a:cubicBezTo>
                  <a:pt x="269794" y="124416"/>
                  <a:pt x="263313" y="128153"/>
                  <a:pt x="254798" y="128279"/>
                </a:cubicBezTo>
                <a:cubicBezTo>
                  <a:pt x="246282" y="128416"/>
                  <a:pt x="239676" y="124941"/>
                  <a:pt x="234955" y="117878"/>
                </a:cubicBezTo>
                <a:lnTo>
                  <a:pt x="206277" y="75438"/>
                </a:lnTo>
                <a:lnTo>
                  <a:pt x="160694" y="149310"/>
                </a:lnTo>
                <a:cubicBezTo>
                  <a:pt x="156557" y="156008"/>
                  <a:pt x="150487" y="159654"/>
                  <a:pt x="142464" y="160226"/>
                </a:cubicBezTo>
                <a:cubicBezTo>
                  <a:pt x="134451" y="160809"/>
                  <a:pt x="127822" y="158077"/>
                  <a:pt x="122587" y="152053"/>
                </a:cubicBezTo>
                <a:lnTo>
                  <a:pt x="94686" y="119443"/>
                </a:lnTo>
                <a:lnTo>
                  <a:pt x="41651" y="204311"/>
                </a:lnTo>
                <a:cubicBezTo>
                  <a:pt x="39811" y="207192"/>
                  <a:pt x="37262" y="209032"/>
                  <a:pt x="33981" y="209809"/>
                </a:cubicBezTo>
                <a:cubicBezTo>
                  <a:pt x="30712" y="210598"/>
                  <a:pt x="27649" y="209889"/>
                  <a:pt x="24792" y="207695"/>
                </a:cubicBezTo>
                <a:close/>
                <a:moveTo>
                  <a:pt x="228989" y="290756"/>
                </a:moveTo>
                <a:cubicBezTo>
                  <a:pt x="241607" y="290756"/>
                  <a:pt x="252443" y="286367"/>
                  <a:pt x="261484" y="277589"/>
                </a:cubicBezTo>
                <a:cubicBezTo>
                  <a:pt x="270514" y="268811"/>
                  <a:pt x="275040" y="258078"/>
                  <a:pt x="275040" y="245368"/>
                </a:cubicBezTo>
                <a:cubicBezTo>
                  <a:pt x="275040" y="232669"/>
                  <a:pt x="270594" y="221856"/>
                  <a:pt x="261713" y="212952"/>
                </a:cubicBezTo>
                <a:cubicBezTo>
                  <a:pt x="252832" y="204048"/>
                  <a:pt x="241950" y="199602"/>
                  <a:pt x="229069" y="199602"/>
                </a:cubicBezTo>
                <a:cubicBezTo>
                  <a:pt x="216416" y="199602"/>
                  <a:pt x="205717" y="204117"/>
                  <a:pt x="196962" y="213147"/>
                </a:cubicBezTo>
                <a:cubicBezTo>
                  <a:pt x="188241" y="222188"/>
                  <a:pt x="183886" y="233023"/>
                  <a:pt x="183886" y="245642"/>
                </a:cubicBezTo>
                <a:cubicBezTo>
                  <a:pt x="183886" y="258272"/>
                  <a:pt x="188241" y="268948"/>
                  <a:pt x="196962" y="277669"/>
                </a:cubicBezTo>
                <a:cubicBezTo>
                  <a:pt x="205683" y="286390"/>
                  <a:pt x="216358" y="290756"/>
                  <a:pt x="228989" y="290756"/>
                </a:cubicBezTo>
                <a:close/>
                <a:moveTo>
                  <a:pt x="229069" y="314325"/>
                </a:moveTo>
                <a:cubicBezTo>
                  <a:pt x="209969" y="314325"/>
                  <a:pt x="193727" y="307627"/>
                  <a:pt x="180343" y="294242"/>
                </a:cubicBezTo>
                <a:cubicBezTo>
                  <a:pt x="166981" y="280858"/>
                  <a:pt x="160306" y="264627"/>
                  <a:pt x="160306" y="245528"/>
                </a:cubicBezTo>
                <a:cubicBezTo>
                  <a:pt x="160306" y="226428"/>
                  <a:pt x="166981" y="210072"/>
                  <a:pt x="180343" y="196459"/>
                </a:cubicBezTo>
                <a:cubicBezTo>
                  <a:pt x="193704" y="182834"/>
                  <a:pt x="209946" y="176022"/>
                  <a:pt x="229069" y="176022"/>
                </a:cubicBezTo>
                <a:cubicBezTo>
                  <a:pt x="248397" y="176022"/>
                  <a:pt x="264822" y="182777"/>
                  <a:pt x="278332" y="196299"/>
                </a:cubicBezTo>
                <a:cubicBezTo>
                  <a:pt x="291854" y="209809"/>
                  <a:pt x="298609" y="226234"/>
                  <a:pt x="298609" y="245562"/>
                </a:cubicBezTo>
                <a:cubicBezTo>
                  <a:pt x="298609" y="253163"/>
                  <a:pt x="297500" y="260295"/>
                  <a:pt x="295271" y="266982"/>
                </a:cubicBezTo>
                <a:cubicBezTo>
                  <a:pt x="293042" y="273657"/>
                  <a:pt x="289831" y="279875"/>
                  <a:pt x="285647" y="285647"/>
                </a:cubicBezTo>
                <a:lnTo>
                  <a:pt x="321400" y="321000"/>
                </a:lnTo>
                <a:cubicBezTo>
                  <a:pt x="323755" y="323366"/>
                  <a:pt x="324932" y="326109"/>
                  <a:pt x="324932" y="329253"/>
                </a:cubicBezTo>
                <a:cubicBezTo>
                  <a:pt x="324932" y="332396"/>
                  <a:pt x="323755" y="335150"/>
                  <a:pt x="321400" y="337505"/>
                </a:cubicBezTo>
                <a:cubicBezTo>
                  <a:pt x="319046" y="339860"/>
                  <a:pt x="316291" y="341048"/>
                  <a:pt x="313148" y="341048"/>
                </a:cubicBezTo>
                <a:cubicBezTo>
                  <a:pt x="310004" y="341048"/>
                  <a:pt x="307250" y="339860"/>
                  <a:pt x="304895" y="337505"/>
                </a:cubicBezTo>
                <a:lnTo>
                  <a:pt x="269142" y="301752"/>
                </a:lnTo>
                <a:cubicBezTo>
                  <a:pt x="263381" y="305684"/>
                  <a:pt x="257152" y="308759"/>
                  <a:pt x="250477" y="310987"/>
                </a:cubicBezTo>
                <a:cubicBezTo>
                  <a:pt x="243802" y="313216"/>
                  <a:pt x="236658" y="314325"/>
                  <a:pt x="229069" y="31432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81" name="圖示 上升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0074" y="278183"/>
                </a:moveTo>
                <a:cubicBezTo>
                  <a:pt x="37719" y="275817"/>
                  <a:pt x="36542" y="273006"/>
                  <a:pt x="36542" y="269725"/>
                </a:cubicBezTo>
                <a:cubicBezTo>
                  <a:pt x="36542" y="266456"/>
                  <a:pt x="37719" y="263644"/>
                  <a:pt x="40074" y="261278"/>
                </a:cubicBezTo>
                <a:lnTo>
                  <a:pt x="129662" y="172090"/>
                </a:lnTo>
                <a:cubicBezTo>
                  <a:pt x="134085" y="167644"/>
                  <a:pt x="139583" y="165415"/>
                  <a:pt x="146167" y="165415"/>
                </a:cubicBezTo>
                <a:cubicBezTo>
                  <a:pt x="152705" y="165415"/>
                  <a:pt x="158214" y="167644"/>
                  <a:pt x="162660" y="172090"/>
                </a:cubicBezTo>
                <a:lnTo>
                  <a:pt x="211775" y="221205"/>
                </a:lnTo>
                <a:lnTo>
                  <a:pt x="306473" y="126519"/>
                </a:lnTo>
                <a:lnTo>
                  <a:pt x="268354" y="126519"/>
                </a:lnTo>
                <a:cubicBezTo>
                  <a:pt x="265005" y="126519"/>
                  <a:pt x="262204" y="125376"/>
                  <a:pt x="259952" y="123101"/>
                </a:cubicBezTo>
                <a:cubicBezTo>
                  <a:pt x="257689" y="120815"/>
                  <a:pt x="256569" y="118003"/>
                  <a:pt x="256569" y="114654"/>
                </a:cubicBezTo>
                <a:cubicBezTo>
                  <a:pt x="256569" y="111294"/>
                  <a:pt x="257689" y="108505"/>
                  <a:pt x="259952" y="106276"/>
                </a:cubicBezTo>
                <a:cubicBezTo>
                  <a:pt x="262204" y="104059"/>
                  <a:pt x="265005" y="102939"/>
                  <a:pt x="268354" y="102939"/>
                </a:cubicBezTo>
                <a:lnTo>
                  <a:pt x="333973" y="102939"/>
                </a:lnTo>
                <a:cubicBezTo>
                  <a:pt x="337322" y="102939"/>
                  <a:pt x="340123" y="104070"/>
                  <a:pt x="342374" y="106322"/>
                </a:cubicBezTo>
                <a:cubicBezTo>
                  <a:pt x="344626" y="108574"/>
                  <a:pt x="345758" y="111374"/>
                  <a:pt x="345758" y="114734"/>
                </a:cubicBezTo>
                <a:lnTo>
                  <a:pt x="345758" y="180343"/>
                </a:lnTo>
                <a:cubicBezTo>
                  <a:pt x="345758" y="183486"/>
                  <a:pt x="344672" y="186240"/>
                  <a:pt x="342500" y="188595"/>
                </a:cubicBezTo>
                <a:cubicBezTo>
                  <a:pt x="340317" y="190950"/>
                  <a:pt x="337642" y="192127"/>
                  <a:pt x="334442" y="192127"/>
                </a:cubicBezTo>
                <a:cubicBezTo>
                  <a:pt x="331241" y="192127"/>
                  <a:pt x="328475" y="190950"/>
                  <a:pt x="326109" y="188595"/>
                </a:cubicBezTo>
                <a:cubicBezTo>
                  <a:pt x="323755" y="186240"/>
                  <a:pt x="322577" y="183486"/>
                  <a:pt x="322577" y="180343"/>
                </a:cubicBezTo>
                <a:lnTo>
                  <a:pt x="322577" y="143801"/>
                </a:lnTo>
                <a:lnTo>
                  <a:pt x="227891" y="238098"/>
                </a:lnTo>
                <a:cubicBezTo>
                  <a:pt x="223457" y="242556"/>
                  <a:pt x="217959" y="244785"/>
                  <a:pt x="211386" y="244785"/>
                </a:cubicBezTo>
                <a:cubicBezTo>
                  <a:pt x="204837" y="244785"/>
                  <a:pt x="199339" y="242556"/>
                  <a:pt x="194882" y="238098"/>
                </a:cubicBezTo>
                <a:lnTo>
                  <a:pt x="145767" y="189384"/>
                </a:lnTo>
                <a:lnTo>
                  <a:pt x="56967" y="278183"/>
                </a:lnTo>
                <a:cubicBezTo>
                  <a:pt x="54613" y="280538"/>
                  <a:pt x="51801" y="281715"/>
                  <a:pt x="48520" y="281715"/>
                </a:cubicBezTo>
                <a:cubicBezTo>
                  <a:pt x="45251" y="281715"/>
                  <a:pt x="42440" y="280538"/>
                  <a:pt x="40074" y="27818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83" name="圖示 下降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259324"/>
                </a:moveTo>
                <a:lnTo>
                  <a:pt x="211775" y="164626"/>
                </a:lnTo>
                <a:lnTo>
                  <a:pt x="162660" y="213741"/>
                </a:lnTo>
                <a:cubicBezTo>
                  <a:pt x="158237" y="218199"/>
                  <a:pt x="152739" y="220416"/>
                  <a:pt x="146167" y="220416"/>
                </a:cubicBezTo>
                <a:cubicBezTo>
                  <a:pt x="139617" y="220416"/>
                  <a:pt x="134108" y="218199"/>
                  <a:pt x="129662" y="213741"/>
                </a:cubicBezTo>
                <a:lnTo>
                  <a:pt x="40074" y="124164"/>
                </a:lnTo>
                <a:cubicBezTo>
                  <a:pt x="37719" y="121798"/>
                  <a:pt x="36542" y="118986"/>
                  <a:pt x="36542" y="115706"/>
                </a:cubicBezTo>
                <a:cubicBezTo>
                  <a:pt x="36542" y="112437"/>
                  <a:pt x="37719" y="109625"/>
                  <a:pt x="40074" y="107259"/>
                </a:cubicBezTo>
                <a:cubicBezTo>
                  <a:pt x="42440" y="104905"/>
                  <a:pt x="45251" y="103727"/>
                  <a:pt x="48520" y="103727"/>
                </a:cubicBezTo>
                <a:cubicBezTo>
                  <a:pt x="51801" y="103727"/>
                  <a:pt x="54613" y="104905"/>
                  <a:pt x="56967" y="107259"/>
                </a:cubicBezTo>
                <a:lnTo>
                  <a:pt x="145767" y="196459"/>
                </a:lnTo>
                <a:lnTo>
                  <a:pt x="194882" y="147344"/>
                </a:lnTo>
                <a:cubicBezTo>
                  <a:pt x="199305" y="142886"/>
                  <a:pt x="204814" y="140658"/>
                  <a:pt x="211386" y="140658"/>
                </a:cubicBezTo>
                <a:cubicBezTo>
                  <a:pt x="217936" y="140658"/>
                  <a:pt x="223434" y="142886"/>
                  <a:pt x="227891" y="147344"/>
                </a:cubicBezTo>
                <a:lnTo>
                  <a:pt x="322577" y="242030"/>
                </a:lnTo>
                <a:lnTo>
                  <a:pt x="322577" y="205100"/>
                </a:lnTo>
                <a:cubicBezTo>
                  <a:pt x="322577" y="201877"/>
                  <a:pt x="323755" y="199168"/>
                  <a:pt x="326109" y="196962"/>
                </a:cubicBezTo>
                <a:cubicBezTo>
                  <a:pt x="328475" y="194790"/>
                  <a:pt x="331241" y="193704"/>
                  <a:pt x="334442" y="193704"/>
                </a:cubicBezTo>
                <a:cubicBezTo>
                  <a:pt x="337642" y="193704"/>
                  <a:pt x="340317" y="194790"/>
                  <a:pt x="342500" y="196962"/>
                </a:cubicBezTo>
                <a:cubicBezTo>
                  <a:pt x="344672" y="199168"/>
                  <a:pt x="345758" y="201877"/>
                  <a:pt x="345758" y="205100"/>
                </a:cubicBezTo>
                <a:lnTo>
                  <a:pt x="345758" y="271108"/>
                </a:lnTo>
                <a:cubicBezTo>
                  <a:pt x="345758" y="274457"/>
                  <a:pt x="344626" y="277258"/>
                  <a:pt x="342374" y="279509"/>
                </a:cubicBezTo>
                <a:cubicBezTo>
                  <a:pt x="340123" y="281761"/>
                  <a:pt x="337322" y="282893"/>
                  <a:pt x="333973" y="282893"/>
                </a:cubicBezTo>
                <a:lnTo>
                  <a:pt x="268354" y="282893"/>
                </a:lnTo>
                <a:cubicBezTo>
                  <a:pt x="265005" y="282893"/>
                  <a:pt x="262204" y="281750"/>
                  <a:pt x="259952" y="279475"/>
                </a:cubicBezTo>
                <a:cubicBezTo>
                  <a:pt x="257689" y="277200"/>
                  <a:pt x="256569" y="274377"/>
                  <a:pt x="256569" y="271028"/>
                </a:cubicBezTo>
                <a:cubicBezTo>
                  <a:pt x="256569" y="267679"/>
                  <a:pt x="257689" y="264879"/>
                  <a:pt x="259952" y="262661"/>
                </a:cubicBezTo>
                <a:cubicBezTo>
                  <a:pt x="262204" y="260433"/>
                  <a:pt x="265005" y="259324"/>
                  <a:pt x="268354" y="259324"/>
                </a:cubicBezTo>
                <a:lnTo>
                  <a:pt x="306473" y="25932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85" name="圖示 占比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76811"/>
                </a:moveTo>
                <a:lnTo>
                  <a:pt x="321789" y="176811"/>
                </a:lnTo>
                <a:cubicBezTo>
                  <a:pt x="318908" y="144852"/>
                  <a:pt x="306004" y="117146"/>
                  <a:pt x="283087" y="93703"/>
                </a:cubicBezTo>
                <a:cubicBezTo>
                  <a:pt x="260170" y="70260"/>
                  <a:pt x="232600" y="57493"/>
                  <a:pt x="200379" y="55401"/>
                </a:cubicBezTo>
                <a:lnTo>
                  <a:pt x="200379" y="176811"/>
                </a:lnTo>
                <a:close/>
                <a:moveTo>
                  <a:pt x="176811" y="321789"/>
                </a:moveTo>
                <a:lnTo>
                  <a:pt x="176811" y="55401"/>
                </a:lnTo>
                <a:cubicBezTo>
                  <a:pt x="142498" y="58282"/>
                  <a:pt x="113614" y="72558"/>
                  <a:pt x="90171" y="98229"/>
                </a:cubicBezTo>
                <a:cubicBezTo>
                  <a:pt x="66728" y="123901"/>
                  <a:pt x="55013" y="154019"/>
                  <a:pt x="55013" y="188595"/>
                </a:cubicBezTo>
                <a:cubicBezTo>
                  <a:pt x="55013" y="223171"/>
                  <a:pt x="66728" y="253289"/>
                  <a:pt x="90171" y="278961"/>
                </a:cubicBezTo>
                <a:cubicBezTo>
                  <a:pt x="113614" y="304632"/>
                  <a:pt x="142498" y="318908"/>
                  <a:pt x="176811" y="321789"/>
                </a:cubicBezTo>
                <a:close/>
                <a:moveTo>
                  <a:pt x="200379" y="321789"/>
                </a:moveTo>
                <a:cubicBezTo>
                  <a:pt x="232600" y="319697"/>
                  <a:pt x="260170" y="306930"/>
                  <a:pt x="283087" y="283487"/>
                </a:cubicBezTo>
                <a:cubicBezTo>
                  <a:pt x="306004" y="260044"/>
                  <a:pt x="318908" y="232338"/>
                  <a:pt x="321789" y="200379"/>
                </a:cubicBezTo>
                <a:lnTo>
                  <a:pt x="200379" y="200379"/>
                </a:lnTo>
                <a:lnTo>
                  <a:pt x="200379" y="321789"/>
                </a:lnTo>
                <a:close/>
                <a:moveTo>
                  <a:pt x="188595" y="188595"/>
                </a:moveTo>
                <a:close/>
                <a:moveTo>
                  <a:pt x="188595" y="345758"/>
                </a:moveTo>
                <a:cubicBezTo>
                  <a:pt x="166855" y="345758"/>
                  <a:pt x="146418" y="341631"/>
                  <a:pt x="127307" y="333379"/>
                </a:cubicBez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87" name="圖示 表格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329653"/>
                </a:moveTo>
                <a:lnTo>
                  <a:pt x="70729" y="329653"/>
                </a:lnTo>
                <a:cubicBezTo>
                  <a:pt x="64442" y="329653"/>
                  <a:pt x="58933" y="327287"/>
                  <a:pt x="54224" y="322577"/>
                </a:cubicBezTo>
                <a:cubicBezTo>
                  <a:pt x="49503" y="317857"/>
                  <a:pt x="47149" y="312359"/>
                  <a:pt x="47149" y="3060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073"/>
                </a:lnTo>
                <a:cubicBezTo>
                  <a:pt x="330041" y="312359"/>
                  <a:pt x="327687" y="317857"/>
                  <a:pt x="322966" y="322577"/>
                </a:cubicBezTo>
                <a:cubicBezTo>
                  <a:pt x="318257" y="327287"/>
                  <a:pt x="312759" y="329653"/>
                  <a:pt x="306473" y="329653"/>
                </a:cubicBezTo>
                <a:close/>
                <a:moveTo>
                  <a:pt x="70729" y="126119"/>
                </a:moveTo>
                <a:lnTo>
                  <a:pt x="306473" y="126119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126119"/>
                </a:lnTo>
                <a:close/>
                <a:moveTo>
                  <a:pt x="121798" y="149699"/>
                </a:moveTo>
                <a:lnTo>
                  <a:pt x="70729" y="149699"/>
                </a:lnTo>
                <a:lnTo>
                  <a:pt x="70729" y="306073"/>
                </a:lnTo>
                <a:lnTo>
                  <a:pt x="121798" y="306073"/>
                </a:lnTo>
                <a:lnTo>
                  <a:pt x="121798" y="149699"/>
                </a:lnTo>
                <a:close/>
                <a:moveTo>
                  <a:pt x="255392" y="149699"/>
                </a:moveTo>
                <a:lnTo>
                  <a:pt x="255392" y="306073"/>
                </a:lnTo>
                <a:lnTo>
                  <a:pt x="306473" y="306073"/>
                </a:lnTo>
                <a:lnTo>
                  <a:pt x="306473" y="149699"/>
                </a:lnTo>
                <a:lnTo>
                  <a:pt x="255392" y="149699"/>
                </a:lnTo>
                <a:close/>
                <a:moveTo>
                  <a:pt x="231812" y="149699"/>
                </a:moveTo>
                <a:lnTo>
                  <a:pt x="145378" y="149699"/>
                </a:lnTo>
                <a:lnTo>
                  <a:pt x="145378" y="306073"/>
                </a:lnTo>
                <a:lnTo>
                  <a:pt x="231812" y="306073"/>
                </a:lnTo>
                <a:lnTo>
                  <a:pt x="231812" y="14969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89" name="圖示 儀表板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41446"/>
                </a:moveTo>
                <a:lnTo>
                  <a:pt x="200379" y="58933"/>
                </a:lnTo>
                <a:cubicBezTo>
                  <a:pt x="200379" y="55584"/>
                  <a:pt x="201511" y="52784"/>
                  <a:pt x="203763" y="50532"/>
                </a:cubicBezTo>
                <a:cubicBezTo>
                  <a:pt x="206037" y="48280"/>
                  <a:pt x="208838" y="47149"/>
                  <a:pt x="212175" y="47149"/>
                </a:cubicBezTo>
                <a:lnTo>
                  <a:pt x="318257" y="47149"/>
                </a:lnTo>
                <a:cubicBezTo>
                  <a:pt x="321606" y="47149"/>
                  <a:pt x="324406" y="48280"/>
                  <a:pt x="326658" y="50532"/>
                </a:cubicBezTo>
                <a:cubicBezTo>
                  <a:pt x="328910" y="52784"/>
                  <a:pt x="330041" y="55584"/>
                  <a:pt x="330041" y="58933"/>
                </a:cubicBezTo>
                <a:lnTo>
                  <a:pt x="330041" y="141446"/>
                </a:lnTo>
                <a:cubicBezTo>
                  <a:pt x="330041" y="144795"/>
                  <a:pt x="328910" y="147607"/>
                  <a:pt x="326658" y="149859"/>
                </a:cubicBezTo>
                <a:cubicBezTo>
                  <a:pt x="324406" y="152110"/>
                  <a:pt x="321606" y="153231"/>
                  <a:pt x="318257" y="153231"/>
                </a:cubicBezTo>
                <a:lnTo>
                  <a:pt x="212175" y="153231"/>
                </a:lnTo>
                <a:cubicBezTo>
                  <a:pt x="208815" y="153231"/>
                  <a:pt x="206014" y="152110"/>
                  <a:pt x="203763" y="149859"/>
                </a:cubicBezTo>
                <a:cubicBezTo>
                  <a:pt x="201511" y="147573"/>
                  <a:pt x="200379" y="144772"/>
                  <a:pt x="200379" y="141446"/>
                </a:cubicBezTo>
                <a:close/>
                <a:moveTo>
                  <a:pt x="47149" y="188595"/>
                </a:moveTo>
                <a:lnTo>
                  <a:pt x="47149" y="58933"/>
                </a:lnTo>
                <a:cubicBezTo>
                  <a:pt x="47149" y="55584"/>
                  <a:pt x="48280" y="52784"/>
                  <a:pt x="50532" y="50532"/>
                </a:cubicBezTo>
                <a:cubicBezTo>
                  <a:pt x="52807" y="48280"/>
                  <a:pt x="55607" y="47149"/>
                  <a:pt x="58933" y="47149"/>
                </a:cubicBezTo>
                <a:lnTo>
                  <a:pt x="165026" y="47149"/>
                </a:lnTo>
                <a:cubicBezTo>
                  <a:pt x="168375" y="47149"/>
                  <a:pt x="171176" y="48280"/>
                  <a:pt x="173427" y="50532"/>
                </a:cubicBezTo>
                <a:cubicBezTo>
                  <a:pt x="175679" y="52784"/>
                  <a:pt x="176811" y="55584"/>
                  <a:pt x="176811" y="58933"/>
                </a:cubicBezTo>
                <a:lnTo>
                  <a:pt x="176811" y="188595"/>
                </a:lnTo>
                <a:cubicBezTo>
                  <a:pt x="176811" y="191944"/>
                  <a:pt x="175679" y="194756"/>
                  <a:pt x="173427" y="197007"/>
                </a:cubicBezTo>
                <a:cubicBezTo>
                  <a:pt x="171176" y="199259"/>
                  <a:pt x="168375" y="200379"/>
                  <a:pt x="165026" y="200379"/>
                </a:cubicBezTo>
                <a:lnTo>
                  <a:pt x="58933" y="200379"/>
                </a:lnTo>
                <a:cubicBezTo>
                  <a:pt x="55584" y="200379"/>
                  <a:pt x="52784" y="199259"/>
                  <a:pt x="50532" y="197007"/>
                </a:cubicBezTo>
                <a:cubicBezTo>
                  <a:pt x="48280" y="194721"/>
                  <a:pt x="47149" y="191921"/>
                  <a:pt x="47149" y="188595"/>
                </a:cubicBezTo>
                <a:close/>
                <a:moveTo>
                  <a:pt x="200379" y="318257"/>
                </a:moveTo>
                <a:lnTo>
                  <a:pt x="200379" y="188595"/>
                </a:lnTo>
                <a:cubicBezTo>
                  <a:pt x="200379" y="185246"/>
                  <a:pt x="201511" y="182434"/>
                  <a:pt x="203763" y="180183"/>
                </a:cubicBezTo>
                <a:cubicBezTo>
                  <a:pt x="206037" y="177931"/>
                  <a:pt x="208838" y="176811"/>
                  <a:pt x="212175" y="176811"/>
                </a:cubicBezTo>
                <a:lnTo>
                  <a:pt x="318257" y="176811"/>
                </a:lnTo>
                <a:cubicBezTo>
                  <a:pt x="321606" y="176811"/>
                  <a:pt x="324406" y="177931"/>
                  <a:pt x="326658" y="180183"/>
                </a:cubicBezTo>
                <a:cubicBezTo>
                  <a:pt x="328910" y="182434"/>
                  <a:pt x="330041" y="185246"/>
                  <a:pt x="330041" y="188595"/>
                </a:cubicBezTo>
                <a:lnTo>
                  <a:pt x="330041" y="318257"/>
                </a:lnTo>
                <a:cubicBezTo>
                  <a:pt x="330041" y="321606"/>
                  <a:pt x="328910" y="324406"/>
                  <a:pt x="326658" y="326658"/>
                </a:cubicBezTo>
                <a:cubicBezTo>
                  <a:pt x="324406" y="328910"/>
                  <a:pt x="321606" y="330041"/>
                  <a:pt x="318257" y="330041"/>
                </a:cubicBezTo>
                <a:lnTo>
                  <a:pt x="212175" y="330041"/>
                </a:lnTo>
                <a:cubicBezTo>
                  <a:pt x="208815" y="330041"/>
                  <a:pt x="206014" y="328910"/>
                  <a:pt x="203763" y="326658"/>
                </a:cubicBezTo>
                <a:cubicBezTo>
                  <a:pt x="201511" y="324383"/>
                  <a:pt x="200379" y="321583"/>
                  <a:pt x="200379" y="318257"/>
                </a:cubicBezTo>
                <a:close/>
                <a:moveTo>
                  <a:pt x="47149" y="318257"/>
                </a:moveTo>
                <a:lnTo>
                  <a:pt x="47149" y="235744"/>
                </a:lnTo>
                <a:cubicBezTo>
                  <a:pt x="47149" y="232395"/>
                  <a:pt x="48280" y="229583"/>
                  <a:pt x="50532" y="227331"/>
                </a:cubicBezTo>
                <a:cubicBezTo>
                  <a:pt x="52807" y="225080"/>
                  <a:pt x="55607" y="223959"/>
                  <a:pt x="58933" y="223959"/>
                </a:cubicBezTo>
                <a:lnTo>
                  <a:pt x="165026" y="223959"/>
                </a:lnTo>
                <a:cubicBezTo>
                  <a:pt x="168375" y="223959"/>
                  <a:pt x="171176" y="225080"/>
                  <a:pt x="173427" y="227331"/>
                </a:cubicBezTo>
                <a:cubicBezTo>
                  <a:pt x="175679" y="229583"/>
                  <a:pt x="176811" y="232395"/>
                  <a:pt x="176811" y="235744"/>
                </a:cubicBezTo>
                <a:lnTo>
                  <a:pt x="176811" y="318257"/>
                </a:lnTo>
                <a:cubicBezTo>
                  <a:pt x="176811" y="321606"/>
                  <a:pt x="175679" y="324406"/>
                  <a:pt x="173427" y="326658"/>
                </a:cubicBezTo>
                <a:cubicBezTo>
                  <a:pt x="171176" y="328910"/>
                  <a:pt x="168375" y="330041"/>
                  <a:pt x="165026" y="330041"/>
                </a:cubicBezTo>
                <a:lnTo>
                  <a:pt x="58933" y="330041"/>
                </a:lnTo>
                <a:cubicBezTo>
                  <a:pt x="55584" y="330041"/>
                  <a:pt x="52784" y="328910"/>
                  <a:pt x="50532" y="326658"/>
                </a:cubicBezTo>
                <a:cubicBezTo>
                  <a:pt x="48280" y="324383"/>
                  <a:pt x="47149" y="321583"/>
                  <a:pt x="47149" y="318257"/>
                </a:cubicBezTo>
                <a:close/>
                <a:moveTo>
                  <a:pt x="70729" y="176811"/>
                </a:moveTo>
                <a:lnTo>
                  <a:pt x="153231" y="176811"/>
                </a:lnTo>
                <a:lnTo>
                  <a:pt x="153231" y="70729"/>
                </a:lnTo>
                <a:lnTo>
                  <a:pt x="70729" y="70729"/>
                </a:lnTo>
                <a:lnTo>
                  <a:pt x="70729" y="176811"/>
                </a:lnTo>
                <a:close/>
                <a:moveTo>
                  <a:pt x="223959" y="306473"/>
                </a:moveTo>
                <a:lnTo>
                  <a:pt x="306473" y="306473"/>
                </a:lnTo>
                <a:lnTo>
                  <a:pt x="306473" y="200379"/>
                </a:lnTo>
                <a:lnTo>
                  <a:pt x="223959" y="200379"/>
                </a:lnTo>
                <a:lnTo>
                  <a:pt x="223959" y="306473"/>
                </a:lnTo>
                <a:close/>
                <a:moveTo>
                  <a:pt x="223959" y="129662"/>
                </a:moveTo>
                <a:lnTo>
                  <a:pt x="306473" y="129662"/>
                </a:lnTo>
                <a:lnTo>
                  <a:pt x="306473" y="70729"/>
                </a:lnTo>
                <a:lnTo>
                  <a:pt x="223959" y="70729"/>
                </a:lnTo>
                <a:lnTo>
                  <a:pt x="223959" y="129662"/>
                </a:lnTo>
                <a:close/>
                <a:moveTo>
                  <a:pt x="70729" y="306473"/>
                </a:moveTo>
                <a:lnTo>
                  <a:pt x="153231" y="306473"/>
                </a:lnTo>
                <a:lnTo>
                  <a:pt x="153231" y="247528"/>
                </a:lnTo>
                <a:lnTo>
                  <a:pt x="70729" y="247528"/>
                </a:lnTo>
                <a:lnTo>
                  <a:pt x="70729" y="306473"/>
                </a:lnTo>
                <a:close/>
                <a:moveTo>
                  <a:pt x="153231" y="176811"/>
                </a:moveTo>
                <a:close/>
                <a:moveTo>
                  <a:pt x="223959" y="129662"/>
                </a:moveTo>
                <a:close/>
                <a:moveTo>
                  <a:pt x="223959" y="200379"/>
                </a:moveTo>
                <a:close/>
                <a:moveTo>
                  <a:pt x="153231" y="247528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91" name="圖示 時間軸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3183" y="282893"/>
                </a:moveTo>
                <a:cubicBezTo>
                  <a:pt x="35616" y="282893"/>
                  <a:pt x="29135" y="280195"/>
                  <a:pt x="23774" y="274800"/>
                </a:cubicBezTo>
                <a:cubicBezTo>
                  <a:pt x="18402" y="269405"/>
                  <a:pt x="15716" y="262924"/>
                  <a:pt x="15716" y="255346"/>
                </a:cubicBezTo>
                <a:cubicBezTo>
                  <a:pt x="15716" y="247780"/>
                  <a:pt x="18402" y="241310"/>
                  <a:pt x="23774" y="235938"/>
                </a:cubicBezTo>
                <a:cubicBezTo>
                  <a:pt x="29135" y="230566"/>
                  <a:pt x="35593" y="227891"/>
                  <a:pt x="43137" y="227891"/>
                </a:cubicBezTo>
                <a:cubicBezTo>
                  <a:pt x="44508" y="227891"/>
                  <a:pt x="45834" y="227948"/>
                  <a:pt x="47149" y="228086"/>
                </a:cubicBezTo>
                <a:cubicBezTo>
                  <a:pt x="48463" y="228211"/>
                  <a:pt x="50166" y="228543"/>
                  <a:pt x="52258" y="229069"/>
                </a:cubicBezTo>
                <a:lnTo>
                  <a:pt x="130839" y="150487"/>
                </a:lnTo>
                <a:cubicBezTo>
                  <a:pt x="130313" y="148384"/>
                  <a:pt x="129982" y="146681"/>
                  <a:pt x="129856" y="145378"/>
                </a:cubicBezTo>
                <a:cubicBezTo>
                  <a:pt x="129719" y="144064"/>
                  <a:pt x="129662" y="142726"/>
                  <a:pt x="129662" y="141366"/>
                </a:cubicBezTo>
                <a:cubicBezTo>
                  <a:pt x="129662" y="133822"/>
                  <a:pt x="132359" y="127364"/>
                  <a:pt x="137754" y="121992"/>
                </a:cubicBezTo>
                <a:cubicBezTo>
                  <a:pt x="143149" y="116632"/>
                  <a:pt x="149630" y="113946"/>
                  <a:pt x="157197" y="113946"/>
                </a:cubicBezTo>
                <a:cubicBezTo>
                  <a:pt x="164775" y="113946"/>
                  <a:pt x="171244" y="116643"/>
                  <a:pt x="176616" y="122038"/>
                </a:cubicBezTo>
                <a:cubicBezTo>
                  <a:pt x="181977" y="127433"/>
                  <a:pt x="184663" y="133925"/>
                  <a:pt x="184663" y="141526"/>
                </a:cubicBezTo>
                <a:cubicBezTo>
                  <a:pt x="184663" y="141995"/>
                  <a:pt x="184274" y="144978"/>
                  <a:pt x="183486" y="150487"/>
                </a:cubicBezTo>
                <a:lnTo>
                  <a:pt x="226703" y="193704"/>
                </a:lnTo>
                <a:cubicBezTo>
                  <a:pt x="228806" y="193178"/>
                  <a:pt x="230509" y="192847"/>
                  <a:pt x="231812" y="192721"/>
                </a:cubicBezTo>
                <a:cubicBezTo>
                  <a:pt x="233126" y="192584"/>
                  <a:pt x="234429" y="192527"/>
                  <a:pt x="235744" y="192527"/>
                </a:cubicBezTo>
                <a:cubicBezTo>
                  <a:pt x="237058" y="192527"/>
                  <a:pt x="238361" y="192584"/>
                  <a:pt x="239676" y="192721"/>
                </a:cubicBezTo>
                <a:cubicBezTo>
                  <a:pt x="240979" y="192847"/>
                  <a:pt x="242682" y="193178"/>
                  <a:pt x="244785" y="193704"/>
                </a:cubicBezTo>
                <a:lnTo>
                  <a:pt x="307650" y="130839"/>
                </a:lnTo>
                <a:cubicBezTo>
                  <a:pt x="307124" y="128748"/>
                  <a:pt x="306793" y="127044"/>
                  <a:pt x="306667" y="125730"/>
                </a:cubicBezTo>
                <a:cubicBezTo>
                  <a:pt x="306530" y="124416"/>
                  <a:pt x="306473" y="123090"/>
                  <a:pt x="306473" y="121718"/>
                </a:cubicBezTo>
                <a:cubicBezTo>
                  <a:pt x="306473" y="114174"/>
                  <a:pt x="309170" y="107716"/>
                  <a:pt x="314565" y="102356"/>
                </a:cubicBezTo>
                <a:cubicBezTo>
                  <a:pt x="319960" y="96984"/>
                  <a:pt x="326441" y="94298"/>
                  <a:pt x="334007" y="94298"/>
                </a:cubicBezTo>
                <a:cubicBezTo>
                  <a:pt x="341574" y="94298"/>
                  <a:pt x="348055" y="96995"/>
                  <a:pt x="353416" y="102390"/>
                </a:cubicBezTo>
                <a:cubicBezTo>
                  <a:pt x="358788" y="107785"/>
                  <a:pt x="361474" y="114266"/>
                  <a:pt x="361474" y="121844"/>
                </a:cubicBezTo>
                <a:cubicBezTo>
                  <a:pt x="361474" y="129410"/>
                  <a:pt x="358788" y="135880"/>
                  <a:pt x="353416" y="141252"/>
                </a:cubicBezTo>
                <a:cubicBezTo>
                  <a:pt x="348055" y="146624"/>
                  <a:pt x="341597" y="149310"/>
                  <a:pt x="334053" y="149310"/>
                </a:cubicBezTo>
                <a:cubicBezTo>
                  <a:pt x="332682" y="149310"/>
                  <a:pt x="331356" y="149242"/>
                  <a:pt x="330041" y="149104"/>
                </a:cubicBezTo>
                <a:cubicBezTo>
                  <a:pt x="328727" y="148979"/>
                  <a:pt x="327024" y="148647"/>
                  <a:pt x="324932" y="148121"/>
                </a:cubicBezTo>
                <a:lnTo>
                  <a:pt x="262067" y="210986"/>
                </a:lnTo>
                <a:cubicBezTo>
                  <a:pt x="262593" y="213089"/>
                  <a:pt x="262924" y="214793"/>
                  <a:pt x="263050" y="216096"/>
                </a:cubicBezTo>
                <a:cubicBezTo>
                  <a:pt x="263187" y="217410"/>
                  <a:pt x="263244" y="218747"/>
                  <a:pt x="263244" y="220108"/>
                </a:cubicBezTo>
                <a:cubicBezTo>
                  <a:pt x="263244" y="227651"/>
                  <a:pt x="260547" y="234109"/>
                  <a:pt x="255152" y="239481"/>
                </a:cubicBezTo>
                <a:cubicBezTo>
                  <a:pt x="249757" y="244842"/>
                  <a:pt x="243276" y="247528"/>
                  <a:pt x="235709" y="247528"/>
                </a:cubicBezTo>
                <a:cubicBezTo>
                  <a:pt x="228131" y="247528"/>
                  <a:pt x="221662" y="244842"/>
                  <a:pt x="216290" y="239481"/>
                </a:cubicBezTo>
                <a:cubicBezTo>
                  <a:pt x="210929" y="234109"/>
                  <a:pt x="208243" y="227651"/>
                  <a:pt x="208243" y="220108"/>
                </a:cubicBezTo>
                <a:cubicBezTo>
                  <a:pt x="208243" y="218747"/>
                  <a:pt x="208300" y="217410"/>
                  <a:pt x="208437" y="216096"/>
                </a:cubicBezTo>
                <a:cubicBezTo>
                  <a:pt x="208563" y="214793"/>
                  <a:pt x="208895" y="213089"/>
                  <a:pt x="209420" y="210986"/>
                </a:cubicBezTo>
                <a:lnTo>
                  <a:pt x="166204" y="167770"/>
                </a:lnTo>
                <a:cubicBezTo>
                  <a:pt x="164101" y="168295"/>
                  <a:pt x="162397" y="168627"/>
                  <a:pt x="161094" y="168753"/>
                </a:cubicBezTo>
                <a:cubicBezTo>
                  <a:pt x="159780" y="168890"/>
                  <a:pt x="158431" y="168947"/>
                  <a:pt x="157048" y="168947"/>
                </a:cubicBezTo>
                <a:cubicBezTo>
                  <a:pt x="156568" y="168947"/>
                  <a:pt x="153585" y="168558"/>
                  <a:pt x="148087" y="167770"/>
                </a:cubicBezTo>
                <a:lnTo>
                  <a:pt x="69540" y="246351"/>
                </a:lnTo>
                <a:cubicBezTo>
                  <a:pt x="70066" y="248442"/>
                  <a:pt x="70397" y="250146"/>
                  <a:pt x="70523" y="251460"/>
                </a:cubicBezTo>
                <a:cubicBezTo>
                  <a:pt x="70660" y="252774"/>
                  <a:pt x="70729" y="254100"/>
                  <a:pt x="70729" y="255472"/>
                </a:cubicBezTo>
                <a:cubicBezTo>
                  <a:pt x="70729" y="263016"/>
                  <a:pt x="68020" y="269474"/>
                  <a:pt x="62625" y="274834"/>
                </a:cubicBezTo>
                <a:cubicBezTo>
                  <a:pt x="57230" y="280206"/>
                  <a:pt x="50749" y="282893"/>
                  <a:pt x="43183" y="28289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93" name="圖示 完成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224348"/>
                </a:moveTo>
                <a:lnTo>
                  <a:pt x="126907" y="185840"/>
                </a:lnTo>
                <a:cubicBezTo>
                  <a:pt x="124553" y="183486"/>
                  <a:pt x="121672" y="182309"/>
                  <a:pt x="118266" y="182309"/>
                </a:cubicBezTo>
                <a:cubicBezTo>
                  <a:pt x="114860" y="182309"/>
                  <a:pt x="111843" y="183623"/>
                  <a:pt x="109225" y="186240"/>
                </a:cubicBezTo>
                <a:cubicBezTo>
                  <a:pt x="106871" y="188595"/>
                  <a:pt x="105693" y="191475"/>
                  <a:pt x="105693" y="194882"/>
                </a:cubicBezTo>
                <a:cubicBezTo>
                  <a:pt x="105693" y="198288"/>
                  <a:pt x="106871" y="201168"/>
                  <a:pt x="109225" y="203523"/>
                </a:cubicBezTo>
                <a:lnTo>
                  <a:pt x="157163" y="251849"/>
                </a:lnTo>
                <a:cubicBezTo>
                  <a:pt x="159517" y="254215"/>
                  <a:pt x="162272" y="255392"/>
                  <a:pt x="165415" y="255392"/>
                </a:cubicBezTo>
                <a:cubicBezTo>
                  <a:pt x="168558" y="255392"/>
                  <a:pt x="171313" y="254215"/>
                  <a:pt x="173667" y="251849"/>
                </a:cubicBezTo>
                <a:lnTo>
                  <a:pt x="267565" y="157951"/>
                </a:lnTo>
                <a:cubicBezTo>
                  <a:pt x="270194" y="155334"/>
                  <a:pt x="271497" y="152316"/>
                  <a:pt x="271497" y="148910"/>
                </a:cubicBezTo>
                <a:cubicBezTo>
                  <a:pt x="271497" y="145504"/>
                  <a:pt x="270194" y="142498"/>
                  <a:pt x="267565" y="139880"/>
                </a:cubicBezTo>
                <a:cubicBezTo>
                  <a:pt x="264947" y="137514"/>
                  <a:pt x="261873" y="136406"/>
                  <a:pt x="258341" y="136531"/>
                </a:cubicBezTo>
                <a:cubicBezTo>
                  <a:pt x="254798" y="136669"/>
                  <a:pt x="251849" y="137914"/>
                  <a:pt x="249494" y="140269"/>
                </a:cubicBezTo>
                <a:lnTo>
                  <a:pt x="165415" y="224348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95" name="圖示 達成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6329" y="345758"/>
                  <a:pt x="145641" y="341768"/>
                  <a:pt x="126519" y="333779"/>
                </a:cubicBezTo>
                <a:cubicBezTo>
                  <a:pt x="107396" y="325789"/>
                  <a:pt x="90766" y="314714"/>
                  <a:pt x="76615" y="300575"/>
                </a:cubicBezTo>
                <a:cubicBezTo>
                  <a:pt x="62476" y="286424"/>
                  <a:pt x="51401" y="269794"/>
                  <a:pt x="43411" y="250671"/>
                </a:cubicBezTo>
                <a:cubicBezTo>
                  <a:pt x="35422" y="231549"/>
                  <a:pt x="31433" y="210861"/>
                  <a:pt x="31433" y="188595"/>
                </a:cubicBezTo>
                <a:cubicBezTo>
                  <a:pt x="31433" y="166592"/>
                  <a:pt x="35422" y="146030"/>
                  <a:pt x="43411" y="126907"/>
                </a:cubicBezTo>
                <a:cubicBezTo>
                  <a:pt x="51401" y="107785"/>
                  <a:pt x="62476" y="91154"/>
                  <a:pt x="76615" y="77015"/>
                </a:cubicBezTo>
                <a:cubicBezTo>
                  <a:pt x="90766" y="62865"/>
                  <a:pt x="107396" y="51732"/>
                  <a:pt x="126519" y="43617"/>
                </a:cubicBezTo>
                <a:cubicBezTo>
                  <a:pt x="145641" y="35490"/>
                  <a:pt x="166329" y="31433"/>
                  <a:pt x="188595" y="31433"/>
                </a:cubicBezTo>
                <a:cubicBezTo>
                  <a:pt x="204311" y="31433"/>
                  <a:pt x="219639" y="33730"/>
                  <a:pt x="234566" y="38313"/>
                </a:cubicBezTo>
                <a:cubicBezTo>
                  <a:pt x="249494" y="42897"/>
                  <a:pt x="263507" y="49640"/>
                  <a:pt x="276606" y="58544"/>
                </a:cubicBezTo>
                <a:cubicBezTo>
                  <a:pt x="279486" y="60373"/>
                  <a:pt x="281258" y="62865"/>
                  <a:pt x="281910" y="66008"/>
                </a:cubicBezTo>
                <a:cubicBezTo>
                  <a:pt x="282561" y="69152"/>
                  <a:pt x="281841" y="72032"/>
                  <a:pt x="279749" y="74649"/>
                </a:cubicBezTo>
                <a:cubicBezTo>
                  <a:pt x="277658" y="77267"/>
                  <a:pt x="275040" y="78707"/>
                  <a:pt x="271897" y="78970"/>
                </a:cubicBezTo>
                <a:cubicBezTo>
                  <a:pt x="268754" y="79233"/>
                  <a:pt x="265736" y="78456"/>
                  <a:pt x="262856" y="76615"/>
                </a:cubicBezTo>
                <a:cubicBezTo>
                  <a:pt x="251849" y="69540"/>
                  <a:pt x="240064" y="64179"/>
                  <a:pt x="227491" y="60510"/>
                </a:cubicBezTo>
                <a:cubicBezTo>
                  <a:pt x="214918" y="56841"/>
                  <a:pt x="201957" y="55013"/>
                  <a:pt x="188595" y="55013"/>
                </a:cubicBezTo>
                <a:cubicBezTo>
                  <a:pt x="150613" y="55013"/>
                  <a:pt x="118849" y="67780"/>
                  <a:pt x="93315" y="93315"/>
                </a:cubicBezTo>
                <a:cubicBezTo>
                  <a:pt x="67780" y="118849"/>
                  <a:pt x="55013" y="150613"/>
                  <a:pt x="55013" y="188595"/>
                </a:cubicBezTo>
                <a:cubicBezTo>
                  <a:pt x="55013" y="226577"/>
                  <a:pt x="67780" y="258341"/>
                  <a:pt x="93315" y="283875"/>
                </a:cubicBezTo>
                <a:cubicBezTo>
                  <a:pt x="118849" y="309410"/>
                  <a:pt x="150613" y="322189"/>
                  <a:pt x="188595" y="322189"/>
                </a:cubicBezTo>
                <a:cubicBezTo>
                  <a:pt x="226577" y="322189"/>
                  <a:pt x="258341" y="309410"/>
                  <a:pt x="283875" y="283875"/>
                </a:cubicBezTo>
                <a:cubicBezTo>
                  <a:pt x="309410" y="258341"/>
                  <a:pt x="322189" y="226577"/>
                  <a:pt x="322189" y="188595"/>
                </a:cubicBezTo>
                <a:cubicBezTo>
                  <a:pt x="322189" y="183623"/>
                  <a:pt x="321983" y="178777"/>
                  <a:pt x="321594" y="174056"/>
                </a:cubicBezTo>
                <a:cubicBezTo>
                  <a:pt x="321206" y="169347"/>
                  <a:pt x="320486" y="164763"/>
                  <a:pt x="319434" y="160306"/>
                </a:cubicBezTo>
                <a:cubicBezTo>
                  <a:pt x="318908" y="156900"/>
                  <a:pt x="319434" y="153756"/>
                  <a:pt x="321000" y="150876"/>
                </a:cubicBezTo>
                <a:cubicBezTo>
                  <a:pt x="322577" y="147996"/>
                  <a:pt x="324932" y="146293"/>
                  <a:pt x="328075" y="145767"/>
                </a:cubicBezTo>
                <a:cubicBezTo>
                  <a:pt x="331481" y="144978"/>
                  <a:pt x="334625" y="145572"/>
                  <a:pt x="337505" y="147538"/>
                </a:cubicBezTo>
                <a:cubicBezTo>
                  <a:pt x="340385" y="149504"/>
                  <a:pt x="342088" y="152190"/>
                  <a:pt x="342614" y="155597"/>
                </a:cubicBezTo>
                <a:cubicBezTo>
                  <a:pt x="343666" y="160832"/>
                  <a:pt x="344443" y="166204"/>
                  <a:pt x="344969" y="171701"/>
                </a:cubicBezTo>
                <a:cubicBezTo>
                  <a:pt x="345495" y="177199"/>
                  <a:pt x="345758" y="182834"/>
                  <a:pt x="345758" y="188595"/>
                </a:cubicBezTo>
                <a:cubicBezTo>
                  <a:pt x="345758" y="210861"/>
                  <a:pt x="341700" y="231549"/>
                  <a:pt x="333573" y="250671"/>
                </a:cubicBezTo>
                <a:cubicBezTo>
                  <a:pt x="325458" y="269794"/>
                  <a:pt x="314325" y="286424"/>
                  <a:pt x="300186" y="300575"/>
                </a:cubicBezTo>
                <a:cubicBezTo>
                  <a:pt x="286036" y="314714"/>
                  <a:pt x="269405" y="325789"/>
                  <a:pt x="250283" y="333779"/>
                </a:cubicBezTo>
                <a:cubicBezTo>
                  <a:pt x="231160" y="341768"/>
                  <a:pt x="210598" y="345758"/>
                  <a:pt x="188595" y="345758"/>
                </a:cubicBezTo>
                <a:close/>
                <a:moveTo>
                  <a:pt x="165415" y="224348"/>
                </a:moveTo>
                <a:lnTo>
                  <a:pt x="319434" y="70329"/>
                </a:lnTo>
                <a:cubicBezTo>
                  <a:pt x="321789" y="67974"/>
                  <a:pt x="324669" y="66797"/>
                  <a:pt x="328075" y="66797"/>
                </a:cubicBezTo>
                <a:cubicBezTo>
                  <a:pt x="331481" y="66797"/>
                  <a:pt x="334499" y="67974"/>
                  <a:pt x="337116" y="70329"/>
                </a:cubicBezTo>
                <a:cubicBezTo>
                  <a:pt x="339734" y="72946"/>
                  <a:pt x="341048" y="75964"/>
                  <a:pt x="341048" y="79370"/>
                </a:cubicBezTo>
                <a:cubicBezTo>
                  <a:pt x="341048" y="82776"/>
                  <a:pt x="339734" y="85782"/>
                  <a:pt x="337116" y="88400"/>
                </a:cubicBezTo>
                <a:lnTo>
                  <a:pt x="173667" y="251849"/>
                </a:lnTo>
                <a:cubicBezTo>
                  <a:pt x="171313" y="254215"/>
                  <a:pt x="168558" y="255392"/>
                  <a:pt x="165415" y="255392"/>
                </a:cubicBezTo>
                <a:cubicBezTo>
                  <a:pt x="162272" y="255392"/>
                  <a:pt x="159517" y="254215"/>
                  <a:pt x="157163" y="251849"/>
                </a:cubicBezTo>
                <a:lnTo>
                  <a:pt x="109225" y="203523"/>
                </a:lnTo>
                <a:cubicBezTo>
                  <a:pt x="106871" y="201168"/>
                  <a:pt x="105762" y="198219"/>
                  <a:pt x="105888" y="194687"/>
                </a:cubicBezTo>
                <a:cubicBezTo>
                  <a:pt x="106025" y="191144"/>
                  <a:pt x="107259" y="188206"/>
                  <a:pt x="109625" y="185840"/>
                </a:cubicBezTo>
                <a:cubicBezTo>
                  <a:pt x="111980" y="183486"/>
                  <a:pt x="114929" y="182309"/>
                  <a:pt x="118461" y="182309"/>
                </a:cubicBezTo>
                <a:cubicBezTo>
                  <a:pt x="121992" y="182309"/>
                  <a:pt x="124941" y="183486"/>
                  <a:pt x="127307" y="185840"/>
                </a:cubicBezTo>
                <a:lnTo>
                  <a:pt x="165415" y="22434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97" name="圖示 錯誤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5100"/>
                </a:moveTo>
                <a:lnTo>
                  <a:pt x="239276" y="255781"/>
                </a:lnTo>
                <a:cubicBezTo>
                  <a:pt x="241642" y="258135"/>
                  <a:pt x="244385" y="259324"/>
                  <a:pt x="247528" y="259324"/>
                </a:cubicBezTo>
                <a:cubicBezTo>
                  <a:pt x="250671" y="259324"/>
                  <a:pt x="253426" y="258135"/>
                  <a:pt x="255781" y="255781"/>
                </a:cubicBezTo>
                <a:cubicBezTo>
                  <a:pt x="258135" y="253426"/>
                  <a:pt x="259324" y="250671"/>
                  <a:pt x="259324" y="247528"/>
                </a:cubicBezTo>
                <a:cubicBezTo>
                  <a:pt x="259324" y="244385"/>
                  <a:pt x="258135" y="241642"/>
                  <a:pt x="255781" y="239276"/>
                </a:cubicBezTo>
                <a:lnTo>
                  <a:pt x="205100" y="188595"/>
                </a:lnTo>
                <a:lnTo>
                  <a:pt x="255781" y="137914"/>
                </a:lnTo>
                <a:cubicBezTo>
                  <a:pt x="258135" y="135548"/>
                  <a:pt x="259324" y="132805"/>
                  <a:pt x="259324" y="129662"/>
                </a:cubicBezTo>
                <a:cubicBezTo>
                  <a:pt x="259324" y="126519"/>
                  <a:pt x="258135" y="123764"/>
                  <a:pt x="255781" y="121409"/>
                </a:cubicBezTo>
                <a:cubicBezTo>
                  <a:pt x="253426" y="119055"/>
                  <a:pt x="250671" y="117878"/>
                  <a:pt x="247528" y="117878"/>
                </a:cubicBezTo>
                <a:cubicBezTo>
                  <a:pt x="244385" y="117878"/>
                  <a:pt x="241642" y="119055"/>
                  <a:pt x="239276" y="121409"/>
                </a:cubicBezTo>
                <a:lnTo>
                  <a:pt x="188595" y="172090"/>
                </a:lnTo>
                <a:lnTo>
                  <a:pt x="137914" y="121409"/>
                </a:lnTo>
                <a:cubicBezTo>
                  <a:pt x="135548" y="119055"/>
                  <a:pt x="132805" y="117878"/>
                  <a:pt x="129662" y="117878"/>
                </a:cubicBezTo>
                <a:cubicBezTo>
                  <a:pt x="126519" y="117878"/>
                  <a:pt x="123764" y="119055"/>
                  <a:pt x="121409" y="121409"/>
                </a:cubicBezTo>
                <a:cubicBezTo>
                  <a:pt x="119055" y="123764"/>
                  <a:pt x="117878" y="126519"/>
                  <a:pt x="117878" y="129662"/>
                </a:cubicBezTo>
                <a:cubicBezTo>
                  <a:pt x="117878" y="132805"/>
                  <a:pt x="119055" y="135548"/>
                  <a:pt x="121409" y="137914"/>
                </a:cubicBezTo>
                <a:lnTo>
                  <a:pt x="172090" y="188595"/>
                </a:lnTo>
                <a:lnTo>
                  <a:pt x="121409" y="239276"/>
                </a:lnTo>
                <a:cubicBezTo>
                  <a:pt x="119055" y="241642"/>
                  <a:pt x="117878" y="244385"/>
                  <a:pt x="117878" y="247528"/>
                </a:cubicBezTo>
                <a:cubicBezTo>
                  <a:pt x="117878" y="250671"/>
                  <a:pt x="119055" y="253426"/>
                  <a:pt x="121409" y="255781"/>
                </a:cubicBezTo>
                <a:cubicBezTo>
                  <a:pt x="123764" y="258135"/>
                  <a:pt x="126519" y="259324"/>
                  <a:pt x="129662" y="259324"/>
                </a:cubicBezTo>
                <a:cubicBezTo>
                  <a:pt x="132805" y="259324"/>
                  <a:pt x="135548" y="258135"/>
                  <a:pt x="137914" y="255781"/>
                </a:cubicBezTo>
                <a:lnTo>
                  <a:pt x="188595" y="205100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99" name="圖示 警示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6153" y="330041"/>
                </a:moveTo>
                <a:cubicBezTo>
                  <a:pt x="33787" y="330041"/>
                  <a:pt x="31764" y="329515"/>
                  <a:pt x="30061" y="328475"/>
                </a:cubicBezTo>
                <a:cubicBezTo>
                  <a:pt x="28358" y="327424"/>
                  <a:pt x="26975" y="325984"/>
                  <a:pt x="25935" y="324143"/>
                </a:cubicBezTo>
                <a:cubicBezTo>
                  <a:pt x="24883" y="322315"/>
                  <a:pt x="24300" y="320417"/>
                  <a:pt x="24163" y="318451"/>
                </a:cubicBezTo>
                <a:cubicBezTo>
                  <a:pt x="24037" y="316485"/>
                  <a:pt x="24620" y="314451"/>
                  <a:pt x="25935" y="312359"/>
                </a:cubicBezTo>
                <a:lnTo>
                  <a:pt x="178377" y="49115"/>
                </a:lnTo>
                <a:cubicBezTo>
                  <a:pt x="179691" y="47023"/>
                  <a:pt x="181200" y="45514"/>
                  <a:pt x="182903" y="44600"/>
                </a:cubicBezTo>
                <a:cubicBezTo>
                  <a:pt x="184606" y="43674"/>
                  <a:pt x="186503" y="43217"/>
                  <a:pt x="188595" y="43217"/>
                </a:cubicBezTo>
                <a:cubicBezTo>
                  <a:pt x="190687" y="43217"/>
                  <a:pt x="192584" y="43674"/>
                  <a:pt x="194287" y="44600"/>
                </a:cubicBezTo>
                <a:cubicBezTo>
                  <a:pt x="195990" y="45514"/>
                  <a:pt x="197499" y="47023"/>
                  <a:pt x="198813" y="49115"/>
                </a:cubicBezTo>
                <a:lnTo>
                  <a:pt x="351255" y="312359"/>
                </a:lnTo>
                <a:cubicBezTo>
                  <a:pt x="352570" y="314451"/>
                  <a:pt x="353153" y="316485"/>
                  <a:pt x="353027" y="318451"/>
                </a:cubicBezTo>
                <a:cubicBezTo>
                  <a:pt x="352890" y="320417"/>
                  <a:pt x="352307" y="322315"/>
                  <a:pt x="351255" y="324143"/>
                </a:cubicBezTo>
                <a:cubicBezTo>
                  <a:pt x="350215" y="325984"/>
                  <a:pt x="348832" y="327424"/>
                  <a:pt x="347129" y="328475"/>
                </a:cubicBezTo>
                <a:cubicBezTo>
                  <a:pt x="345426" y="329515"/>
                  <a:pt x="343403" y="330041"/>
                  <a:pt x="341048" y="330041"/>
                </a:cubicBezTo>
                <a:lnTo>
                  <a:pt x="36153" y="330041"/>
                </a:lnTo>
                <a:close/>
                <a:moveTo>
                  <a:pt x="56579" y="306473"/>
                </a:moveTo>
                <a:lnTo>
                  <a:pt x="320612" y="306473"/>
                </a:lnTo>
                <a:lnTo>
                  <a:pt x="188595" y="78581"/>
                </a:lnTo>
                <a:lnTo>
                  <a:pt x="56579" y="306473"/>
                </a:lnTo>
                <a:close/>
                <a:moveTo>
                  <a:pt x="198619" y="280732"/>
                </a:moveTo>
                <a:cubicBezTo>
                  <a:pt x="200837" y="278503"/>
                  <a:pt x="201957" y="275692"/>
                  <a:pt x="201957" y="272285"/>
                </a:cubicBezTo>
                <a:cubicBezTo>
                  <a:pt x="201957" y="268879"/>
                  <a:pt x="200837" y="266068"/>
                  <a:pt x="198619" y="263839"/>
                </a:cubicBezTo>
                <a:cubicBezTo>
                  <a:pt x="196390" y="261610"/>
                  <a:pt x="193567" y="260501"/>
                  <a:pt x="190172" y="260501"/>
                </a:cubicBezTo>
                <a:cubicBezTo>
                  <a:pt x="186766" y="260501"/>
                  <a:pt x="183943" y="261610"/>
                  <a:pt x="181714" y="263839"/>
                </a:cubicBezTo>
                <a:cubicBezTo>
                  <a:pt x="179497" y="266068"/>
                  <a:pt x="178377" y="268879"/>
                  <a:pt x="178377" y="272285"/>
                </a:cubicBezTo>
                <a:cubicBezTo>
                  <a:pt x="178377" y="275692"/>
                  <a:pt x="179497" y="278503"/>
                  <a:pt x="181714" y="280732"/>
                </a:cubicBezTo>
                <a:cubicBezTo>
                  <a:pt x="183943" y="282961"/>
                  <a:pt x="186766" y="284070"/>
                  <a:pt x="190172" y="284070"/>
                </a:cubicBezTo>
                <a:cubicBezTo>
                  <a:pt x="193567" y="284070"/>
                  <a:pt x="196390" y="282961"/>
                  <a:pt x="198619" y="280732"/>
                </a:cubicBezTo>
                <a:close/>
                <a:moveTo>
                  <a:pt x="198619" y="237115"/>
                </a:moveTo>
                <a:cubicBezTo>
                  <a:pt x="200837" y="234898"/>
                  <a:pt x="201957" y="232075"/>
                  <a:pt x="201957" y="228669"/>
                </a:cubicBezTo>
                <a:lnTo>
                  <a:pt x="201957" y="164238"/>
                </a:lnTo>
                <a:cubicBezTo>
                  <a:pt x="201957" y="160832"/>
                  <a:pt x="200837" y="158008"/>
                  <a:pt x="198619" y="155791"/>
                </a:cubicBezTo>
                <a:cubicBezTo>
                  <a:pt x="196390" y="153562"/>
                  <a:pt x="193567" y="152453"/>
                  <a:pt x="190172" y="152453"/>
                </a:cubicBezTo>
                <a:cubicBezTo>
                  <a:pt x="186766" y="152453"/>
                  <a:pt x="183943" y="153562"/>
                  <a:pt x="181714" y="155791"/>
                </a:cubicBezTo>
                <a:cubicBezTo>
                  <a:pt x="179497" y="158008"/>
                  <a:pt x="178377" y="160832"/>
                  <a:pt x="178377" y="164238"/>
                </a:cubicBezTo>
                <a:lnTo>
                  <a:pt x="178377" y="228669"/>
                </a:lnTo>
                <a:cubicBezTo>
                  <a:pt x="178377" y="232075"/>
                  <a:pt x="179497" y="234898"/>
                  <a:pt x="181714" y="237115"/>
                </a:cubicBezTo>
                <a:cubicBezTo>
                  <a:pt x="183943" y="239344"/>
                  <a:pt x="186766" y="240464"/>
                  <a:pt x="190172" y="240464"/>
                </a:cubicBezTo>
                <a:cubicBezTo>
                  <a:pt x="193567" y="240464"/>
                  <a:pt x="196390" y="239344"/>
                  <a:pt x="198619" y="237115"/>
                </a:cubicBezTo>
                <a:close/>
                <a:moveTo>
                  <a:pt x="188595" y="19252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01" name="圖示 異常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7830" y="263439"/>
                </a:moveTo>
                <a:cubicBezTo>
                  <a:pt x="200322" y="260958"/>
                  <a:pt x="201557" y="257872"/>
                  <a:pt x="201557" y="254215"/>
                </a:cubicBezTo>
                <a:cubicBezTo>
                  <a:pt x="201557" y="250546"/>
                  <a:pt x="200322" y="247471"/>
                  <a:pt x="197830" y="244979"/>
                </a:cubicBezTo>
                <a:cubicBezTo>
                  <a:pt x="195339" y="242487"/>
                  <a:pt x="192264" y="241242"/>
                  <a:pt x="188595" y="241242"/>
                </a:cubicBezTo>
                <a:cubicBezTo>
                  <a:pt x="184926" y="241242"/>
                  <a:pt x="181851" y="242487"/>
                  <a:pt x="179360" y="244979"/>
                </a:cubicBezTo>
                <a:cubicBezTo>
                  <a:pt x="176868" y="247471"/>
                  <a:pt x="175633" y="250546"/>
                  <a:pt x="175633" y="254215"/>
                </a:cubicBezTo>
                <a:cubicBezTo>
                  <a:pt x="175633" y="257872"/>
                  <a:pt x="176868" y="260958"/>
                  <a:pt x="179360" y="263439"/>
                </a:cubicBezTo>
                <a:cubicBezTo>
                  <a:pt x="181851" y="265930"/>
                  <a:pt x="184926" y="267176"/>
                  <a:pt x="188595" y="267176"/>
                </a:cubicBezTo>
                <a:cubicBezTo>
                  <a:pt x="192264" y="267176"/>
                  <a:pt x="195339" y="265930"/>
                  <a:pt x="197830" y="263439"/>
                </a:cubicBezTo>
                <a:close/>
                <a:moveTo>
                  <a:pt x="198219" y="203648"/>
                </a:moveTo>
                <a:cubicBezTo>
                  <a:pt x="200448" y="201385"/>
                  <a:pt x="201557" y="198585"/>
                  <a:pt x="201557" y="195236"/>
                </a:cubicBezTo>
                <a:lnTo>
                  <a:pt x="201557" y="119409"/>
                </a:lnTo>
                <a:cubicBezTo>
                  <a:pt x="201557" y="116049"/>
                  <a:pt x="200425" y="113248"/>
                  <a:pt x="198139" y="110997"/>
                </a:cubicBezTo>
                <a:cubicBezTo>
                  <a:pt x="195864" y="108745"/>
                  <a:pt x="193053" y="107613"/>
                  <a:pt x="189692" y="107613"/>
                </a:cubicBezTo>
                <a:cubicBezTo>
                  <a:pt x="186343" y="107613"/>
                  <a:pt x="183554" y="108745"/>
                  <a:pt x="181326" y="110997"/>
                </a:cubicBezTo>
                <a:cubicBezTo>
                  <a:pt x="179097" y="113248"/>
                  <a:pt x="177988" y="116049"/>
                  <a:pt x="177988" y="119409"/>
                </a:cubicBezTo>
                <a:lnTo>
                  <a:pt x="177988" y="195236"/>
                </a:lnTo>
                <a:cubicBezTo>
                  <a:pt x="177988" y="198585"/>
                  <a:pt x="179131" y="201385"/>
                  <a:pt x="181406" y="203648"/>
                </a:cubicBezTo>
                <a:cubicBezTo>
                  <a:pt x="183680" y="205900"/>
                  <a:pt x="186503" y="207020"/>
                  <a:pt x="189852" y="207020"/>
                </a:cubicBezTo>
                <a:cubicBezTo>
                  <a:pt x="193201" y="207020"/>
                  <a:pt x="195990" y="205900"/>
                  <a:pt x="198219" y="203648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03" name="圖示 資訊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219" y="263793"/>
                </a:moveTo>
                <a:cubicBezTo>
                  <a:pt x="200448" y="261541"/>
                  <a:pt x="201557" y="258741"/>
                  <a:pt x="201557" y="255392"/>
                </a:cubicBezTo>
                <a:lnTo>
                  <a:pt x="201557" y="184663"/>
                </a:lnTo>
                <a:cubicBezTo>
                  <a:pt x="201557" y="181314"/>
                  <a:pt x="200425" y="178514"/>
                  <a:pt x="198139" y="176262"/>
                </a:cubicBezTo>
                <a:cubicBezTo>
                  <a:pt x="195864" y="174010"/>
                  <a:pt x="193053" y="172879"/>
                  <a:pt x="189692" y="172879"/>
                </a:cubicBezTo>
                <a:cubicBezTo>
                  <a:pt x="186343" y="172879"/>
                  <a:pt x="183554" y="174010"/>
                  <a:pt x="181326" y="176262"/>
                </a:cubicBezTo>
                <a:cubicBezTo>
                  <a:pt x="179097" y="178514"/>
                  <a:pt x="177988" y="181314"/>
                  <a:pt x="177988" y="184663"/>
                </a:cubicBezTo>
                <a:lnTo>
                  <a:pt x="177988" y="255392"/>
                </a:lnTo>
                <a:cubicBezTo>
                  <a:pt x="177988" y="258741"/>
                  <a:pt x="179131" y="261541"/>
                  <a:pt x="181406" y="263793"/>
                </a:cubicBezTo>
                <a:cubicBezTo>
                  <a:pt x="183680" y="266045"/>
                  <a:pt x="186503" y="267176"/>
                  <a:pt x="189852" y="267176"/>
                </a:cubicBezTo>
                <a:cubicBezTo>
                  <a:pt x="193201" y="267176"/>
                  <a:pt x="195990" y="266045"/>
                  <a:pt x="198219" y="263793"/>
                </a:cubicBezTo>
                <a:close/>
                <a:moveTo>
                  <a:pt x="197830" y="140189"/>
                </a:moveTo>
                <a:cubicBezTo>
                  <a:pt x="200322" y="137777"/>
                  <a:pt x="201557" y="134794"/>
                  <a:pt x="201557" y="131228"/>
                </a:cubicBezTo>
                <a:cubicBezTo>
                  <a:pt x="201557" y="127456"/>
                  <a:pt x="200322" y="124290"/>
                  <a:pt x="197830" y="121718"/>
                </a:cubicBezTo>
                <a:cubicBezTo>
                  <a:pt x="195339" y="119158"/>
                  <a:pt x="192264" y="117878"/>
                  <a:pt x="188595" y="117878"/>
                </a:cubicBezTo>
                <a:cubicBezTo>
                  <a:pt x="184926" y="117878"/>
                  <a:pt x="181851" y="119158"/>
                  <a:pt x="179360" y="121718"/>
                </a:cubicBezTo>
                <a:cubicBezTo>
                  <a:pt x="176868" y="124267"/>
                  <a:pt x="175633" y="127433"/>
                  <a:pt x="175633" y="131228"/>
                </a:cubicBezTo>
                <a:cubicBezTo>
                  <a:pt x="175633" y="134794"/>
                  <a:pt x="176868" y="137777"/>
                  <a:pt x="179360" y="140189"/>
                </a:cubicBezTo>
                <a:cubicBezTo>
                  <a:pt x="181851" y="142601"/>
                  <a:pt x="184926" y="143801"/>
                  <a:pt x="188595" y="143801"/>
                </a:cubicBezTo>
                <a:cubicBezTo>
                  <a:pt x="192264" y="143801"/>
                  <a:pt x="195339" y="142601"/>
                  <a:pt x="197830" y="140189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05" name="圖示 問題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779" y="275817"/>
                </a:moveTo>
                <a:cubicBezTo>
                  <a:pt x="203660" y="272937"/>
                  <a:pt x="205100" y="269405"/>
                  <a:pt x="205100" y="265210"/>
                </a:cubicBezTo>
                <a:cubicBezTo>
                  <a:pt x="205100" y="261015"/>
                  <a:pt x="203660" y="257484"/>
                  <a:pt x="200779" y="254603"/>
                </a:cubicBezTo>
                <a:cubicBezTo>
                  <a:pt x="197899" y="251723"/>
                  <a:pt x="194356" y="250283"/>
                  <a:pt x="190172" y="250283"/>
                </a:cubicBezTo>
                <a:cubicBezTo>
                  <a:pt x="185978" y="250283"/>
                  <a:pt x="182434" y="251723"/>
                  <a:pt x="179554" y="254603"/>
                </a:cubicBezTo>
                <a:cubicBezTo>
                  <a:pt x="176674" y="257484"/>
                  <a:pt x="175233" y="261015"/>
                  <a:pt x="175233" y="265210"/>
                </a:cubicBezTo>
                <a:cubicBezTo>
                  <a:pt x="175233" y="269405"/>
                  <a:pt x="176674" y="272937"/>
                  <a:pt x="179554" y="275817"/>
                </a:cubicBezTo>
                <a:cubicBezTo>
                  <a:pt x="182434" y="278698"/>
                  <a:pt x="185978" y="280138"/>
                  <a:pt x="190172" y="280138"/>
                </a:cubicBezTo>
                <a:cubicBezTo>
                  <a:pt x="194356" y="280138"/>
                  <a:pt x="197899" y="278698"/>
                  <a:pt x="200779" y="275817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  <a:moveTo>
                  <a:pt x="189692" y="117878"/>
                </a:moveTo>
                <a:cubicBezTo>
                  <a:pt x="197602" y="117878"/>
                  <a:pt x="204574" y="120289"/>
                  <a:pt x="210598" y="125136"/>
                </a:cubicBezTo>
                <a:cubicBezTo>
                  <a:pt x="216621" y="129982"/>
                  <a:pt x="219639" y="136166"/>
                  <a:pt x="219639" y="143687"/>
                </a:cubicBezTo>
                <a:cubicBezTo>
                  <a:pt x="219639" y="150579"/>
                  <a:pt x="217581" y="156557"/>
                  <a:pt x="213467" y="161643"/>
                </a:cubicBezTo>
                <a:cubicBezTo>
                  <a:pt x="209375" y="166752"/>
                  <a:pt x="204757" y="171541"/>
                  <a:pt x="199602" y="176022"/>
                </a:cubicBezTo>
                <a:cubicBezTo>
                  <a:pt x="193567" y="180994"/>
                  <a:pt x="188332" y="186549"/>
                  <a:pt x="183886" y="192687"/>
                </a:cubicBezTo>
                <a:cubicBezTo>
                  <a:pt x="179428" y="198813"/>
                  <a:pt x="177199" y="205694"/>
                  <a:pt x="177199" y="213352"/>
                </a:cubicBezTo>
                <a:cubicBezTo>
                  <a:pt x="177199" y="216233"/>
                  <a:pt x="178297" y="218519"/>
                  <a:pt x="180503" y="220222"/>
                </a:cubicBezTo>
                <a:cubicBezTo>
                  <a:pt x="182697" y="221925"/>
                  <a:pt x="185269" y="222782"/>
                  <a:pt x="188206" y="222782"/>
                </a:cubicBezTo>
                <a:cubicBezTo>
                  <a:pt x="191350" y="222782"/>
                  <a:pt x="193956" y="221731"/>
                  <a:pt x="196025" y="219639"/>
                </a:cubicBezTo>
                <a:cubicBezTo>
                  <a:pt x="198093" y="217536"/>
                  <a:pt x="199408" y="214918"/>
                  <a:pt x="199991" y="211775"/>
                </a:cubicBezTo>
                <a:cubicBezTo>
                  <a:pt x="200779" y="206277"/>
                  <a:pt x="202871" y="201294"/>
                  <a:pt x="206277" y="196847"/>
                </a:cubicBezTo>
                <a:cubicBezTo>
                  <a:pt x="209683" y="192390"/>
                  <a:pt x="213638" y="188355"/>
                  <a:pt x="218142" y="184743"/>
                </a:cubicBezTo>
                <a:cubicBezTo>
                  <a:pt x="224634" y="179451"/>
                  <a:pt x="229983" y="173267"/>
                  <a:pt x="234178" y="166204"/>
                </a:cubicBezTo>
                <a:cubicBezTo>
                  <a:pt x="238361" y="159128"/>
                  <a:pt x="240464" y="151448"/>
                  <a:pt x="240464" y="143172"/>
                </a:cubicBezTo>
                <a:cubicBezTo>
                  <a:pt x="240464" y="129971"/>
                  <a:pt x="235549" y="118986"/>
                  <a:pt x="225720" y="110208"/>
                </a:cubicBezTo>
                <a:cubicBezTo>
                  <a:pt x="215901" y="101430"/>
                  <a:pt x="204254" y="97052"/>
                  <a:pt x="190801" y="97052"/>
                </a:cubicBezTo>
                <a:cubicBezTo>
                  <a:pt x="181474" y="97052"/>
                  <a:pt x="172490" y="99018"/>
                  <a:pt x="163838" y="102939"/>
                </a:cubicBezTo>
                <a:cubicBezTo>
                  <a:pt x="155197" y="106871"/>
                  <a:pt x="148121" y="112631"/>
                  <a:pt x="142624" y="120232"/>
                </a:cubicBezTo>
                <a:cubicBezTo>
                  <a:pt x="140795" y="122850"/>
                  <a:pt x="139937" y="125661"/>
                  <a:pt x="140075" y="128679"/>
                </a:cubicBezTo>
                <a:cubicBezTo>
                  <a:pt x="140200" y="131685"/>
                  <a:pt x="141446" y="134108"/>
                  <a:pt x="143801" y="135948"/>
                </a:cubicBezTo>
                <a:cubicBezTo>
                  <a:pt x="146795" y="138040"/>
                  <a:pt x="149882" y="138692"/>
                  <a:pt x="153082" y="137914"/>
                </a:cubicBezTo>
                <a:cubicBezTo>
                  <a:pt x="156271" y="137126"/>
                  <a:pt x="158946" y="135285"/>
                  <a:pt x="161094" y="132405"/>
                </a:cubicBezTo>
                <a:cubicBezTo>
                  <a:pt x="164443" y="127719"/>
                  <a:pt x="168627" y="124130"/>
                  <a:pt x="173622" y="121649"/>
                </a:cubicBezTo>
                <a:cubicBezTo>
                  <a:pt x="178628" y="119135"/>
                  <a:pt x="183989" y="117878"/>
                  <a:pt x="189692" y="11787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07" name="圖示 緊急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61" y="330041"/>
                </a:moveTo>
                <a:cubicBezTo>
                  <a:pt x="180983" y="330041"/>
                  <a:pt x="174513" y="327344"/>
                  <a:pt x="169141" y="321949"/>
                </a:cubicBezTo>
                <a:cubicBezTo>
                  <a:pt x="163780" y="316554"/>
                  <a:pt x="161094" y="310073"/>
                  <a:pt x="161094" y="302495"/>
                </a:cubicBezTo>
                <a:cubicBezTo>
                  <a:pt x="161094" y="294928"/>
                  <a:pt x="163792" y="288459"/>
                  <a:pt x="169187" y="283087"/>
                </a:cubicBezTo>
                <a:cubicBezTo>
                  <a:pt x="174582" y="277715"/>
                  <a:pt x="181063" y="275040"/>
                  <a:pt x="188629" y="275040"/>
                </a:cubicBezTo>
                <a:cubicBezTo>
                  <a:pt x="196207" y="275040"/>
                  <a:pt x="202677" y="277738"/>
                  <a:pt x="208049" y="283133"/>
                </a:cubicBezTo>
                <a:cubicBezTo>
                  <a:pt x="213410" y="288527"/>
                  <a:pt x="216096" y="295008"/>
                  <a:pt x="216096" y="302575"/>
                </a:cubicBezTo>
                <a:cubicBezTo>
                  <a:pt x="216096" y="310142"/>
                  <a:pt x="213398" y="316622"/>
                  <a:pt x="208003" y="321983"/>
                </a:cubicBezTo>
                <a:cubicBezTo>
                  <a:pt x="202608" y="327355"/>
                  <a:pt x="196127" y="330041"/>
                  <a:pt x="188561" y="330041"/>
                </a:cubicBezTo>
                <a:close/>
                <a:moveTo>
                  <a:pt x="188561" y="235744"/>
                </a:moveTo>
                <a:cubicBezTo>
                  <a:pt x="180983" y="235744"/>
                  <a:pt x="174513" y="233046"/>
                  <a:pt x="169141" y="227651"/>
                </a:cubicBezTo>
                <a:cubicBezTo>
                  <a:pt x="163780" y="222279"/>
                  <a:pt x="161094" y="215810"/>
                  <a:pt x="161094" y="208243"/>
                </a:cubicBezTo>
                <a:lnTo>
                  <a:pt x="161094" y="74649"/>
                </a:lnTo>
                <a:cubicBezTo>
                  <a:pt x="161094" y="67083"/>
                  <a:pt x="163792" y="60613"/>
                  <a:pt x="169187" y="55241"/>
                </a:cubicBezTo>
                <a:cubicBezTo>
                  <a:pt x="174582" y="49869"/>
                  <a:pt x="181063" y="47172"/>
                  <a:pt x="188629" y="47149"/>
                </a:cubicBezTo>
                <a:cubicBezTo>
                  <a:pt x="196207" y="47149"/>
                  <a:pt x="202677" y="49846"/>
                  <a:pt x="208049" y="55241"/>
                </a:cubicBezTo>
                <a:cubicBezTo>
                  <a:pt x="213410" y="60613"/>
                  <a:pt x="216096" y="67083"/>
                  <a:pt x="216096" y="74649"/>
                </a:cubicBezTo>
                <a:lnTo>
                  <a:pt x="216096" y="208243"/>
                </a:lnTo>
                <a:cubicBezTo>
                  <a:pt x="216096" y="215810"/>
                  <a:pt x="213398" y="222279"/>
                  <a:pt x="208003" y="227651"/>
                </a:cubicBezTo>
                <a:cubicBezTo>
                  <a:pt x="202608" y="233046"/>
                  <a:pt x="196127" y="235744"/>
                  <a:pt x="188561" y="23574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09" name="圖示 阻擋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188595" y="322189"/>
                </a:moveTo>
                <a:cubicBezTo>
                  <a:pt x="204574" y="322189"/>
                  <a:pt x="219959" y="319503"/>
                  <a:pt x="234761" y="314131"/>
                </a:cubicBezTo>
                <a:cubicBezTo>
                  <a:pt x="249563" y="308759"/>
                  <a:pt x="262856" y="300963"/>
                  <a:pt x="274640" y="290756"/>
                </a:cubicBezTo>
                <a:lnTo>
                  <a:pt x="86445" y="102550"/>
                </a:lnTo>
                <a:cubicBezTo>
                  <a:pt x="76490" y="114597"/>
                  <a:pt x="68763" y="127982"/>
                  <a:pt x="63254" y="142704"/>
                </a:cubicBezTo>
                <a:cubicBezTo>
                  <a:pt x="57756" y="157425"/>
                  <a:pt x="55013" y="172719"/>
                  <a:pt x="55013" y="188595"/>
                </a:cubicBezTo>
                <a:cubicBezTo>
                  <a:pt x="55013" y="225891"/>
                  <a:pt x="67951" y="257484"/>
                  <a:pt x="93829" y="283361"/>
                </a:cubicBezTo>
                <a:cubicBezTo>
                  <a:pt x="119706" y="309239"/>
                  <a:pt x="151299" y="322189"/>
                  <a:pt x="188595" y="322189"/>
                </a:cubicBezTo>
                <a:close/>
                <a:moveTo>
                  <a:pt x="290356" y="274640"/>
                </a:moveTo>
                <a:cubicBezTo>
                  <a:pt x="300049" y="262856"/>
                  <a:pt x="307776" y="249563"/>
                  <a:pt x="313536" y="234761"/>
                </a:cubicBezTo>
                <a:cubicBezTo>
                  <a:pt x="319297" y="219959"/>
                  <a:pt x="322189" y="204574"/>
                  <a:pt x="322189" y="188595"/>
                </a:cubicBezTo>
                <a:cubicBezTo>
                  <a:pt x="322189" y="151299"/>
                  <a:pt x="309239" y="119706"/>
                  <a:pt x="283361" y="93829"/>
                </a:cubicBezTo>
                <a:cubicBezTo>
                  <a:pt x="257484" y="67951"/>
                  <a:pt x="225891" y="55001"/>
                  <a:pt x="188595" y="55013"/>
                </a:cubicBezTo>
                <a:cubicBezTo>
                  <a:pt x="172696" y="55013"/>
                  <a:pt x="157403" y="57756"/>
                  <a:pt x="142704" y="63254"/>
                </a:cubicBezTo>
                <a:cubicBezTo>
                  <a:pt x="128005" y="68763"/>
                  <a:pt x="114620" y="76615"/>
                  <a:pt x="102550" y="86834"/>
                </a:cubicBezTo>
                <a:lnTo>
                  <a:pt x="290356" y="2746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11" name="圖示 進行中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8461" y="202505"/>
                </a:moveTo>
                <a:cubicBezTo>
                  <a:pt x="122255" y="198676"/>
                  <a:pt x="124164" y="194036"/>
                  <a:pt x="124164" y="188561"/>
                </a:cubicBezTo>
                <a:cubicBezTo>
                  <a:pt x="124164" y="183086"/>
                  <a:pt x="122244" y="178445"/>
                  <a:pt x="118426" y="174650"/>
                </a:cubicBezTo>
                <a:cubicBezTo>
                  <a:pt x="114597" y="170844"/>
                  <a:pt x="109945" y="168947"/>
                  <a:pt x="104470" y="168947"/>
                </a:cubicBezTo>
                <a:cubicBezTo>
                  <a:pt x="98995" y="168947"/>
                  <a:pt x="94366" y="170867"/>
                  <a:pt x="90560" y="174685"/>
                </a:cubicBezTo>
                <a:cubicBezTo>
                  <a:pt x="86765" y="178514"/>
                  <a:pt x="84868" y="183154"/>
                  <a:pt x="84868" y="188629"/>
                </a:cubicBezTo>
                <a:cubicBezTo>
                  <a:pt x="84868" y="194104"/>
                  <a:pt x="86777" y="198745"/>
                  <a:pt x="90606" y="202540"/>
                </a:cubicBezTo>
                <a:cubicBezTo>
                  <a:pt x="94423" y="206346"/>
                  <a:pt x="99075" y="208243"/>
                  <a:pt x="104550" y="208243"/>
                </a:cubicBezTo>
                <a:cubicBezTo>
                  <a:pt x="110025" y="208243"/>
                  <a:pt x="114666" y="206323"/>
                  <a:pt x="118461" y="202505"/>
                </a:cubicBezTo>
                <a:close/>
                <a:moveTo>
                  <a:pt x="202540" y="202505"/>
                </a:moveTo>
                <a:cubicBezTo>
                  <a:pt x="206346" y="198676"/>
                  <a:pt x="208243" y="194036"/>
                  <a:pt x="208243" y="188561"/>
                </a:cubicBezTo>
                <a:cubicBezTo>
                  <a:pt x="208243" y="183086"/>
                  <a:pt x="206323" y="178445"/>
                  <a:pt x="202505" y="174650"/>
                </a:cubicBezTo>
                <a:cubicBezTo>
                  <a:pt x="198676" y="170844"/>
                  <a:pt x="194036" y="168947"/>
                  <a:pt x="188561" y="168947"/>
                </a:cubicBezTo>
                <a:cubicBezTo>
                  <a:pt x="183086" y="168947"/>
                  <a:pt x="178445" y="170867"/>
                  <a:pt x="174650" y="174685"/>
                </a:cubicBezTo>
                <a:cubicBezTo>
                  <a:pt x="170844" y="178514"/>
                  <a:pt x="168947" y="183154"/>
                  <a:pt x="168947" y="188629"/>
                </a:cubicBezTo>
                <a:cubicBezTo>
                  <a:pt x="168947" y="194104"/>
                  <a:pt x="170867" y="198745"/>
                  <a:pt x="174685" y="202540"/>
                </a:cubicBezTo>
                <a:cubicBezTo>
                  <a:pt x="178514" y="206346"/>
                  <a:pt x="183154" y="208243"/>
                  <a:pt x="188629" y="208243"/>
                </a:cubicBezTo>
                <a:cubicBezTo>
                  <a:pt x="194104" y="208243"/>
                  <a:pt x="198745" y="206323"/>
                  <a:pt x="202540" y="202505"/>
                </a:cubicBezTo>
                <a:close/>
                <a:moveTo>
                  <a:pt x="286230" y="202505"/>
                </a:moveTo>
                <a:cubicBezTo>
                  <a:pt x="290025" y="198676"/>
                  <a:pt x="291934" y="194036"/>
                  <a:pt x="291934" y="188561"/>
                </a:cubicBezTo>
                <a:cubicBezTo>
                  <a:pt x="291934" y="183086"/>
                  <a:pt x="290013" y="178445"/>
                  <a:pt x="286196" y="174650"/>
                </a:cubicBezTo>
                <a:cubicBezTo>
                  <a:pt x="282367" y="170844"/>
                  <a:pt x="277715" y="168947"/>
                  <a:pt x="272240" y="168947"/>
                </a:cubicBezTo>
                <a:cubicBezTo>
                  <a:pt x="266765" y="168947"/>
                  <a:pt x="262136" y="170867"/>
                  <a:pt x="258341" y="174685"/>
                </a:cubicBezTo>
                <a:cubicBezTo>
                  <a:pt x="254535" y="178514"/>
                  <a:pt x="252637" y="183154"/>
                  <a:pt x="252637" y="188629"/>
                </a:cubicBezTo>
                <a:cubicBezTo>
                  <a:pt x="252637" y="194104"/>
                  <a:pt x="254546" y="198745"/>
                  <a:pt x="258375" y="202540"/>
                </a:cubicBezTo>
                <a:cubicBezTo>
                  <a:pt x="262204" y="206346"/>
                  <a:pt x="266845" y="208243"/>
                  <a:pt x="272320" y="208243"/>
                </a:cubicBezTo>
                <a:cubicBezTo>
                  <a:pt x="277795" y="208243"/>
                  <a:pt x="282435" y="206323"/>
                  <a:pt x="286230" y="202505"/>
                </a:cubicBezTo>
                <a:close/>
                <a:moveTo>
                  <a:pt x="188709" y="345758"/>
                </a:moveTo>
                <a:cubicBezTo>
                  <a:pt x="167049" y="345758"/>
                  <a:pt x="146681" y="341631"/>
                  <a:pt x="127616" y="333379"/>
                </a:cubicBezTo>
                <a:cubicBezTo>
                  <a:pt x="108551" y="325126"/>
                  <a:pt x="91874" y="313868"/>
                  <a:pt x="77598" y="299592"/>
                </a:cubicBezTo>
                <a:cubicBezTo>
                  <a:pt x="63322" y="285316"/>
                  <a:pt x="52064" y="268639"/>
                  <a:pt x="43811" y="249574"/>
                </a:cubicBezTo>
                <a:cubicBezTo>
                  <a:pt x="35559" y="230475"/>
                  <a:pt x="31433" y="210083"/>
                  <a:pt x="31433" y="188401"/>
                </a:cubicBezTo>
                <a:cubicBezTo>
                  <a:pt x="31433" y="166707"/>
                  <a:pt x="35559" y="146315"/>
                  <a:pt x="43811" y="127227"/>
                </a:cubicBezTo>
                <a:cubicBezTo>
                  <a:pt x="52064" y="108151"/>
                  <a:pt x="63322" y="91543"/>
                  <a:pt x="77598" y="77404"/>
                </a:cubicBezTo>
                <a:cubicBezTo>
                  <a:pt x="91874" y="63254"/>
                  <a:pt x="108551" y="52064"/>
                  <a:pt x="127616" y="43811"/>
                </a:cubicBezTo>
                <a:cubicBezTo>
                  <a:pt x="146715" y="35559"/>
                  <a:pt x="167107" y="31433"/>
                  <a:pt x="188789" y="31433"/>
                </a:cubicBezTo>
                <a:cubicBezTo>
                  <a:pt x="210483" y="31433"/>
                  <a:pt x="230875" y="35559"/>
                  <a:pt x="249963" y="43811"/>
                </a:cubicBezTo>
                <a:cubicBezTo>
                  <a:pt x="269039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09"/>
                  <a:pt x="345758" y="188481"/>
                </a:cubicBezTo>
                <a:cubicBezTo>
                  <a:pt x="345758" y="210141"/>
                  <a:pt x="341631" y="230509"/>
                  <a:pt x="333379" y="249574"/>
                </a:cubicBezTo>
                <a:cubicBezTo>
                  <a:pt x="325126" y="268639"/>
                  <a:pt x="313936" y="285293"/>
                  <a:pt x="299786" y="299512"/>
                </a:cubicBezTo>
                <a:cubicBezTo>
                  <a:pt x="285647" y="313731"/>
                  <a:pt x="269005" y="325001"/>
                  <a:pt x="249894" y="333299"/>
                </a:cubicBezTo>
                <a:cubicBezTo>
                  <a:pt x="230772" y="341608"/>
                  <a:pt x="210381" y="345758"/>
                  <a:pt x="188709" y="345758"/>
                </a:cubicBezTo>
                <a:close/>
                <a:moveTo>
                  <a:pt x="188789" y="322189"/>
                </a:moveTo>
                <a:cubicBezTo>
                  <a:pt x="225857" y="322189"/>
                  <a:pt x="257358" y="309147"/>
                  <a:pt x="283281" y="283087"/>
                </a:cubicBezTo>
                <a:cubicBezTo>
                  <a:pt x="309216" y="257026"/>
                  <a:pt x="322189" y="225468"/>
                  <a:pt x="322189" y="188401"/>
                </a:cubicBezTo>
                <a:cubicBezTo>
                  <a:pt x="322189" y="151333"/>
                  <a:pt x="309239" y="119832"/>
                  <a:pt x="283361" y="93909"/>
                </a:cubicBezTo>
                <a:cubicBezTo>
                  <a:pt x="257484" y="67974"/>
                  <a:pt x="225891" y="55013"/>
                  <a:pt x="188595" y="55013"/>
                </a:cubicBezTo>
                <a:cubicBezTo>
                  <a:pt x="151665" y="55013"/>
                  <a:pt x="120164" y="67951"/>
                  <a:pt x="94103" y="93829"/>
                </a:cubicBezTo>
                <a:cubicBezTo>
                  <a:pt x="68043" y="119706"/>
                  <a:pt x="55013" y="151299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722" y="322189"/>
                  <a:pt x="188789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13" name="圖示 已驗證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701" y="207066"/>
                </a:moveTo>
                <a:lnTo>
                  <a:pt x="143024" y="177199"/>
                </a:lnTo>
                <a:cubicBezTo>
                  <a:pt x="140658" y="174582"/>
                  <a:pt x="137777" y="173267"/>
                  <a:pt x="134371" y="173267"/>
                </a:cubicBezTo>
                <a:cubicBezTo>
                  <a:pt x="130965" y="173267"/>
                  <a:pt x="127959" y="174456"/>
                  <a:pt x="125341" y="176811"/>
                </a:cubicBezTo>
                <a:cubicBezTo>
                  <a:pt x="122712" y="179428"/>
                  <a:pt x="121409" y="182434"/>
                  <a:pt x="121409" y="185840"/>
                </a:cubicBezTo>
                <a:cubicBezTo>
                  <a:pt x="121409" y="189247"/>
                  <a:pt x="122712" y="192264"/>
                  <a:pt x="125341" y="194882"/>
                </a:cubicBezTo>
                <a:lnTo>
                  <a:pt x="163449" y="232600"/>
                </a:lnTo>
                <a:cubicBezTo>
                  <a:pt x="165804" y="234955"/>
                  <a:pt x="168558" y="236132"/>
                  <a:pt x="171701" y="236132"/>
                </a:cubicBezTo>
                <a:cubicBezTo>
                  <a:pt x="174845" y="236132"/>
                  <a:pt x="177599" y="234955"/>
                  <a:pt x="179954" y="232600"/>
                </a:cubicBezTo>
                <a:lnTo>
                  <a:pt x="251849" y="161094"/>
                </a:lnTo>
                <a:cubicBezTo>
                  <a:pt x="254215" y="158740"/>
                  <a:pt x="255392" y="155848"/>
                  <a:pt x="255392" y="152453"/>
                </a:cubicBezTo>
                <a:cubicBezTo>
                  <a:pt x="255392" y="149047"/>
                  <a:pt x="254077" y="146167"/>
                  <a:pt x="251460" y="143801"/>
                </a:cubicBezTo>
                <a:cubicBezTo>
                  <a:pt x="249105" y="141709"/>
                  <a:pt x="246282" y="140726"/>
                  <a:pt x="243013" y="140852"/>
                </a:cubicBezTo>
                <a:cubicBezTo>
                  <a:pt x="239733" y="140989"/>
                  <a:pt x="237058" y="142098"/>
                  <a:pt x="234955" y="144201"/>
                </a:cubicBezTo>
                <a:lnTo>
                  <a:pt x="171701" y="207066"/>
                </a:lnTo>
                <a:close/>
                <a:moveTo>
                  <a:pt x="130451" y="344192"/>
                </a:moveTo>
                <a:lnTo>
                  <a:pt x="106082" y="302541"/>
                </a:lnTo>
                <a:lnTo>
                  <a:pt x="57367" y="292711"/>
                </a:lnTo>
                <a:cubicBezTo>
                  <a:pt x="54487" y="292197"/>
                  <a:pt x="52064" y="290619"/>
                  <a:pt x="50098" y="288002"/>
                </a:cubicBezTo>
                <a:cubicBezTo>
                  <a:pt x="48132" y="285384"/>
                  <a:pt x="47412" y="282630"/>
                  <a:pt x="47937" y="279749"/>
                </a:cubicBezTo>
                <a:lnTo>
                  <a:pt x="53435" y="232600"/>
                </a:lnTo>
                <a:lnTo>
                  <a:pt x="22391" y="196459"/>
                </a:lnTo>
                <a:cubicBezTo>
                  <a:pt x="20300" y="194356"/>
                  <a:pt x="19248" y="191738"/>
                  <a:pt x="19248" y="188595"/>
                </a:cubicBezTo>
                <a:cubicBezTo>
                  <a:pt x="19248" y="185452"/>
                  <a:pt x="20300" y="182834"/>
                  <a:pt x="22391" y="180743"/>
                </a:cubicBezTo>
                <a:lnTo>
                  <a:pt x="53435" y="144978"/>
                </a:lnTo>
                <a:lnTo>
                  <a:pt x="47937" y="97829"/>
                </a:lnTo>
                <a:cubicBezTo>
                  <a:pt x="47412" y="94949"/>
                  <a:pt x="48132" y="92206"/>
                  <a:pt x="50098" y="89588"/>
                </a:cubicBezTo>
                <a:cubicBezTo>
                  <a:pt x="52064" y="86959"/>
                  <a:pt x="54487" y="85394"/>
                  <a:pt x="57367" y="84868"/>
                </a:cubicBezTo>
                <a:lnTo>
                  <a:pt x="106082" y="75049"/>
                </a:lnTo>
                <a:lnTo>
                  <a:pt x="130451" y="33010"/>
                </a:lnTo>
                <a:cubicBezTo>
                  <a:pt x="132017" y="30381"/>
                  <a:pt x="134245" y="28552"/>
                  <a:pt x="137126" y="27501"/>
                </a:cubicBezTo>
                <a:cubicBezTo>
                  <a:pt x="140006" y="26460"/>
                  <a:pt x="142886" y="26586"/>
                  <a:pt x="145767" y="27901"/>
                </a:cubicBezTo>
                <a:lnTo>
                  <a:pt x="188595" y="47937"/>
                </a:lnTo>
                <a:lnTo>
                  <a:pt x="231423" y="27901"/>
                </a:lnTo>
                <a:cubicBezTo>
                  <a:pt x="234304" y="26586"/>
                  <a:pt x="237184" y="26392"/>
                  <a:pt x="240064" y="27306"/>
                </a:cubicBezTo>
                <a:cubicBezTo>
                  <a:pt x="242945" y="28221"/>
                  <a:pt x="245174" y="29992"/>
                  <a:pt x="246751" y="32610"/>
                </a:cubicBezTo>
                <a:lnTo>
                  <a:pt x="271497" y="75049"/>
                </a:lnTo>
                <a:lnTo>
                  <a:pt x="319823" y="84868"/>
                </a:lnTo>
                <a:cubicBezTo>
                  <a:pt x="322703" y="85394"/>
                  <a:pt x="325126" y="86959"/>
                  <a:pt x="327092" y="89588"/>
                </a:cubicBezTo>
                <a:cubicBezTo>
                  <a:pt x="329058" y="92206"/>
                  <a:pt x="329778" y="94949"/>
                  <a:pt x="329253" y="97829"/>
                </a:cubicBezTo>
                <a:lnTo>
                  <a:pt x="323755" y="144978"/>
                </a:lnTo>
                <a:lnTo>
                  <a:pt x="354799" y="180743"/>
                </a:lnTo>
                <a:cubicBezTo>
                  <a:pt x="356890" y="182834"/>
                  <a:pt x="357942" y="185452"/>
                  <a:pt x="357942" y="188595"/>
                </a:cubicBezTo>
                <a:cubicBezTo>
                  <a:pt x="357942" y="191738"/>
                  <a:pt x="356890" y="194356"/>
                  <a:pt x="354799" y="196459"/>
                </a:cubicBezTo>
                <a:lnTo>
                  <a:pt x="323755" y="232600"/>
                </a:lnTo>
                <a:lnTo>
                  <a:pt x="329253" y="279749"/>
                </a:lnTo>
                <a:cubicBezTo>
                  <a:pt x="329778" y="282630"/>
                  <a:pt x="329058" y="285384"/>
                  <a:pt x="327092" y="288002"/>
                </a:cubicBezTo>
                <a:cubicBezTo>
                  <a:pt x="325126" y="290619"/>
                  <a:pt x="322703" y="292197"/>
                  <a:pt x="319823" y="292711"/>
                </a:cubicBezTo>
                <a:lnTo>
                  <a:pt x="271497" y="302541"/>
                </a:lnTo>
                <a:lnTo>
                  <a:pt x="246751" y="344580"/>
                </a:lnTo>
                <a:cubicBezTo>
                  <a:pt x="245174" y="347198"/>
                  <a:pt x="242945" y="348969"/>
                  <a:pt x="240064" y="349884"/>
                </a:cubicBezTo>
                <a:cubicBezTo>
                  <a:pt x="237184" y="350798"/>
                  <a:pt x="234304" y="350604"/>
                  <a:pt x="231423" y="349289"/>
                </a:cubicBezTo>
                <a:lnTo>
                  <a:pt x="188595" y="329253"/>
                </a:lnTo>
                <a:lnTo>
                  <a:pt x="145767" y="349289"/>
                </a:lnTo>
                <a:cubicBezTo>
                  <a:pt x="142886" y="350604"/>
                  <a:pt x="140006" y="350730"/>
                  <a:pt x="137126" y="349689"/>
                </a:cubicBezTo>
                <a:cubicBezTo>
                  <a:pt x="134245" y="348638"/>
                  <a:pt x="132017" y="346809"/>
                  <a:pt x="130451" y="344192"/>
                </a:cubicBezTo>
                <a:close/>
                <a:moveTo>
                  <a:pt x="146555" y="322577"/>
                </a:moveTo>
                <a:lnTo>
                  <a:pt x="188595" y="304895"/>
                </a:lnTo>
                <a:lnTo>
                  <a:pt x="231812" y="322577"/>
                </a:lnTo>
                <a:lnTo>
                  <a:pt x="258135" y="283281"/>
                </a:lnTo>
                <a:lnTo>
                  <a:pt x="304107" y="271497"/>
                </a:lnTo>
                <a:lnTo>
                  <a:pt x="299397" y="224748"/>
                </a:lnTo>
                <a:lnTo>
                  <a:pt x="331219" y="188595"/>
                </a:lnTo>
                <a:lnTo>
                  <a:pt x="299397" y="151665"/>
                </a:lnTo>
                <a:lnTo>
                  <a:pt x="304107" y="104905"/>
                </a:lnTo>
                <a:lnTo>
                  <a:pt x="258135" y="93909"/>
                </a:lnTo>
                <a:lnTo>
                  <a:pt x="231035" y="54613"/>
                </a:lnTo>
                <a:lnTo>
                  <a:pt x="188595" y="72295"/>
                </a:lnTo>
                <a:lnTo>
                  <a:pt x="145378" y="54613"/>
                </a:lnTo>
                <a:lnTo>
                  <a:pt x="119055" y="93909"/>
                </a:lnTo>
                <a:lnTo>
                  <a:pt x="73083" y="104905"/>
                </a:lnTo>
                <a:lnTo>
                  <a:pt x="77793" y="151665"/>
                </a:lnTo>
                <a:lnTo>
                  <a:pt x="45971" y="188595"/>
                </a:lnTo>
                <a:lnTo>
                  <a:pt x="77793" y="224748"/>
                </a:lnTo>
                <a:lnTo>
                  <a:pt x="73083" y="272285"/>
                </a:lnTo>
                <a:lnTo>
                  <a:pt x="119055" y="283281"/>
                </a:lnTo>
                <a:lnTo>
                  <a:pt x="146555" y="32257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115" name="圖示 通知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98609"/>
                </a:moveTo>
                <a:cubicBezTo>
                  <a:pt x="71300" y="298609"/>
                  <a:pt x="68500" y="297466"/>
                  <a:pt x="66248" y="295191"/>
                </a:cubicBezTo>
                <a:cubicBezTo>
                  <a:pt x="63997" y="292917"/>
                  <a:pt x="62865" y="290093"/>
                  <a:pt x="62865" y="286744"/>
                </a:cubicBezTo>
                <a:cubicBezTo>
                  <a:pt x="62865" y="283395"/>
                  <a:pt x="63997" y="280595"/>
                  <a:pt x="66248" y="278378"/>
                </a:cubicBezTo>
                <a:cubicBezTo>
                  <a:pt x="68500" y="276149"/>
                  <a:pt x="71300" y="275040"/>
                  <a:pt x="74649" y="275040"/>
                </a:cubicBezTo>
                <a:lnTo>
                  <a:pt x="94298" y="275040"/>
                </a:lnTo>
                <a:lnTo>
                  <a:pt x="94298" y="155597"/>
                </a:lnTo>
                <a:cubicBezTo>
                  <a:pt x="94298" y="133594"/>
                  <a:pt x="100778" y="113877"/>
                  <a:pt x="113751" y="96458"/>
                </a:cubicBezTo>
                <a:cubicBezTo>
                  <a:pt x="126713" y="79038"/>
                  <a:pt x="143801" y="68100"/>
                  <a:pt x="165026" y="63654"/>
                </a:cubicBezTo>
                <a:lnTo>
                  <a:pt x="165026" y="55013"/>
                </a:lnTo>
                <a:cubicBezTo>
                  <a:pt x="165026" y="48463"/>
                  <a:pt x="167312" y="42897"/>
                  <a:pt x="171896" y="38313"/>
                </a:cubicBezTo>
                <a:cubicBezTo>
                  <a:pt x="176479" y="33730"/>
                  <a:pt x="182046" y="31433"/>
                  <a:pt x="188595" y="31433"/>
                </a:cubicBezTo>
                <a:cubicBezTo>
                  <a:pt x="195144" y="31433"/>
                  <a:pt x="200711" y="33730"/>
                  <a:pt x="205294" y="38313"/>
                </a:cubicBezTo>
                <a:cubicBezTo>
                  <a:pt x="209878" y="42897"/>
                  <a:pt x="212175" y="48463"/>
                  <a:pt x="212175" y="55013"/>
                </a:cubicBezTo>
                <a:lnTo>
                  <a:pt x="212175" y="63654"/>
                </a:lnTo>
                <a:cubicBezTo>
                  <a:pt x="233389" y="68100"/>
                  <a:pt x="250477" y="79038"/>
                  <a:pt x="263439" y="96458"/>
                </a:cubicBezTo>
                <a:cubicBezTo>
                  <a:pt x="276412" y="113877"/>
                  <a:pt x="282893" y="133594"/>
                  <a:pt x="282893" y="155597"/>
                </a:cubicBezTo>
                <a:lnTo>
                  <a:pt x="282893" y="275040"/>
                </a:lnTo>
                <a:lnTo>
                  <a:pt x="302541" y="275040"/>
                </a:lnTo>
                <a:cubicBezTo>
                  <a:pt x="305890" y="275040"/>
                  <a:pt x="308690" y="276172"/>
                  <a:pt x="310942" y="278458"/>
                </a:cubicBezTo>
                <a:cubicBezTo>
                  <a:pt x="313193" y="280732"/>
                  <a:pt x="314325" y="283544"/>
                  <a:pt x="314325" y="286904"/>
                </a:cubicBezTo>
                <a:cubicBezTo>
                  <a:pt x="314325" y="290253"/>
                  <a:pt x="313193" y="293042"/>
                  <a:pt x="310942" y="295271"/>
                </a:cubicBezTo>
                <a:cubicBezTo>
                  <a:pt x="308690" y="297500"/>
                  <a:pt x="305890" y="298609"/>
                  <a:pt x="302541" y="298609"/>
                </a:cubicBezTo>
                <a:lnTo>
                  <a:pt x="74649" y="298609"/>
                </a:lnTo>
                <a:close/>
                <a:moveTo>
                  <a:pt x="188595" y="179954"/>
                </a:moveTo>
                <a:close/>
                <a:moveTo>
                  <a:pt x="188595" y="345758"/>
                </a:moveTo>
                <a:cubicBezTo>
                  <a:pt x="179954" y="345758"/>
                  <a:pt x="172547" y="342683"/>
                  <a:pt x="166398" y="336522"/>
                </a:cubicBezTo>
                <a:cubicBezTo>
                  <a:pt x="160237" y="330373"/>
                  <a:pt x="157163" y="322966"/>
                  <a:pt x="157163" y="314325"/>
                </a:cubicBezTo>
                <a:lnTo>
                  <a:pt x="220028" y="314325"/>
                </a:lnTo>
                <a:cubicBezTo>
                  <a:pt x="220028" y="322966"/>
                  <a:pt x="216953" y="330373"/>
                  <a:pt x="210792" y="336522"/>
                </a:cubicBezTo>
                <a:cubicBezTo>
                  <a:pt x="204643" y="342683"/>
                  <a:pt x="197236" y="345758"/>
                  <a:pt x="188595" y="345758"/>
                </a:cubicBezTo>
                <a:close/>
                <a:moveTo>
                  <a:pt x="117878" y="275040"/>
                </a:moveTo>
                <a:lnTo>
                  <a:pt x="259324" y="275040"/>
                </a:lnTo>
                <a:lnTo>
                  <a:pt x="259324" y="155597"/>
                </a:lnTo>
                <a:cubicBezTo>
                  <a:pt x="259324" y="135948"/>
                  <a:pt x="252443" y="119249"/>
                  <a:pt x="238693" y="105499"/>
                </a:cubicBezTo>
                <a:cubicBezTo>
                  <a:pt x="224942" y="91749"/>
                  <a:pt x="208243" y="84868"/>
                  <a:pt x="188595" y="84868"/>
                </a:cubicBezTo>
                <a:cubicBezTo>
                  <a:pt x="168947" y="84868"/>
                  <a:pt x="152248" y="91749"/>
                  <a:pt x="138497" y="105499"/>
                </a:cubicBezTo>
                <a:cubicBezTo>
                  <a:pt x="124747" y="119249"/>
                  <a:pt x="117878" y="135948"/>
                  <a:pt x="117878" y="155597"/>
                </a:cubicBezTo>
                <a:lnTo>
                  <a:pt x="117878" y="27504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17" name="圖示 問題追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71461" y="330041"/>
                  <a:pt x="155597" y="325984"/>
                  <a:pt x="140978" y="317857"/>
                </a:cubicBezTo>
                <a:cubicBezTo>
                  <a:pt x="126359" y="309742"/>
                  <a:pt x="115512" y="298083"/>
                  <a:pt x="108448" y="282893"/>
                </a:cubicBezTo>
                <a:lnTo>
                  <a:pt x="74649" y="282893"/>
                </a:lnTo>
                <a:cubicBezTo>
                  <a:pt x="71300" y="282893"/>
                  <a:pt x="68500" y="281750"/>
                  <a:pt x="66248" y="279475"/>
                </a:cubicBezTo>
                <a:cubicBezTo>
                  <a:pt x="63997" y="277200"/>
                  <a:pt x="62865" y="274377"/>
                  <a:pt x="62865" y="271028"/>
                </a:cubicBezTo>
                <a:cubicBezTo>
                  <a:pt x="62865" y="267679"/>
                  <a:pt x="63997" y="264879"/>
                  <a:pt x="66248" y="262661"/>
                </a:cubicBezTo>
                <a:cubicBezTo>
                  <a:pt x="68500" y="260433"/>
                  <a:pt x="71300" y="259324"/>
                  <a:pt x="74649" y="259324"/>
                </a:cubicBezTo>
                <a:lnTo>
                  <a:pt x="99018" y="259324"/>
                </a:lnTo>
                <a:cubicBezTo>
                  <a:pt x="97178" y="252512"/>
                  <a:pt x="96263" y="245608"/>
                  <a:pt x="96263" y="238613"/>
                </a:cubicBezTo>
                <a:lnTo>
                  <a:pt x="96263" y="217673"/>
                </a:lnTo>
                <a:lnTo>
                  <a:pt x="74261" y="217673"/>
                </a:lnTo>
                <a:cubicBezTo>
                  <a:pt x="70912" y="217673"/>
                  <a:pt x="68100" y="216530"/>
                  <a:pt x="65848" y="214255"/>
                </a:cubicBezTo>
                <a:cubicBezTo>
                  <a:pt x="63597" y="211969"/>
                  <a:pt x="62476" y="209158"/>
                  <a:pt x="62476" y="205809"/>
                </a:cubicBezTo>
                <a:cubicBezTo>
                  <a:pt x="62476" y="202448"/>
                  <a:pt x="63597" y="199659"/>
                  <a:pt x="65848" y="197430"/>
                </a:cubicBezTo>
                <a:cubicBezTo>
                  <a:pt x="68100" y="195213"/>
                  <a:pt x="70912" y="194093"/>
                  <a:pt x="74261" y="194093"/>
                </a:cubicBezTo>
                <a:lnTo>
                  <a:pt x="96263" y="194093"/>
                </a:lnTo>
                <a:cubicBezTo>
                  <a:pt x="96263" y="186503"/>
                  <a:pt x="96332" y="178971"/>
                  <a:pt x="96458" y="171507"/>
                </a:cubicBezTo>
                <a:cubicBezTo>
                  <a:pt x="96595" y="164043"/>
                  <a:pt x="97704" y="156637"/>
                  <a:pt x="99795" y="149310"/>
                </a:cubicBezTo>
                <a:lnTo>
                  <a:pt x="74649" y="149310"/>
                </a:lnTo>
                <a:cubicBezTo>
                  <a:pt x="71300" y="149310"/>
                  <a:pt x="68500" y="148167"/>
                  <a:pt x="66248" y="145881"/>
                </a:cubicBezTo>
                <a:cubicBezTo>
                  <a:pt x="63997" y="143607"/>
                  <a:pt x="62865" y="140795"/>
                  <a:pt x="62865" y="137434"/>
                </a:cubicBezTo>
                <a:cubicBezTo>
                  <a:pt x="62865" y="134085"/>
                  <a:pt x="63997" y="131296"/>
                  <a:pt x="66248" y="129068"/>
                </a:cubicBezTo>
                <a:cubicBezTo>
                  <a:pt x="68500" y="126839"/>
                  <a:pt x="71300" y="125730"/>
                  <a:pt x="74649" y="125730"/>
                </a:cubicBezTo>
                <a:lnTo>
                  <a:pt x="110014" y="125730"/>
                </a:lnTo>
                <a:cubicBezTo>
                  <a:pt x="113683" y="118392"/>
                  <a:pt x="118529" y="111980"/>
                  <a:pt x="124553" y="106482"/>
                </a:cubicBezTo>
                <a:cubicBezTo>
                  <a:pt x="130576" y="100973"/>
                  <a:pt x="137251" y="96389"/>
                  <a:pt x="144590" y="92732"/>
                </a:cubicBezTo>
                <a:lnTo>
                  <a:pt x="122198" y="70729"/>
                </a:lnTo>
                <a:cubicBezTo>
                  <a:pt x="120095" y="68626"/>
                  <a:pt x="119055" y="66031"/>
                  <a:pt x="119055" y="62945"/>
                </a:cubicBezTo>
                <a:cubicBezTo>
                  <a:pt x="119055" y="59847"/>
                  <a:pt x="120152" y="57184"/>
                  <a:pt x="122347" y="54933"/>
                </a:cubicBezTo>
                <a:cubicBezTo>
                  <a:pt x="124370" y="52864"/>
                  <a:pt x="126930" y="51824"/>
                  <a:pt x="130051" y="51824"/>
                </a:cubicBezTo>
                <a:cubicBezTo>
                  <a:pt x="133171" y="51824"/>
                  <a:pt x="135777" y="52875"/>
                  <a:pt x="137869" y="54967"/>
                </a:cubicBezTo>
                <a:lnTo>
                  <a:pt x="166947" y="84045"/>
                </a:lnTo>
                <a:cubicBezTo>
                  <a:pt x="174205" y="81427"/>
                  <a:pt x="181577" y="80113"/>
                  <a:pt x="189064" y="80113"/>
                </a:cubicBezTo>
                <a:cubicBezTo>
                  <a:pt x="196607" y="80136"/>
                  <a:pt x="204048" y="81462"/>
                  <a:pt x="211386" y="84079"/>
                </a:cubicBezTo>
                <a:lnTo>
                  <a:pt x="240464" y="55013"/>
                </a:lnTo>
                <a:cubicBezTo>
                  <a:pt x="242556" y="52909"/>
                  <a:pt x="245151" y="51869"/>
                  <a:pt x="248237" y="51869"/>
                </a:cubicBezTo>
                <a:cubicBezTo>
                  <a:pt x="251334" y="51869"/>
                  <a:pt x="253997" y="52967"/>
                  <a:pt x="256249" y="55161"/>
                </a:cubicBezTo>
                <a:cubicBezTo>
                  <a:pt x="258318" y="57184"/>
                  <a:pt x="259358" y="59745"/>
                  <a:pt x="259358" y="62865"/>
                </a:cubicBezTo>
                <a:cubicBezTo>
                  <a:pt x="259358" y="65985"/>
                  <a:pt x="258295" y="68603"/>
                  <a:pt x="256181" y="70729"/>
                </a:cubicBezTo>
                <a:lnTo>
                  <a:pt x="234178" y="92732"/>
                </a:lnTo>
                <a:cubicBezTo>
                  <a:pt x="241504" y="96389"/>
                  <a:pt x="247974" y="101064"/>
                  <a:pt x="253586" y="106756"/>
                </a:cubicBezTo>
                <a:cubicBezTo>
                  <a:pt x="259187" y="112414"/>
                  <a:pt x="264113" y="118735"/>
                  <a:pt x="268354" y="125730"/>
                </a:cubicBezTo>
                <a:lnTo>
                  <a:pt x="302929" y="125730"/>
                </a:lnTo>
                <a:cubicBezTo>
                  <a:pt x="306278" y="125730"/>
                  <a:pt x="309090" y="126873"/>
                  <a:pt x="311342" y="129148"/>
                </a:cubicBezTo>
                <a:cubicBezTo>
                  <a:pt x="313593" y="131422"/>
                  <a:pt x="314714" y="134245"/>
                  <a:pt x="314714" y="137594"/>
                </a:cubicBezTo>
                <a:cubicBezTo>
                  <a:pt x="314714" y="140943"/>
                  <a:pt x="313593" y="143744"/>
                  <a:pt x="311342" y="145961"/>
                </a:cubicBezTo>
                <a:cubicBezTo>
                  <a:pt x="309090" y="148190"/>
                  <a:pt x="306278" y="149310"/>
                  <a:pt x="302929" y="149310"/>
                </a:cubicBezTo>
                <a:lnTo>
                  <a:pt x="277395" y="149310"/>
                </a:lnTo>
                <a:cubicBezTo>
                  <a:pt x="279749" y="156637"/>
                  <a:pt x="280858" y="164066"/>
                  <a:pt x="280732" y="171587"/>
                </a:cubicBezTo>
                <a:cubicBezTo>
                  <a:pt x="280595" y="179097"/>
                  <a:pt x="280538" y="186606"/>
                  <a:pt x="280538" y="194093"/>
                </a:cubicBezTo>
                <a:lnTo>
                  <a:pt x="302929" y="194093"/>
                </a:lnTo>
                <a:cubicBezTo>
                  <a:pt x="306278" y="194093"/>
                  <a:pt x="309090" y="195236"/>
                  <a:pt x="311342" y="197510"/>
                </a:cubicBezTo>
                <a:cubicBezTo>
                  <a:pt x="313593" y="199796"/>
                  <a:pt x="314714" y="202608"/>
                  <a:pt x="314714" y="205957"/>
                </a:cubicBezTo>
                <a:cubicBezTo>
                  <a:pt x="314714" y="209318"/>
                  <a:pt x="313593" y="212107"/>
                  <a:pt x="311342" y="214335"/>
                </a:cubicBezTo>
                <a:cubicBezTo>
                  <a:pt x="309090" y="216553"/>
                  <a:pt x="306278" y="217673"/>
                  <a:pt x="302929" y="217673"/>
                </a:cubicBezTo>
                <a:lnTo>
                  <a:pt x="280538" y="217673"/>
                </a:lnTo>
                <a:cubicBezTo>
                  <a:pt x="280538" y="224748"/>
                  <a:pt x="280595" y="231755"/>
                  <a:pt x="280732" y="238693"/>
                </a:cubicBezTo>
                <a:cubicBezTo>
                  <a:pt x="280858" y="245631"/>
                  <a:pt x="280012" y="252512"/>
                  <a:pt x="278183" y="259324"/>
                </a:cubicBezTo>
                <a:lnTo>
                  <a:pt x="302929" y="259324"/>
                </a:lnTo>
                <a:cubicBezTo>
                  <a:pt x="306278" y="259324"/>
                  <a:pt x="309090" y="260455"/>
                  <a:pt x="311342" y="262741"/>
                </a:cubicBezTo>
                <a:cubicBezTo>
                  <a:pt x="313593" y="265016"/>
                  <a:pt x="314714" y="267828"/>
                  <a:pt x="314714" y="271188"/>
                </a:cubicBezTo>
                <a:cubicBezTo>
                  <a:pt x="314714" y="274537"/>
                  <a:pt x="313593" y="277326"/>
                  <a:pt x="311342" y="279555"/>
                </a:cubicBezTo>
                <a:cubicBezTo>
                  <a:pt x="309090" y="281784"/>
                  <a:pt x="306278" y="282893"/>
                  <a:pt x="302929" y="282893"/>
                </a:cubicBezTo>
                <a:lnTo>
                  <a:pt x="269142" y="282893"/>
                </a:lnTo>
                <a:cubicBezTo>
                  <a:pt x="262330" y="298346"/>
                  <a:pt x="251529" y="310073"/>
                  <a:pt x="236727" y="318063"/>
                </a:cubicBezTo>
                <a:cubicBezTo>
                  <a:pt x="221948" y="326052"/>
                  <a:pt x="205911" y="330041"/>
                  <a:pt x="188595" y="330041"/>
                </a:cubicBezTo>
                <a:close/>
                <a:moveTo>
                  <a:pt x="188675" y="306473"/>
                </a:moveTo>
                <a:cubicBezTo>
                  <a:pt x="207477" y="306473"/>
                  <a:pt x="223559" y="299855"/>
                  <a:pt x="236921" y="286630"/>
                </a:cubicBezTo>
                <a:cubicBezTo>
                  <a:pt x="250283" y="273394"/>
                  <a:pt x="256958" y="257358"/>
                  <a:pt x="256958" y="238498"/>
                </a:cubicBezTo>
                <a:lnTo>
                  <a:pt x="256958" y="172879"/>
                </a:lnTo>
                <a:cubicBezTo>
                  <a:pt x="256958" y="154019"/>
                  <a:pt x="250260" y="137972"/>
                  <a:pt x="236841" y="124747"/>
                </a:cubicBezTo>
                <a:cubicBezTo>
                  <a:pt x="223434" y="111523"/>
                  <a:pt x="207329" y="104905"/>
                  <a:pt x="188515" y="104905"/>
                </a:cubicBezTo>
                <a:cubicBezTo>
                  <a:pt x="169713" y="104905"/>
                  <a:pt x="153631" y="111523"/>
                  <a:pt x="140269" y="124747"/>
                </a:cubicBezTo>
                <a:cubicBezTo>
                  <a:pt x="126907" y="137972"/>
                  <a:pt x="120232" y="154019"/>
                  <a:pt x="120232" y="172879"/>
                </a:cubicBezTo>
                <a:lnTo>
                  <a:pt x="120232" y="238498"/>
                </a:lnTo>
                <a:cubicBezTo>
                  <a:pt x="120232" y="257358"/>
                  <a:pt x="126930" y="273394"/>
                  <a:pt x="140349" y="286630"/>
                </a:cubicBezTo>
                <a:cubicBezTo>
                  <a:pt x="153756" y="299855"/>
                  <a:pt x="169861" y="306473"/>
                  <a:pt x="188675" y="306473"/>
                </a:cubicBezTo>
                <a:close/>
                <a:moveTo>
                  <a:pt x="168947" y="251460"/>
                </a:moveTo>
                <a:lnTo>
                  <a:pt x="208243" y="251460"/>
                </a:lnTo>
                <a:cubicBezTo>
                  <a:pt x="211592" y="251460"/>
                  <a:pt x="214393" y="250317"/>
                  <a:pt x="216644" y="248042"/>
                </a:cubicBezTo>
                <a:cubicBezTo>
                  <a:pt x="218896" y="245768"/>
                  <a:pt x="220028" y="242945"/>
                  <a:pt x="220028" y="239596"/>
                </a:cubicBezTo>
                <a:cubicBezTo>
                  <a:pt x="220028" y="236247"/>
                  <a:pt x="218896" y="233446"/>
                  <a:pt x="216644" y="231229"/>
                </a:cubicBezTo>
                <a:cubicBezTo>
                  <a:pt x="214393" y="229000"/>
                  <a:pt x="211592" y="227891"/>
                  <a:pt x="208243" y="227891"/>
                </a:cubicBezTo>
                <a:lnTo>
                  <a:pt x="168947" y="227891"/>
                </a:lnTo>
                <a:cubicBezTo>
                  <a:pt x="165598" y="227891"/>
                  <a:pt x="162797" y="229023"/>
                  <a:pt x="160546" y="231309"/>
                </a:cubicBezTo>
                <a:cubicBezTo>
                  <a:pt x="158294" y="233583"/>
                  <a:pt x="157163" y="236395"/>
                  <a:pt x="157163" y="239756"/>
                </a:cubicBezTo>
                <a:cubicBezTo>
                  <a:pt x="157163" y="243105"/>
                  <a:pt x="158294" y="245894"/>
                  <a:pt x="160546" y="248122"/>
                </a:cubicBezTo>
                <a:cubicBezTo>
                  <a:pt x="162797" y="250351"/>
                  <a:pt x="165598" y="251460"/>
                  <a:pt x="168947" y="251460"/>
                </a:cubicBezTo>
                <a:close/>
                <a:moveTo>
                  <a:pt x="168947" y="183486"/>
                </a:moveTo>
                <a:lnTo>
                  <a:pt x="208243" y="183486"/>
                </a:lnTo>
                <a:cubicBezTo>
                  <a:pt x="211592" y="183486"/>
                  <a:pt x="214393" y="182343"/>
                  <a:pt x="216644" y="180068"/>
                </a:cubicBezTo>
                <a:cubicBezTo>
                  <a:pt x="218896" y="177794"/>
                  <a:pt x="220028" y="174970"/>
                  <a:pt x="220028" y="171621"/>
                </a:cubicBezTo>
                <a:cubicBezTo>
                  <a:pt x="220028" y="168272"/>
                  <a:pt x="218896" y="165484"/>
                  <a:pt x="216644" y="163255"/>
                </a:cubicBezTo>
                <a:cubicBezTo>
                  <a:pt x="214393" y="161026"/>
                  <a:pt x="211592" y="159917"/>
                  <a:pt x="208243" y="159917"/>
                </a:cubicBezTo>
                <a:lnTo>
                  <a:pt x="168947" y="159917"/>
                </a:lnTo>
                <a:cubicBezTo>
                  <a:pt x="165598" y="159917"/>
                  <a:pt x="162797" y="161049"/>
                  <a:pt x="160546" y="163335"/>
                </a:cubicBezTo>
                <a:cubicBezTo>
                  <a:pt x="158294" y="165609"/>
                  <a:pt x="157163" y="168421"/>
                  <a:pt x="157163" y="171781"/>
                </a:cubicBezTo>
                <a:cubicBezTo>
                  <a:pt x="157163" y="175130"/>
                  <a:pt x="158294" y="177919"/>
                  <a:pt x="160546" y="180148"/>
                </a:cubicBezTo>
                <a:cubicBezTo>
                  <a:pt x="162797" y="182377"/>
                  <a:pt x="165598" y="183486"/>
                  <a:pt x="168947" y="183486"/>
                </a:cubicBezTo>
                <a:close/>
                <a:moveTo>
                  <a:pt x="188789" y="205889"/>
                </a:move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lnTo>
                  <a:pt x="188595" y="205889"/>
                </a:lnTo>
                <a:lnTo>
                  <a:pt x="188789" y="20588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119" name="圖示 時間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1557" y="183886"/>
                </a:moveTo>
                <a:lnTo>
                  <a:pt x="201557" y="116689"/>
                </a:lnTo>
                <a:cubicBezTo>
                  <a:pt x="201557" y="113283"/>
                  <a:pt x="200448" y="110471"/>
                  <a:pt x="198219" y="108242"/>
                </a:cubicBezTo>
                <a:cubicBezTo>
                  <a:pt x="195990" y="106025"/>
                  <a:pt x="193178" y="104905"/>
                  <a:pt x="189772" y="104905"/>
                </a:cubicBezTo>
                <a:cubicBezTo>
                  <a:pt x="186366" y="104905"/>
                  <a:pt x="183554" y="106025"/>
                  <a:pt x="181326" y="108242"/>
                </a:cubicBezTo>
                <a:cubicBezTo>
                  <a:pt x="179097" y="110471"/>
                  <a:pt x="177988" y="113283"/>
                  <a:pt x="177988" y="116689"/>
                </a:cubicBezTo>
                <a:lnTo>
                  <a:pt x="177988" y="188595"/>
                </a:lnTo>
                <a:cubicBezTo>
                  <a:pt x="177988" y="190172"/>
                  <a:pt x="178251" y="191613"/>
                  <a:pt x="178777" y="192916"/>
                </a:cubicBezTo>
                <a:cubicBezTo>
                  <a:pt x="179291" y="194230"/>
                  <a:pt x="180080" y="195533"/>
                  <a:pt x="181131" y="196847"/>
                </a:cubicBezTo>
                <a:lnTo>
                  <a:pt x="237710" y="255392"/>
                </a:lnTo>
                <a:cubicBezTo>
                  <a:pt x="240064" y="258009"/>
                  <a:pt x="243013" y="259255"/>
                  <a:pt x="246545" y="259118"/>
                </a:cubicBezTo>
                <a:cubicBezTo>
                  <a:pt x="250088" y="258992"/>
                  <a:pt x="253037" y="257747"/>
                  <a:pt x="255392" y="255392"/>
                </a:cubicBezTo>
                <a:cubicBezTo>
                  <a:pt x="257747" y="253037"/>
                  <a:pt x="258924" y="250146"/>
                  <a:pt x="258924" y="246751"/>
                </a:cubicBezTo>
                <a:cubicBezTo>
                  <a:pt x="258924" y="243345"/>
                  <a:pt x="257747" y="240464"/>
                  <a:pt x="255392" y="238098"/>
                </a:cubicBezTo>
                <a:lnTo>
                  <a:pt x="201557" y="183886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7118"/>
                  <a:pt x="35559" y="146818"/>
                  <a:pt x="43811" y="127696"/>
                </a:cubicBezTo>
                <a:cubicBezTo>
                  <a:pt x="52064" y="108574"/>
                  <a:pt x="63322" y="91874"/>
                  <a:pt x="77598" y="77598"/>
                </a:cubicBezTo>
                <a:cubicBezTo>
                  <a:pt x="91874" y="63322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072" y="31433"/>
                  <a:pt x="230372" y="35559"/>
                  <a:pt x="249494" y="43811"/>
                </a:cubicBezTo>
                <a:cubicBezTo>
                  <a:pt x="268616" y="52064"/>
                  <a:pt x="285316" y="63322"/>
                  <a:pt x="299592" y="77598"/>
                </a:cubicBezTo>
                <a:cubicBezTo>
                  <a:pt x="313868" y="91874"/>
                  <a:pt x="325126" y="108574"/>
                  <a:pt x="333379" y="127696"/>
                </a:cubicBezTo>
                <a:cubicBezTo>
                  <a:pt x="341631" y="146818"/>
                  <a:pt x="345758" y="167118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868" y="285316"/>
                  <a:pt x="299592" y="299592"/>
                </a:cubicBezTo>
                <a:cubicBezTo>
                  <a:pt x="285316" y="313868"/>
                  <a:pt x="268616" y="325126"/>
                  <a:pt x="249494" y="333379"/>
                </a:cubicBezTo>
                <a:cubicBezTo>
                  <a:pt x="230372" y="341631"/>
                  <a:pt x="210072" y="345758"/>
                  <a:pt x="188595" y="345758"/>
                </a:cubicBezTo>
                <a:close/>
                <a:moveTo>
                  <a:pt x="188595" y="188595"/>
                </a:moveTo>
                <a:close/>
                <a:moveTo>
                  <a:pt x="188595" y="322189"/>
                </a:moveTo>
                <a:cubicBezTo>
                  <a:pt x="225262" y="322189"/>
                  <a:pt x="256695" y="309090"/>
                  <a:pt x="282893" y="282893"/>
                </a:cubicBezTo>
                <a:cubicBezTo>
                  <a:pt x="309090" y="256695"/>
                  <a:pt x="322189" y="225262"/>
                  <a:pt x="322189" y="188595"/>
                </a:cubicBezTo>
                <a:cubicBezTo>
                  <a:pt x="322189" y="151928"/>
                  <a:pt x="309090" y="120495"/>
                  <a:pt x="282893" y="94298"/>
                </a:cubicBezTo>
                <a:cubicBezTo>
                  <a:pt x="256695" y="68100"/>
                  <a:pt x="225262" y="55013"/>
                  <a:pt x="188595" y="55013"/>
                </a:cubicBezTo>
                <a:cubicBezTo>
                  <a:pt x="151928" y="55013"/>
                  <a:pt x="120495" y="68100"/>
                  <a:pt x="94298" y="94298"/>
                </a:cubicBezTo>
                <a:cubicBezTo>
                  <a:pt x="68100" y="120495"/>
                  <a:pt x="55013" y="151928"/>
                  <a:pt x="55013" y="188595"/>
                </a:cubicBezTo>
                <a:cubicBezTo>
                  <a:pt x="55013" y="225262"/>
                  <a:pt x="68100" y="256695"/>
                  <a:pt x="94298" y="282893"/>
                </a:cubicBezTo>
                <a:cubicBezTo>
                  <a:pt x="120495" y="309090"/>
                  <a:pt x="151928" y="322189"/>
                  <a:pt x="188595" y="322189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21" name="圖示 計時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231" y="39296"/>
                </a:moveTo>
                <a:cubicBezTo>
                  <a:pt x="149824" y="39296"/>
                  <a:pt x="147013" y="38176"/>
                  <a:pt x="144784" y="35947"/>
                </a:cubicBezTo>
                <a:cubicBezTo>
                  <a:pt x="142555" y="33730"/>
                  <a:pt x="141446" y="30907"/>
                  <a:pt x="141446" y="27501"/>
                </a:cubicBezTo>
                <a:cubicBezTo>
                  <a:pt x="141446" y="24094"/>
                  <a:pt x="142555" y="21283"/>
                  <a:pt x="144784" y="19054"/>
                </a:cubicBezTo>
                <a:cubicBezTo>
                  <a:pt x="147013" y="16825"/>
                  <a:pt x="149824" y="15716"/>
                  <a:pt x="153231" y="15716"/>
                </a:cubicBezTo>
                <a:lnTo>
                  <a:pt x="223959" y="15716"/>
                </a:lnTo>
                <a:cubicBezTo>
                  <a:pt x="227366" y="15716"/>
                  <a:pt x="230177" y="16825"/>
                  <a:pt x="232406" y="19054"/>
                </a:cubicBezTo>
                <a:cubicBezTo>
                  <a:pt x="234635" y="21283"/>
                  <a:pt x="235744" y="24094"/>
                  <a:pt x="235744" y="27501"/>
                </a:cubicBezTo>
                <a:cubicBezTo>
                  <a:pt x="235744" y="30907"/>
                  <a:pt x="234635" y="33730"/>
                  <a:pt x="232406" y="35947"/>
                </a:cubicBezTo>
                <a:cubicBezTo>
                  <a:pt x="230177" y="38176"/>
                  <a:pt x="227366" y="39296"/>
                  <a:pt x="223959" y="39296"/>
                </a:cubicBezTo>
                <a:lnTo>
                  <a:pt x="153231" y="39296"/>
                </a:lnTo>
                <a:close/>
                <a:moveTo>
                  <a:pt x="197042" y="211581"/>
                </a:moveTo>
                <a:cubicBezTo>
                  <a:pt x="199271" y="209352"/>
                  <a:pt x="200379" y="206540"/>
                  <a:pt x="200379" y="203134"/>
                </a:cubicBezTo>
                <a:lnTo>
                  <a:pt x="200379" y="136337"/>
                </a:lnTo>
                <a:cubicBezTo>
                  <a:pt x="200379" y="132931"/>
                  <a:pt x="199271" y="130119"/>
                  <a:pt x="197042" y="127890"/>
                </a:cubicBezTo>
                <a:cubicBezTo>
                  <a:pt x="194813" y="125661"/>
                  <a:pt x="192001" y="124553"/>
                  <a:pt x="188595" y="124553"/>
                </a:cubicBezTo>
                <a:cubicBezTo>
                  <a:pt x="185189" y="124553"/>
                  <a:pt x="182377" y="125661"/>
                  <a:pt x="180148" y="127890"/>
                </a:cubicBezTo>
                <a:cubicBezTo>
                  <a:pt x="177919" y="130119"/>
                  <a:pt x="176811" y="132931"/>
                  <a:pt x="176811" y="136337"/>
                </a:cubicBezTo>
                <a:lnTo>
                  <a:pt x="176811" y="203134"/>
                </a:lnTo>
                <a:cubicBezTo>
                  <a:pt x="176811" y="206540"/>
                  <a:pt x="177919" y="209352"/>
                  <a:pt x="180148" y="211581"/>
                </a:cubicBezTo>
                <a:cubicBezTo>
                  <a:pt x="182377" y="213810"/>
                  <a:pt x="185189" y="214918"/>
                  <a:pt x="188595" y="214918"/>
                </a:cubicBezTo>
                <a:cubicBezTo>
                  <a:pt x="192001" y="214918"/>
                  <a:pt x="194813" y="213810"/>
                  <a:pt x="197042" y="211581"/>
                </a:cubicBezTo>
                <a:close/>
                <a:moveTo>
                  <a:pt x="133788" y="334167"/>
                </a:moveTo>
                <a:cubicBezTo>
                  <a:pt x="116632" y="326704"/>
                  <a:pt x="101636" y="316554"/>
                  <a:pt x="88800" y="303718"/>
                </a:cubicBezTo>
                <a:cubicBezTo>
                  <a:pt x="75964" y="290882"/>
                  <a:pt x="65814" y="275886"/>
                  <a:pt x="58350" y="258729"/>
                </a:cubicBezTo>
                <a:cubicBezTo>
                  <a:pt x="50886" y="241573"/>
                  <a:pt x="47149" y="223296"/>
                  <a:pt x="47149" y="203923"/>
                </a:cubicBezTo>
                <a:cubicBezTo>
                  <a:pt x="47149" y="184537"/>
                  <a:pt x="50886" y="166261"/>
                  <a:pt x="58350" y="149104"/>
                </a:cubicBezTo>
                <a:cubicBezTo>
                  <a:pt x="65814" y="131948"/>
                  <a:pt x="75964" y="116952"/>
                  <a:pt x="88800" y="104116"/>
                </a:cubicBezTo>
                <a:cubicBezTo>
                  <a:pt x="101636" y="91280"/>
                  <a:pt x="116632" y="81130"/>
                  <a:pt x="133788" y="73666"/>
                </a:cubicBezTo>
                <a:cubicBezTo>
                  <a:pt x="150945" y="66203"/>
                  <a:pt x="169210" y="62476"/>
                  <a:pt x="188595" y="62476"/>
                </a:cubicBezTo>
                <a:cubicBezTo>
                  <a:pt x="206140" y="62476"/>
                  <a:pt x="222645" y="65414"/>
                  <a:pt x="238098" y="71312"/>
                </a:cubicBezTo>
                <a:cubicBezTo>
                  <a:pt x="253552" y="77210"/>
                  <a:pt x="267302" y="85394"/>
                  <a:pt x="279361" y="95875"/>
                </a:cubicBezTo>
                <a:lnTo>
                  <a:pt x="291145" y="84079"/>
                </a:lnTo>
                <a:cubicBezTo>
                  <a:pt x="293500" y="81725"/>
                  <a:pt x="296254" y="80547"/>
                  <a:pt x="299397" y="80547"/>
                </a:cubicBezTo>
                <a:cubicBezTo>
                  <a:pt x="302541" y="80547"/>
                  <a:pt x="305284" y="81725"/>
                  <a:pt x="307650" y="84079"/>
                </a:cubicBezTo>
                <a:cubicBezTo>
                  <a:pt x="310004" y="86445"/>
                  <a:pt x="311182" y="89188"/>
                  <a:pt x="311182" y="92332"/>
                </a:cubicBezTo>
                <a:cubicBezTo>
                  <a:pt x="311182" y="95475"/>
                  <a:pt x="310004" y="98229"/>
                  <a:pt x="307650" y="100584"/>
                </a:cubicBezTo>
                <a:lnTo>
                  <a:pt x="295854" y="112368"/>
                </a:lnTo>
                <a:cubicBezTo>
                  <a:pt x="305284" y="122850"/>
                  <a:pt x="313342" y="135548"/>
                  <a:pt x="320017" y="150487"/>
                </a:cubicBezTo>
                <a:cubicBezTo>
                  <a:pt x="326704" y="165415"/>
                  <a:pt x="330041" y="183223"/>
                  <a:pt x="330041" y="203923"/>
                </a:cubicBezTo>
                <a:cubicBezTo>
                  <a:pt x="330041" y="223296"/>
                  <a:pt x="326304" y="241573"/>
                  <a:pt x="318840" y="258729"/>
                </a:cubicBezTo>
                <a:cubicBezTo>
                  <a:pt x="311376" y="275886"/>
                  <a:pt x="301226" y="290882"/>
                  <a:pt x="288390" y="303718"/>
                </a:cubicBezTo>
                <a:cubicBezTo>
                  <a:pt x="275554" y="316554"/>
                  <a:pt x="260558" y="326704"/>
                  <a:pt x="243402" y="334167"/>
                </a:cubicBezTo>
                <a:cubicBezTo>
                  <a:pt x="226245" y="341631"/>
                  <a:pt x="207980" y="345369"/>
                  <a:pt x="188595" y="345369"/>
                </a:cubicBezTo>
                <a:cubicBezTo>
                  <a:pt x="169210" y="345369"/>
                  <a:pt x="150945" y="341631"/>
                  <a:pt x="133788" y="334167"/>
                </a:cubicBezTo>
                <a:close/>
                <a:moveTo>
                  <a:pt x="272091" y="287407"/>
                </a:moveTo>
                <a:cubicBezTo>
                  <a:pt x="295008" y="264490"/>
                  <a:pt x="306473" y="236658"/>
                  <a:pt x="306473" y="203923"/>
                </a:cubicBezTo>
                <a:cubicBezTo>
                  <a:pt x="306473" y="171176"/>
                  <a:pt x="295008" y="143344"/>
                  <a:pt x="272091" y="120426"/>
                </a:cubicBezTo>
                <a:cubicBezTo>
                  <a:pt x="249163" y="97509"/>
                  <a:pt x="221342" y="86045"/>
                  <a:pt x="188595" y="86045"/>
                </a:cubicBezTo>
                <a:cubicBezTo>
                  <a:pt x="155848" y="86045"/>
                  <a:pt x="128027" y="97509"/>
                  <a:pt x="105099" y="120426"/>
                </a:cubicBezTo>
                <a:cubicBezTo>
                  <a:pt x="82182" y="143344"/>
                  <a:pt x="70729" y="171176"/>
                  <a:pt x="70729" y="203923"/>
                </a:cubicBezTo>
                <a:cubicBezTo>
                  <a:pt x="70729" y="236658"/>
                  <a:pt x="82182" y="264490"/>
                  <a:pt x="105099" y="287407"/>
                </a:cubicBezTo>
                <a:cubicBezTo>
                  <a:pt x="128027" y="310336"/>
                  <a:pt x="155848" y="321789"/>
                  <a:pt x="188595" y="321789"/>
                </a:cubicBezTo>
                <a:cubicBezTo>
                  <a:pt x="221342" y="321789"/>
                  <a:pt x="249163" y="310336"/>
                  <a:pt x="272091" y="287407"/>
                </a:cubicBezTo>
                <a:close/>
                <a:moveTo>
                  <a:pt x="188595" y="20431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23" name="圖示 等待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1021" y="322189"/>
                </a:moveTo>
                <a:lnTo>
                  <a:pt x="256181" y="322189"/>
                </a:lnTo>
                <a:lnTo>
                  <a:pt x="256181" y="272285"/>
                </a:lnTo>
                <a:cubicBezTo>
                  <a:pt x="256181" y="253426"/>
                  <a:pt x="249631" y="237515"/>
                  <a:pt x="236532" y="224542"/>
                </a:cubicBezTo>
                <a:cubicBezTo>
                  <a:pt x="223434" y="211581"/>
                  <a:pt x="207455" y="205100"/>
                  <a:pt x="188595" y="205100"/>
                </a:cubicBezTo>
                <a:cubicBezTo>
                  <a:pt x="169736" y="205100"/>
                  <a:pt x="153756" y="211581"/>
                  <a:pt x="140658" y="224542"/>
                </a:cubicBezTo>
                <a:cubicBezTo>
                  <a:pt x="127559" y="237515"/>
                  <a:pt x="121021" y="253426"/>
                  <a:pt x="121021" y="272285"/>
                </a:cubicBezTo>
                <a:lnTo>
                  <a:pt x="121021" y="322189"/>
                </a:lnTo>
                <a:close/>
                <a:moveTo>
                  <a:pt x="236532" y="152453"/>
                </a:moveTo>
                <a:cubicBezTo>
                  <a:pt x="249631" y="139355"/>
                  <a:pt x="256181" y="123375"/>
                  <a:pt x="256181" y="104516"/>
                </a:cubicBezTo>
                <a:lnTo>
                  <a:pt x="256181" y="55013"/>
                </a:lnTo>
                <a:lnTo>
                  <a:pt x="121021" y="55013"/>
                </a:lnTo>
                <a:lnTo>
                  <a:pt x="121021" y="104516"/>
                </a:lnTo>
                <a:cubicBezTo>
                  <a:pt x="121021" y="123375"/>
                  <a:pt x="127559" y="139355"/>
                  <a:pt x="140658" y="152453"/>
                </a:cubicBezTo>
                <a:cubicBezTo>
                  <a:pt x="153756" y="165541"/>
                  <a:pt x="169736" y="172090"/>
                  <a:pt x="188595" y="172090"/>
                </a:cubicBezTo>
                <a:cubicBezTo>
                  <a:pt x="207455" y="172090"/>
                  <a:pt x="223434" y="165541"/>
                  <a:pt x="236532" y="152453"/>
                </a:cubicBezTo>
                <a:close/>
                <a:moveTo>
                  <a:pt x="74649" y="345758"/>
                </a:moveTo>
                <a:cubicBezTo>
                  <a:pt x="71243" y="345758"/>
                  <a:pt x="68431" y="344649"/>
                  <a:pt x="66203" y="342420"/>
                </a:cubicBezTo>
                <a:cubicBezTo>
                  <a:pt x="63974" y="340191"/>
                  <a:pt x="62865" y="337379"/>
                  <a:pt x="62865" y="333973"/>
                </a:cubicBezTo>
                <a:cubicBezTo>
                  <a:pt x="62865" y="330567"/>
                  <a:pt x="63974" y="327744"/>
                  <a:pt x="66203" y="325526"/>
                </a:cubicBezTo>
                <a:cubicBezTo>
                  <a:pt x="68431" y="323298"/>
                  <a:pt x="71243" y="322189"/>
                  <a:pt x="74649" y="322189"/>
                </a:cubicBezTo>
                <a:lnTo>
                  <a:pt x="97441" y="322189"/>
                </a:lnTo>
                <a:lnTo>
                  <a:pt x="97441" y="272285"/>
                </a:lnTo>
                <a:cubicBezTo>
                  <a:pt x="97441" y="253689"/>
                  <a:pt x="102676" y="236795"/>
                  <a:pt x="113157" y="221605"/>
                </a:cubicBezTo>
                <a:cubicBezTo>
                  <a:pt x="123638" y="206403"/>
                  <a:pt x="137514" y="195407"/>
                  <a:pt x="154808" y="188595"/>
                </a:cubicBezTo>
                <a:cubicBezTo>
                  <a:pt x="137514" y="181520"/>
                  <a:pt x="123638" y="170387"/>
                  <a:pt x="113157" y="155197"/>
                </a:cubicBezTo>
                <a:cubicBezTo>
                  <a:pt x="102676" y="140006"/>
                  <a:pt x="97441" y="123113"/>
                  <a:pt x="97441" y="104516"/>
                </a:cubicBezTo>
                <a:lnTo>
                  <a:pt x="97441" y="55013"/>
                </a:lnTo>
                <a:lnTo>
                  <a:pt x="74649" y="55013"/>
                </a:lnTo>
                <a:cubicBezTo>
                  <a:pt x="71243" y="55013"/>
                  <a:pt x="68431" y="53892"/>
                  <a:pt x="66203" y="51664"/>
                </a:cubicBezTo>
                <a:cubicBezTo>
                  <a:pt x="63974" y="49446"/>
                  <a:pt x="62865" y="46623"/>
                  <a:pt x="62865" y="43217"/>
                </a:cubicBezTo>
                <a:cubicBezTo>
                  <a:pt x="62865" y="39811"/>
                  <a:pt x="63974" y="36999"/>
                  <a:pt x="66203" y="34770"/>
                </a:cubicBezTo>
                <a:cubicBezTo>
                  <a:pt x="68431" y="32541"/>
                  <a:pt x="71243" y="31433"/>
                  <a:pt x="74649" y="31433"/>
                </a:cubicBezTo>
                <a:lnTo>
                  <a:pt x="302541" y="31433"/>
                </a:lnTo>
                <a:cubicBezTo>
                  <a:pt x="305947" y="31433"/>
                  <a:pt x="308759" y="32541"/>
                  <a:pt x="310987" y="34770"/>
                </a:cubicBezTo>
                <a:cubicBezTo>
                  <a:pt x="313216" y="36999"/>
                  <a:pt x="314325" y="39811"/>
                  <a:pt x="314325" y="43217"/>
                </a:cubicBezTo>
                <a:cubicBezTo>
                  <a:pt x="314325" y="46623"/>
                  <a:pt x="313216" y="49446"/>
                  <a:pt x="310987" y="51664"/>
                </a:cubicBezTo>
                <a:cubicBezTo>
                  <a:pt x="308759" y="53892"/>
                  <a:pt x="305947" y="55013"/>
                  <a:pt x="302541" y="55013"/>
                </a:cubicBezTo>
                <a:lnTo>
                  <a:pt x="279749" y="55013"/>
                </a:lnTo>
                <a:lnTo>
                  <a:pt x="279749" y="104516"/>
                </a:lnTo>
                <a:cubicBezTo>
                  <a:pt x="279749" y="123113"/>
                  <a:pt x="274514" y="140006"/>
                  <a:pt x="264033" y="155197"/>
                </a:cubicBezTo>
                <a:cubicBezTo>
                  <a:pt x="253552" y="170387"/>
                  <a:pt x="239676" y="181520"/>
                  <a:pt x="222382" y="188595"/>
                </a:cubicBezTo>
                <a:cubicBezTo>
                  <a:pt x="239676" y="195407"/>
                  <a:pt x="253552" y="206403"/>
                  <a:pt x="264033" y="221605"/>
                </a:cubicBezTo>
                <a:cubicBezTo>
                  <a:pt x="274514" y="236795"/>
                  <a:pt x="279749" y="253689"/>
                  <a:pt x="279749" y="272285"/>
                </a:cubicBezTo>
                <a:lnTo>
                  <a:pt x="279749" y="322189"/>
                </a:lnTo>
                <a:lnTo>
                  <a:pt x="302541" y="322189"/>
                </a:lnTo>
                <a:cubicBezTo>
                  <a:pt x="305947" y="322189"/>
                  <a:pt x="308759" y="323298"/>
                  <a:pt x="310987" y="325526"/>
                </a:cubicBezTo>
                <a:cubicBezTo>
                  <a:pt x="313216" y="327744"/>
                  <a:pt x="314325" y="330567"/>
                  <a:pt x="314325" y="333973"/>
                </a:cubicBezTo>
                <a:cubicBezTo>
                  <a:pt x="314325" y="337379"/>
                  <a:pt x="313216" y="340191"/>
                  <a:pt x="310987" y="342420"/>
                </a:cubicBezTo>
                <a:cubicBezTo>
                  <a:pt x="308759" y="344649"/>
                  <a:pt x="305947" y="345758"/>
                  <a:pt x="302541" y="345758"/>
                </a:cubicBezTo>
                <a:lnTo>
                  <a:pt x="74649" y="34575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25" name="圖示 行事曆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188595" y="220028"/>
                </a:moveTo>
                <a:cubicBezTo>
                  <a:pt x="184137" y="220028"/>
                  <a:pt x="180411" y="218519"/>
                  <a:pt x="177394" y="215513"/>
                </a:cubicBezTo>
                <a:cubicBezTo>
                  <a:pt x="174388" y="212495"/>
                  <a:pt x="172879" y="208769"/>
                  <a:pt x="172879" y="204311"/>
                </a:cubicBezTo>
                <a:cubicBezTo>
                  <a:pt x="172879" y="199854"/>
                  <a:pt x="174388" y="196127"/>
                  <a:pt x="177394" y="193110"/>
                </a:cubicBezTo>
                <a:cubicBezTo>
                  <a:pt x="180411" y="190104"/>
                  <a:pt x="184137" y="188595"/>
                  <a:pt x="188595" y="188595"/>
                </a:cubicBezTo>
                <a:cubicBezTo>
                  <a:pt x="193053" y="188595"/>
                  <a:pt x="196779" y="190104"/>
                  <a:pt x="199796" y="193110"/>
                </a:cubicBezTo>
                <a:cubicBezTo>
                  <a:pt x="202802" y="196127"/>
                  <a:pt x="204311" y="199854"/>
                  <a:pt x="204311" y="204311"/>
                </a:cubicBezTo>
                <a:cubicBezTo>
                  <a:pt x="204311" y="208769"/>
                  <a:pt x="202802" y="212495"/>
                  <a:pt x="199796" y="215513"/>
                </a:cubicBezTo>
                <a:cubicBezTo>
                  <a:pt x="196779" y="218519"/>
                  <a:pt x="193053" y="220028"/>
                  <a:pt x="188595" y="220028"/>
                </a:cubicBezTo>
                <a:close/>
                <a:moveTo>
                  <a:pt x="114529" y="215513"/>
                </a:moveTo>
                <a:cubicBezTo>
                  <a:pt x="111523" y="212495"/>
                  <a:pt x="110014" y="208769"/>
                  <a:pt x="110014" y="204311"/>
                </a:cubicBezTo>
                <a:cubicBezTo>
                  <a:pt x="110014" y="199854"/>
                  <a:pt x="111523" y="196127"/>
                  <a:pt x="114529" y="193110"/>
                </a:cubicBezTo>
                <a:cubicBezTo>
                  <a:pt x="117546" y="190104"/>
                  <a:pt x="121272" y="188595"/>
                  <a:pt x="125730" y="188595"/>
                </a:cubicBezTo>
                <a:cubicBezTo>
                  <a:pt x="130188" y="188595"/>
                  <a:pt x="133914" y="190104"/>
                  <a:pt x="136931" y="193110"/>
                </a:cubicBezTo>
                <a:cubicBezTo>
                  <a:pt x="139937" y="196127"/>
                  <a:pt x="141446" y="199854"/>
                  <a:pt x="141446" y="204311"/>
                </a:cubicBezTo>
                <a:cubicBezTo>
                  <a:pt x="141446" y="208769"/>
                  <a:pt x="139937" y="212495"/>
                  <a:pt x="136931" y="215513"/>
                </a:cubicBezTo>
                <a:cubicBezTo>
                  <a:pt x="133914" y="218519"/>
                  <a:pt x="130188" y="220028"/>
                  <a:pt x="125730" y="220028"/>
                </a:cubicBezTo>
                <a:cubicBezTo>
                  <a:pt x="121272" y="220028"/>
                  <a:pt x="117546" y="218519"/>
                  <a:pt x="114529" y="215513"/>
                </a:cubicBezTo>
                <a:close/>
                <a:moveTo>
                  <a:pt x="251460" y="220028"/>
                </a:moveTo>
                <a:cubicBezTo>
                  <a:pt x="247002" y="220028"/>
                  <a:pt x="243276" y="218519"/>
                  <a:pt x="240259" y="215513"/>
                </a:cubicBezTo>
                <a:cubicBezTo>
                  <a:pt x="237253" y="212495"/>
                  <a:pt x="235744" y="208769"/>
                  <a:pt x="235744" y="204311"/>
                </a:cubicBezTo>
                <a:cubicBezTo>
                  <a:pt x="235744" y="199854"/>
                  <a:pt x="237253" y="196127"/>
                  <a:pt x="240259" y="193110"/>
                </a:cubicBezTo>
                <a:cubicBezTo>
                  <a:pt x="243276" y="190104"/>
                  <a:pt x="247002" y="188595"/>
                  <a:pt x="251460" y="188595"/>
                </a:cubicBezTo>
                <a:cubicBezTo>
                  <a:pt x="255918" y="188595"/>
                  <a:pt x="259644" y="190104"/>
                  <a:pt x="262661" y="193110"/>
                </a:cubicBezTo>
                <a:cubicBezTo>
                  <a:pt x="265667" y="196127"/>
                  <a:pt x="267176" y="199854"/>
                  <a:pt x="267176" y="204311"/>
                </a:cubicBezTo>
                <a:cubicBezTo>
                  <a:pt x="267176" y="208769"/>
                  <a:pt x="265667" y="212495"/>
                  <a:pt x="262661" y="215513"/>
                </a:cubicBezTo>
                <a:cubicBezTo>
                  <a:pt x="259644" y="218519"/>
                  <a:pt x="255918" y="220028"/>
                  <a:pt x="251460" y="220028"/>
                </a:cubicBezTo>
                <a:close/>
                <a:moveTo>
                  <a:pt x="188595" y="282893"/>
                </a:moveTo>
                <a:cubicBezTo>
                  <a:pt x="184137" y="282893"/>
                  <a:pt x="180411" y="281384"/>
                  <a:pt x="177394" y="278378"/>
                </a:cubicBezTo>
                <a:cubicBezTo>
                  <a:pt x="174388" y="275360"/>
                  <a:pt x="172879" y="271634"/>
                  <a:pt x="172879" y="267176"/>
                </a:cubicBezTo>
                <a:cubicBezTo>
                  <a:pt x="172879" y="262719"/>
                  <a:pt x="174388" y="258992"/>
                  <a:pt x="177394" y="255975"/>
                </a:cubicBezTo>
                <a:cubicBezTo>
                  <a:pt x="180411" y="252969"/>
                  <a:pt x="184137" y="251460"/>
                  <a:pt x="188595" y="251460"/>
                </a:cubicBezTo>
                <a:cubicBezTo>
                  <a:pt x="193053" y="251460"/>
                  <a:pt x="196779" y="252969"/>
                  <a:pt x="199796" y="255975"/>
                </a:cubicBezTo>
                <a:cubicBezTo>
                  <a:pt x="202802" y="258992"/>
                  <a:pt x="204311" y="262719"/>
                  <a:pt x="204311" y="267176"/>
                </a:cubicBezTo>
                <a:cubicBezTo>
                  <a:pt x="204311" y="271634"/>
                  <a:pt x="202802" y="275360"/>
                  <a:pt x="199796" y="278378"/>
                </a:cubicBezTo>
                <a:cubicBezTo>
                  <a:pt x="196779" y="281384"/>
                  <a:pt x="193053" y="282893"/>
                  <a:pt x="188595" y="282893"/>
                </a:cubicBezTo>
                <a:close/>
                <a:moveTo>
                  <a:pt x="114529" y="278378"/>
                </a:moveTo>
                <a:cubicBezTo>
                  <a:pt x="111523" y="275360"/>
                  <a:pt x="110014" y="271634"/>
                  <a:pt x="110014" y="267176"/>
                </a:cubicBezTo>
                <a:cubicBezTo>
                  <a:pt x="110014" y="262719"/>
                  <a:pt x="111523" y="258992"/>
                  <a:pt x="114529" y="255975"/>
                </a:cubicBezTo>
                <a:cubicBezTo>
                  <a:pt x="117546" y="252969"/>
                  <a:pt x="121272" y="251460"/>
                  <a:pt x="125730" y="251460"/>
                </a:cubicBezTo>
                <a:cubicBezTo>
                  <a:pt x="130188" y="251460"/>
                  <a:pt x="133914" y="252969"/>
                  <a:pt x="136931" y="255975"/>
                </a:cubicBezTo>
                <a:cubicBezTo>
                  <a:pt x="139937" y="258992"/>
                  <a:pt x="141446" y="262719"/>
                  <a:pt x="141446" y="267176"/>
                </a:cubicBezTo>
                <a:cubicBezTo>
                  <a:pt x="141446" y="271634"/>
                  <a:pt x="139937" y="275360"/>
                  <a:pt x="136931" y="278378"/>
                </a:cubicBezTo>
                <a:cubicBezTo>
                  <a:pt x="133914" y="281384"/>
                  <a:pt x="130188" y="282893"/>
                  <a:pt x="125730" y="282893"/>
                </a:cubicBezTo>
                <a:cubicBezTo>
                  <a:pt x="121272" y="282893"/>
                  <a:pt x="117546" y="281384"/>
                  <a:pt x="114529" y="278378"/>
                </a:cubicBezTo>
                <a:close/>
                <a:moveTo>
                  <a:pt x="251460" y="282893"/>
                </a:moveTo>
                <a:cubicBezTo>
                  <a:pt x="247002" y="282893"/>
                  <a:pt x="243276" y="281384"/>
                  <a:pt x="240259" y="278378"/>
                </a:cubicBezTo>
                <a:cubicBezTo>
                  <a:pt x="237253" y="275360"/>
                  <a:pt x="235744" y="271634"/>
                  <a:pt x="235744" y="267176"/>
                </a:cubicBezTo>
                <a:cubicBezTo>
                  <a:pt x="235744" y="262719"/>
                  <a:pt x="237253" y="258992"/>
                  <a:pt x="240259" y="255975"/>
                </a:cubicBezTo>
                <a:cubicBezTo>
                  <a:pt x="243276" y="252969"/>
                  <a:pt x="247002" y="251460"/>
                  <a:pt x="251460" y="251460"/>
                </a:cubicBezTo>
                <a:cubicBezTo>
                  <a:pt x="255918" y="251460"/>
                  <a:pt x="259644" y="252969"/>
                  <a:pt x="262661" y="255975"/>
                </a:cubicBezTo>
                <a:cubicBezTo>
                  <a:pt x="265667" y="258992"/>
                  <a:pt x="267176" y="262719"/>
                  <a:pt x="267176" y="267176"/>
                </a:cubicBezTo>
                <a:cubicBezTo>
                  <a:pt x="267176" y="271634"/>
                  <a:pt x="265667" y="275360"/>
                  <a:pt x="262661" y="278378"/>
                </a:cubicBezTo>
                <a:cubicBezTo>
                  <a:pt x="259644" y="281384"/>
                  <a:pt x="255918" y="282893"/>
                  <a:pt x="251460" y="282893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27" name="圖示 事件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7455" y="279669"/>
                </a:moveTo>
                <a:cubicBezTo>
                  <a:pt x="200116" y="272285"/>
                  <a:pt x="196459" y="263244"/>
                  <a:pt x="196459" y="252557"/>
                </a:cubicBezTo>
                <a:cubicBezTo>
                  <a:pt x="196459" y="241870"/>
                  <a:pt x="200151" y="232863"/>
                  <a:pt x="207535" y="225525"/>
                </a:cubicBezTo>
                <a:cubicBezTo>
                  <a:pt x="214918" y="218199"/>
                  <a:pt x="223959" y="214530"/>
                  <a:pt x="234646" y="214530"/>
                </a:cubicBezTo>
                <a:cubicBezTo>
                  <a:pt x="245334" y="214530"/>
                  <a:pt x="254340" y="218222"/>
                  <a:pt x="261678" y="225605"/>
                </a:cubicBezTo>
                <a:cubicBezTo>
                  <a:pt x="269005" y="232989"/>
                  <a:pt x="272674" y="242030"/>
                  <a:pt x="272674" y="252717"/>
                </a:cubicBezTo>
                <a:cubicBezTo>
                  <a:pt x="272674" y="263404"/>
                  <a:pt x="268982" y="272411"/>
                  <a:pt x="261598" y="279749"/>
                </a:cubicBezTo>
                <a:cubicBezTo>
                  <a:pt x="254215" y="287087"/>
                  <a:pt x="245174" y="290756"/>
                  <a:pt x="234486" y="290756"/>
                </a:cubicBezTo>
                <a:cubicBezTo>
                  <a:pt x="223799" y="290756"/>
                  <a:pt x="214793" y="287053"/>
                  <a:pt x="207455" y="279669"/>
                </a:cubicBez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29" name="圖示 已排程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124" y="254215"/>
                </a:moveTo>
                <a:lnTo>
                  <a:pt x="234178" y="190172"/>
                </a:lnTo>
                <a:cubicBezTo>
                  <a:pt x="236532" y="187806"/>
                  <a:pt x="239276" y="186698"/>
                  <a:pt x="242419" y="186823"/>
                </a:cubicBezTo>
                <a:cubicBezTo>
                  <a:pt x="245562" y="186961"/>
                  <a:pt x="248317" y="188206"/>
                  <a:pt x="250671" y="190561"/>
                </a:cubicBezTo>
                <a:cubicBezTo>
                  <a:pt x="253037" y="192916"/>
                  <a:pt x="254215" y="195693"/>
                  <a:pt x="254215" y="198893"/>
                </a:cubicBezTo>
                <a:cubicBezTo>
                  <a:pt x="254215" y="202082"/>
                  <a:pt x="253037" y="204814"/>
                  <a:pt x="250671" y="207066"/>
                </a:cubicBezTo>
                <a:lnTo>
                  <a:pt x="178377" y="279361"/>
                </a:lnTo>
                <a:cubicBezTo>
                  <a:pt x="176022" y="281715"/>
                  <a:pt x="173267" y="282893"/>
                  <a:pt x="170124" y="282893"/>
                </a:cubicBezTo>
                <a:cubicBezTo>
                  <a:pt x="166981" y="282893"/>
                  <a:pt x="164238" y="281715"/>
                  <a:pt x="161883" y="279361"/>
                </a:cubicBezTo>
                <a:lnTo>
                  <a:pt x="124164" y="242030"/>
                </a:lnTo>
                <a:cubicBezTo>
                  <a:pt x="121798" y="239779"/>
                  <a:pt x="120621" y="237058"/>
                  <a:pt x="120621" y="233858"/>
                </a:cubicBezTo>
                <a:cubicBezTo>
                  <a:pt x="120621" y="230657"/>
                  <a:pt x="121798" y="227891"/>
                  <a:pt x="124164" y="225525"/>
                </a:cubicBezTo>
                <a:cubicBezTo>
                  <a:pt x="126519" y="223171"/>
                  <a:pt x="129262" y="222062"/>
                  <a:pt x="132405" y="222188"/>
                </a:cubicBezTo>
                <a:cubicBezTo>
                  <a:pt x="135548" y="222325"/>
                  <a:pt x="138303" y="223434"/>
                  <a:pt x="140658" y="225525"/>
                </a:cubicBezTo>
                <a:lnTo>
                  <a:pt x="170124" y="254215"/>
                </a:ln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439"/>
                  <a:pt x="97441" y="37456"/>
                  <a:pt x="99795" y="35044"/>
                </a:cubicBezTo>
                <a:cubicBezTo>
                  <a:pt x="102161" y="32633"/>
                  <a:pt x="105167" y="31433"/>
                  <a:pt x="108836" y="31433"/>
                </a:cubicBezTo>
                <a:cubicBezTo>
                  <a:pt x="112505" y="31433"/>
                  <a:pt x="115580" y="32633"/>
                  <a:pt x="118072" y="35044"/>
                </a:cubicBezTo>
                <a:cubicBezTo>
                  <a:pt x="120552" y="37456"/>
                  <a:pt x="121798" y="40439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439"/>
                  <a:pt x="256569" y="37456"/>
                  <a:pt x="258924" y="35044"/>
                </a:cubicBezTo>
                <a:cubicBezTo>
                  <a:pt x="261278" y="32633"/>
                  <a:pt x="264296" y="31433"/>
                  <a:pt x="267965" y="31433"/>
                </a:cubicBezTo>
                <a:cubicBezTo>
                  <a:pt x="271634" y="31433"/>
                  <a:pt x="274709" y="32633"/>
                  <a:pt x="277200" y="35044"/>
                </a:cubicBezTo>
                <a:cubicBezTo>
                  <a:pt x="279681" y="37456"/>
                  <a:pt x="280927" y="40439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0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31" name="圖示 文件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7126" y="278961"/>
                </a:moveTo>
                <a:lnTo>
                  <a:pt x="240064" y="278961"/>
                </a:lnTo>
                <a:cubicBezTo>
                  <a:pt x="243413" y="278961"/>
                  <a:pt x="246225" y="277829"/>
                  <a:pt x="248477" y="275543"/>
                </a:cubicBezTo>
                <a:cubicBezTo>
                  <a:pt x="250728" y="273268"/>
                  <a:pt x="251849" y="270445"/>
                  <a:pt x="251849" y="267096"/>
                </a:cubicBezTo>
                <a:cubicBezTo>
                  <a:pt x="251849" y="263747"/>
                  <a:pt x="250728" y="260958"/>
                  <a:pt x="248477" y="258729"/>
                </a:cubicBezTo>
                <a:cubicBezTo>
                  <a:pt x="246225" y="256501"/>
                  <a:pt x="243413" y="255392"/>
                  <a:pt x="240064" y="255392"/>
                </a:cubicBezTo>
                <a:lnTo>
                  <a:pt x="137126" y="255392"/>
                </a:lnTo>
                <a:cubicBezTo>
                  <a:pt x="133777" y="255392"/>
                  <a:pt x="130965" y="256523"/>
                  <a:pt x="128713" y="258809"/>
                </a:cubicBezTo>
                <a:cubicBezTo>
                  <a:pt x="126462" y="261084"/>
                  <a:pt x="125341" y="263907"/>
                  <a:pt x="125341" y="267256"/>
                </a:cubicBezTo>
                <a:cubicBezTo>
                  <a:pt x="125341" y="270605"/>
                  <a:pt x="126462" y="273394"/>
                  <a:pt x="128713" y="275623"/>
                </a:cubicBezTo>
                <a:cubicBezTo>
                  <a:pt x="130965" y="277852"/>
                  <a:pt x="133777" y="278961"/>
                  <a:pt x="137126" y="278961"/>
                </a:cubicBezTo>
                <a:close/>
                <a:moveTo>
                  <a:pt x="137126" y="212175"/>
                </a:moveTo>
                <a:lnTo>
                  <a:pt x="240064" y="212175"/>
                </a:lnTo>
                <a:cubicBezTo>
                  <a:pt x="243413" y="212175"/>
                  <a:pt x="246225" y="211032"/>
                  <a:pt x="248477" y="208746"/>
                </a:cubicBezTo>
                <a:cubicBezTo>
                  <a:pt x="250728" y="206472"/>
                  <a:pt x="251849" y="203660"/>
                  <a:pt x="251849" y="200299"/>
                </a:cubicBezTo>
                <a:cubicBezTo>
                  <a:pt x="251849" y="196950"/>
                  <a:pt x="250728" y="194161"/>
                  <a:pt x="248477" y="191933"/>
                </a:cubicBezTo>
                <a:cubicBezTo>
                  <a:pt x="246225" y="189704"/>
                  <a:pt x="243413" y="188595"/>
                  <a:pt x="240064" y="188595"/>
                </a:cubicBezTo>
                <a:lnTo>
                  <a:pt x="137126" y="188595"/>
                </a:lnTo>
                <a:cubicBezTo>
                  <a:pt x="133777" y="188595"/>
                  <a:pt x="130965" y="189738"/>
                  <a:pt x="128713" y="192013"/>
                </a:cubicBezTo>
                <a:cubicBezTo>
                  <a:pt x="126462" y="194287"/>
                  <a:pt x="125341" y="197110"/>
                  <a:pt x="125341" y="200459"/>
                </a:cubicBezTo>
                <a:cubicBezTo>
                  <a:pt x="125341" y="203808"/>
                  <a:pt x="126462" y="206609"/>
                  <a:pt x="128713" y="208826"/>
                </a:cubicBezTo>
                <a:cubicBezTo>
                  <a:pt x="130965" y="211055"/>
                  <a:pt x="133777" y="212175"/>
                  <a:pt x="137126" y="212175"/>
                </a:cubicBez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18462" y="31433"/>
                </a:lnTo>
                <a:cubicBezTo>
                  <a:pt x="221708" y="31433"/>
                  <a:pt x="224805" y="32084"/>
                  <a:pt x="227766" y="33398"/>
                </a:cubicBezTo>
                <a:cubicBezTo>
                  <a:pt x="230726" y="34701"/>
                  <a:pt x="233252" y="36405"/>
                  <a:pt x="235355" y="38508"/>
                </a:cubicBezTo>
                <a:lnTo>
                  <a:pt x="307250" y="110402"/>
                </a:lnTo>
                <a:cubicBezTo>
                  <a:pt x="309353" y="112505"/>
                  <a:pt x="311056" y="115032"/>
                  <a:pt x="312359" y="117992"/>
                </a:cubicBezTo>
                <a:cubicBezTo>
                  <a:pt x="313673" y="120952"/>
                  <a:pt x="314325" y="124050"/>
                  <a:pt x="314325" y="127307"/>
                </a:cubicBez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216496" y="116300"/>
                </a:moveTo>
                <a:lnTo>
                  <a:pt x="216496" y="55013"/>
                </a:lnTo>
                <a:lnTo>
                  <a:pt x="86445" y="55013"/>
                </a:lnTo>
                <a:lnTo>
                  <a:pt x="86445" y="322189"/>
                </a:lnTo>
                <a:lnTo>
                  <a:pt x="290756" y="322189"/>
                </a:lnTo>
                <a:lnTo>
                  <a:pt x="290756" y="128085"/>
                </a:lnTo>
                <a:lnTo>
                  <a:pt x="228280" y="128085"/>
                </a:lnTo>
                <a:cubicBezTo>
                  <a:pt x="224931" y="128085"/>
                  <a:pt x="222119" y="126964"/>
                  <a:pt x="219867" y="124713"/>
                </a:cubicBezTo>
                <a:cubicBezTo>
                  <a:pt x="217616" y="122427"/>
                  <a:pt x="216496" y="119626"/>
                  <a:pt x="216496" y="116300"/>
                </a:cubicBez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33" name="圖示 報告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20621" y="267565"/>
                </a:moveTo>
                <a:lnTo>
                  <a:pt x="205100" y="267565"/>
                </a:lnTo>
                <a:cubicBezTo>
                  <a:pt x="208449" y="267565"/>
                  <a:pt x="211249" y="266433"/>
                  <a:pt x="213501" y="264147"/>
                </a:cubicBezTo>
                <a:cubicBezTo>
                  <a:pt x="215753" y="261873"/>
                  <a:pt x="216884" y="259061"/>
                  <a:pt x="216884" y="255701"/>
                </a:cubicBezTo>
                <a:cubicBezTo>
                  <a:pt x="216884" y="252352"/>
                  <a:pt x="215753" y="249563"/>
                  <a:pt x="213501" y="247334"/>
                </a:cubicBezTo>
                <a:cubicBezTo>
                  <a:pt x="211249" y="245105"/>
                  <a:pt x="208449" y="243996"/>
                  <a:pt x="205100" y="243996"/>
                </a:cubicBezTo>
                <a:lnTo>
                  <a:pt x="120621" y="243996"/>
                </a:lnTo>
                <a:cubicBezTo>
                  <a:pt x="117272" y="243996"/>
                  <a:pt x="114471" y="245139"/>
                  <a:pt x="112220" y="247414"/>
                </a:cubicBezTo>
                <a:cubicBezTo>
                  <a:pt x="109957" y="249688"/>
                  <a:pt x="108836" y="252512"/>
                  <a:pt x="108836" y="255861"/>
                </a:cubicBezTo>
                <a:cubicBezTo>
                  <a:pt x="108836" y="259210"/>
                  <a:pt x="109957" y="261998"/>
                  <a:pt x="112220" y="264227"/>
                </a:cubicBezTo>
                <a:cubicBezTo>
                  <a:pt x="114471" y="266456"/>
                  <a:pt x="117272" y="267565"/>
                  <a:pt x="120621" y="267565"/>
                </a:cubicBezTo>
                <a:close/>
                <a:moveTo>
                  <a:pt x="120621" y="200379"/>
                </a:moveTo>
                <a:lnTo>
                  <a:pt x="256569" y="200379"/>
                </a:lnTo>
                <a:cubicBezTo>
                  <a:pt x="259918" y="200379"/>
                  <a:pt x="262719" y="199248"/>
                  <a:pt x="264970" y="196962"/>
                </a:cubicBezTo>
                <a:cubicBezTo>
                  <a:pt x="267233" y="194687"/>
                  <a:pt x="268354" y="191864"/>
                  <a:pt x="268354" y="188515"/>
                </a:cubicBezTo>
                <a:cubicBezTo>
                  <a:pt x="268354" y="185166"/>
                  <a:pt x="267233" y="182377"/>
                  <a:pt x="264970" y="180148"/>
                </a:cubicBezTo>
                <a:cubicBezTo>
                  <a:pt x="262719" y="177919"/>
                  <a:pt x="259918" y="176811"/>
                  <a:pt x="256569" y="176811"/>
                </a:cubicBezTo>
                <a:lnTo>
                  <a:pt x="120621" y="176811"/>
                </a:lnTo>
                <a:cubicBezTo>
                  <a:pt x="117272" y="176811"/>
                  <a:pt x="114471" y="177942"/>
                  <a:pt x="112220" y="180228"/>
                </a:cubicBezTo>
                <a:cubicBezTo>
                  <a:pt x="109957" y="182503"/>
                  <a:pt x="108836" y="185326"/>
                  <a:pt x="108836" y="188675"/>
                </a:cubicBezTo>
                <a:cubicBezTo>
                  <a:pt x="108836" y="192024"/>
                  <a:pt x="109957" y="194813"/>
                  <a:pt x="112220" y="197042"/>
                </a:cubicBezTo>
                <a:cubicBezTo>
                  <a:pt x="114471" y="199271"/>
                  <a:pt x="117272" y="200379"/>
                  <a:pt x="120621" y="200379"/>
                </a:cubicBezTo>
                <a:close/>
                <a:moveTo>
                  <a:pt x="120621" y="133194"/>
                </a:moveTo>
                <a:lnTo>
                  <a:pt x="256569" y="133194"/>
                </a:lnTo>
                <a:cubicBezTo>
                  <a:pt x="259918" y="133194"/>
                  <a:pt x="262719" y="132051"/>
                  <a:pt x="264970" y="129776"/>
                </a:cubicBezTo>
                <a:cubicBezTo>
                  <a:pt x="267233" y="127502"/>
                  <a:pt x="268354" y="124678"/>
                  <a:pt x="268354" y="121329"/>
                </a:cubicBezTo>
                <a:cubicBezTo>
                  <a:pt x="268354" y="117980"/>
                  <a:pt x="267233" y="115192"/>
                  <a:pt x="264970" y="112963"/>
                </a:cubicBezTo>
                <a:cubicBezTo>
                  <a:pt x="262719" y="110734"/>
                  <a:pt x="259918" y="109625"/>
                  <a:pt x="256569" y="109625"/>
                </a:cubicBezTo>
                <a:lnTo>
                  <a:pt x="120621" y="109625"/>
                </a:lnTo>
                <a:cubicBezTo>
                  <a:pt x="117272" y="109625"/>
                  <a:pt x="114471" y="110757"/>
                  <a:pt x="112220" y="113043"/>
                </a:cubicBezTo>
                <a:cubicBezTo>
                  <a:pt x="109957" y="115317"/>
                  <a:pt x="108836" y="118129"/>
                  <a:pt x="108836" y="121489"/>
                </a:cubicBezTo>
                <a:cubicBezTo>
                  <a:pt x="108836" y="124838"/>
                  <a:pt x="109957" y="127627"/>
                  <a:pt x="112220" y="129856"/>
                </a:cubicBezTo>
                <a:cubicBezTo>
                  <a:pt x="114471" y="132085"/>
                  <a:pt x="117272" y="133194"/>
                  <a:pt x="120621" y="13319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4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35" name="圖示 任務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70729"/>
                </a:lnTo>
                <a:cubicBezTo>
                  <a:pt x="47149" y="64225"/>
                  <a:pt x="49458" y="58670"/>
                  <a:pt x="54064" y="54064"/>
                </a:cubicBezTo>
                <a:cubicBezTo>
                  <a:pt x="58704" y="49458"/>
                  <a:pt x="64248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450"/>
                  <a:pt x="163838" y="24552"/>
                </a:cubicBezTo>
                <a:cubicBezTo>
                  <a:pt x="170913" y="18665"/>
                  <a:pt x="179165" y="15716"/>
                  <a:pt x="188595" y="15716"/>
                </a:cubicBezTo>
                <a:cubicBezTo>
                  <a:pt x="198025" y="15716"/>
                  <a:pt x="206277" y="18665"/>
                  <a:pt x="213352" y="24552"/>
                </a:cubicBezTo>
                <a:cubicBezTo>
                  <a:pt x="220416" y="30450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2965" y="47149"/>
                  <a:pt x="318520" y="49458"/>
                  <a:pt x="323126" y="54064"/>
                </a:cubicBezTo>
                <a:cubicBezTo>
                  <a:pt x="327732" y="58670"/>
                  <a:pt x="330041" y="64225"/>
                  <a:pt x="330041" y="7072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21798" y="267176"/>
                </a:moveTo>
                <a:lnTo>
                  <a:pt x="205489" y="267176"/>
                </a:lnTo>
                <a:cubicBezTo>
                  <a:pt x="208838" y="267176"/>
                  <a:pt x="211649" y="266033"/>
                  <a:pt x="213901" y="263759"/>
                </a:cubicBezTo>
                <a:cubicBezTo>
                  <a:pt x="216153" y="261484"/>
                  <a:pt x="217273" y="258661"/>
                  <a:pt x="217273" y="255312"/>
                </a:cubicBezTo>
                <a:cubicBezTo>
                  <a:pt x="217273" y="251963"/>
                  <a:pt x="216153" y="249163"/>
                  <a:pt x="213901" y="246945"/>
                </a:cubicBezTo>
                <a:cubicBezTo>
                  <a:pt x="211649" y="244716"/>
                  <a:pt x="208838" y="243608"/>
                  <a:pt x="205489" y="243608"/>
                </a:cubicBezTo>
                <a:lnTo>
                  <a:pt x="121798" y="243608"/>
                </a:lnTo>
                <a:cubicBezTo>
                  <a:pt x="118449" y="243608"/>
                  <a:pt x="115649" y="244739"/>
                  <a:pt x="113397" y="247025"/>
                </a:cubicBezTo>
                <a:cubicBezTo>
                  <a:pt x="111145" y="249300"/>
                  <a:pt x="110014" y="252112"/>
                  <a:pt x="110014" y="255472"/>
                </a:cubicBezTo>
                <a:cubicBezTo>
                  <a:pt x="110014" y="258821"/>
                  <a:pt x="111145" y="261610"/>
                  <a:pt x="113397" y="263839"/>
                </a:cubicBezTo>
                <a:cubicBezTo>
                  <a:pt x="115649" y="266068"/>
                  <a:pt x="118449" y="267176"/>
                  <a:pt x="121798" y="267176"/>
                </a:cubicBezTo>
                <a:close/>
                <a:moveTo>
                  <a:pt x="121798" y="200379"/>
                </a:moveTo>
                <a:lnTo>
                  <a:pt x="255392" y="200379"/>
                </a:lnTo>
                <a:cubicBezTo>
                  <a:pt x="258741" y="200379"/>
                  <a:pt x="261541" y="199248"/>
                  <a:pt x="263793" y="196962"/>
                </a:cubicBezTo>
                <a:cubicBezTo>
                  <a:pt x="266045" y="194687"/>
                  <a:pt x="267176" y="191864"/>
                  <a:pt x="267176" y="188515"/>
                </a:cubicBezTo>
                <a:cubicBezTo>
                  <a:pt x="267176" y="185166"/>
                  <a:pt x="266045" y="182377"/>
                  <a:pt x="263793" y="180148"/>
                </a:cubicBezTo>
                <a:cubicBezTo>
                  <a:pt x="261541" y="177919"/>
                  <a:pt x="258741" y="176811"/>
                  <a:pt x="255392" y="176811"/>
                </a:cubicBezTo>
                <a:lnTo>
                  <a:pt x="121798" y="176811"/>
                </a:lnTo>
                <a:cubicBezTo>
                  <a:pt x="118449" y="176811"/>
                  <a:pt x="115649" y="177942"/>
                  <a:pt x="113397" y="180228"/>
                </a:cubicBezTo>
                <a:cubicBezTo>
                  <a:pt x="111145" y="182503"/>
                  <a:pt x="110014" y="185326"/>
                  <a:pt x="110014" y="188675"/>
                </a:cubicBezTo>
                <a:cubicBezTo>
                  <a:pt x="110014" y="192024"/>
                  <a:pt x="111145" y="194813"/>
                  <a:pt x="113397" y="197042"/>
                </a:cubicBezTo>
                <a:cubicBezTo>
                  <a:pt x="115649" y="199271"/>
                  <a:pt x="118449" y="200379"/>
                  <a:pt x="121798" y="200379"/>
                </a:cubicBezTo>
                <a:close/>
                <a:moveTo>
                  <a:pt x="121798" y="133594"/>
                </a:moveTo>
                <a:lnTo>
                  <a:pt x="255392" y="133594"/>
                </a:lnTo>
                <a:cubicBezTo>
                  <a:pt x="258741" y="133594"/>
                  <a:pt x="261541" y="132451"/>
                  <a:pt x="263793" y="130165"/>
                </a:cubicBezTo>
                <a:cubicBezTo>
                  <a:pt x="266045" y="127890"/>
                  <a:pt x="267176" y="125078"/>
                  <a:pt x="267176" y="121718"/>
                </a:cubicBezTo>
                <a:cubicBezTo>
                  <a:pt x="267176" y="118369"/>
                  <a:pt x="266045" y="115580"/>
                  <a:pt x="263793" y="113351"/>
                </a:cubicBezTo>
                <a:cubicBezTo>
                  <a:pt x="261541" y="111122"/>
                  <a:pt x="258741" y="110014"/>
                  <a:pt x="255392" y="110014"/>
                </a:cubicBezTo>
                <a:lnTo>
                  <a:pt x="121798" y="110014"/>
                </a:lnTo>
                <a:cubicBezTo>
                  <a:pt x="118449" y="110014"/>
                  <a:pt x="115649" y="111157"/>
                  <a:pt x="113397" y="113431"/>
                </a:cubicBezTo>
                <a:cubicBezTo>
                  <a:pt x="111145" y="115706"/>
                  <a:pt x="110014" y="118529"/>
                  <a:pt x="110014" y="121878"/>
                </a:cubicBezTo>
                <a:cubicBezTo>
                  <a:pt x="110014" y="125227"/>
                  <a:pt x="111145" y="128027"/>
                  <a:pt x="113397" y="130245"/>
                </a:cubicBezTo>
                <a:cubicBezTo>
                  <a:pt x="115649" y="132474"/>
                  <a:pt x="118449" y="133594"/>
                  <a:pt x="121798" y="133594"/>
                </a:cubicBezTo>
                <a:close/>
                <a:moveTo>
                  <a:pt x="198219" y="59916"/>
                </a:moveTo>
                <a:cubicBezTo>
                  <a:pt x="200974" y="57173"/>
                  <a:pt x="202345" y="53961"/>
                  <a:pt x="202345" y="50292"/>
                </a:cubicBezTo>
                <a:cubicBezTo>
                  <a:pt x="202345" y="46623"/>
                  <a:pt x="200974" y="43411"/>
                  <a:pt x="198219" y="40668"/>
                </a:cubicBezTo>
                <a:cubicBezTo>
                  <a:pt x="195476" y="37913"/>
                  <a:pt x="192264" y="36542"/>
                  <a:pt x="188595" y="36542"/>
                </a:cubicBezTo>
                <a:cubicBezTo>
                  <a:pt x="184926" y="36542"/>
                  <a:pt x="181714" y="37913"/>
                  <a:pt x="178971" y="40668"/>
                </a:cubicBezTo>
                <a:cubicBezTo>
                  <a:pt x="176216" y="43411"/>
                  <a:pt x="174845" y="46623"/>
                  <a:pt x="174845" y="50292"/>
                </a:cubicBezTo>
                <a:cubicBezTo>
                  <a:pt x="174845" y="53961"/>
                  <a:pt x="176216" y="57173"/>
                  <a:pt x="178971" y="59916"/>
                </a:cubicBezTo>
                <a:cubicBezTo>
                  <a:pt x="181714" y="62671"/>
                  <a:pt x="184926" y="64042"/>
                  <a:pt x="188595" y="64042"/>
                </a:cubicBezTo>
                <a:cubicBezTo>
                  <a:pt x="192264" y="64042"/>
                  <a:pt x="195476" y="62671"/>
                  <a:pt x="198219" y="59916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6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37" name="圖示 已交付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214130"/>
                </a:moveTo>
                <a:lnTo>
                  <a:pt x="126907" y="174845"/>
                </a:lnTo>
                <a:cubicBezTo>
                  <a:pt x="124553" y="172490"/>
                  <a:pt x="121798" y="171313"/>
                  <a:pt x="118655" y="171313"/>
                </a:cubicBezTo>
                <a:cubicBezTo>
                  <a:pt x="115512" y="171313"/>
                  <a:pt x="112768" y="172490"/>
                  <a:pt x="110402" y="174845"/>
                </a:cubicBezTo>
                <a:cubicBezTo>
                  <a:pt x="108048" y="177199"/>
                  <a:pt x="106939" y="179954"/>
                  <a:pt x="107065" y="183097"/>
                </a:cubicBezTo>
                <a:cubicBezTo>
                  <a:pt x="107202" y="186240"/>
                  <a:pt x="108311" y="188984"/>
                  <a:pt x="110402" y="191350"/>
                </a:cubicBezTo>
                <a:lnTo>
                  <a:pt x="157951" y="239676"/>
                </a:lnTo>
                <a:cubicBezTo>
                  <a:pt x="160306" y="242030"/>
                  <a:pt x="163060" y="243208"/>
                  <a:pt x="166204" y="243208"/>
                </a:cubicBezTo>
                <a:cubicBezTo>
                  <a:pt x="169347" y="243208"/>
                  <a:pt x="172090" y="242030"/>
                  <a:pt x="174456" y="239676"/>
                </a:cubicBezTo>
                <a:lnTo>
                  <a:pt x="266788" y="147344"/>
                </a:lnTo>
                <a:cubicBezTo>
                  <a:pt x="269142" y="144978"/>
                  <a:pt x="270320" y="142166"/>
                  <a:pt x="270320" y="138897"/>
                </a:cubicBezTo>
                <a:cubicBezTo>
                  <a:pt x="270320" y="135617"/>
                  <a:pt x="269142" y="132805"/>
                  <a:pt x="266788" y="130451"/>
                </a:cubicBezTo>
                <a:cubicBezTo>
                  <a:pt x="264422" y="128085"/>
                  <a:pt x="261610" y="126907"/>
                  <a:pt x="258341" y="126907"/>
                </a:cubicBezTo>
                <a:cubicBezTo>
                  <a:pt x="255060" y="126907"/>
                  <a:pt x="252249" y="128085"/>
                  <a:pt x="249894" y="130451"/>
                </a:cubicBezTo>
                <a:lnTo>
                  <a:pt x="166204" y="214130"/>
                </a:lnTo>
                <a:close/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70729"/>
                </a:lnTo>
                <a:cubicBezTo>
                  <a:pt x="47149" y="64225"/>
                  <a:pt x="49458" y="58670"/>
                  <a:pt x="54064" y="54064"/>
                </a:cubicBezTo>
                <a:cubicBezTo>
                  <a:pt x="58704" y="49458"/>
                  <a:pt x="64248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450"/>
                  <a:pt x="163838" y="24552"/>
                </a:cubicBezTo>
                <a:cubicBezTo>
                  <a:pt x="170913" y="18665"/>
                  <a:pt x="179165" y="15716"/>
                  <a:pt x="188595" y="15716"/>
                </a:cubicBezTo>
                <a:cubicBezTo>
                  <a:pt x="198025" y="15716"/>
                  <a:pt x="206277" y="18665"/>
                  <a:pt x="213352" y="24552"/>
                </a:cubicBezTo>
                <a:cubicBezTo>
                  <a:pt x="220416" y="30450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2965" y="47149"/>
                  <a:pt x="318520" y="49458"/>
                  <a:pt x="323126" y="54064"/>
                </a:cubicBezTo>
                <a:cubicBezTo>
                  <a:pt x="327732" y="58670"/>
                  <a:pt x="330041" y="64225"/>
                  <a:pt x="330041" y="7072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98219" y="59916"/>
                </a:moveTo>
                <a:cubicBezTo>
                  <a:pt x="200974" y="57173"/>
                  <a:pt x="202345" y="53961"/>
                  <a:pt x="202345" y="50292"/>
                </a:cubicBezTo>
                <a:cubicBezTo>
                  <a:pt x="202345" y="46623"/>
                  <a:pt x="200974" y="43411"/>
                  <a:pt x="198219" y="40668"/>
                </a:cubicBezTo>
                <a:cubicBezTo>
                  <a:pt x="195476" y="37913"/>
                  <a:pt x="192264" y="36542"/>
                  <a:pt x="188595" y="36542"/>
                </a:cubicBezTo>
                <a:cubicBezTo>
                  <a:pt x="184926" y="36542"/>
                  <a:pt x="181714" y="37913"/>
                  <a:pt x="178971" y="40668"/>
                </a:cubicBezTo>
                <a:cubicBezTo>
                  <a:pt x="176216" y="43411"/>
                  <a:pt x="174845" y="46623"/>
                  <a:pt x="174845" y="50292"/>
                </a:cubicBezTo>
                <a:cubicBezTo>
                  <a:pt x="174845" y="53961"/>
                  <a:pt x="176216" y="57173"/>
                  <a:pt x="178971" y="59916"/>
                </a:cubicBezTo>
                <a:cubicBezTo>
                  <a:pt x="181714" y="62671"/>
                  <a:pt x="184926" y="64042"/>
                  <a:pt x="188595" y="64042"/>
                </a:cubicBezTo>
                <a:cubicBezTo>
                  <a:pt x="192264" y="64042"/>
                  <a:pt x="195476" y="62671"/>
                  <a:pt x="198219" y="59916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8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39" name="圖示 檢核表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222" y="259712"/>
                </a:moveTo>
                <a:lnTo>
                  <a:pt x="149310" y="197636"/>
                </a:lnTo>
                <a:cubicBezTo>
                  <a:pt x="151665" y="195270"/>
                  <a:pt x="154408" y="194161"/>
                  <a:pt x="157551" y="194287"/>
                </a:cubicBezTo>
                <a:cubicBezTo>
                  <a:pt x="160694" y="194424"/>
                  <a:pt x="163506" y="195670"/>
                  <a:pt x="165964" y="198025"/>
                </a:cubicBezTo>
                <a:cubicBezTo>
                  <a:pt x="168215" y="200379"/>
                  <a:pt x="169347" y="203134"/>
                  <a:pt x="169347" y="206277"/>
                </a:cubicBezTo>
                <a:cubicBezTo>
                  <a:pt x="169347" y="209420"/>
                  <a:pt x="168170" y="212175"/>
                  <a:pt x="165804" y="214530"/>
                </a:cubicBezTo>
                <a:lnTo>
                  <a:pt x="95475" y="284858"/>
                </a:lnTo>
                <a:cubicBezTo>
                  <a:pt x="93120" y="287213"/>
                  <a:pt x="90366" y="288390"/>
                  <a:pt x="87222" y="288390"/>
                </a:cubicBezTo>
                <a:cubicBezTo>
                  <a:pt x="84079" y="288390"/>
                  <a:pt x="81336" y="287213"/>
                  <a:pt x="78970" y="284858"/>
                </a:cubicBezTo>
                <a:lnTo>
                  <a:pt x="39685" y="245562"/>
                </a:lnTo>
                <a:cubicBezTo>
                  <a:pt x="37330" y="243208"/>
                  <a:pt x="36153" y="240464"/>
                  <a:pt x="36153" y="237321"/>
                </a:cubicBezTo>
                <a:cubicBezTo>
                  <a:pt x="36153" y="234178"/>
                  <a:pt x="37330" y="231423"/>
                  <a:pt x="39685" y="229069"/>
                </a:cubicBezTo>
                <a:cubicBezTo>
                  <a:pt x="42040" y="226703"/>
                  <a:pt x="44794" y="225594"/>
                  <a:pt x="47937" y="225720"/>
                </a:cubicBezTo>
                <a:cubicBezTo>
                  <a:pt x="51081" y="225857"/>
                  <a:pt x="53824" y="226966"/>
                  <a:pt x="56190" y="229069"/>
                </a:cubicBezTo>
                <a:lnTo>
                  <a:pt x="87222" y="259712"/>
                </a:lnTo>
                <a:close/>
                <a:moveTo>
                  <a:pt x="87222" y="133982"/>
                </a:moveTo>
                <a:lnTo>
                  <a:pt x="149310" y="71906"/>
                </a:lnTo>
                <a:cubicBezTo>
                  <a:pt x="151665" y="69540"/>
                  <a:pt x="154408" y="68431"/>
                  <a:pt x="157551" y="68557"/>
                </a:cubicBezTo>
                <a:cubicBezTo>
                  <a:pt x="160694" y="68694"/>
                  <a:pt x="163506" y="69940"/>
                  <a:pt x="165964" y="72295"/>
                </a:cubicBezTo>
                <a:cubicBezTo>
                  <a:pt x="168215" y="74649"/>
                  <a:pt x="169347" y="77404"/>
                  <a:pt x="169347" y="80547"/>
                </a:cubicBezTo>
                <a:cubicBezTo>
                  <a:pt x="169347" y="83690"/>
                  <a:pt x="168170" y="86445"/>
                  <a:pt x="165804" y="88800"/>
                </a:cubicBezTo>
                <a:lnTo>
                  <a:pt x="95475" y="159128"/>
                </a:lnTo>
                <a:cubicBezTo>
                  <a:pt x="93120" y="161483"/>
                  <a:pt x="90366" y="162660"/>
                  <a:pt x="87222" y="162660"/>
                </a:cubicBezTo>
                <a:cubicBezTo>
                  <a:pt x="84079" y="162660"/>
                  <a:pt x="81336" y="161483"/>
                  <a:pt x="78970" y="159128"/>
                </a:cubicBezTo>
                <a:lnTo>
                  <a:pt x="39685" y="119832"/>
                </a:lnTo>
                <a:cubicBezTo>
                  <a:pt x="37330" y="117478"/>
                  <a:pt x="36153" y="114734"/>
                  <a:pt x="36153" y="111591"/>
                </a:cubicBezTo>
                <a:cubicBezTo>
                  <a:pt x="36153" y="108448"/>
                  <a:pt x="37330" y="105693"/>
                  <a:pt x="39685" y="103339"/>
                </a:cubicBezTo>
                <a:cubicBezTo>
                  <a:pt x="42040" y="100973"/>
                  <a:pt x="44794" y="99864"/>
                  <a:pt x="47937" y="99990"/>
                </a:cubicBezTo>
                <a:cubicBezTo>
                  <a:pt x="51081" y="100127"/>
                  <a:pt x="53824" y="101236"/>
                  <a:pt x="56190" y="103339"/>
                </a:cubicBezTo>
                <a:lnTo>
                  <a:pt x="87222" y="133982"/>
                </a:lnTo>
                <a:close/>
                <a:moveTo>
                  <a:pt x="216096" y="263244"/>
                </a:moveTo>
                <a:cubicBezTo>
                  <a:pt x="212747" y="263244"/>
                  <a:pt x="209946" y="262113"/>
                  <a:pt x="207695" y="259827"/>
                </a:cubicBezTo>
                <a:cubicBezTo>
                  <a:pt x="205443" y="257552"/>
                  <a:pt x="204311" y="254729"/>
                  <a:pt x="204311" y="251380"/>
                </a:cubicBezTo>
                <a:cubicBezTo>
                  <a:pt x="204311" y="248031"/>
                  <a:pt x="205443" y="245242"/>
                  <a:pt x="207695" y="243013"/>
                </a:cubicBezTo>
                <a:cubicBezTo>
                  <a:pt x="209946" y="240784"/>
                  <a:pt x="212747" y="239676"/>
                  <a:pt x="216096" y="239676"/>
                </a:cubicBezTo>
                <a:lnTo>
                  <a:pt x="333973" y="239676"/>
                </a:lnTo>
                <a:cubicBezTo>
                  <a:pt x="337322" y="239676"/>
                  <a:pt x="340123" y="240807"/>
                  <a:pt x="342374" y="243093"/>
                </a:cubicBezTo>
                <a:cubicBezTo>
                  <a:pt x="344626" y="245368"/>
                  <a:pt x="345758" y="248191"/>
                  <a:pt x="345758" y="251540"/>
                </a:cubicBezTo>
                <a:cubicBezTo>
                  <a:pt x="345758" y="254889"/>
                  <a:pt x="344626" y="257678"/>
                  <a:pt x="342374" y="259907"/>
                </a:cubicBezTo>
                <a:cubicBezTo>
                  <a:pt x="340123" y="262136"/>
                  <a:pt x="337322" y="263244"/>
                  <a:pt x="333973" y="263244"/>
                </a:cubicBezTo>
                <a:lnTo>
                  <a:pt x="216096" y="263244"/>
                </a:lnTo>
                <a:close/>
                <a:moveTo>
                  <a:pt x="216096" y="137514"/>
                </a:moveTo>
                <a:cubicBezTo>
                  <a:pt x="212747" y="137514"/>
                  <a:pt x="209946" y="136383"/>
                  <a:pt x="207695" y="134097"/>
                </a:cubicBezTo>
                <a:cubicBezTo>
                  <a:pt x="205443" y="131822"/>
                  <a:pt x="204311" y="128999"/>
                  <a:pt x="204311" y="125650"/>
                </a:cubicBezTo>
                <a:cubicBezTo>
                  <a:pt x="204311" y="122301"/>
                  <a:pt x="205443" y="119512"/>
                  <a:pt x="207695" y="117283"/>
                </a:cubicBezTo>
                <a:cubicBezTo>
                  <a:pt x="209946" y="115054"/>
                  <a:pt x="212747" y="113946"/>
                  <a:pt x="216096" y="113946"/>
                </a:cubicBezTo>
                <a:lnTo>
                  <a:pt x="333973" y="113946"/>
                </a:lnTo>
                <a:cubicBezTo>
                  <a:pt x="337322" y="113946"/>
                  <a:pt x="340123" y="115077"/>
                  <a:pt x="342374" y="117363"/>
                </a:cubicBezTo>
                <a:cubicBezTo>
                  <a:pt x="344626" y="119638"/>
                  <a:pt x="345758" y="122461"/>
                  <a:pt x="345758" y="125810"/>
                </a:cubicBezTo>
                <a:cubicBezTo>
                  <a:pt x="345758" y="129159"/>
                  <a:pt x="344626" y="131948"/>
                  <a:pt x="342374" y="134177"/>
                </a:cubicBezTo>
                <a:cubicBezTo>
                  <a:pt x="340123" y="136406"/>
                  <a:pt x="337322" y="137514"/>
                  <a:pt x="333973" y="137514"/>
                </a:cubicBezTo>
                <a:lnTo>
                  <a:pt x="216096" y="137514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0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141" name="圖示 查核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1869" y="330041"/>
                </a:moveTo>
                <a:cubicBezTo>
                  <a:pt x="45583" y="330041"/>
                  <a:pt x="40074" y="327687"/>
                  <a:pt x="35364" y="322966"/>
                </a:cubicBezTo>
                <a:cubicBezTo>
                  <a:pt x="30644" y="318257"/>
                  <a:pt x="28289" y="312759"/>
                  <a:pt x="28289" y="306473"/>
                </a:cubicBezTo>
                <a:lnTo>
                  <a:pt x="28289" y="70729"/>
                </a:lnTo>
                <a:cubicBezTo>
                  <a:pt x="28289" y="64442"/>
                  <a:pt x="30644" y="58933"/>
                  <a:pt x="35364" y="54224"/>
                </a:cubicBezTo>
                <a:cubicBezTo>
                  <a:pt x="40074" y="49503"/>
                  <a:pt x="45583" y="47149"/>
                  <a:pt x="51869" y="47149"/>
                </a:cubicBezTo>
                <a:lnTo>
                  <a:pt x="325332" y="47149"/>
                </a:lnTo>
                <a:cubicBezTo>
                  <a:pt x="331619" y="47149"/>
                  <a:pt x="337116" y="49503"/>
                  <a:pt x="341826" y="54224"/>
                </a:cubicBezTo>
                <a:cubicBezTo>
                  <a:pt x="346546" y="58933"/>
                  <a:pt x="348901" y="64442"/>
                  <a:pt x="348901" y="70729"/>
                </a:cubicBezTo>
                <a:lnTo>
                  <a:pt x="348901" y="306473"/>
                </a:lnTo>
                <a:cubicBezTo>
                  <a:pt x="348901" y="312759"/>
                  <a:pt x="346546" y="318257"/>
                  <a:pt x="341826" y="322966"/>
                </a:cubicBezTo>
                <a:cubicBezTo>
                  <a:pt x="337116" y="327687"/>
                  <a:pt x="331619" y="330041"/>
                  <a:pt x="325332" y="330041"/>
                </a:cubicBezTo>
                <a:lnTo>
                  <a:pt x="51869" y="330041"/>
                </a:lnTo>
                <a:close/>
                <a:moveTo>
                  <a:pt x="51869" y="306473"/>
                </a:moveTo>
                <a:lnTo>
                  <a:pt x="325332" y="306473"/>
                </a:lnTo>
                <a:lnTo>
                  <a:pt x="325332" y="70729"/>
                </a:lnTo>
                <a:lnTo>
                  <a:pt x="51869" y="70729"/>
                </a:lnTo>
                <a:lnTo>
                  <a:pt x="51869" y="306473"/>
                </a:lnTo>
                <a:close/>
                <a:moveTo>
                  <a:pt x="141446" y="267176"/>
                </a:moveTo>
                <a:cubicBezTo>
                  <a:pt x="145904" y="267176"/>
                  <a:pt x="149630" y="265667"/>
                  <a:pt x="152648" y="262661"/>
                </a:cubicBezTo>
                <a:cubicBezTo>
                  <a:pt x="155654" y="259644"/>
                  <a:pt x="157163" y="255918"/>
                  <a:pt x="157163" y="251460"/>
                </a:cubicBezTo>
                <a:cubicBezTo>
                  <a:pt x="157163" y="247002"/>
                  <a:pt x="155654" y="243276"/>
                  <a:pt x="152648" y="240259"/>
                </a:cubicBezTo>
                <a:cubicBezTo>
                  <a:pt x="149630" y="237253"/>
                  <a:pt x="145904" y="235744"/>
                  <a:pt x="141446" y="235744"/>
                </a:cubicBezTo>
                <a:lnTo>
                  <a:pt x="94298" y="235744"/>
                </a:lnTo>
                <a:cubicBezTo>
                  <a:pt x="89840" y="235744"/>
                  <a:pt x="86114" y="237253"/>
                  <a:pt x="83096" y="240259"/>
                </a:cubicBezTo>
                <a:cubicBezTo>
                  <a:pt x="80090" y="243276"/>
                  <a:pt x="78581" y="247002"/>
                  <a:pt x="78581" y="251460"/>
                </a:cubicBezTo>
                <a:cubicBezTo>
                  <a:pt x="78581" y="255918"/>
                  <a:pt x="80090" y="259644"/>
                  <a:pt x="83096" y="262661"/>
                </a:cubicBezTo>
                <a:cubicBezTo>
                  <a:pt x="86114" y="265667"/>
                  <a:pt x="89840" y="267176"/>
                  <a:pt x="94298" y="267176"/>
                </a:cubicBezTo>
                <a:lnTo>
                  <a:pt x="141446" y="267176"/>
                </a:lnTo>
                <a:close/>
                <a:moveTo>
                  <a:pt x="228669" y="191350"/>
                </a:moveTo>
                <a:lnTo>
                  <a:pt x="217273" y="179954"/>
                </a:lnTo>
                <a:cubicBezTo>
                  <a:pt x="214130" y="176811"/>
                  <a:pt x="210472" y="175302"/>
                  <a:pt x="206277" y="175428"/>
                </a:cubicBezTo>
                <a:cubicBezTo>
                  <a:pt x="202082" y="175565"/>
                  <a:pt x="198413" y="177199"/>
                  <a:pt x="195270" y="180343"/>
                </a:cubicBezTo>
                <a:cubicBezTo>
                  <a:pt x="192390" y="183486"/>
                  <a:pt x="190892" y="187155"/>
                  <a:pt x="190755" y="191350"/>
                </a:cubicBezTo>
                <a:cubicBezTo>
                  <a:pt x="190630" y="195533"/>
                  <a:pt x="192127" y="199202"/>
                  <a:pt x="195270" y="202345"/>
                </a:cubicBezTo>
                <a:lnTo>
                  <a:pt x="220416" y="227491"/>
                </a:lnTo>
                <a:cubicBezTo>
                  <a:pt x="222782" y="229846"/>
                  <a:pt x="225525" y="231035"/>
                  <a:pt x="228669" y="231035"/>
                </a:cubicBezTo>
                <a:cubicBezTo>
                  <a:pt x="231812" y="231035"/>
                  <a:pt x="234566" y="229846"/>
                  <a:pt x="236921" y="227491"/>
                </a:cubicBezTo>
                <a:lnTo>
                  <a:pt x="295466" y="168947"/>
                </a:lnTo>
                <a:cubicBezTo>
                  <a:pt x="298609" y="165804"/>
                  <a:pt x="300186" y="162135"/>
                  <a:pt x="300186" y="157951"/>
                </a:cubicBezTo>
                <a:cubicBezTo>
                  <a:pt x="300186" y="153756"/>
                  <a:pt x="298609" y="150087"/>
                  <a:pt x="295466" y="146944"/>
                </a:cubicBezTo>
                <a:cubicBezTo>
                  <a:pt x="292322" y="143801"/>
                  <a:pt x="288585" y="142235"/>
                  <a:pt x="284264" y="142235"/>
                </a:cubicBezTo>
                <a:cubicBezTo>
                  <a:pt x="279944" y="142235"/>
                  <a:pt x="276217" y="143801"/>
                  <a:pt x="273074" y="146944"/>
                </a:cubicBezTo>
                <a:lnTo>
                  <a:pt x="228669" y="191350"/>
                </a:lnTo>
                <a:close/>
                <a:moveTo>
                  <a:pt x="141446" y="204311"/>
                </a:moveTo>
                <a:cubicBezTo>
                  <a:pt x="145904" y="204311"/>
                  <a:pt x="149630" y="202802"/>
                  <a:pt x="152648" y="199796"/>
                </a:cubicBezTo>
                <a:cubicBezTo>
                  <a:pt x="155654" y="196779"/>
                  <a:pt x="157163" y="193053"/>
                  <a:pt x="157163" y="188595"/>
                </a:cubicBezTo>
                <a:cubicBezTo>
                  <a:pt x="157163" y="184137"/>
                  <a:pt x="155654" y="180411"/>
                  <a:pt x="152648" y="177394"/>
                </a:cubicBezTo>
                <a:cubicBezTo>
                  <a:pt x="149630" y="174388"/>
                  <a:pt x="145904" y="172879"/>
                  <a:pt x="141446" y="172879"/>
                </a:cubicBezTo>
                <a:lnTo>
                  <a:pt x="94298" y="172879"/>
                </a:lnTo>
                <a:cubicBezTo>
                  <a:pt x="89840" y="172879"/>
                  <a:pt x="86114" y="174388"/>
                  <a:pt x="83096" y="177394"/>
                </a:cubicBezTo>
                <a:cubicBezTo>
                  <a:pt x="80090" y="180411"/>
                  <a:pt x="78581" y="184137"/>
                  <a:pt x="78581" y="188595"/>
                </a:cubicBezTo>
                <a:cubicBezTo>
                  <a:pt x="78581" y="193053"/>
                  <a:pt x="80090" y="196779"/>
                  <a:pt x="83096" y="199796"/>
                </a:cubicBezTo>
                <a:cubicBezTo>
                  <a:pt x="86114" y="202802"/>
                  <a:pt x="89840" y="204311"/>
                  <a:pt x="94298" y="204311"/>
                </a:cubicBezTo>
                <a:lnTo>
                  <a:pt x="141446" y="204311"/>
                </a:lnTo>
                <a:close/>
                <a:moveTo>
                  <a:pt x="141446" y="141446"/>
                </a:moveTo>
                <a:cubicBezTo>
                  <a:pt x="145904" y="141446"/>
                  <a:pt x="149630" y="139937"/>
                  <a:pt x="152648" y="136931"/>
                </a:cubicBezTo>
                <a:cubicBezTo>
                  <a:pt x="155654" y="133914"/>
                  <a:pt x="157163" y="130188"/>
                  <a:pt x="157163" y="125730"/>
                </a:cubicBezTo>
                <a:cubicBezTo>
                  <a:pt x="157163" y="121272"/>
                  <a:pt x="155654" y="117546"/>
                  <a:pt x="152648" y="114529"/>
                </a:cubicBezTo>
                <a:cubicBezTo>
                  <a:pt x="149630" y="111523"/>
                  <a:pt x="145904" y="110014"/>
                  <a:pt x="141446" y="110014"/>
                </a:cubicBezTo>
                <a:lnTo>
                  <a:pt x="94298" y="110014"/>
                </a:lnTo>
                <a:cubicBezTo>
                  <a:pt x="89840" y="110014"/>
                  <a:pt x="86114" y="111523"/>
                  <a:pt x="83096" y="114529"/>
                </a:cubicBezTo>
                <a:cubicBezTo>
                  <a:pt x="80090" y="117546"/>
                  <a:pt x="78581" y="121272"/>
                  <a:pt x="78581" y="125730"/>
                </a:cubicBezTo>
                <a:cubicBezTo>
                  <a:pt x="78581" y="130188"/>
                  <a:pt x="80090" y="133914"/>
                  <a:pt x="83096" y="136931"/>
                </a:cubicBezTo>
                <a:cubicBezTo>
                  <a:pt x="86114" y="139937"/>
                  <a:pt x="89840" y="141446"/>
                  <a:pt x="94298" y="141446"/>
                </a:cubicBezTo>
                <a:lnTo>
                  <a:pt x="141446" y="141446"/>
                </a:lnTo>
                <a:close/>
                <a:moveTo>
                  <a:pt x="51869" y="306473"/>
                </a:moveTo>
                <a:lnTo>
                  <a:pt x="51869" y="70729"/>
                </a:lnTo>
                <a:lnTo>
                  <a:pt x="51869" y="30647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2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143" name="圖示 資料夾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02"/>
                  <a:pt x="38508" y="307056"/>
                </a:cubicBezTo>
                <a:cubicBezTo>
                  <a:pt x="33787" y="302209"/>
                  <a:pt x="31433" y="296780"/>
                  <a:pt x="31433" y="290756"/>
                </a:cubicBezTo>
                <a:lnTo>
                  <a:pt x="31433" y="86445"/>
                </a:lnTo>
                <a:cubicBezTo>
                  <a:pt x="31433" y="80410"/>
                  <a:pt x="33787" y="74981"/>
                  <a:pt x="38508" y="70134"/>
                </a:cubicBezTo>
                <a:cubicBezTo>
                  <a:pt x="43217" y="65288"/>
                  <a:pt x="48726" y="62865"/>
                  <a:pt x="55013" y="62865"/>
                </a:cubicBezTo>
                <a:lnTo>
                  <a:pt x="155597" y="62865"/>
                </a:lnTo>
                <a:cubicBezTo>
                  <a:pt x="158843" y="62865"/>
                  <a:pt x="161940" y="63517"/>
                  <a:pt x="164901" y="64831"/>
                </a:cubicBezTo>
                <a:cubicBezTo>
                  <a:pt x="167861" y="66134"/>
                  <a:pt x="170398" y="67860"/>
                  <a:pt x="172524" y="69974"/>
                </a:cubicBezTo>
                <a:lnTo>
                  <a:pt x="188984" y="86445"/>
                </a:lnTo>
                <a:lnTo>
                  <a:pt x="322189" y="86445"/>
                </a:lnTo>
                <a:cubicBezTo>
                  <a:pt x="328212" y="86445"/>
                  <a:pt x="333642" y="88857"/>
                  <a:pt x="338488" y="93703"/>
                </a:cubicBezTo>
                <a:cubicBezTo>
                  <a:pt x="343334" y="98549"/>
                  <a:pt x="345758" y="103990"/>
                  <a:pt x="345758" y="110014"/>
                </a:cubicBezTo>
                <a:lnTo>
                  <a:pt x="345758" y="290756"/>
                </a:lnTo>
                <a:cubicBezTo>
                  <a:pt x="345758" y="296780"/>
                  <a:pt x="343334" y="302209"/>
                  <a:pt x="338488" y="307056"/>
                </a:cubicBezTo>
                <a:cubicBezTo>
                  <a:pt x="333642" y="311902"/>
                  <a:pt x="328212" y="314325"/>
                  <a:pt x="322189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322189" y="290756"/>
                </a:lnTo>
                <a:lnTo>
                  <a:pt x="322189" y="110014"/>
                </a:lnTo>
                <a:lnTo>
                  <a:pt x="179165" y="110014"/>
                </a:lnTo>
                <a:lnTo>
                  <a:pt x="155597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4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45" name="圖示 筆記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16096"/>
                </a:moveTo>
                <a:cubicBezTo>
                  <a:pt x="71300" y="216096"/>
                  <a:pt x="68500" y="214964"/>
                  <a:pt x="66248" y="212678"/>
                </a:cubicBezTo>
                <a:cubicBezTo>
                  <a:pt x="63997" y="210403"/>
                  <a:pt x="62865" y="207580"/>
                  <a:pt x="62865" y="204231"/>
                </a:cubicBezTo>
                <a:cubicBezTo>
                  <a:pt x="62865" y="200882"/>
                  <a:pt x="63997" y="198093"/>
                  <a:pt x="66248" y="195864"/>
                </a:cubicBezTo>
                <a:cubicBezTo>
                  <a:pt x="68500" y="193636"/>
                  <a:pt x="71300" y="192527"/>
                  <a:pt x="74649" y="192527"/>
                </a:cubicBezTo>
                <a:lnTo>
                  <a:pt x="168947" y="192527"/>
                </a:lnTo>
                <a:cubicBezTo>
                  <a:pt x="172307" y="192527"/>
                  <a:pt x="175108" y="193658"/>
                  <a:pt x="177359" y="195944"/>
                </a:cubicBezTo>
                <a:cubicBezTo>
                  <a:pt x="179611" y="198219"/>
                  <a:pt x="180743" y="201042"/>
                  <a:pt x="180743" y="204391"/>
                </a:cubicBezTo>
                <a:cubicBezTo>
                  <a:pt x="180743" y="207740"/>
                  <a:pt x="179611" y="210529"/>
                  <a:pt x="177359" y="212758"/>
                </a:cubicBezTo>
                <a:cubicBezTo>
                  <a:pt x="175108" y="214987"/>
                  <a:pt x="172307" y="216096"/>
                  <a:pt x="168947" y="216096"/>
                </a:cubicBezTo>
                <a:lnTo>
                  <a:pt x="74649" y="216096"/>
                </a:lnTo>
                <a:close/>
                <a:moveTo>
                  <a:pt x="74649" y="151265"/>
                </a:moveTo>
                <a:cubicBezTo>
                  <a:pt x="71300" y="151265"/>
                  <a:pt x="68500" y="150133"/>
                  <a:pt x="66248" y="147847"/>
                </a:cubicBezTo>
                <a:cubicBezTo>
                  <a:pt x="63997" y="145572"/>
                  <a:pt x="62865" y="142761"/>
                  <a:pt x="62865" y="139400"/>
                </a:cubicBezTo>
                <a:cubicBezTo>
                  <a:pt x="62865" y="136051"/>
                  <a:pt x="63997" y="133262"/>
                  <a:pt x="66248" y="131034"/>
                </a:cubicBezTo>
                <a:cubicBezTo>
                  <a:pt x="68500" y="128805"/>
                  <a:pt x="71300" y="127696"/>
                  <a:pt x="74649" y="127696"/>
                </a:cubicBezTo>
                <a:lnTo>
                  <a:pt x="235744" y="127696"/>
                </a:lnTo>
                <a:cubicBezTo>
                  <a:pt x="239093" y="127696"/>
                  <a:pt x="241905" y="128839"/>
                  <a:pt x="244156" y="131114"/>
                </a:cubicBezTo>
                <a:cubicBezTo>
                  <a:pt x="246408" y="133388"/>
                  <a:pt x="247528" y="136211"/>
                  <a:pt x="247528" y="139560"/>
                </a:cubicBezTo>
                <a:cubicBezTo>
                  <a:pt x="247528" y="142909"/>
                  <a:pt x="246408" y="145698"/>
                  <a:pt x="244156" y="147927"/>
                </a:cubicBezTo>
                <a:cubicBezTo>
                  <a:pt x="241905" y="150156"/>
                  <a:pt x="239093" y="151265"/>
                  <a:pt x="235744" y="151265"/>
                </a:cubicBezTo>
                <a:lnTo>
                  <a:pt x="74649" y="151265"/>
                </a:lnTo>
                <a:close/>
                <a:moveTo>
                  <a:pt x="74649" y="86445"/>
                </a:moveTo>
                <a:cubicBezTo>
                  <a:pt x="71300" y="86445"/>
                  <a:pt x="68500" y="85302"/>
                  <a:pt x="66248" y="83016"/>
                </a:cubicBezTo>
                <a:cubicBezTo>
                  <a:pt x="63997" y="80742"/>
                  <a:pt x="62865" y="77930"/>
                  <a:pt x="62865" y="74569"/>
                </a:cubicBezTo>
                <a:cubicBezTo>
                  <a:pt x="62865" y="71220"/>
                  <a:pt x="63997" y="68431"/>
                  <a:pt x="66248" y="66203"/>
                </a:cubicBezTo>
                <a:cubicBezTo>
                  <a:pt x="68500" y="63974"/>
                  <a:pt x="71300" y="62865"/>
                  <a:pt x="74649" y="62865"/>
                </a:cubicBezTo>
                <a:lnTo>
                  <a:pt x="235744" y="62865"/>
                </a:lnTo>
                <a:cubicBezTo>
                  <a:pt x="239093" y="62865"/>
                  <a:pt x="241905" y="64008"/>
                  <a:pt x="244156" y="66283"/>
                </a:cubicBezTo>
                <a:cubicBezTo>
                  <a:pt x="246408" y="68557"/>
                  <a:pt x="247528" y="71380"/>
                  <a:pt x="247528" y="74729"/>
                </a:cubicBezTo>
                <a:cubicBezTo>
                  <a:pt x="247528" y="78078"/>
                  <a:pt x="246408" y="80879"/>
                  <a:pt x="244156" y="83096"/>
                </a:cubicBezTo>
                <a:cubicBezTo>
                  <a:pt x="241905" y="85325"/>
                  <a:pt x="239093" y="86445"/>
                  <a:pt x="235744" y="86445"/>
                </a:cubicBezTo>
                <a:lnTo>
                  <a:pt x="74649" y="86445"/>
                </a:lnTo>
                <a:close/>
                <a:moveTo>
                  <a:pt x="204311" y="302541"/>
                </a:moveTo>
                <a:lnTo>
                  <a:pt x="204311" y="270708"/>
                </a:lnTo>
                <a:cubicBezTo>
                  <a:pt x="204311" y="269245"/>
                  <a:pt x="204574" y="267828"/>
                  <a:pt x="205100" y="266468"/>
                </a:cubicBezTo>
                <a:cubicBezTo>
                  <a:pt x="205626" y="265107"/>
                  <a:pt x="206540" y="263770"/>
                  <a:pt x="207843" y="262467"/>
                </a:cubicBezTo>
                <a:lnTo>
                  <a:pt x="290985" y="179634"/>
                </a:lnTo>
                <a:cubicBezTo>
                  <a:pt x="293374" y="177256"/>
                  <a:pt x="296026" y="175519"/>
                  <a:pt x="298963" y="174456"/>
                </a:cubicBezTo>
                <a:cubicBezTo>
                  <a:pt x="301866" y="173405"/>
                  <a:pt x="304770" y="172879"/>
                  <a:pt x="307650" y="172879"/>
                </a:cubicBezTo>
                <a:cubicBezTo>
                  <a:pt x="310793" y="172879"/>
                  <a:pt x="313799" y="173473"/>
                  <a:pt x="316680" y="174650"/>
                </a:cubicBezTo>
                <a:cubicBezTo>
                  <a:pt x="319560" y="175828"/>
                  <a:pt x="322189" y="177599"/>
                  <a:pt x="324543" y="179954"/>
                </a:cubicBezTo>
                <a:lnTo>
                  <a:pt x="339082" y="194493"/>
                </a:lnTo>
                <a:cubicBezTo>
                  <a:pt x="341437" y="196847"/>
                  <a:pt x="343140" y="199465"/>
                  <a:pt x="344192" y="202345"/>
                </a:cubicBezTo>
                <a:cubicBezTo>
                  <a:pt x="345232" y="205226"/>
                  <a:pt x="345758" y="208106"/>
                  <a:pt x="345758" y="210986"/>
                </a:cubicBezTo>
                <a:cubicBezTo>
                  <a:pt x="345758" y="213867"/>
                  <a:pt x="345163" y="216816"/>
                  <a:pt x="343986" y="219833"/>
                </a:cubicBezTo>
                <a:cubicBezTo>
                  <a:pt x="342809" y="222839"/>
                  <a:pt x="341025" y="225537"/>
                  <a:pt x="338648" y="227926"/>
                </a:cubicBezTo>
                <a:lnTo>
                  <a:pt x="256181" y="310793"/>
                </a:lnTo>
                <a:cubicBezTo>
                  <a:pt x="254866" y="312096"/>
                  <a:pt x="253529" y="313011"/>
                  <a:pt x="252169" y="313536"/>
                </a:cubicBezTo>
                <a:cubicBezTo>
                  <a:pt x="250808" y="314062"/>
                  <a:pt x="249391" y="314325"/>
                  <a:pt x="247928" y="314325"/>
                </a:cubicBezTo>
                <a:lnTo>
                  <a:pt x="216096" y="314325"/>
                </a:lnTo>
                <a:cubicBezTo>
                  <a:pt x="212747" y="314325"/>
                  <a:pt x="209946" y="313193"/>
                  <a:pt x="207695" y="310942"/>
                </a:cubicBezTo>
                <a:cubicBezTo>
                  <a:pt x="205443" y="308667"/>
                  <a:pt x="204311" y="305867"/>
                  <a:pt x="204311" y="302541"/>
                </a:cubicBezTo>
                <a:close/>
                <a:moveTo>
                  <a:pt x="322189" y="210986"/>
                </a:moveTo>
                <a:lnTo>
                  <a:pt x="307650" y="196459"/>
                </a:lnTo>
                <a:lnTo>
                  <a:pt x="322189" y="210986"/>
                </a:lnTo>
                <a:close/>
                <a:moveTo>
                  <a:pt x="227891" y="290756"/>
                </a:moveTo>
                <a:lnTo>
                  <a:pt x="242819" y="290756"/>
                </a:lnTo>
                <a:lnTo>
                  <a:pt x="290356" y="242819"/>
                </a:lnTo>
                <a:lnTo>
                  <a:pt x="283281" y="235355"/>
                </a:lnTo>
                <a:lnTo>
                  <a:pt x="275817" y="228280"/>
                </a:lnTo>
                <a:lnTo>
                  <a:pt x="227891" y="275817"/>
                </a:lnTo>
                <a:lnTo>
                  <a:pt x="227891" y="290756"/>
                </a:lnTo>
                <a:close/>
                <a:moveTo>
                  <a:pt x="283281" y="235355"/>
                </a:moveTo>
                <a:lnTo>
                  <a:pt x="275817" y="228280"/>
                </a:lnTo>
                <a:lnTo>
                  <a:pt x="290356" y="242819"/>
                </a:lnTo>
                <a:lnTo>
                  <a:pt x="283281" y="235355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6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47" name="圖示 手冊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7441" y="259324"/>
                </a:moveTo>
                <a:cubicBezTo>
                  <a:pt x="111477" y="259324"/>
                  <a:pt x="125136" y="260958"/>
                  <a:pt x="138417" y="264227"/>
                </a:cubicBezTo>
                <a:cubicBezTo>
                  <a:pt x="151699" y="267508"/>
                  <a:pt x="164763" y="272411"/>
                  <a:pt x="177599" y="278961"/>
                </a:cubicBezTo>
                <a:lnTo>
                  <a:pt x="177599" y="111191"/>
                </a:lnTo>
                <a:cubicBezTo>
                  <a:pt x="165804" y="103339"/>
                  <a:pt x="153025" y="97246"/>
                  <a:pt x="139252" y="92926"/>
                </a:cubicBezTo>
                <a:cubicBezTo>
                  <a:pt x="125467" y="88605"/>
                  <a:pt x="111534" y="86445"/>
                  <a:pt x="97441" y="86445"/>
                </a:cubicBezTo>
                <a:cubicBezTo>
                  <a:pt x="87485" y="86445"/>
                  <a:pt x="77735" y="87680"/>
                  <a:pt x="68169" y="90171"/>
                </a:cubicBezTo>
                <a:cubicBezTo>
                  <a:pt x="58613" y="92663"/>
                  <a:pt x="48978" y="95738"/>
                  <a:pt x="39296" y="99407"/>
                </a:cubicBezTo>
                <a:lnTo>
                  <a:pt x="39296" y="269931"/>
                </a:lnTo>
                <a:cubicBezTo>
                  <a:pt x="47412" y="266262"/>
                  <a:pt x="56647" y="263576"/>
                  <a:pt x="66991" y="261873"/>
                </a:cubicBezTo>
                <a:cubicBezTo>
                  <a:pt x="77335" y="260170"/>
                  <a:pt x="87485" y="259324"/>
                  <a:pt x="97441" y="259324"/>
                </a:cubicBezTo>
                <a:close/>
                <a:moveTo>
                  <a:pt x="201168" y="278961"/>
                </a:moveTo>
                <a:cubicBezTo>
                  <a:pt x="214267" y="272411"/>
                  <a:pt x="227103" y="267508"/>
                  <a:pt x="239676" y="264227"/>
                </a:cubicBezTo>
                <a:cubicBezTo>
                  <a:pt x="252249" y="260958"/>
                  <a:pt x="265610" y="259324"/>
                  <a:pt x="279749" y="259324"/>
                </a:cubicBezTo>
                <a:cubicBezTo>
                  <a:pt x="289705" y="259324"/>
                  <a:pt x="299980" y="260101"/>
                  <a:pt x="310587" y="261678"/>
                </a:cubicBezTo>
                <a:cubicBezTo>
                  <a:pt x="321206" y="263244"/>
                  <a:pt x="330304" y="265347"/>
                  <a:pt x="337905" y="267965"/>
                </a:cubicBezTo>
                <a:lnTo>
                  <a:pt x="337905" y="99407"/>
                </a:lnTo>
                <a:cubicBezTo>
                  <a:pt x="328990" y="94949"/>
                  <a:pt x="319594" y="91680"/>
                  <a:pt x="309684" y="89588"/>
                </a:cubicBezTo>
                <a:cubicBezTo>
                  <a:pt x="299786" y="87485"/>
                  <a:pt x="289808" y="86445"/>
                  <a:pt x="279749" y="86445"/>
                </a:cubicBezTo>
                <a:cubicBezTo>
                  <a:pt x="265610" y="86445"/>
                  <a:pt x="251917" y="88605"/>
                  <a:pt x="238693" y="92926"/>
                </a:cubicBezTo>
                <a:cubicBezTo>
                  <a:pt x="225468" y="97246"/>
                  <a:pt x="212952" y="103339"/>
                  <a:pt x="201168" y="111191"/>
                </a:cubicBezTo>
                <a:lnTo>
                  <a:pt x="201168" y="278961"/>
                </a:lnTo>
                <a:close/>
                <a:moveTo>
                  <a:pt x="183680" y="309410"/>
                </a:moveTo>
                <a:cubicBezTo>
                  <a:pt x="181977" y="309021"/>
                  <a:pt x="180480" y="308301"/>
                  <a:pt x="179165" y="307250"/>
                </a:cubicBezTo>
                <a:cubicBezTo>
                  <a:pt x="166855" y="299660"/>
                  <a:pt x="153779" y="293762"/>
                  <a:pt x="139949" y="289568"/>
                </a:cubicBezTo>
                <a:cubicBezTo>
                  <a:pt x="126119" y="285384"/>
                  <a:pt x="111957" y="283281"/>
                  <a:pt x="97441" y="283281"/>
                </a:cubicBezTo>
                <a:cubicBezTo>
                  <a:pt x="87885" y="283281"/>
                  <a:pt x="78478" y="284470"/>
                  <a:pt x="69232" y="286824"/>
                </a:cubicBezTo>
                <a:cubicBezTo>
                  <a:pt x="59985" y="289179"/>
                  <a:pt x="50795" y="292059"/>
                  <a:pt x="41651" y="295466"/>
                </a:cubicBezTo>
                <a:cubicBezTo>
                  <a:pt x="35593" y="298346"/>
                  <a:pt x="29764" y="297957"/>
                  <a:pt x="24163" y="294288"/>
                </a:cubicBezTo>
                <a:cubicBezTo>
                  <a:pt x="18528" y="290619"/>
                  <a:pt x="15716" y="285384"/>
                  <a:pt x="15716" y="278572"/>
                </a:cubicBezTo>
                <a:lnTo>
                  <a:pt x="15716" y="96652"/>
                </a:lnTo>
                <a:cubicBezTo>
                  <a:pt x="15716" y="92732"/>
                  <a:pt x="16631" y="89120"/>
                  <a:pt x="18471" y="85851"/>
                </a:cubicBezTo>
                <a:cubicBezTo>
                  <a:pt x="20300" y="82570"/>
                  <a:pt x="23054" y="80021"/>
                  <a:pt x="26723" y="78193"/>
                </a:cubicBezTo>
                <a:cubicBezTo>
                  <a:pt x="37719" y="72946"/>
                  <a:pt x="49160" y="69083"/>
                  <a:pt x="61059" y="66603"/>
                </a:cubicBezTo>
                <a:cubicBezTo>
                  <a:pt x="72946" y="64111"/>
                  <a:pt x="85073" y="62865"/>
                  <a:pt x="97441" y="62865"/>
                </a:cubicBezTo>
                <a:cubicBezTo>
                  <a:pt x="113946" y="62865"/>
                  <a:pt x="129982" y="65094"/>
                  <a:pt x="145572" y="69540"/>
                </a:cubicBezTo>
                <a:cubicBezTo>
                  <a:pt x="161152" y="73998"/>
                  <a:pt x="175759" y="80810"/>
                  <a:pt x="189384" y="89977"/>
                </a:cubicBezTo>
                <a:cubicBezTo>
                  <a:pt x="202745" y="80810"/>
                  <a:pt x="217079" y="73998"/>
                  <a:pt x="232406" y="69540"/>
                </a:cubicBezTo>
                <a:cubicBezTo>
                  <a:pt x="247722" y="65094"/>
                  <a:pt x="263507" y="62865"/>
                  <a:pt x="279749" y="62865"/>
                </a:cubicBezTo>
                <a:cubicBezTo>
                  <a:pt x="292037" y="62865"/>
                  <a:pt x="304072" y="64111"/>
                  <a:pt x="315857" y="66603"/>
                </a:cubicBezTo>
                <a:cubicBezTo>
                  <a:pt x="327675" y="69083"/>
                  <a:pt x="339082" y="72946"/>
                  <a:pt x="350078" y="78193"/>
                </a:cubicBezTo>
                <a:cubicBezTo>
                  <a:pt x="353747" y="80021"/>
                  <a:pt x="356559" y="82570"/>
                  <a:pt x="358525" y="85851"/>
                </a:cubicBezTo>
                <a:cubicBezTo>
                  <a:pt x="360491" y="89120"/>
                  <a:pt x="361474" y="92732"/>
                  <a:pt x="361474" y="96652"/>
                </a:cubicBezTo>
                <a:lnTo>
                  <a:pt x="361474" y="278572"/>
                </a:lnTo>
                <a:cubicBezTo>
                  <a:pt x="361474" y="285876"/>
                  <a:pt x="358525" y="291442"/>
                  <a:pt x="352638" y="295271"/>
                </a:cubicBezTo>
                <a:cubicBezTo>
                  <a:pt x="346740" y="299066"/>
                  <a:pt x="340911" y="299135"/>
                  <a:pt x="335150" y="295466"/>
                </a:cubicBezTo>
                <a:cubicBezTo>
                  <a:pt x="326246" y="291796"/>
                  <a:pt x="317183" y="288848"/>
                  <a:pt x="307958" y="286630"/>
                </a:cubicBezTo>
                <a:cubicBezTo>
                  <a:pt x="298712" y="284401"/>
                  <a:pt x="289305" y="283281"/>
                  <a:pt x="279749" y="283281"/>
                </a:cubicBezTo>
                <a:cubicBezTo>
                  <a:pt x="265530" y="283281"/>
                  <a:pt x="251631" y="285384"/>
                  <a:pt x="238064" y="289568"/>
                </a:cubicBezTo>
                <a:cubicBezTo>
                  <a:pt x="224462" y="293762"/>
                  <a:pt x="211649" y="299660"/>
                  <a:pt x="199602" y="307250"/>
                </a:cubicBezTo>
                <a:cubicBezTo>
                  <a:pt x="198288" y="308301"/>
                  <a:pt x="196779" y="309021"/>
                  <a:pt x="195076" y="309410"/>
                </a:cubicBezTo>
                <a:cubicBezTo>
                  <a:pt x="193373" y="309810"/>
                  <a:pt x="191475" y="310004"/>
                  <a:pt x="189384" y="310004"/>
                </a:cubicBezTo>
                <a:cubicBezTo>
                  <a:pt x="187281" y="310004"/>
                  <a:pt x="185383" y="309810"/>
                  <a:pt x="183680" y="309410"/>
                </a:cubicBezTo>
                <a:close/>
                <a:moveTo>
                  <a:pt x="108448" y="185063"/>
                </a:moveTo>
                <a:close/>
                <a:moveTo>
                  <a:pt x="220028" y="138303"/>
                </a:moveTo>
                <a:cubicBezTo>
                  <a:pt x="220028" y="136863"/>
                  <a:pt x="220553" y="135377"/>
                  <a:pt x="221605" y="133868"/>
                </a:cubicBezTo>
                <a:cubicBezTo>
                  <a:pt x="222645" y="132348"/>
                  <a:pt x="223822" y="131331"/>
                  <a:pt x="225137" y="130839"/>
                </a:cubicBezTo>
                <a:cubicBezTo>
                  <a:pt x="232989" y="127959"/>
                  <a:pt x="241024" y="125730"/>
                  <a:pt x="249220" y="124164"/>
                </a:cubicBezTo>
                <a:cubicBezTo>
                  <a:pt x="257415" y="122587"/>
                  <a:pt x="266045" y="121798"/>
                  <a:pt x="275109" y="121798"/>
                </a:cubicBezTo>
                <a:cubicBezTo>
                  <a:pt x="280767" y="121798"/>
                  <a:pt x="286367" y="122130"/>
                  <a:pt x="291888" y="122781"/>
                </a:cubicBezTo>
                <a:cubicBezTo>
                  <a:pt x="297420" y="123433"/>
                  <a:pt x="302804" y="124416"/>
                  <a:pt x="308039" y="125730"/>
                </a:cubicBezTo>
                <a:cubicBezTo>
                  <a:pt x="309616" y="126256"/>
                  <a:pt x="311056" y="127227"/>
                  <a:pt x="312359" y="128633"/>
                </a:cubicBezTo>
                <a:cubicBezTo>
                  <a:pt x="313673" y="130051"/>
                  <a:pt x="314325" y="131639"/>
                  <a:pt x="314325" y="133388"/>
                </a:cubicBezTo>
                <a:cubicBezTo>
                  <a:pt x="314325" y="136406"/>
                  <a:pt x="313342" y="138692"/>
                  <a:pt x="311376" y="140269"/>
                </a:cubicBezTo>
                <a:cubicBezTo>
                  <a:pt x="309410" y="141835"/>
                  <a:pt x="306987" y="142235"/>
                  <a:pt x="304107" y="141446"/>
                </a:cubicBezTo>
                <a:cubicBezTo>
                  <a:pt x="299706" y="140132"/>
                  <a:pt x="295077" y="139149"/>
                  <a:pt x="290196" y="138497"/>
                </a:cubicBezTo>
                <a:cubicBezTo>
                  <a:pt x="285327" y="137846"/>
                  <a:pt x="280275" y="137514"/>
                  <a:pt x="275040" y="137514"/>
                </a:cubicBezTo>
                <a:cubicBezTo>
                  <a:pt x="267439" y="137514"/>
                  <a:pt x="260101" y="138234"/>
                  <a:pt x="253037" y="139675"/>
                </a:cubicBezTo>
                <a:cubicBezTo>
                  <a:pt x="245962" y="141115"/>
                  <a:pt x="239013" y="143275"/>
                  <a:pt x="232212" y="146167"/>
                </a:cubicBezTo>
                <a:cubicBezTo>
                  <a:pt x="228543" y="147470"/>
                  <a:pt x="225594" y="147401"/>
                  <a:pt x="223365" y="145961"/>
                </a:cubicBezTo>
                <a:cubicBezTo>
                  <a:pt x="221136" y="144521"/>
                  <a:pt x="220028" y="141972"/>
                  <a:pt x="220028" y="138303"/>
                </a:cubicBezTo>
                <a:close/>
                <a:moveTo>
                  <a:pt x="220028" y="224748"/>
                </a:moveTo>
                <a:cubicBezTo>
                  <a:pt x="220028" y="223228"/>
                  <a:pt x="220553" y="221662"/>
                  <a:pt x="221605" y="220062"/>
                </a:cubicBezTo>
                <a:cubicBezTo>
                  <a:pt x="222645" y="218473"/>
                  <a:pt x="223822" y="217410"/>
                  <a:pt x="225137" y="216884"/>
                </a:cubicBezTo>
                <a:cubicBezTo>
                  <a:pt x="232989" y="214004"/>
                  <a:pt x="241024" y="211844"/>
                  <a:pt x="249220" y="210403"/>
                </a:cubicBezTo>
                <a:cubicBezTo>
                  <a:pt x="257415" y="208963"/>
                  <a:pt x="266045" y="208243"/>
                  <a:pt x="275109" y="208243"/>
                </a:cubicBezTo>
                <a:cubicBezTo>
                  <a:pt x="280767" y="208243"/>
                  <a:pt x="286367" y="208563"/>
                  <a:pt x="291888" y="209226"/>
                </a:cubicBezTo>
                <a:cubicBezTo>
                  <a:pt x="297420" y="209878"/>
                  <a:pt x="302804" y="210861"/>
                  <a:pt x="308039" y="212175"/>
                </a:cubicBezTo>
                <a:cubicBezTo>
                  <a:pt x="309616" y="212689"/>
                  <a:pt x="311056" y="213661"/>
                  <a:pt x="312359" y="215078"/>
                </a:cubicBezTo>
                <a:cubicBezTo>
                  <a:pt x="313673" y="216496"/>
                  <a:pt x="314325" y="218073"/>
                  <a:pt x="314325" y="219833"/>
                </a:cubicBezTo>
                <a:cubicBezTo>
                  <a:pt x="314325" y="222839"/>
                  <a:pt x="313342" y="225137"/>
                  <a:pt x="311376" y="226703"/>
                </a:cubicBezTo>
                <a:cubicBezTo>
                  <a:pt x="309410" y="228280"/>
                  <a:pt x="306987" y="228669"/>
                  <a:pt x="304107" y="227891"/>
                </a:cubicBezTo>
                <a:cubicBezTo>
                  <a:pt x="299706" y="226577"/>
                  <a:pt x="295077" y="225594"/>
                  <a:pt x="290196" y="224942"/>
                </a:cubicBezTo>
                <a:cubicBezTo>
                  <a:pt x="285327" y="224279"/>
                  <a:pt x="280275" y="223959"/>
                  <a:pt x="275040" y="223959"/>
                </a:cubicBezTo>
                <a:cubicBezTo>
                  <a:pt x="267439" y="223959"/>
                  <a:pt x="260101" y="224611"/>
                  <a:pt x="253037" y="225925"/>
                </a:cubicBezTo>
                <a:cubicBezTo>
                  <a:pt x="245962" y="227228"/>
                  <a:pt x="239013" y="229332"/>
                  <a:pt x="232212" y="232212"/>
                </a:cubicBezTo>
                <a:cubicBezTo>
                  <a:pt x="228543" y="233515"/>
                  <a:pt x="225594" y="233515"/>
                  <a:pt x="223365" y="232212"/>
                </a:cubicBezTo>
                <a:cubicBezTo>
                  <a:pt x="221136" y="230897"/>
                  <a:pt x="220028" y="228406"/>
                  <a:pt x="220028" y="224748"/>
                </a:cubicBezTo>
                <a:close/>
                <a:moveTo>
                  <a:pt x="220028" y="181520"/>
                </a:moveTo>
                <a:cubicBezTo>
                  <a:pt x="220028" y="180080"/>
                  <a:pt x="220553" y="178605"/>
                  <a:pt x="221605" y="177085"/>
                </a:cubicBezTo>
                <a:cubicBezTo>
                  <a:pt x="222645" y="175565"/>
                  <a:pt x="223822" y="174559"/>
                  <a:pt x="225137" y="174056"/>
                </a:cubicBezTo>
                <a:cubicBezTo>
                  <a:pt x="232989" y="171176"/>
                  <a:pt x="241024" y="168947"/>
                  <a:pt x="249220" y="167381"/>
                </a:cubicBezTo>
                <a:cubicBezTo>
                  <a:pt x="257415" y="165804"/>
                  <a:pt x="266045" y="165026"/>
                  <a:pt x="275109" y="165026"/>
                </a:cubicBezTo>
                <a:cubicBezTo>
                  <a:pt x="280767" y="165026"/>
                  <a:pt x="286367" y="165346"/>
                  <a:pt x="291888" y="165998"/>
                </a:cubicBezTo>
                <a:cubicBezTo>
                  <a:pt x="297420" y="166661"/>
                  <a:pt x="302804" y="167644"/>
                  <a:pt x="308039" y="168947"/>
                </a:cubicBezTo>
                <a:cubicBezTo>
                  <a:pt x="309616" y="169473"/>
                  <a:pt x="311056" y="170444"/>
                  <a:pt x="312359" y="171861"/>
                </a:cubicBezTo>
                <a:cubicBezTo>
                  <a:pt x="313673" y="173267"/>
                  <a:pt x="314325" y="174856"/>
                  <a:pt x="314325" y="176616"/>
                </a:cubicBezTo>
                <a:cubicBezTo>
                  <a:pt x="314325" y="179622"/>
                  <a:pt x="313342" y="181920"/>
                  <a:pt x="311376" y="183486"/>
                </a:cubicBezTo>
                <a:cubicBezTo>
                  <a:pt x="309410" y="185063"/>
                  <a:pt x="306987" y="185452"/>
                  <a:pt x="304107" y="184663"/>
                </a:cubicBezTo>
                <a:cubicBezTo>
                  <a:pt x="299706" y="183360"/>
                  <a:pt x="295077" y="182377"/>
                  <a:pt x="290196" y="181714"/>
                </a:cubicBezTo>
                <a:cubicBezTo>
                  <a:pt x="285327" y="181063"/>
                  <a:pt x="280275" y="180743"/>
                  <a:pt x="275040" y="180743"/>
                </a:cubicBezTo>
                <a:cubicBezTo>
                  <a:pt x="267439" y="180743"/>
                  <a:pt x="260101" y="181463"/>
                  <a:pt x="253037" y="182903"/>
                </a:cubicBezTo>
                <a:cubicBezTo>
                  <a:pt x="245962" y="184343"/>
                  <a:pt x="239013" y="186503"/>
                  <a:pt x="232212" y="189384"/>
                </a:cubicBezTo>
                <a:cubicBezTo>
                  <a:pt x="228543" y="190687"/>
                  <a:pt x="225594" y="190630"/>
                  <a:pt x="223365" y="189189"/>
                </a:cubicBezTo>
                <a:cubicBezTo>
                  <a:pt x="221136" y="187749"/>
                  <a:pt x="220028" y="185189"/>
                  <a:pt x="220028" y="181520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8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49" name="圖示 設定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345758"/>
                </a:moveTo>
                <a:cubicBezTo>
                  <a:pt x="161746" y="345758"/>
                  <a:pt x="158477" y="344580"/>
                  <a:pt x="155597" y="342226"/>
                </a:cubicBezTo>
                <a:cubicBezTo>
                  <a:pt x="152705" y="339860"/>
                  <a:pt x="151002" y="336854"/>
                  <a:pt x="150487" y="333185"/>
                </a:cubicBezTo>
                <a:lnTo>
                  <a:pt x="144590" y="296254"/>
                </a:lnTo>
                <a:cubicBezTo>
                  <a:pt x="139617" y="294414"/>
                  <a:pt x="134371" y="291934"/>
                  <a:pt x="128873" y="288790"/>
                </a:cubicBezTo>
                <a:cubicBezTo>
                  <a:pt x="123375" y="285647"/>
                  <a:pt x="118529" y="282367"/>
                  <a:pt x="114334" y="278961"/>
                </a:cubicBezTo>
                <a:lnTo>
                  <a:pt x="80547" y="294677"/>
                </a:lnTo>
                <a:cubicBezTo>
                  <a:pt x="76878" y="296254"/>
                  <a:pt x="73209" y="296448"/>
                  <a:pt x="69540" y="295271"/>
                </a:cubicBezTo>
                <a:cubicBezTo>
                  <a:pt x="65883" y="294094"/>
                  <a:pt x="62991" y="291796"/>
                  <a:pt x="60899" y="288390"/>
                </a:cubicBezTo>
                <a:lnTo>
                  <a:pt x="38108" y="247528"/>
                </a:lnTo>
                <a:cubicBezTo>
                  <a:pt x="36016" y="244122"/>
                  <a:pt x="35422" y="240590"/>
                  <a:pt x="36347" y="236921"/>
                </a:cubicBezTo>
                <a:cubicBezTo>
                  <a:pt x="37262" y="233252"/>
                  <a:pt x="39296" y="230246"/>
                  <a:pt x="42440" y="227891"/>
                </a:cubicBezTo>
                <a:lnTo>
                  <a:pt x="73872" y="204700"/>
                </a:lnTo>
                <a:cubicBezTo>
                  <a:pt x="73346" y="202345"/>
                  <a:pt x="73015" y="199659"/>
                  <a:pt x="72889" y="196653"/>
                </a:cubicBezTo>
                <a:cubicBezTo>
                  <a:pt x="72752" y="193636"/>
                  <a:pt x="72683" y="190950"/>
                  <a:pt x="72683" y="188595"/>
                </a:cubicBezTo>
                <a:cubicBezTo>
                  <a:pt x="72683" y="186240"/>
                  <a:pt x="72752" y="183554"/>
                  <a:pt x="72889" y="180537"/>
                </a:cubicBezTo>
                <a:cubicBezTo>
                  <a:pt x="73015" y="177531"/>
                  <a:pt x="73346" y="174845"/>
                  <a:pt x="73872" y="172490"/>
                </a:cubicBezTo>
                <a:lnTo>
                  <a:pt x="42440" y="149310"/>
                </a:lnTo>
                <a:cubicBezTo>
                  <a:pt x="39296" y="146944"/>
                  <a:pt x="37262" y="143938"/>
                  <a:pt x="36347" y="140269"/>
                </a:cubicBezTo>
                <a:cubicBezTo>
                  <a:pt x="35422" y="136600"/>
                  <a:pt x="36016" y="133068"/>
                  <a:pt x="38108" y="129662"/>
                </a:cubicBezTo>
                <a:lnTo>
                  <a:pt x="60899" y="88800"/>
                </a:lnTo>
                <a:cubicBezTo>
                  <a:pt x="62991" y="85394"/>
                  <a:pt x="65883" y="83096"/>
                  <a:pt x="69540" y="81919"/>
                </a:cubicBezTo>
                <a:cubicBezTo>
                  <a:pt x="73209" y="80742"/>
                  <a:pt x="76878" y="80936"/>
                  <a:pt x="80547" y="82513"/>
                </a:cubicBezTo>
                <a:lnTo>
                  <a:pt x="114334" y="98229"/>
                </a:lnTo>
                <a:cubicBezTo>
                  <a:pt x="118529" y="94823"/>
                  <a:pt x="123375" y="91543"/>
                  <a:pt x="128873" y="88400"/>
                </a:cubicBezTo>
                <a:cubicBezTo>
                  <a:pt x="134371" y="85256"/>
                  <a:pt x="139617" y="82902"/>
                  <a:pt x="144590" y="81336"/>
                </a:cubicBezTo>
                <a:lnTo>
                  <a:pt x="150487" y="44006"/>
                </a:lnTo>
                <a:cubicBezTo>
                  <a:pt x="151002" y="40336"/>
                  <a:pt x="152705" y="37330"/>
                  <a:pt x="155597" y="34964"/>
                </a:cubicBezTo>
                <a:cubicBezTo>
                  <a:pt x="158477" y="32610"/>
                  <a:pt x="161746" y="31433"/>
                  <a:pt x="165415" y="31433"/>
                </a:cubicBezTo>
                <a:lnTo>
                  <a:pt x="211775" y="31433"/>
                </a:lnTo>
                <a:cubicBezTo>
                  <a:pt x="215444" y="31433"/>
                  <a:pt x="218713" y="32610"/>
                  <a:pt x="221605" y="34964"/>
                </a:cubicBezTo>
                <a:cubicBezTo>
                  <a:pt x="224485" y="37330"/>
                  <a:pt x="226188" y="40336"/>
                  <a:pt x="226703" y="44006"/>
                </a:cubicBezTo>
                <a:lnTo>
                  <a:pt x="232600" y="80936"/>
                </a:lnTo>
                <a:cubicBezTo>
                  <a:pt x="237573" y="82776"/>
                  <a:pt x="242876" y="85199"/>
                  <a:pt x="248511" y="88205"/>
                </a:cubicBezTo>
                <a:cubicBezTo>
                  <a:pt x="254146" y="91223"/>
                  <a:pt x="258924" y="94560"/>
                  <a:pt x="262856" y="98229"/>
                </a:cubicBezTo>
                <a:lnTo>
                  <a:pt x="296643" y="82513"/>
                </a:lnTo>
                <a:cubicBezTo>
                  <a:pt x="300312" y="80936"/>
                  <a:pt x="303912" y="80742"/>
                  <a:pt x="307444" y="81919"/>
                </a:cubicBezTo>
                <a:cubicBezTo>
                  <a:pt x="310987" y="83096"/>
                  <a:pt x="313799" y="85394"/>
                  <a:pt x="315902" y="88800"/>
                </a:cubicBezTo>
                <a:lnTo>
                  <a:pt x="339082" y="129662"/>
                </a:lnTo>
                <a:cubicBezTo>
                  <a:pt x="341174" y="133068"/>
                  <a:pt x="341768" y="136669"/>
                  <a:pt x="340843" y="140463"/>
                </a:cubicBezTo>
                <a:cubicBezTo>
                  <a:pt x="339928" y="144258"/>
                  <a:pt x="337905" y="147207"/>
                  <a:pt x="334762" y="149310"/>
                </a:cubicBezTo>
                <a:lnTo>
                  <a:pt x="303329" y="171701"/>
                </a:lnTo>
                <a:cubicBezTo>
                  <a:pt x="303844" y="174319"/>
                  <a:pt x="304175" y="177131"/>
                  <a:pt x="304301" y="180148"/>
                </a:cubicBezTo>
                <a:cubicBezTo>
                  <a:pt x="304438" y="183154"/>
                  <a:pt x="304507" y="185978"/>
                  <a:pt x="304507" y="188595"/>
                </a:cubicBezTo>
                <a:cubicBezTo>
                  <a:pt x="304507" y="191212"/>
                  <a:pt x="304438" y="193967"/>
                  <a:pt x="304301" y="196847"/>
                </a:cubicBezTo>
                <a:cubicBezTo>
                  <a:pt x="304175" y="199728"/>
                  <a:pt x="303844" y="202482"/>
                  <a:pt x="303329" y="205100"/>
                </a:cubicBezTo>
                <a:lnTo>
                  <a:pt x="334762" y="227891"/>
                </a:lnTo>
                <a:cubicBezTo>
                  <a:pt x="337905" y="229983"/>
                  <a:pt x="339928" y="232932"/>
                  <a:pt x="340843" y="236727"/>
                </a:cubicBezTo>
                <a:cubicBezTo>
                  <a:pt x="341768" y="240521"/>
                  <a:pt x="341174" y="244122"/>
                  <a:pt x="339082" y="247528"/>
                </a:cubicBezTo>
                <a:lnTo>
                  <a:pt x="316291" y="288390"/>
                </a:lnTo>
                <a:cubicBezTo>
                  <a:pt x="314199" y="291796"/>
                  <a:pt x="311307" y="294094"/>
                  <a:pt x="307650" y="295271"/>
                </a:cubicBezTo>
                <a:cubicBezTo>
                  <a:pt x="303981" y="296448"/>
                  <a:pt x="300312" y="296254"/>
                  <a:pt x="296643" y="294677"/>
                </a:cubicBezTo>
                <a:lnTo>
                  <a:pt x="262856" y="278961"/>
                </a:lnTo>
                <a:cubicBezTo>
                  <a:pt x="258661" y="282367"/>
                  <a:pt x="253883" y="285704"/>
                  <a:pt x="248511" y="288985"/>
                </a:cubicBezTo>
                <a:cubicBezTo>
                  <a:pt x="243139" y="292254"/>
                  <a:pt x="237835" y="294677"/>
                  <a:pt x="232600" y="296254"/>
                </a:cubicBezTo>
                <a:lnTo>
                  <a:pt x="226703" y="333185"/>
                </a:lnTo>
                <a:cubicBezTo>
                  <a:pt x="226188" y="336854"/>
                  <a:pt x="224485" y="339860"/>
                  <a:pt x="221605" y="342226"/>
                </a:cubicBezTo>
                <a:cubicBezTo>
                  <a:pt x="218713" y="344580"/>
                  <a:pt x="215444" y="345758"/>
                  <a:pt x="211775" y="345758"/>
                </a:cubicBezTo>
                <a:lnTo>
                  <a:pt x="165415" y="345758"/>
                </a:lnTo>
                <a:close/>
                <a:moveTo>
                  <a:pt x="171313" y="322189"/>
                </a:moveTo>
                <a:lnTo>
                  <a:pt x="205889" y="322189"/>
                </a:lnTo>
                <a:lnTo>
                  <a:pt x="211386" y="278183"/>
                </a:lnTo>
                <a:cubicBezTo>
                  <a:pt x="220028" y="276080"/>
                  <a:pt x="228211" y="272811"/>
                  <a:pt x="235938" y="268354"/>
                </a:cubicBezTo>
                <a:cubicBezTo>
                  <a:pt x="243665" y="263907"/>
                  <a:pt x="250671" y="258535"/>
                  <a:pt x="256958" y="252249"/>
                </a:cubicBezTo>
                <a:lnTo>
                  <a:pt x="298609" y="270320"/>
                </a:lnTo>
                <a:lnTo>
                  <a:pt x="314325" y="242030"/>
                </a:lnTo>
                <a:lnTo>
                  <a:pt x="277395" y="214918"/>
                </a:lnTo>
                <a:cubicBezTo>
                  <a:pt x="278435" y="210472"/>
                  <a:pt x="279292" y="206083"/>
                  <a:pt x="279944" y="201762"/>
                </a:cubicBezTo>
                <a:cubicBezTo>
                  <a:pt x="280595" y="197430"/>
                  <a:pt x="280927" y="193053"/>
                  <a:pt x="280927" y="188595"/>
                </a:cubicBezTo>
                <a:cubicBezTo>
                  <a:pt x="280927" y="184137"/>
                  <a:pt x="280664" y="179760"/>
                  <a:pt x="280138" y="175428"/>
                </a:cubicBezTo>
                <a:cubicBezTo>
                  <a:pt x="279624" y="171107"/>
                  <a:pt x="278698" y="166718"/>
                  <a:pt x="277395" y="162272"/>
                </a:cubicBezTo>
                <a:lnTo>
                  <a:pt x="314325" y="135160"/>
                </a:lnTo>
                <a:lnTo>
                  <a:pt x="298609" y="106871"/>
                </a:lnTo>
                <a:lnTo>
                  <a:pt x="256958" y="124941"/>
                </a:lnTo>
                <a:cubicBezTo>
                  <a:pt x="250934" y="118129"/>
                  <a:pt x="244122" y="112437"/>
                  <a:pt x="236532" y="107853"/>
                </a:cubicBezTo>
                <a:cubicBezTo>
                  <a:pt x="228931" y="103270"/>
                  <a:pt x="220553" y="100321"/>
                  <a:pt x="211386" y="99018"/>
                </a:cubicBezTo>
                <a:lnTo>
                  <a:pt x="205889" y="55013"/>
                </a:lnTo>
                <a:lnTo>
                  <a:pt x="171313" y="55013"/>
                </a:lnTo>
                <a:lnTo>
                  <a:pt x="165804" y="99018"/>
                </a:lnTo>
                <a:cubicBezTo>
                  <a:pt x="156900" y="100847"/>
                  <a:pt x="148579" y="103990"/>
                  <a:pt x="140852" y="108448"/>
                </a:cubicBezTo>
                <a:cubicBezTo>
                  <a:pt x="133125" y="112894"/>
                  <a:pt x="126256" y="118392"/>
                  <a:pt x="120232" y="124941"/>
                </a:cubicBezTo>
                <a:lnTo>
                  <a:pt x="78581" y="106871"/>
                </a:lnTo>
                <a:lnTo>
                  <a:pt x="62865" y="135160"/>
                </a:lnTo>
                <a:lnTo>
                  <a:pt x="99795" y="162272"/>
                </a:lnTo>
                <a:cubicBezTo>
                  <a:pt x="98755" y="166718"/>
                  <a:pt x="97898" y="171107"/>
                  <a:pt x="97246" y="175428"/>
                </a:cubicBezTo>
                <a:cubicBezTo>
                  <a:pt x="96595" y="179760"/>
                  <a:pt x="96263" y="184137"/>
                  <a:pt x="96263" y="188595"/>
                </a:cubicBezTo>
                <a:cubicBezTo>
                  <a:pt x="96263" y="193053"/>
                  <a:pt x="96595" y="197430"/>
                  <a:pt x="97246" y="201762"/>
                </a:cubicBezTo>
                <a:cubicBezTo>
                  <a:pt x="97898" y="206083"/>
                  <a:pt x="98755" y="210472"/>
                  <a:pt x="99795" y="214918"/>
                </a:cubicBezTo>
                <a:lnTo>
                  <a:pt x="62865" y="242030"/>
                </a:lnTo>
                <a:lnTo>
                  <a:pt x="78581" y="270320"/>
                </a:lnTo>
                <a:lnTo>
                  <a:pt x="120232" y="252249"/>
                </a:lnTo>
                <a:cubicBezTo>
                  <a:pt x="126519" y="258535"/>
                  <a:pt x="133525" y="263907"/>
                  <a:pt x="141252" y="268354"/>
                </a:cubicBezTo>
                <a:cubicBezTo>
                  <a:pt x="148979" y="272811"/>
                  <a:pt x="157163" y="276080"/>
                  <a:pt x="165804" y="278183"/>
                </a:cubicBezTo>
                <a:lnTo>
                  <a:pt x="171313" y="322189"/>
                </a:lnTo>
                <a:close/>
                <a:moveTo>
                  <a:pt x="188595" y="239676"/>
                </a:moveTo>
                <a:cubicBezTo>
                  <a:pt x="202745" y="239676"/>
                  <a:pt x="214793" y="234692"/>
                  <a:pt x="224748" y="224748"/>
                </a:cubicBezTo>
                <a:cubicBezTo>
                  <a:pt x="234692" y="214793"/>
                  <a:pt x="239676" y="202745"/>
                  <a:pt x="239676" y="188595"/>
                </a:cubicBezTo>
                <a:cubicBezTo>
                  <a:pt x="239676" y="174456"/>
                  <a:pt x="234692" y="162397"/>
                  <a:pt x="224748" y="152453"/>
                </a:cubicBezTo>
                <a:cubicBezTo>
                  <a:pt x="214793" y="142498"/>
                  <a:pt x="202745" y="137514"/>
                  <a:pt x="188595" y="137514"/>
                </a:cubicBezTo>
                <a:cubicBezTo>
                  <a:pt x="174456" y="137514"/>
                  <a:pt x="162397" y="142498"/>
                  <a:pt x="152453" y="152453"/>
                </a:cubicBezTo>
                <a:cubicBezTo>
                  <a:pt x="142498" y="162397"/>
                  <a:pt x="137514" y="174456"/>
                  <a:pt x="137514" y="188595"/>
                </a:cubicBezTo>
                <a:cubicBezTo>
                  <a:pt x="137514" y="202745"/>
                  <a:pt x="142498" y="214793"/>
                  <a:pt x="152453" y="224748"/>
                </a:cubicBezTo>
                <a:cubicBezTo>
                  <a:pt x="162397" y="234692"/>
                  <a:pt x="174456" y="239676"/>
                  <a:pt x="188595" y="23967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0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51" name="圖示 參數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107" y="326658"/>
                </a:moveTo>
                <a:cubicBezTo>
                  <a:pt x="168890" y="324383"/>
                  <a:pt x="167770" y="321583"/>
                  <a:pt x="167770" y="318257"/>
                </a:cubicBezTo>
                <a:lnTo>
                  <a:pt x="167770" y="253426"/>
                </a:lnTo>
                <a:cubicBezTo>
                  <a:pt x="167770" y="250077"/>
                  <a:pt x="168913" y="247265"/>
                  <a:pt x="171187" y="245013"/>
                </a:cubicBezTo>
                <a:cubicBezTo>
                  <a:pt x="173473" y="242762"/>
                  <a:pt x="176285" y="241642"/>
                  <a:pt x="179634" y="241642"/>
                </a:cubicBezTo>
                <a:cubicBezTo>
                  <a:pt x="182994" y="241642"/>
                  <a:pt x="185783" y="242762"/>
                  <a:pt x="188001" y="245013"/>
                </a:cubicBezTo>
                <a:cubicBezTo>
                  <a:pt x="190229" y="247265"/>
                  <a:pt x="191350" y="250077"/>
                  <a:pt x="191350" y="253426"/>
                </a:cubicBezTo>
                <a:lnTo>
                  <a:pt x="191350" y="274251"/>
                </a:lnTo>
                <a:lnTo>
                  <a:pt x="318257" y="274251"/>
                </a:lnTo>
                <a:cubicBezTo>
                  <a:pt x="321606" y="274251"/>
                  <a:pt x="324406" y="275383"/>
                  <a:pt x="326658" y="277669"/>
                </a:cubicBezTo>
                <a:cubicBezTo>
                  <a:pt x="328910" y="279944"/>
                  <a:pt x="330041" y="282767"/>
                  <a:pt x="330041" y="286116"/>
                </a:cubicBezTo>
                <a:cubicBezTo>
                  <a:pt x="330041" y="289465"/>
                  <a:pt x="328910" y="292254"/>
                  <a:pt x="326658" y="294483"/>
                </a:cubicBezTo>
                <a:cubicBezTo>
                  <a:pt x="324406" y="296711"/>
                  <a:pt x="321606" y="297820"/>
                  <a:pt x="318257" y="297820"/>
                </a:cubicBezTo>
                <a:lnTo>
                  <a:pt x="191350" y="297820"/>
                </a:lnTo>
                <a:lnTo>
                  <a:pt x="191350" y="318257"/>
                </a:lnTo>
                <a:cubicBezTo>
                  <a:pt x="191350" y="321606"/>
                  <a:pt x="190207" y="324406"/>
                  <a:pt x="187932" y="326658"/>
                </a:cubicBezTo>
                <a:cubicBezTo>
                  <a:pt x="185646" y="328910"/>
                  <a:pt x="182834" y="330041"/>
                  <a:pt x="179485" y="330041"/>
                </a:cubicBezTo>
                <a:cubicBezTo>
                  <a:pt x="176125" y="330041"/>
                  <a:pt x="173336" y="328910"/>
                  <a:pt x="171107" y="326658"/>
                </a:cubicBezTo>
                <a:close/>
                <a:moveTo>
                  <a:pt x="58933" y="297820"/>
                </a:moveTo>
                <a:cubicBezTo>
                  <a:pt x="55584" y="297820"/>
                  <a:pt x="52784" y="296689"/>
                  <a:pt x="50532" y="294403"/>
                </a:cubicBezTo>
                <a:cubicBezTo>
                  <a:pt x="48280" y="292128"/>
                  <a:pt x="47149" y="289305"/>
                  <a:pt x="47149" y="285956"/>
                </a:cubicBezTo>
                <a:cubicBezTo>
                  <a:pt x="47149" y="282607"/>
                  <a:pt x="48280" y="279818"/>
                  <a:pt x="50532" y="277589"/>
                </a:cubicBezTo>
                <a:cubicBezTo>
                  <a:pt x="52784" y="275360"/>
                  <a:pt x="55584" y="274251"/>
                  <a:pt x="58933" y="274251"/>
                </a:cubicBezTo>
                <a:lnTo>
                  <a:pt x="132405" y="274251"/>
                </a:lnTo>
                <a:cubicBezTo>
                  <a:pt x="135766" y="274251"/>
                  <a:pt x="138566" y="275383"/>
                  <a:pt x="140818" y="277669"/>
                </a:cubicBezTo>
                <a:cubicBezTo>
                  <a:pt x="143069" y="279944"/>
                  <a:pt x="144201" y="282767"/>
                  <a:pt x="144201" y="286116"/>
                </a:cubicBezTo>
                <a:cubicBezTo>
                  <a:pt x="144201" y="289465"/>
                  <a:pt x="143069" y="292254"/>
                  <a:pt x="140818" y="294483"/>
                </a:cubicBezTo>
                <a:cubicBezTo>
                  <a:pt x="138566" y="296711"/>
                  <a:pt x="135766" y="297820"/>
                  <a:pt x="132405" y="297820"/>
                </a:cubicBezTo>
                <a:lnTo>
                  <a:pt x="58933" y="297820"/>
                </a:lnTo>
                <a:close/>
                <a:moveTo>
                  <a:pt x="123958" y="229217"/>
                </a:moveTo>
                <a:cubicBezTo>
                  <a:pt x="121741" y="226943"/>
                  <a:pt x="120621" y="224142"/>
                  <a:pt x="120621" y="220816"/>
                </a:cubicBezTo>
                <a:lnTo>
                  <a:pt x="120621" y="200379"/>
                </a:lnTo>
                <a:lnTo>
                  <a:pt x="58933" y="200379"/>
                </a:lnTo>
                <a:cubicBezTo>
                  <a:pt x="55584" y="200379"/>
                  <a:pt x="52784" y="199248"/>
                  <a:pt x="50532" y="196962"/>
                </a:cubicBezTo>
                <a:cubicBezTo>
                  <a:pt x="48280" y="194687"/>
                  <a:pt x="47149" y="191864"/>
                  <a:pt x="47149" y="188515"/>
                </a:cubicBezTo>
                <a:cubicBezTo>
                  <a:pt x="47149" y="185166"/>
                  <a:pt x="48280" y="182377"/>
                  <a:pt x="50532" y="180148"/>
                </a:cubicBezTo>
                <a:cubicBezTo>
                  <a:pt x="52784" y="177919"/>
                  <a:pt x="55584" y="176811"/>
                  <a:pt x="58933" y="176811"/>
                </a:cubicBezTo>
                <a:lnTo>
                  <a:pt x="120621" y="176811"/>
                </a:lnTo>
                <a:lnTo>
                  <a:pt x="120621" y="155597"/>
                </a:lnTo>
                <a:cubicBezTo>
                  <a:pt x="120621" y="152236"/>
                  <a:pt x="121764" y="149436"/>
                  <a:pt x="124038" y="147184"/>
                </a:cubicBezTo>
                <a:cubicBezTo>
                  <a:pt x="126324" y="144932"/>
                  <a:pt x="129136" y="143801"/>
                  <a:pt x="132485" y="143801"/>
                </a:cubicBezTo>
                <a:cubicBezTo>
                  <a:pt x="135846" y="143801"/>
                  <a:pt x="138634" y="144932"/>
                  <a:pt x="140852" y="147184"/>
                </a:cubicBezTo>
                <a:cubicBezTo>
                  <a:pt x="143081" y="149436"/>
                  <a:pt x="144201" y="152236"/>
                  <a:pt x="144201" y="155597"/>
                </a:cubicBezTo>
                <a:lnTo>
                  <a:pt x="144201" y="220816"/>
                </a:lnTo>
                <a:cubicBezTo>
                  <a:pt x="144201" y="224165"/>
                  <a:pt x="143058" y="226966"/>
                  <a:pt x="140783" y="229217"/>
                </a:cubicBezTo>
                <a:cubicBezTo>
                  <a:pt x="138497" y="231469"/>
                  <a:pt x="135686" y="232600"/>
                  <a:pt x="132337" y="232600"/>
                </a:cubicBezTo>
                <a:cubicBezTo>
                  <a:pt x="128976" y="232600"/>
                  <a:pt x="126187" y="231469"/>
                  <a:pt x="123958" y="229217"/>
                </a:cubicBezTo>
                <a:close/>
                <a:moveTo>
                  <a:pt x="179554" y="200379"/>
                </a:moveTo>
                <a:cubicBezTo>
                  <a:pt x="176205" y="200379"/>
                  <a:pt x="173405" y="199248"/>
                  <a:pt x="171153" y="196962"/>
                </a:cubicBezTo>
                <a:cubicBezTo>
                  <a:pt x="168901" y="194687"/>
                  <a:pt x="167770" y="191864"/>
                  <a:pt x="167770" y="188515"/>
                </a:cubicBezTo>
                <a:cubicBezTo>
                  <a:pt x="167770" y="185166"/>
                  <a:pt x="168901" y="182377"/>
                  <a:pt x="171153" y="180148"/>
                </a:cubicBezTo>
                <a:cubicBezTo>
                  <a:pt x="173405" y="177919"/>
                  <a:pt x="176205" y="176811"/>
                  <a:pt x="179554" y="176811"/>
                </a:cubicBezTo>
                <a:lnTo>
                  <a:pt x="318257" y="176811"/>
                </a:lnTo>
                <a:cubicBezTo>
                  <a:pt x="321606" y="176811"/>
                  <a:pt x="324406" y="177942"/>
                  <a:pt x="326658" y="180228"/>
                </a:cubicBezTo>
                <a:cubicBezTo>
                  <a:pt x="328910" y="182503"/>
                  <a:pt x="330041" y="185326"/>
                  <a:pt x="330041" y="188675"/>
                </a:cubicBezTo>
                <a:cubicBezTo>
                  <a:pt x="330041" y="192024"/>
                  <a:pt x="328910" y="194813"/>
                  <a:pt x="326658" y="197042"/>
                </a:cubicBezTo>
                <a:cubicBezTo>
                  <a:pt x="324406" y="199271"/>
                  <a:pt x="321606" y="200379"/>
                  <a:pt x="318257" y="200379"/>
                </a:cubicBezTo>
                <a:lnTo>
                  <a:pt x="179554" y="200379"/>
                </a:lnTo>
                <a:close/>
                <a:moveTo>
                  <a:pt x="236338" y="132177"/>
                </a:moveTo>
                <a:cubicBezTo>
                  <a:pt x="234109" y="129891"/>
                  <a:pt x="232989" y="127090"/>
                  <a:pt x="232989" y="123764"/>
                </a:cubicBezTo>
                <a:lnTo>
                  <a:pt x="232989" y="58933"/>
                </a:lnTo>
                <a:cubicBezTo>
                  <a:pt x="232989" y="55584"/>
                  <a:pt x="234132" y="52784"/>
                  <a:pt x="236407" y="50532"/>
                </a:cubicBezTo>
                <a:cubicBezTo>
                  <a:pt x="238693" y="48280"/>
                  <a:pt x="241504" y="47149"/>
                  <a:pt x="244865" y="47149"/>
                </a:cubicBezTo>
                <a:cubicBezTo>
                  <a:pt x="248214" y="47149"/>
                  <a:pt x="251003" y="48280"/>
                  <a:pt x="253232" y="50532"/>
                </a:cubicBezTo>
                <a:cubicBezTo>
                  <a:pt x="255449" y="52784"/>
                  <a:pt x="256569" y="55584"/>
                  <a:pt x="256569" y="58933"/>
                </a:cubicBezTo>
                <a:lnTo>
                  <a:pt x="256569" y="79370"/>
                </a:lnTo>
                <a:lnTo>
                  <a:pt x="318257" y="79370"/>
                </a:lnTo>
                <a:cubicBezTo>
                  <a:pt x="321606" y="79370"/>
                  <a:pt x="324406" y="80501"/>
                  <a:pt x="326658" y="82787"/>
                </a:cubicBezTo>
                <a:cubicBezTo>
                  <a:pt x="328910" y="85062"/>
                  <a:pt x="330041" y="87885"/>
                  <a:pt x="330041" y="91234"/>
                </a:cubicBezTo>
                <a:cubicBezTo>
                  <a:pt x="330041" y="94583"/>
                  <a:pt x="328910" y="97372"/>
                  <a:pt x="326658" y="99601"/>
                </a:cubicBezTo>
                <a:cubicBezTo>
                  <a:pt x="324406" y="101830"/>
                  <a:pt x="321606" y="102939"/>
                  <a:pt x="318257" y="102939"/>
                </a:cubicBezTo>
                <a:lnTo>
                  <a:pt x="256569" y="102939"/>
                </a:lnTo>
                <a:lnTo>
                  <a:pt x="256569" y="123764"/>
                </a:lnTo>
                <a:cubicBezTo>
                  <a:pt x="256569" y="127113"/>
                  <a:pt x="255426" y="129925"/>
                  <a:pt x="253152" y="132177"/>
                </a:cubicBezTo>
                <a:cubicBezTo>
                  <a:pt x="250866" y="134428"/>
                  <a:pt x="248054" y="135548"/>
                  <a:pt x="244705" y="135548"/>
                </a:cubicBezTo>
                <a:cubicBezTo>
                  <a:pt x="241344" y="135548"/>
                  <a:pt x="238556" y="134428"/>
                  <a:pt x="236338" y="132177"/>
                </a:cubicBezTo>
                <a:close/>
                <a:moveTo>
                  <a:pt x="58933" y="102939"/>
                </a:moveTo>
                <a:cubicBezTo>
                  <a:pt x="55584" y="102939"/>
                  <a:pt x="52784" y="101807"/>
                  <a:pt x="50532" y="99521"/>
                </a:cubicBezTo>
                <a:cubicBezTo>
                  <a:pt x="48280" y="97246"/>
                  <a:pt x="47149" y="94423"/>
                  <a:pt x="47149" y="91074"/>
                </a:cubicBezTo>
                <a:cubicBezTo>
                  <a:pt x="47149" y="87725"/>
                  <a:pt x="48280" y="84936"/>
                  <a:pt x="50532" y="82707"/>
                </a:cubicBezTo>
                <a:cubicBezTo>
                  <a:pt x="52784" y="80479"/>
                  <a:pt x="55584" y="79370"/>
                  <a:pt x="58933" y="79370"/>
                </a:cubicBezTo>
                <a:lnTo>
                  <a:pt x="197636" y="79370"/>
                </a:lnTo>
                <a:cubicBezTo>
                  <a:pt x="200985" y="79370"/>
                  <a:pt x="203785" y="80501"/>
                  <a:pt x="206037" y="82787"/>
                </a:cubicBezTo>
                <a:cubicBezTo>
                  <a:pt x="208289" y="85062"/>
                  <a:pt x="209420" y="87885"/>
                  <a:pt x="209420" y="91234"/>
                </a:cubicBezTo>
                <a:cubicBezTo>
                  <a:pt x="209420" y="94583"/>
                  <a:pt x="208289" y="97372"/>
                  <a:pt x="206037" y="99601"/>
                </a:cubicBezTo>
                <a:cubicBezTo>
                  <a:pt x="203785" y="101830"/>
                  <a:pt x="200985" y="102939"/>
                  <a:pt x="197636" y="102939"/>
                </a:cubicBezTo>
                <a:lnTo>
                  <a:pt x="58933" y="10293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2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53" name="圖示 篩選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879" y="314325"/>
                </a:moveTo>
                <a:cubicBezTo>
                  <a:pt x="168421" y="314325"/>
                  <a:pt x="164695" y="312816"/>
                  <a:pt x="161677" y="309810"/>
                </a:cubicBezTo>
                <a:cubicBezTo>
                  <a:pt x="158671" y="306793"/>
                  <a:pt x="157163" y="303066"/>
                  <a:pt x="157163" y="298609"/>
                </a:cubicBezTo>
                <a:lnTo>
                  <a:pt x="157163" y="204311"/>
                </a:lnTo>
                <a:lnTo>
                  <a:pt x="63254" y="84479"/>
                </a:lnTo>
                <a:cubicBezTo>
                  <a:pt x="59596" y="80021"/>
                  <a:pt x="59070" y="75312"/>
                  <a:pt x="61688" y="70329"/>
                </a:cubicBezTo>
                <a:cubicBezTo>
                  <a:pt x="64305" y="65357"/>
                  <a:pt x="68363" y="62865"/>
                  <a:pt x="73872" y="62865"/>
                </a:cubicBezTo>
                <a:lnTo>
                  <a:pt x="303329" y="62865"/>
                </a:lnTo>
                <a:cubicBezTo>
                  <a:pt x="308827" y="62865"/>
                  <a:pt x="312885" y="65357"/>
                  <a:pt x="315502" y="70329"/>
                </a:cubicBezTo>
                <a:cubicBezTo>
                  <a:pt x="318120" y="75312"/>
                  <a:pt x="317594" y="80021"/>
                  <a:pt x="313936" y="84479"/>
                </a:cubicBezTo>
                <a:lnTo>
                  <a:pt x="220028" y="204311"/>
                </a:lnTo>
                <a:lnTo>
                  <a:pt x="220028" y="298609"/>
                </a:lnTo>
                <a:cubicBezTo>
                  <a:pt x="220028" y="303066"/>
                  <a:pt x="218519" y="306793"/>
                  <a:pt x="215513" y="309810"/>
                </a:cubicBezTo>
                <a:cubicBezTo>
                  <a:pt x="212495" y="312816"/>
                  <a:pt x="208769" y="314325"/>
                  <a:pt x="204311" y="314325"/>
                </a:cubicBezTo>
                <a:lnTo>
                  <a:pt x="172879" y="314325"/>
                </a:lnTo>
                <a:close/>
                <a:moveTo>
                  <a:pt x="188595" y="205889"/>
                </a:moveTo>
                <a:lnTo>
                  <a:pt x="282893" y="86445"/>
                </a:lnTo>
                <a:lnTo>
                  <a:pt x="94298" y="86445"/>
                </a:lnTo>
                <a:lnTo>
                  <a:pt x="188595" y="205889"/>
                </a:lnTo>
                <a:close/>
                <a:moveTo>
                  <a:pt x="188595" y="20588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4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55" name="圖示 搜尋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521" y="247928"/>
                </a:moveTo>
                <a:cubicBezTo>
                  <a:pt x="120175" y="247928"/>
                  <a:pt x="96195" y="238098"/>
                  <a:pt x="76581" y="218462"/>
                </a:cubicBezTo>
                <a:cubicBezTo>
                  <a:pt x="56956" y="198813"/>
                  <a:pt x="47149" y="175108"/>
                  <a:pt x="47149" y="147344"/>
                </a:cubicBezTo>
                <a:cubicBezTo>
                  <a:pt x="47149" y="119569"/>
                  <a:pt x="56967" y="95875"/>
                  <a:pt x="76615" y="76227"/>
                </a:cubicBezTo>
                <a:cubicBezTo>
                  <a:pt x="96263" y="56579"/>
                  <a:pt x="120038" y="46760"/>
                  <a:pt x="147927" y="46760"/>
                </a:cubicBezTo>
                <a:cubicBezTo>
                  <a:pt x="175828" y="46760"/>
                  <a:pt x="199534" y="56579"/>
                  <a:pt x="219045" y="76227"/>
                </a:cubicBezTo>
                <a:cubicBezTo>
                  <a:pt x="238556" y="95875"/>
                  <a:pt x="248317" y="119592"/>
                  <a:pt x="248317" y="147378"/>
                </a:cubicBezTo>
                <a:cubicBezTo>
                  <a:pt x="248317" y="158614"/>
                  <a:pt x="246488" y="169473"/>
                  <a:pt x="242819" y="179954"/>
                </a:cubicBezTo>
                <a:cubicBezTo>
                  <a:pt x="239150" y="190424"/>
                  <a:pt x="233652" y="200254"/>
                  <a:pt x="226314" y="209420"/>
                </a:cubicBezTo>
                <a:lnTo>
                  <a:pt x="321400" y="303718"/>
                </a:lnTo>
                <a:cubicBezTo>
                  <a:pt x="323755" y="305970"/>
                  <a:pt x="324932" y="308827"/>
                  <a:pt x="324932" y="312279"/>
                </a:cubicBezTo>
                <a:cubicBezTo>
                  <a:pt x="324932" y="315742"/>
                  <a:pt x="323755" y="318646"/>
                  <a:pt x="321400" y="321000"/>
                </a:cubicBezTo>
                <a:cubicBezTo>
                  <a:pt x="319046" y="323366"/>
                  <a:pt x="316131" y="324543"/>
                  <a:pt x="312679" y="324543"/>
                </a:cubicBezTo>
                <a:cubicBezTo>
                  <a:pt x="309216" y="324543"/>
                  <a:pt x="306358" y="323366"/>
                  <a:pt x="304107" y="321000"/>
                </a:cubicBezTo>
                <a:lnTo>
                  <a:pt x="209420" y="226314"/>
                </a:lnTo>
                <a:cubicBezTo>
                  <a:pt x="201557" y="233126"/>
                  <a:pt x="192390" y="238430"/>
                  <a:pt x="181920" y="242225"/>
                </a:cubicBezTo>
                <a:cubicBezTo>
                  <a:pt x="171461" y="246019"/>
                  <a:pt x="160329" y="247928"/>
                  <a:pt x="148521" y="247928"/>
                </a:cubicBezTo>
                <a:close/>
                <a:moveTo>
                  <a:pt x="148121" y="224348"/>
                </a:moveTo>
                <a:cubicBezTo>
                  <a:pt x="169427" y="224348"/>
                  <a:pt x="187509" y="216816"/>
                  <a:pt x="202391" y="201762"/>
                </a:cubicBezTo>
                <a:cubicBezTo>
                  <a:pt x="217296" y="186698"/>
                  <a:pt x="224748" y="168558"/>
                  <a:pt x="224748" y="147344"/>
                </a:cubicBezTo>
                <a:cubicBezTo>
                  <a:pt x="224748" y="126119"/>
                  <a:pt x="217296" y="107979"/>
                  <a:pt x="202391" y="92926"/>
                </a:cubicBezTo>
                <a:cubicBezTo>
                  <a:pt x="187509" y="77861"/>
                  <a:pt x="169427" y="70329"/>
                  <a:pt x="148121" y="70329"/>
                </a:cubicBezTo>
                <a:cubicBezTo>
                  <a:pt x="126622" y="70329"/>
                  <a:pt x="108345" y="77861"/>
                  <a:pt x="93315" y="92926"/>
                </a:cubicBezTo>
                <a:cubicBezTo>
                  <a:pt x="78250" y="107979"/>
                  <a:pt x="70729" y="126119"/>
                  <a:pt x="70729" y="147344"/>
                </a:cubicBezTo>
                <a:cubicBezTo>
                  <a:pt x="70729" y="168558"/>
                  <a:pt x="78250" y="186698"/>
                  <a:pt x="93315" y="201762"/>
                </a:cubicBezTo>
                <a:cubicBezTo>
                  <a:pt x="108345" y="216816"/>
                  <a:pt x="126622" y="224348"/>
                  <a:pt x="148121" y="22434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6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57" name="圖示 想法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998" y="336522"/>
                </a:moveTo>
                <a:cubicBezTo>
                  <a:pt x="159849" y="330373"/>
                  <a:pt x="156774" y="322840"/>
                  <a:pt x="156774" y="313936"/>
                </a:cubicBezTo>
                <a:lnTo>
                  <a:pt x="220416" y="313936"/>
                </a:lnTo>
                <a:cubicBezTo>
                  <a:pt x="220416" y="322840"/>
                  <a:pt x="217341" y="330373"/>
                  <a:pt x="211192" y="336522"/>
                </a:cubicBezTo>
                <a:cubicBezTo>
                  <a:pt x="205031" y="342683"/>
                  <a:pt x="197499" y="345758"/>
                  <a:pt x="188595" y="345758"/>
                </a:cubicBezTo>
                <a:cubicBezTo>
                  <a:pt x="179691" y="345758"/>
                  <a:pt x="172159" y="342683"/>
                  <a:pt x="165998" y="336522"/>
                </a:cubicBezTo>
                <a:close/>
                <a:moveTo>
                  <a:pt x="136737" y="289568"/>
                </a:moveTo>
                <a:cubicBezTo>
                  <a:pt x="133331" y="289568"/>
                  <a:pt x="130508" y="288459"/>
                  <a:pt x="128279" y="286230"/>
                </a:cubicBezTo>
                <a:cubicBezTo>
                  <a:pt x="126061" y="284001"/>
                  <a:pt x="124941" y="281189"/>
                  <a:pt x="124941" y="277783"/>
                </a:cubicBezTo>
                <a:cubicBezTo>
                  <a:pt x="124941" y="274377"/>
                  <a:pt x="126061" y="271565"/>
                  <a:pt x="128279" y="269337"/>
                </a:cubicBezTo>
                <a:cubicBezTo>
                  <a:pt x="130508" y="267108"/>
                  <a:pt x="133331" y="265999"/>
                  <a:pt x="136737" y="265999"/>
                </a:cubicBezTo>
                <a:lnTo>
                  <a:pt x="240464" y="265999"/>
                </a:lnTo>
                <a:cubicBezTo>
                  <a:pt x="243859" y="265999"/>
                  <a:pt x="246682" y="267108"/>
                  <a:pt x="248911" y="269337"/>
                </a:cubicBezTo>
                <a:cubicBezTo>
                  <a:pt x="251129" y="271565"/>
                  <a:pt x="252249" y="274377"/>
                  <a:pt x="252249" y="277783"/>
                </a:cubicBezTo>
                <a:cubicBezTo>
                  <a:pt x="252249" y="281189"/>
                  <a:pt x="251129" y="284001"/>
                  <a:pt x="248911" y="286230"/>
                </a:cubicBezTo>
                <a:cubicBezTo>
                  <a:pt x="246682" y="288459"/>
                  <a:pt x="243859" y="289568"/>
                  <a:pt x="240464" y="289568"/>
                </a:cubicBezTo>
                <a:lnTo>
                  <a:pt x="136737" y="289568"/>
                </a:lnTo>
                <a:close/>
                <a:moveTo>
                  <a:pt x="126907" y="242030"/>
                </a:moveTo>
                <a:cubicBezTo>
                  <a:pt x="109625" y="230772"/>
                  <a:pt x="95932" y="216690"/>
                  <a:pt x="85851" y="199796"/>
                </a:cubicBezTo>
                <a:cubicBezTo>
                  <a:pt x="75769" y="182903"/>
                  <a:pt x="70729" y="163838"/>
                  <a:pt x="70729" y="142624"/>
                </a:cubicBezTo>
                <a:cubicBezTo>
                  <a:pt x="70729" y="110665"/>
                  <a:pt x="82376" y="83039"/>
                  <a:pt x="105693" y="59722"/>
                </a:cubicBezTo>
                <a:cubicBezTo>
                  <a:pt x="128999" y="36405"/>
                  <a:pt x="156637" y="24757"/>
                  <a:pt x="188595" y="24757"/>
                </a:cubicBezTo>
                <a:cubicBezTo>
                  <a:pt x="220553" y="24757"/>
                  <a:pt x="248191" y="36405"/>
                  <a:pt x="271497" y="59722"/>
                </a:cubicBezTo>
                <a:cubicBezTo>
                  <a:pt x="294814" y="83039"/>
                  <a:pt x="306473" y="110665"/>
                  <a:pt x="306473" y="142624"/>
                </a:cubicBezTo>
                <a:cubicBezTo>
                  <a:pt x="306473" y="163838"/>
                  <a:pt x="301489" y="182903"/>
                  <a:pt x="291534" y="199796"/>
                </a:cubicBezTo>
                <a:cubicBezTo>
                  <a:pt x="281578" y="216690"/>
                  <a:pt x="267828" y="230772"/>
                  <a:pt x="250283" y="242030"/>
                </a:cubicBezTo>
                <a:lnTo>
                  <a:pt x="126907" y="242030"/>
                </a:lnTo>
                <a:close/>
                <a:moveTo>
                  <a:pt x="135548" y="218462"/>
                </a:moveTo>
                <a:lnTo>
                  <a:pt x="242030" y="218462"/>
                </a:lnTo>
                <a:cubicBezTo>
                  <a:pt x="254603" y="210072"/>
                  <a:pt x="264559" y="199202"/>
                  <a:pt x="271897" y="185840"/>
                </a:cubicBezTo>
                <a:cubicBezTo>
                  <a:pt x="279223" y="172490"/>
                  <a:pt x="282893" y="158077"/>
                  <a:pt x="282893" y="142624"/>
                </a:cubicBezTo>
                <a:cubicBezTo>
                  <a:pt x="282893" y="116689"/>
                  <a:pt x="273657" y="94492"/>
                  <a:pt x="255198" y="76032"/>
                </a:cubicBezTo>
                <a:cubicBezTo>
                  <a:pt x="236727" y="57561"/>
                  <a:pt x="214530" y="48326"/>
                  <a:pt x="188595" y="48326"/>
                </a:cubicBezTo>
                <a:cubicBezTo>
                  <a:pt x="162660" y="48326"/>
                  <a:pt x="140463" y="57561"/>
                  <a:pt x="121992" y="76032"/>
                </a:cubicBezTo>
                <a:cubicBezTo>
                  <a:pt x="103533" y="94492"/>
                  <a:pt x="94298" y="116689"/>
                  <a:pt x="94298" y="142624"/>
                </a:cubicBezTo>
                <a:cubicBezTo>
                  <a:pt x="94298" y="158077"/>
                  <a:pt x="97967" y="172490"/>
                  <a:pt x="105305" y="185840"/>
                </a:cubicBezTo>
                <a:cubicBezTo>
                  <a:pt x="112631" y="199202"/>
                  <a:pt x="122712" y="210072"/>
                  <a:pt x="135548" y="218462"/>
                </a:cubicBezTo>
                <a:close/>
                <a:moveTo>
                  <a:pt x="188595" y="218462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8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59" name="圖示 目標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283281" y="283281"/>
                </a:moveTo>
                <a:cubicBezTo>
                  <a:pt x="309216" y="257358"/>
                  <a:pt x="322189" y="225788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402" y="55013"/>
                  <a:pt x="119832" y="67974"/>
                  <a:pt x="93909" y="93909"/>
                </a:cubicBezTo>
                <a:cubicBezTo>
                  <a:pt x="67974" y="119832"/>
                  <a:pt x="55013" y="151402"/>
                  <a:pt x="55013" y="188595"/>
                </a:cubicBezTo>
                <a:cubicBezTo>
                  <a:pt x="55013" y="225788"/>
                  <a:pt x="67974" y="257358"/>
                  <a:pt x="93909" y="283281"/>
                </a:cubicBezTo>
                <a:cubicBezTo>
                  <a:pt x="119832" y="309216"/>
                  <a:pt x="151402" y="322189"/>
                  <a:pt x="188595" y="322189"/>
                </a:cubicBezTo>
                <a:cubicBezTo>
                  <a:pt x="225788" y="322189"/>
                  <a:pt x="257358" y="309216"/>
                  <a:pt x="283281" y="283281"/>
                </a:cubicBezTo>
                <a:close/>
                <a:moveTo>
                  <a:pt x="121798" y="255392"/>
                </a:moveTo>
                <a:cubicBezTo>
                  <a:pt x="103464" y="237058"/>
                  <a:pt x="94298" y="214793"/>
                  <a:pt x="94298" y="188595"/>
                </a:cubicBezTo>
                <a:cubicBezTo>
                  <a:pt x="94298" y="162397"/>
                  <a:pt x="103464" y="140132"/>
                  <a:pt x="121798" y="121798"/>
                </a:cubicBezTo>
                <a:cubicBezTo>
                  <a:pt x="140132" y="103464"/>
                  <a:pt x="162397" y="94298"/>
                  <a:pt x="188595" y="94298"/>
                </a:cubicBezTo>
                <a:cubicBezTo>
                  <a:pt x="214793" y="94298"/>
                  <a:pt x="237058" y="103464"/>
                  <a:pt x="255392" y="121798"/>
                </a:cubicBezTo>
                <a:cubicBezTo>
                  <a:pt x="273726" y="140132"/>
                  <a:pt x="282893" y="162397"/>
                  <a:pt x="282893" y="188595"/>
                </a:cubicBezTo>
                <a:cubicBezTo>
                  <a:pt x="282893" y="214793"/>
                  <a:pt x="273726" y="237058"/>
                  <a:pt x="255392" y="255392"/>
                </a:cubicBezTo>
                <a:cubicBezTo>
                  <a:pt x="237058" y="273726"/>
                  <a:pt x="214793" y="282893"/>
                  <a:pt x="188595" y="282893"/>
                </a:cubicBezTo>
                <a:cubicBezTo>
                  <a:pt x="162397" y="282893"/>
                  <a:pt x="140132" y="273726"/>
                  <a:pt x="121798" y="255392"/>
                </a:cubicBezTo>
                <a:close/>
                <a:moveTo>
                  <a:pt x="238693" y="238693"/>
                </a:moveTo>
                <a:cubicBezTo>
                  <a:pt x="252443" y="224942"/>
                  <a:pt x="259324" y="208243"/>
                  <a:pt x="259324" y="188595"/>
                </a:cubicBezTo>
                <a:cubicBezTo>
                  <a:pt x="259324" y="168947"/>
                  <a:pt x="252443" y="152248"/>
                  <a:pt x="238693" y="138497"/>
                </a:cubicBezTo>
                <a:cubicBezTo>
                  <a:pt x="224942" y="124747"/>
                  <a:pt x="208243" y="117878"/>
                  <a:pt x="188595" y="117878"/>
                </a:cubicBezTo>
                <a:cubicBezTo>
                  <a:pt x="168947" y="117878"/>
                  <a:pt x="152248" y="124747"/>
                  <a:pt x="138497" y="138497"/>
                </a:cubicBezTo>
                <a:cubicBezTo>
                  <a:pt x="124747" y="152248"/>
                  <a:pt x="117878" y="168947"/>
                  <a:pt x="117878" y="188595"/>
                </a:cubicBezTo>
                <a:cubicBezTo>
                  <a:pt x="117878" y="208243"/>
                  <a:pt x="124747" y="224942"/>
                  <a:pt x="138497" y="238693"/>
                </a:cubicBezTo>
                <a:cubicBezTo>
                  <a:pt x="152248" y="252443"/>
                  <a:pt x="168947" y="259324"/>
                  <a:pt x="188595" y="259324"/>
                </a:cubicBezTo>
                <a:cubicBezTo>
                  <a:pt x="208243" y="259324"/>
                  <a:pt x="224942" y="252443"/>
                  <a:pt x="238693" y="238693"/>
                </a:cubicBezTo>
                <a:close/>
                <a:moveTo>
                  <a:pt x="166398" y="210792"/>
                </a:moveTo>
                <a:cubicBezTo>
                  <a:pt x="160237" y="204643"/>
                  <a:pt x="157163" y="197236"/>
                  <a:pt x="157163" y="188595"/>
                </a:cubicBezTo>
                <a:cubicBezTo>
                  <a:pt x="157163" y="179954"/>
                  <a:pt x="160237" y="172547"/>
                  <a:pt x="166398" y="166398"/>
                </a:cubicBezTo>
                <a:cubicBezTo>
                  <a:pt x="172547" y="160237"/>
                  <a:pt x="179954" y="157163"/>
                  <a:pt x="188595" y="157163"/>
                </a:cubicBezTo>
                <a:cubicBezTo>
                  <a:pt x="197236" y="157163"/>
                  <a:pt x="204643" y="160237"/>
                  <a:pt x="210792" y="166398"/>
                </a:cubicBezTo>
                <a:cubicBezTo>
                  <a:pt x="216953" y="172547"/>
                  <a:pt x="220028" y="179954"/>
                  <a:pt x="220028" y="188595"/>
                </a:cubicBezTo>
                <a:cubicBezTo>
                  <a:pt x="220028" y="197236"/>
                  <a:pt x="216953" y="204643"/>
                  <a:pt x="210792" y="210792"/>
                </a:cubicBezTo>
                <a:cubicBezTo>
                  <a:pt x="204643" y="216953"/>
                  <a:pt x="197236" y="220028"/>
                  <a:pt x="188595" y="220028"/>
                </a:cubicBezTo>
                <a:cubicBezTo>
                  <a:pt x="179954" y="220028"/>
                  <a:pt x="172547" y="216953"/>
                  <a:pt x="166398" y="21079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0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61" name="圖示 里程碑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2161" y="208632"/>
                </a:moveTo>
                <a:lnTo>
                  <a:pt x="102161" y="318257"/>
                </a:lnTo>
                <a:cubicBezTo>
                  <a:pt x="102161" y="321606"/>
                  <a:pt x="101018" y="324406"/>
                  <a:pt x="98732" y="326658"/>
                </a:cubicBezTo>
                <a:cubicBezTo>
                  <a:pt x="96458" y="328910"/>
                  <a:pt x="93646" y="330041"/>
                  <a:pt x="90286" y="330041"/>
                </a:cubicBezTo>
                <a:cubicBezTo>
                  <a:pt x="86937" y="330041"/>
                  <a:pt x="84148" y="328910"/>
                  <a:pt x="81919" y="326658"/>
                </a:cubicBezTo>
                <a:cubicBezTo>
                  <a:pt x="79690" y="324406"/>
                  <a:pt x="78581" y="321606"/>
                  <a:pt x="78581" y="318257"/>
                </a:cubicBezTo>
                <a:lnTo>
                  <a:pt x="78581" y="74649"/>
                </a:lnTo>
                <a:cubicBezTo>
                  <a:pt x="78581" y="71300"/>
                  <a:pt x="79713" y="68500"/>
                  <a:pt x="81965" y="66248"/>
                </a:cubicBezTo>
                <a:cubicBezTo>
                  <a:pt x="84239" y="63997"/>
                  <a:pt x="87039" y="62865"/>
                  <a:pt x="90366" y="62865"/>
                </a:cubicBezTo>
                <a:lnTo>
                  <a:pt x="203923" y="62865"/>
                </a:lnTo>
                <a:cubicBezTo>
                  <a:pt x="206666" y="62865"/>
                  <a:pt x="209135" y="63711"/>
                  <a:pt x="211306" y="65414"/>
                </a:cubicBezTo>
                <a:cubicBezTo>
                  <a:pt x="213478" y="67117"/>
                  <a:pt x="214815" y="69414"/>
                  <a:pt x="215318" y="72295"/>
                </a:cubicBezTo>
                <a:lnTo>
                  <a:pt x="220816" y="96652"/>
                </a:lnTo>
                <a:lnTo>
                  <a:pt x="302541" y="96652"/>
                </a:lnTo>
                <a:cubicBezTo>
                  <a:pt x="305890" y="96652"/>
                  <a:pt x="308690" y="97784"/>
                  <a:pt x="310942" y="100035"/>
                </a:cubicBezTo>
                <a:cubicBezTo>
                  <a:pt x="313193" y="102287"/>
                  <a:pt x="314325" y="105087"/>
                  <a:pt x="314325" y="108448"/>
                </a:cubicBezTo>
                <a:lnTo>
                  <a:pt x="314325" y="230246"/>
                </a:lnTo>
                <a:cubicBezTo>
                  <a:pt x="314325" y="233595"/>
                  <a:pt x="313193" y="236395"/>
                  <a:pt x="310942" y="238647"/>
                </a:cubicBezTo>
                <a:cubicBezTo>
                  <a:pt x="308690" y="240899"/>
                  <a:pt x="305890" y="242030"/>
                  <a:pt x="302541" y="242030"/>
                </a:cubicBezTo>
                <a:lnTo>
                  <a:pt x="223171" y="242030"/>
                </a:lnTo>
                <a:cubicBezTo>
                  <a:pt x="220416" y="242030"/>
                  <a:pt x="217959" y="241242"/>
                  <a:pt x="215787" y="239676"/>
                </a:cubicBezTo>
                <a:cubicBezTo>
                  <a:pt x="213615" y="238098"/>
                  <a:pt x="212278" y="235869"/>
                  <a:pt x="211775" y="232989"/>
                </a:cubicBezTo>
                <a:lnTo>
                  <a:pt x="206277" y="208632"/>
                </a:lnTo>
                <a:lnTo>
                  <a:pt x="102161" y="208632"/>
                </a:lnTo>
                <a:close/>
                <a:moveTo>
                  <a:pt x="233778" y="218462"/>
                </a:moveTo>
                <a:lnTo>
                  <a:pt x="290756" y="218462"/>
                </a:lnTo>
                <a:lnTo>
                  <a:pt x="290756" y="120232"/>
                </a:lnTo>
                <a:lnTo>
                  <a:pt x="210209" y="120232"/>
                </a:lnTo>
                <a:cubicBezTo>
                  <a:pt x="207455" y="120232"/>
                  <a:pt x="204997" y="119375"/>
                  <a:pt x="202814" y="117672"/>
                </a:cubicBezTo>
                <a:cubicBezTo>
                  <a:pt x="200642" y="115969"/>
                  <a:pt x="199305" y="113683"/>
                  <a:pt x="198813" y="110802"/>
                </a:cubicBezTo>
                <a:lnTo>
                  <a:pt x="193316" y="86445"/>
                </a:lnTo>
                <a:lnTo>
                  <a:pt x="102161" y="86445"/>
                </a:lnTo>
                <a:lnTo>
                  <a:pt x="102161" y="185063"/>
                </a:lnTo>
                <a:lnTo>
                  <a:pt x="216884" y="185063"/>
                </a:lnTo>
                <a:cubicBezTo>
                  <a:pt x="219639" y="185063"/>
                  <a:pt x="222096" y="185840"/>
                  <a:pt x="224268" y="187418"/>
                </a:cubicBezTo>
                <a:cubicBezTo>
                  <a:pt x="226440" y="188984"/>
                  <a:pt x="227777" y="191212"/>
                  <a:pt x="228280" y="194093"/>
                </a:cubicBezTo>
                <a:lnTo>
                  <a:pt x="233778" y="218462"/>
                </a:lnTo>
                <a:close/>
                <a:moveTo>
                  <a:pt x="196459" y="152453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2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3" name="圖示 成果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06473"/>
                </a:moveTo>
                <a:lnTo>
                  <a:pt x="176811" y="248317"/>
                </a:lnTo>
                <a:cubicBezTo>
                  <a:pt x="162660" y="245436"/>
                  <a:pt x="150087" y="239344"/>
                  <a:pt x="139092" y="230052"/>
                </a:cubicBezTo>
                <a:cubicBezTo>
                  <a:pt x="128085" y="220748"/>
                  <a:pt x="120495" y="209158"/>
                  <a:pt x="116300" y="195270"/>
                </a:cubicBezTo>
                <a:cubicBezTo>
                  <a:pt x="96915" y="193178"/>
                  <a:pt x="80547" y="185326"/>
                  <a:pt x="67186" y="171701"/>
                </a:cubicBezTo>
                <a:cubicBezTo>
                  <a:pt x="53824" y="158077"/>
                  <a:pt x="47149" y="141709"/>
                  <a:pt x="47149" y="122587"/>
                </a:cubicBezTo>
                <a:lnTo>
                  <a:pt x="47149" y="105305"/>
                </a:lnTo>
                <a:cubicBezTo>
                  <a:pt x="47149" y="98801"/>
                  <a:pt x="49458" y="93246"/>
                  <a:pt x="54064" y="88640"/>
                </a:cubicBezTo>
                <a:cubicBezTo>
                  <a:pt x="58704" y="84033"/>
                  <a:pt x="64248" y="81725"/>
                  <a:pt x="70729" y="81725"/>
                </a:cubicBezTo>
                <a:lnTo>
                  <a:pt x="111591" y="81725"/>
                </a:lnTo>
                <a:lnTo>
                  <a:pt x="111591" y="70729"/>
                </a:lnTo>
                <a:cubicBezTo>
                  <a:pt x="111591" y="64225"/>
                  <a:pt x="113889" y="58670"/>
                  <a:pt x="118506" y="54064"/>
                </a:cubicBezTo>
                <a:cubicBezTo>
                  <a:pt x="123135" y="49458"/>
                  <a:pt x="128690" y="47149"/>
                  <a:pt x="135160" y="47149"/>
                </a:cubicBezTo>
                <a:lnTo>
                  <a:pt x="242030" y="47149"/>
                </a:lnTo>
                <a:cubicBezTo>
                  <a:pt x="248522" y="47149"/>
                  <a:pt x="254077" y="49458"/>
                  <a:pt x="258695" y="54064"/>
                </a:cubicBezTo>
                <a:cubicBezTo>
                  <a:pt x="263301" y="58670"/>
                  <a:pt x="265610" y="64225"/>
                  <a:pt x="265610" y="70729"/>
                </a:cubicBezTo>
                <a:lnTo>
                  <a:pt x="265610" y="81725"/>
                </a:lnTo>
                <a:lnTo>
                  <a:pt x="306473" y="81725"/>
                </a:lnTo>
                <a:cubicBezTo>
                  <a:pt x="312965" y="81725"/>
                  <a:pt x="318520" y="84033"/>
                  <a:pt x="323126" y="88640"/>
                </a:cubicBezTo>
                <a:cubicBezTo>
                  <a:pt x="327732" y="93246"/>
                  <a:pt x="330041" y="98801"/>
                  <a:pt x="330041" y="105305"/>
                </a:cubicBezTo>
                <a:lnTo>
                  <a:pt x="330041" y="122587"/>
                </a:lnTo>
                <a:cubicBezTo>
                  <a:pt x="330041" y="141709"/>
                  <a:pt x="323366" y="158077"/>
                  <a:pt x="310004" y="171701"/>
                </a:cubicBezTo>
                <a:cubicBezTo>
                  <a:pt x="296643" y="185326"/>
                  <a:pt x="280275" y="193178"/>
                  <a:pt x="260890" y="195270"/>
                </a:cubicBezTo>
                <a:cubicBezTo>
                  <a:pt x="256695" y="209158"/>
                  <a:pt x="249105" y="220748"/>
                  <a:pt x="238098" y="230052"/>
                </a:cubicBezTo>
                <a:cubicBezTo>
                  <a:pt x="227103" y="239344"/>
                  <a:pt x="214530" y="245436"/>
                  <a:pt x="200379" y="248317"/>
                </a:cubicBezTo>
                <a:lnTo>
                  <a:pt x="200379" y="306473"/>
                </a:lnTo>
                <a:lnTo>
                  <a:pt x="248317" y="306473"/>
                </a:lnTo>
                <a:cubicBezTo>
                  <a:pt x="251666" y="306473"/>
                  <a:pt x="254478" y="307604"/>
                  <a:pt x="256729" y="309890"/>
                </a:cubicBezTo>
                <a:cubicBezTo>
                  <a:pt x="258981" y="312165"/>
                  <a:pt x="260101" y="314977"/>
                  <a:pt x="260101" y="318337"/>
                </a:cubicBezTo>
                <a:cubicBezTo>
                  <a:pt x="260101" y="321686"/>
                  <a:pt x="258981" y="324475"/>
                  <a:pt x="256729" y="326704"/>
                </a:cubicBezTo>
                <a:cubicBezTo>
                  <a:pt x="254478" y="328933"/>
                  <a:pt x="251666" y="330041"/>
                  <a:pt x="248317" y="330041"/>
                </a:cubicBezTo>
                <a:lnTo>
                  <a:pt x="128873" y="330041"/>
                </a:lnTo>
                <a:cubicBezTo>
                  <a:pt x="125524" y="330041"/>
                  <a:pt x="122712" y="328898"/>
                  <a:pt x="120461" y="326624"/>
                </a:cubicBezTo>
                <a:cubicBezTo>
                  <a:pt x="118209" y="324349"/>
                  <a:pt x="117089" y="321526"/>
                  <a:pt x="117089" y="318177"/>
                </a:cubicBezTo>
                <a:cubicBezTo>
                  <a:pt x="117089" y="314828"/>
                  <a:pt x="118209" y="312028"/>
                  <a:pt x="120461" y="309810"/>
                </a:cubicBezTo>
                <a:cubicBezTo>
                  <a:pt x="122712" y="307581"/>
                  <a:pt x="125524" y="306473"/>
                  <a:pt x="128873" y="306473"/>
                </a:cubicBezTo>
                <a:lnTo>
                  <a:pt x="176811" y="306473"/>
                </a:lnTo>
                <a:close/>
                <a:moveTo>
                  <a:pt x="111591" y="170524"/>
                </a:moveTo>
                <a:lnTo>
                  <a:pt x="111591" y="105305"/>
                </a:lnTo>
                <a:lnTo>
                  <a:pt x="70729" y="105305"/>
                </a:lnTo>
                <a:lnTo>
                  <a:pt x="70729" y="122587"/>
                </a:lnTo>
                <a:cubicBezTo>
                  <a:pt x="70729" y="134371"/>
                  <a:pt x="74592" y="144658"/>
                  <a:pt x="82319" y="153425"/>
                </a:cubicBezTo>
                <a:cubicBezTo>
                  <a:pt x="90046" y="162203"/>
                  <a:pt x="99795" y="167907"/>
                  <a:pt x="111591" y="170524"/>
                </a:cubicBezTo>
                <a:close/>
                <a:moveTo>
                  <a:pt x="226508" y="210209"/>
                </a:moveTo>
                <a:cubicBezTo>
                  <a:pt x="236852" y="199751"/>
                  <a:pt x="242030" y="187052"/>
                  <a:pt x="242030" y="172090"/>
                </a:cubicBezTo>
                <a:lnTo>
                  <a:pt x="242030" y="70729"/>
                </a:lnTo>
                <a:lnTo>
                  <a:pt x="135160" y="70729"/>
                </a:lnTo>
                <a:lnTo>
                  <a:pt x="135160" y="172090"/>
                </a:lnTo>
                <a:cubicBezTo>
                  <a:pt x="135160" y="187052"/>
                  <a:pt x="140360" y="199751"/>
                  <a:pt x="150762" y="210209"/>
                </a:cubicBezTo>
                <a:cubicBezTo>
                  <a:pt x="161186" y="220679"/>
                  <a:pt x="173827" y="225925"/>
                  <a:pt x="188675" y="225925"/>
                </a:cubicBezTo>
                <a:cubicBezTo>
                  <a:pt x="203557" y="225925"/>
                  <a:pt x="216164" y="220679"/>
                  <a:pt x="226508" y="210209"/>
                </a:cubicBezTo>
                <a:close/>
                <a:moveTo>
                  <a:pt x="265610" y="170524"/>
                </a:moveTo>
                <a:cubicBezTo>
                  <a:pt x="277395" y="167907"/>
                  <a:pt x="287144" y="162203"/>
                  <a:pt x="294871" y="153425"/>
                </a:cubicBezTo>
                <a:cubicBezTo>
                  <a:pt x="302598" y="144658"/>
                  <a:pt x="306473" y="134371"/>
                  <a:pt x="306473" y="122587"/>
                </a:cubicBezTo>
                <a:lnTo>
                  <a:pt x="306473" y="105305"/>
                </a:lnTo>
                <a:lnTo>
                  <a:pt x="265610" y="105305"/>
                </a:lnTo>
                <a:lnTo>
                  <a:pt x="265610" y="170524"/>
                </a:lnTo>
                <a:close/>
                <a:moveTo>
                  <a:pt x="188595" y="14812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4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165" name="圖示 重點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6907" y="280927"/>
                </a:moveTo>
                <a:lnTo>
                  <a:pt x="188595" y="243996"/>
                </a:lnTo>
                <a:lnTo>
                  <a:pt x="250283" y="281327"/>
                </a:lnTo>
                <a:lnTo>
                  <a:pt x="233778" y="211386"/>
                </a:lnTo>
                <a:lnTo>
                  <a:pt x="288002" y="164238"/>
                </a:lnTo>
                <a:lnTo>
                  <a:pt x="216496" y="157951"/>
                </a:lnTo>
                <a:lnTo>
                  <a:pt x="188595" y="91943"/>
                </a:lnTo>
                <a:lnTo>
                  <a:pt x="160694" y="157551"/>
                </a:lnTo>
                <a:lnTo>
                  <a:pt x="89188" y="163838"/>
                </a:lnTo>
                <a:lnTo>
                  <a:pt x="143412" y="210986"/>
                </a:lnTo>
                <a:lnTo>
                  <a:pt x="126907" y="280927"/>
                </a:lnTo>
                <a:close/>
                <a:moveTo>
                  <a:pt x="188595" y="271497"/>
                </a:moveTo>
                <a:lnTo>
                  <a:pt x="115512" y="315502"/>
                </a:lnTo>
                <a:cubicBezTo>
                  <a:pt x="113420" y="316817"/>
                  <a:pt x="111191" y="317400"/>
                  <a:pt x="108836" y="317274"/>
                </a:cubicBezTo>
                <a:cubicBezTo>
                  <a:pt x="106482" y="317137"/>
                  <a:pt x="104379" y="316417"/>
                  <a:pt x="102550" y="315114"/>
                </a:cubicBezTo>
                <a:cubicBezTo>
                  <a:pt x="100710" y="313799"/>
                  <a:pt x="99338" y="312096"/>
                  <a:pt x="98424" y="310004"/>
                </a:cubicBezTo>
                <a:cubicBezTo>
                  <a:pt x="97509" y="307913"/>
                  <a:pt x="97315" y="305547"/>
                  <a:pt x="97829" y="302929"/>
                </a:cubicBezTo>
                <a:lnTo>
                  <a:pt x="117089" y="219639"/>
                </a:lnTo>
                <a:lnTo>
                  <a:pt x="52647" y="163449"/>
                </a:lnTo>
                <a:cubicBezTo>
                  <a:pt x="50555" y="161620"/>
                  <a:pt x="49309" y="159586"/>
                  <a:pt x="48920" y="157357"/>
                </a:cubicBezTo>
                <a:cubicBezTo>
                  <a:pt x="48520" y="155128"/>
                  <a:pt x="48589" y="152968"/>
                  <a:pt x="49115" y="150876"/>
                </a:cubicBezTo>
                <a:cubicBezTo>
                  <a:pt x="49640" y="148784"/>
                  <a:pt x="50818" y="147013"/>
                  <a:pt x="52647" y="145572"/>
                </a:cubicBezTo>
                <a:cubicBezTo>
                  <a:pt x="54487" y="144132"/>
                  <a:pt x="56704" y="143275"/>
                  <a:pt x="59333" y="143024"/>
                </a:cubicBezTo>
                <a:lnTo>
                  <a:pt x="144590" y="135548"/>
                </a:lnTo>
                <a:lnTo>
                  <a:pt x="177599" y="56967"/>
                </a:lnTo>
                <a:cubicBezTo>
                  <a:pt x="178639" y="54613"/>
                  <a:pt x="180217" y="52841"/>
                  <a:pt x="182309" y="51664"/>
                </a:cubicBezTo>
                <a:cubicBezTo>
                  <a:pt x="184400" y="50486"/>
                  <a:pt x="186503" y="49903"/>
                  <a:pt x="188595" y="49903"/>
                </a:cubicBezTo>
                <a:cubicBezTo>
                  <a:pt x="190687" y="49903"/>
                  <a:pt x="192790" y="50486"/>
                  <a:pt x="194882" y="51664"/>
                </a:cubicBezTo>
                <a:cubicBezTo>
                  <a:pt x="196973" y="52841"/>
                  <a:pt x="198551" y="54613"/>
                  <a:pt x="199602" y="56967"/>
                </a:cubicBezTo>
                <a:lnTo>
                  <a:pt x="232600" y="135548"/>
                </a:lnTo>
                <a:lnTo>
                  <a:pt x="317857" y="143024"/>
                </a:lnTo>
                <a:cubicBezTo>
                  <a:pt x="320486" y="143275"/>
                  <a:pt x="322703" y="144132"/>
                  <a:pt x="324543" y="145572"/>
                </a:cubicBezTo>
                <a:cubicBezTo>
                  <a:pt x="326372" y="147013"/>
                  <a:pt x="327550" y="148784"/>
                  <a:pt x="328075" y="150876"/>
                </a:cubicBezTo>
                <a:cubicBezTo>
                  <a:pt x="328601" y="152968"/>
                  <a:pt x="328670" y="155128"/>
                  <a:pt x="328270" y="157357"/>
                </a:cubicBezTo>
                <a:cubicBezTo>
                  <a:pt x="327881" y="159586"/>
                  <a:pt x="326635" y="161620"/>
                  <a:pt x="324543" y="163449"/>
                </a:cubicBezTo>
                <a:lnTo>
                  <a:pt x="260101" y="219639"/>
                </a:lnTo>
                <a:lnTo>
                  <a:pt x="279361" y="302929"/>
                </a:lnTo>
                <a:cubicBezTo>
                  <a:pt x="279875" y="305547"/>
                  <a:pt x="279681" y="307913"/>
                  <a:pt x="278766" y="310004"/>
                </a:cubicBezTo>
                <a:cubicBezTo>
                  <a:pt x="277852" y="312096"/>
                  <a:pt x="276480" y="313799"/>
                  <a:pt x="274640" y="315114"/>
                </a:cubicBezTo>
                <a:cubicBezTo>
                  <a:pt x="272811" y="316417"/>
                  <a:pt x="270708" y="317137"/>
                  <a:pt x="268354" y="317274"/>
                </a:cubicBezTo>
                <a:cubicBezTo>
                  <a:pt x="265999" y="317400"/>
                  <a:pt x="263770" y="316817"/>
                  <a:pt x="261678" y="315502"/>
                </a:cubicBezTo>
                <a:lnTo>
                  <a:pt x="188595" y="271497"/>
                </a:lnTo>
                <a:close/>
                <a:moveTo>
                  <a:pt x="188595" y="19056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6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167" name="圖示 思考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233" y="212952"/>
                </a:moveTo>
                <a:lnTo>
                  <a:pt x="176022" y="224748"/>
                </a:lnTo>
                <a:cubicBezTo>
                  <a:pt x="176205" y="226371"/>
                  <a:pt x="176834" y="227686"/>
                  <a:pt x="177908" y="228714"/>
                </a:cubicBezTo>
                <a:cubicBezTo>
                  <a:pt x="178960" y="229732"/>
                  <a:pt x="180251" y="230246"/>
                  <a:pt x="181794" y="230246"/>
                </a:cubicBezTo>
                <a:lnTo>
                  <a:pt x="194527" y="230246"/>
                </a:lnTo>
                <a:cubicBezTo>
                  <a:pt x="196070" y="230246"/>
                  <a:pt x="197385" y="229732"/>
                  <a:pt x="198459" y="228714"/>
                </a:cubicBezTo>
                <a:cubicBezTo>
                  <a:pt x="199534" y="227686"/>
                  <a:pt x="200174" y="226371"/>
                  <a:pt x="200379" y="224748"/>
                </a:cubicBezTo>
                <a:lnTo>
                  <a:pt x="201168" y="212952"/>
                </a:lnTo>
                <a:cubicBezTo>
                  <a:pt x="204311" y="212427"/>
                  <a:pt x="207260" y="211318"/>
                  <a:pt x="210003" y="209615"/>
                </a:cubicBezTo>
                <a:cubicBezTo>
                  <a:pt x="212735" y="207935"/>
                  <a:pt x="215158" y="206037"/>
                  <a:pt x="217273" y="203923"/>
                </a:cubicBezTo>
                <a:lnTo>
                  <a:pt x="229069" y="207843"/>
                </a:lnTo>
                <a:cubicBezTo>
                  <a:pt x="230372" y="208369"/>
                  <a:pt x="231686" y="208369"/>
                  <a:pt x="232989" y="207843"/>
                </a:cubicBezTo>
                <a:cubicBezTo>
                  <a:pt x="234304" y="207329"/>
                  <a:pt x="235321" y="206437"/>
                  <a:pt x="236064" y="205180"/>
                </a:cubicBezTo>
                <a:lnTo>
                  <a:pt x="242110" y="194847"/>
                </a:lnTo>
                <a:cubicBezTo>
                  <a:pt x="242842" y="193590"/>
                  <a:pt x="243139" y="192298"/>
                  <a:pt x="243013" y="190995"/>
                </a:cubicBezTo>
                <a:cubicBezTo>
                  <a:pt x="242876" y="189681"/>
                  <a:pt x="242202" y="188481"/>
                  <a:pt x="240967" y="187372"/>
                </a:cubicBezTo>
                <a:lnTo>
                  <a:pt x="232989" y="181131"/>
                </a:lnTo>
                <a:cubicBezTo>
                  <a:pt x="234304" y="177462"/>
                  <a:pt x="234955" y="173667"/>
                  <a:pt x="234955" y="169736"/>
                </a:cubicBezTo>
                <a:cubicBezTo>
                  <a:pt x="234955" y="165804"/>
                  <a:pt x="234304" y="162009"/>
                  <a:pt x="232989" y="158340"/>
                </a:cubicBezTo>
                <a:lnTo>
                  <a:pt x="240967" y="152133"/>
                </a:lnTo>
                <a:cubicBezTo>
                  <a:pt x="242202" y="151036"/>
                  <a:pt x="242876" y="149824"/>
                  <a:pt x="243013" y="148521"/>
                </a:cubicBezTo>
                <a:cubicBezTo>
                  <a:pt x="243139" y="147207"/>
                  <a:pt x="242842" y="145927"/>
                  <a:pt x="242110" y="144670"/>
                </a:cubicBezTo>
                <a:lnTo>
                  <a:pt x="236064" y="134337"/>
                </a:lnTo>
                <a:cubicBezTo>
                  <a:pt x="235321" y="133057"/>
                  <a:pt x="234304" y="132142"/>
                  <a:pt x="232989" y="131628"/>
                </a:cubicBezTo>
                <a:cubicBezTo>
                  <a:pt x="231686" y="131102"/>
                  <a:pt x="230372" y="131102"/>
                  <a:pt x="229069" y="131628"/>
                </a:cubicBezTo>
                <a:lnTo>
                  <a:pt x="217273" y="135548"/>
                </a:lnTo>
                <a:cubicBezTo>
                  <a:pt x="215101" y="133537"/>
                  <a:pt x="212587" y="131731"/>
                  <a:pt x="209729" y="130131"/>
                </a:cubicBezTo>
                <a:cubicBezTo>
                  <a:pt x="206906" y="128507"/>
                  <a:pt x="204048" y="127307"/>
                  <a:pt x="201168" y="126519"/>
                </a:cubicBezTo>
                <a:lnTo>
                  <a:pt x="200379" y="114734"/>
                </a:lnTo>
                <a:cubicBezTo>
                  <a:pt x="200196" y="113100"/>
                  <a:pt x="199568" y="111785"/>
                  <a:pt x="198493" y="110757"/>
                </a:cubicBezTo>
                <a:cubicBezTo>
                  <a:pt x="197453" y="109739"/>
                  <a:pt x="196150" y="109225"/>
                  <a:pt x="194607" y="109225"/>
                </a:cubicBezTo>
                <a:lnTo>
                  <a:pt x="181874" y="109225"/>
                </a:lnTo>
                <a:cubicBezTo>
                  <a:pt x="180331" y="109225"/>
                  <a:pt x="179017" y="109739"/>
                  <a:pt x="177942" y="110757"/>
                </a:cubicBezTo>
                <a:cubicBezTo>
                  <a:pt x="176868" y="111785"/>
                  <a:pt x="176228" y="113100"/>
                  <a:pt x="176022" y="114734"/>
                </a:cubicBezTo>
                <a:lnTo>
                  <a:pt x="175233" y="126519"/>
                </a:lnTo>
                <a:cubicBezTo>
                  <a:pt x="172353" y="127307"/>
                  <a:pt x="169495" y="128507"/>
                  <a:pt x="166672" y="130131"/>
                </a:cubicBezTo>
                <a:cubicBezTo>
                  <a:pt x="163815" y="131731"/>
                  <a:pt x="161300" y="133537"/>
                  <a:pt x="159128" y="135548"/>
                </a:cubicBezTo>
                <a:lnTo>
                  <a:pt x="147344" y="131628"/>
                </a:lnTo>
                <a:cubicBezTo>
                  <a:pt x="146030" y="131102"/>
                  <a:pt x="144715" y="131102"/>
                  <a:pt x="143412" y="131628"/>
                </a:cubicBezTo>
                <a:cubicBezTo>
                  <a:pt x="142098" y="132142"/>
                  <a:pt x="141080" y="133034"/>
                  <a:pt x="140349" y="134291"/>
                </a:cubicBezTo>
                <a:lnTo>
                  <a:pt x="134291" y="144624"/>
                </a:lnTo>
                <a:cubicBezTo>
                  <a:pt x="133560" y="145915"/>
                  <a:pt x="133262" y="147207"/>
                  <a:pt x="133388" y="148521"/>
                </a:cubicBezTo>
                <a:cubicBezTo>
                  <a:pt x="133525" y="149824"/>
                  <a:pt x="134200" y="151036"/>
                  <a:pt x="135434" y="152133"/>
                </a:cubicBezTo>
                <a:lnTo>
                  <a:pt x="143412" y="158340"/>
                </a:lnTo>
                <a:cubicBezTo>
                  <a:pt x="142098" y="162009"/>
                  <a:pt x="141446" y="165804"/>
                  <a:pt x="141446" y="169736"/>
                </a:cubicBezTo>
                <a:cubicBezTo>
                  <a:pt x="141446" y="173667"/>
                  <a:pt x="142098" y="177462"/>
                  <a:pt x="143412" y="181131"/>
                </a:cubicBezTo>
                <a:lnTo>
                  <a:pt x="135434" y="187338"/>
                </a:lnTo>
                <a:cubicBezTo>
                  <a:pt x="134200" y="188435"/>
                  <a:pt x="133525" y="189647"/>
                  <a:pt x="133388" y="190950"/>
                </a:cubicBezTo>
                <a:cubicBezTo>
                  <a:pt x="133262" y="192264"/>
                  <a:pt x="133560" y="193544"/>
                  <a:pt x="134291" y="194801"/>
                </a:cubicBezTo>
                <a:lnTo>
                  <a:pt x="140349" y="205134"/>
                </a:lnTo>
                <a:cubicBezTo>
                  <a:pt x="141080" y="206414"/>
                  <a:pt x="142098" y="207329"/>
                  <a:pt x="143412" y="207843"/>
                </a:cubicBezTo>
                <a:cubicBezTo>
                  <a:pt x="144715" y="208369"/>
                  <a:pt x="146030" y="208369"/>
                  <a:pt x="147344" y="207843"/>
                </a:cubicBezTo>
                <a:lnTo>
                  <a:pt x="159128" y="203923"/>
                </a:lnTo>
                <a:cubicBezTo>
                  <a:pt x="161254" y="206037"/>
                  <a:pt x="163666" y="207935"/>
                  <a:pt x="166398" y="209615"/>
                </a:cubicBezTo>
                <a:cubicBezTo>
                  <a:pt x="169141" y="211318"/>
                  <a:pt x="172090" y="212427"/>
                  <a:pt x="175233" y="212952"/>
                </a:cubicBezTo>
                <a:close/>
                <a:moveTo>
                  <a:pt x="168753" y="189224"/>
                </a:moveTo>
                <a:cubicBezTo>
                  <a:pt x="163380" y="183886"/>
                  <a:pt x="160694" y="177394"/>
                  <a:pt x="160694" y="169770"/>
                </a:cubicBezTo>
                <a:cubicBezTo>
                  <a:pt x="160694" y="162157"/>
                  <a:pt x="163369" y="155654"/>
                  <a:pt x="168718" y="150282"/>
                </a:cubicBezTo>
                <a:cubicBezTo>
                  <a:pt x="174056" y="144921"/>
                  <a:pt x="180537" y="142235"/>
                  <a:pt x="188161" y="142235"/>
                </a:cubicBezTo>
                <a:cubicBezTo>
                  <a:pt x="195784" y="142235"/>
                  <a:pt x="202277" y="144910"/>
                  <a:pt x="207649" y="150247"/>
                </a:cubicBezTo>
                <a:cubicBezTo>
                  <a:pt x="213021" y="155597"/>
                  <a:pt x="215707" y="162077"/>
                  <a:pt x="215707" y="169701"/>
                </a:cubicBezTo>
                <a:cubicBezTo>
                  <a:pt x="215707" y="177314"/>
                  <a:pt x="213032" y="183817"/>
                  <a:pt x="207695" y="189189"/>
                </a:cubicBezTo>
                <a:cubicBezTo>
                  <a:pt x="202345" y="194550"/>
                  <a:pt x="195864" y="197236"/>
                  <a:pt x="188241" y="197236"/>
                </a:cubicBezTo>
                <a:cubicBezTo>
                  <a:pt x="180617" y="197236"/>
                  <a:pt x="174125" y="194573"/>
                  <a:pt x="168753" y="189224"/>
                </a:cubicBezTo>
                <a:close/>
                <a:moveTo>
                  <a:pt x="94298" y="278183"/>
                </a:moveTo>
                <a:cubicBezTo>
                  <a:pt x="79370" y="264559"/>
                  <a:pt x="67780" y="248648"/>
                  <a:pt x="59527" y="230440"/>
                </a:cubicBezTo>
                <a:cubicBezTo>
                  <a:pt x="51275" y="212232"/>
                  <a:pt x="47149" y="193053"/>
                  <a:pt x="47149" y="172879"/>
                </a:cubicBezTo>
                <a:cubicBezTo>
                  <a:pt x="47149" y="133594"/>
                  <a:pt x="60899" y="100195"/>
                  <a:pt x="88400" y="72683"/>
                </a:cubicBezTo>
                <a:cubicBezTo>
                  <a:pt x="115912" y="45183"/>
                  <a:pt x="149310" y="31433"/>
                  <a:pt x="188595" y="31433"/>
                </a:cubicBezTo>
                <a:cubicBezTo>
                  <a:pt x="221342" y="31433"/>
                  <a:pt x="250351" y="41057"/>
                  <a:pt x="275623" y="60316"/>
                </a:cubicBezTo>
                <a:cubicBezTo>
                  <a:pt x="300906" y="79564"/>
                  <a:pt x="317343" y="104642"/>
                  <a:pt x="324932" y="135548"/>
                </a:cubicBezTo>
                <a:lnTo>
                  <a:pt x="346546" y="221205"/>
                </a:lnTo>
                <a:cubicBezTo>
                  <a:pt x="347586" y="224874"/>
                  <a:pt x="346935" y="228211"/>
                  <a:pt x="344580" y="231229"/>
                </a:cubicBezTo>
                <a:cubicBezTo>
                  <a:pt x="342226" y="234235"/>
                  <a:pt x="339082" y="235744"/>
                  <a:pt x="335150" y="235744"/>
                </a:cubicBezTo>
                <a:lnTo>
                  <a:pt x="298609" y="235744"/>
                </a:lnTo>
                <a:lnTo>
                  <a:pt x="298609" y="290756"/>
                </a:lnTo>
                <a:cubicBezTo>
                  <a:pt x="298609" y="297249"/>
                  <a:pt x="296300" y="302804"/>
                  <a:pt x="291694" y="307410"/>
                </a:cubicBezTo>
                <a:cubicBezTo>
                  <a:pt x="287087" y="312016"/>
                  <a:pt x="281532" y="314325"/>
                  <a:pt x="275040" y="314325"/>
                </a:cubicBezTo>
                <a:lnTo>
                  <a:pt x="235744" y="314325"/>
                </a:lnTo>
                <a:lnTo>
                  <a:pt x="235744" y="333973"/>
                </a:lnTo>
                <a:cubicBezTo>
                  <a:pt x="235744" y="337322"/>
                  <a:pt x="234601" y="340123"/>
                  <a:pt x="232326" y="342374"/>
                </a:cubicBezTo>
                <a:cubicBezTo>
                  <a:pt x="230052" y="344626"/>
                  <a:pt x="227228" y="345758"/>
                  <a:pt x="223879" y="345758"/>
                </a:cubicBezTo>
                <a:cubicBezTo>
                  <a:pt x="220530" y="345758"/>
                  <a:pt x="217730" y="344626"/>
                  <a:pt x="215513" y="342374"/>
                </a:cubicBezTo>
                <a:cubicBezTo>
                  <a:pt x="213284" y="340100"/>
                  <a:pt x="212175" y="337299"/>
                  <a:pt x="212175" y="333973"/>
                </a:cubicBezTo>
                <a:lnTo>
                  <a:pt x="212175" y="302541"/>
                </a:lnTo>
                <a:cubicBezTo>
                  <a:pt x="212175" y="299180"/>
                  <a:pt x="213295" y="296380"/>
                  <a:pt x="215547" y="294128"/>
                </a:cubicBezTo>
                <a:cubicBezTo>
                  <a:pt x="217833" y="291876"/>
                  <a:pt x="220633" y="290756"/>
                  <a:pt x="223959" y="290756"/>
                </a:cubicBezTo>
                <a:lnTo>
                  <a:pt x="275040" y="290756"/>
                </a:lnTo>
                <a:lnTo>
                  <a:pt x="275040" y="223959"/>
                </a:lnTo>
                <a:cubicBezTo>
                  <a:pt x="275040" y="220599"/>
                  <a:pt x="276160" y="217799"/>
                  <a:pt x="278412" y="215547"/>
                </a:cubicBezTo>
                <a:cubicBezTo>
                  <a:pt x="280698" y="213295"/>
                  <a:pt x="283498" y="212175"/>
                  <a:pt x="286824" y="212175"/>
                </a:cubicBezTo>
                <a:lnTo>
                  <a:pt x="319823" y="212175"/>
                </a:lnTo>
                <a:lnTo>
                  <a:pt x="302141" y="141446"/>
                </a:lnTo>
                <a:cubicBezTo>
                  <a:pt x="295854" y="116037"/>
                  <a:pt x="282104" y="95280"/>
                  <a:pt x="260890" y="79176"/>
                </a:cubicBezTo>
                <a:cubicBezTo>
                  <a:pt x="239676" y="63059"/>
                  <a:pt x="215570" y="55013"/>
                  <a:pt x="188595" y="55013"/>
                </a:cubicBezTo>
                <a:cubicBezTo>
                  <a:pt x="155848" y="55013"/>
                  <a:pt x="128027" y="66340"/>
                  <a:pt x="105099" y="88994"/>
                </a:cubicBezTo>
                <a:cubicBezTo>
                  <a:pt x="82182" y="111648"/>
                  <a:pt x="70729" y="139286"/>
                  <a:pt x="70729" y="171896"/>
                </a:cubicBezTo>
                <a:cubicBezTo>
                  <a:pt x="70729" y="188766"/>
                  <a:pt x="74169" y="204791"/>
                  <a:pt x="81062" y="219993"/>
                </a:cubicBezTo>
                <a:cubicBezTo>
                  <a:pt x="87977" y="235184"/>
                  <a:pt x="97761" y="248683"/>
                  <a:pt x="110402" y="260501"/>
                </a:cubicBezTo>
                <a:lnTo>
                  <a:pt x="117878" y="267565"/>
                </a:lnTo>
                <a:lnTo>
                  <a:pt x="117878" y="333973"/>
                </a:lnTo>
                <a:cubicBezTo>
                  <a:pt x="117878" y="337322"/>
                  <a:pt x="116735" y="340123"/>
                  <a:pt x="114449" y="342374"/>
                </a:cubicBezTo>
                <a:cubicBezTo>
                  <a:pt x="112174" y="344626"/>
                  <a:pt x="109362" y="345758"/>
                  <a:pt x="106002" y="345758"/>
                </a:cubicBezTo>
                <a:cubicBezTo>
                  <a:pt x="102653" y="345758"/>
                  <a:pt x="99864" y="344626"/>
                  <a:pt x="97635" y="342374"/>
                </a:cubicBezTo>
                <a:cubicBezTo>
                  <a:pt x="95406" y="340100"/>
                  <a:pt x="94298" y="337299"/>
                  <a:pt x="94298" y="333973"/>
                </a:cubicBezTo>
                <a:lnTo>
                  <a:pt x="94298" y="278183"/>
                </a:lnTo>
                <a:close/>
                <a:moveTo>
                  <a:pt x="195270" y="200379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8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169" name="圖示 啟動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734" y="178377"/>
                </a:moveTo>
                <a:cubicBezTo>
                  <a:pt x="119443" y="168947"/>
                  <a:pt x="124484" y="159654"/>
                  <a:pt x="129856" y="150487"/>
                </a:cubicBezTo>
                <a:cubicBezTo>
                  <a:pt x="135228" y="141321"/>
                  <a:pt x="140920" y="132542"/>
                  <a:pt x="146944" y="124164"/>
                </a:cubicBezTo>
                <a:lnTo>
                  <a:pt x="115912" y="117878"/>
                </a:lnTo>
                <a:lnTo>
                  <a:pt x="73083" y="160694"/>
                </a:lnTo>
                <a:lnTo>
                  <a:pt x="114734" y="178377"/>
                </a:lnTo>
                <a:close/>
                <a:moveTo>
                  <a:pt x="317080" y="55790"/>
                </a:moveTo>
                <a:cubicBezTo>
                  <a:pt x="290356" y="57104"/>
                  <a:pt x="266262" y="62796"/>
                  <a:pt x="244785" y="72889"/>
                </a:cubicBezTo>
                <a:cubicBezTo>
                  <a:pt x="223296" y="82970"/>
                  <a:pt x="202345" y="98229"/>
                  <a:pt x="181920" y="118655"/>
                </a:cubicBezTo>
                <a:cubicBezTo>
                  <a:pt x="173793" y="126782"/>
                  <a:pt x="165415" y="137389"/>
                  <a:pt x="156774" y="150487"/>
                </a:cubicBezTo>
                <a:cubicBezTo>
                  <a:pt x="148121" y="163575"/>
                  <a:pt x="140395" y="177599"/>
                  <a:pt x="133594" y="192527"/>
                </a:cubicBezTo>
                <a:lnTo>
                  <a:pt x="185840" y="244785"/>
                </a:lnTo>
                <a:cubicBezTo>
                  <a:pt x="200779" y="237973"/>
                  <a:pt x="214793" y="230246"/>
                  <a:pt x="227891" y="221605"/>
                </a:cubicBezTo>
                <a:cubicBezTo>
                  <a:pt x="240979" y="212952"/>
                  <a:pt x="251586" y="204574"/>
                  <a:pt x="259712" y="196459"/>
                </a:cubicBezTo>
                <a:cubicBezTo>
                  <a:pt x="280138" y="176022"/>
                  <a:pt x="295397" y="155128"/>
                  <a:pt x="305490" y="133788"/>
                </a:cubicBezTo>
                <a:cubicBezTo>
                  <a:pt x="315571" y="112437"/>
                  <a:pt x="321263" y="88400"/>
                  <a:pt x="322577" y="61688"/>
                </a:cubicBezTo>
                <a:cubicBezTo>
                  <a:pt x="322577" y="60899"/>
                  <a:pt x="322440" y="60110"/>
                  <a:pt x="322189" y="59333"/>
                </a:cubicBezTo>
                <a:cubicBezTo>
                  <a:pt x="321926" y="58544"/>
                  <a:pt x="321526" y="57893"/>
                  <a:pt x="321000" y="57367"/>
                </a:cubicBezTo>
                <a:cubicBezTo>
                  <a:pt x="320486" y="56841"/>
                  <a:pt x="319891" y="56453"/>
                  <a:pt x="319240" y="56190"/>
                </a:cubicBezTo>
                <a:cubicBezTo>
                  <a:pt x="318577" y="55927"/>
                  <a:pt x="317857" y="55790"/>
                  <a:pt x="317080" y="55790"/>
                </a:cubicBezTo>
                <a:close/>
                <a:moveTo>
                  <a:pt x="216096" y="135354"/>
                </a:moveTo>
                <a:cubicBezTo>
                  <a:pt x="216096" y="127627"/>
                  <a:pt x="218713" y="121147"/>
                  <a:pt x="223959" y="115912"/>
                </a:cubicBezTo>
                <a:cubicBezTo>
                  <a:pt x="229194" y="110665"/>
                  <a:pt x="235675" y="108048"/>
                  <a:pt x="243402" y="108048"/>
                </a:cubicBezTo>
                <a:cubicBezTo>
                  <a:pt x="251129" y="108048"/>
                  <a:pt x="257621" y="110665"/>
                  <a:pt x="262856" y="115912"/>
                </a:cubicBezTo>
                <a:cubicBezTo>
                  <a:pt x="268091" y="121147"/>
                  <a:pt x="270708" y="127627"/>
                  <a:pt x="270708" y="135354"/>
                </a:cubicBezTo>
                <a:cubicBezTo>
                  <a:pt x="270708" y="143081"/>
                  <a:pt x="268091" y="149562"/>
                  <a:pt x="262856" y="154808"/>
                </a:cubicBezTo>
                <a:cubicBezTo>
                  <a:pt x="257621" y="160043"/>
                  <a:pt x="251129" y="162660"/>
                  <a:pt x="243402" y="162660"/>
                </a:cubicBezTo>
                <a:cubicBezTo>
                  <a:pt x="235675" y="162660"/>
                  <a:pt x="229194" y="160043"/>
                  <a:pt x="223959" y="154808"/>
                </a:cubicBezTo>
                <a:cubicBezTo>
                  <a:pt x="218713" y="149562"/>
                  <a:pt x="216096" y="143081"/>
                  <a:pt x="216096" y="135354"/>
                </a:cubicBezTo>
                <a:close/>
                <a:moveTo>
                  <a:pt x="199991" y="264033"/>
                </a:moveTo>
                <a:lnTo>
                  <a:pt x="217673" y="305284"/>
                </a:lnTo>
                <a:lnTo>
                  <a:pt x="260501" y="262467"/>
                </a:lnTo>
                <a:lnTo>
                  <a:pt x="254603" y="231423"/>
                </a:lnTo>
                <a:cubicBezTo>
                  <a:pt x="246225" y="237447"/>
                  <a:pt x="237378" y="243208"/>
                  <a:pt x="228086" y="248705"/>
                </a:cubicBezTo>
                <a:cubicBezTo>
                  <a:pt x="218782" y="254215"/>
                  <a:pt x="209420" y="259324"/>
                  <a:pt x="199991" y="264033"/>
                </a:cubicBezTo>
                <a:close/>
                <a:moveTo>
                  <a:pt x="346546" y="44394"/>
                </a:moveTo>
                <a:cubicBezTo>
                  <a:pt x="347335" y="77141"/>
                  <a:pt x="342020" y="107328"/>
                  <a:pt x="330636" y="134965"/>
                </a:cubicBezTo>
                <a:cubicBezTo>
                  <a:pt x="319240" y="162603"/>
                  <a:pt x="301226" y="188721"/>
                  <a:pt x="276606" y="213352"/>
                </a:cubicBezTo>
                <a:cubicBezTo>
                  <a:pt x="276343" y="213615"/>
                  <a:pt x="276080" y="213810"/>
                  <a:pt x="275817" y="213935"/>
                </a:cubicBezTo>
                <a:cubicBezTo>
                  <a:pt x="275554" y="214072"/>
                  <a:pt x="275292" y="214267"/>
                  <a:pt x="275040" y="214530"/>
                </a:cubicBezTo>
                <a:lnTo>
                  <a:pt x="283681" y="257747"/>
                </a:lnTo>
                <a:cubicBezTo>
                  <a:pt x="284470" y="261678"/>
                  <a:pt x="284333" y="265473"/>
                  <a:pt x="283281" y="269142"/>
                </a:cubicBezTo>
                <a:cubicBezTo>
                  <a:pt x="282241" y="272811"/>
                  <a:pt x="280275" y="276080"/>
                  <a:pt x="277395" y="278961"/>
                </a:cubicBezTo>
                <a:lnTo>
                  <a:pt x="221993" y="334362"/>
                </a:lnTo>
                <a:cubicBezTo>
                  <a:pt x="219113" y="337242"/>
                  <a:pt x="215638" y="338294"/>
                  <a:pt x="211581" y="337505"/>
                </a:cubicBezTo>
                <a:cubicBezTo>
                  <a:pt x="207523" y="336716"/>
                  <a:pt x="204700" y="334362"/>
                  <a:pt x="203134" y="330430"/>
                </a:cubicBezTo>
                <a:lnTo>
                  <a:pt x="176411" y="268754"/>
                </a:lnTo>
                <a:lnTo>
                  <a:pt x="110014" y="201957"/>
                </a:lnTo>
                <a:lnTo>
                  <a:pt x="47937" y="175633"/>
                </a:lnTo>
                <a:cubicBezTo>
                  <a:pt x="44006" y="174056"/>
                  <a:pt x="41708" y="171176"/>
                  <a:pt x="41057" y="166981"/>
                </a:cubicBezTo>
                <a:cubicBezTo>
                  <a:pt x="40405" y="162797"/>
                  <a:pt x="41514" y="159254"/>
                  <a:pt x="44394" y="156374"/>
                </a:cubicBezTo>
                <a:lnTo>
                  <a:pt x="99407" y="101373"/>
                </a:lnTo>
                <a:cubicBezTo>
                  <a:pt x="102287" y="98492"/>
                  <a:pt x="105556" y="96458"/>
                  <a:pt x="109225" y="95280"/>
                </a:cubicBezTo>
                <a:cubicBezTo>
                  <a:pt x="112894" y="94103"/>
                  <a:pt x="116689" y="93909"/>
                  <a:pt x="120621" y="94686"/>
                </a:cubicBezTo>
                <a:lnTo>
                  <a:pt x="163838" y="103339"/>
                </a:lnTo>
                <a:cubicBezTo>
                  <a:pt x="164101" y="103076"/>
                  <a:pt x="164363" y="102881"/>
                  <a:pt x="164626" y="102744"/>
                </a:cubicBezTo>
                <a:cubicBezTo>
                  <a:pt x="164889" y="102619"/>
                  <a:pt x="165152" y="102413"/>
                  <a:pt x="165415" y="102161"/>
                </a:cubicBezTo>
                <a:cubicBezTo>
                  <a:pt x="190035" y="77530"/>
                  <a:pt x="216096" y="59527"/>
                  <a:pt x="243608" y="48132"/>
                </a:cubicBezTo>
                <a:cubicBezTo>
                  <a:pt x="271108" y="36736"/>
                  <a:pt x="301226" y="31433"/>
                  <a:pt x="333973" y="32221"/>
                </a:cubicBezTo>
                <a:cubicBezTo>
                  <a:pt x="335539" y="32221"/>
                  <a:pt x="337048" y="32541"/>
                  <a:pt x="338488" y="33204"/>
                </a:cubicBezTo>
                <a:cubicBezTo>
                  <a:pt x="339928" y="33856"/>
                  <a:pt x="341300" y="34839"/>
                  <a:pt x="342614" y="36153"/>
                </a:cubicBezTo>
                <a:cubicBezTo>
                  <a:pt x="343929" y="37456"/>
                  <a:pt x="344912" y="38771"/>
                  <a:pt x="345563" y="40074"/>
                </a:cubicBezTo>
                <a:cubicBezTo>
                  <a:pt x="346215" y="41388"/>
                  <a:pt x="346546" y="42828"/>
                  <a:pt x="346546" y="44394"/>
                </a:cubicBezTo>
                <a:close/>
                <a:moveTo>
                  <a:pt x="58544" y="249494"/>
                </a:moveTo>
                <a:cubicBezTo>
                  <a:pt x="67711" y="240327"/>
                  <a:pt x="78913" y="235675"/>
                  <a:pt x="92137" y="235549"/>
                </a:cubicBezTo>
                <a:cubicBezTo>
                  <a:pt x="105362" y="235412"/>
                  <a:pt x="116563" y="239939"/>
                  <a:pt x="125730" y="249105"/>
                </a:cubicBezTo>
                <a:cubicBezTo>
                  <a:pt x="134897" y="258272"/>
                  <a:pt x="139412" y="269474"/>
                  <a:pt x="139286" y="282698"/>
                </a:cubicBezTo>
                <a:cubicBezTo>
                  <a:pt x="139149" y="295923"/>
                  <a:pt x="134508" y="307124"/>
                  <a:pt x="125341" y="316291"/>
                </a:cubicBezTo>
                <a:cubicBezTo>
                  <a:pt x="113031" y="328601"/>
                  <a:pt x="98287" y="335996"/>
                  <a:pt x="81130" y="338488"/>
                </a:cubicBezTo>
                <a:cubicBezTo>
                  <a:pt x="63974" y="340980"/>
                  <a:pt x="46760" y="343403"/>
                  <a:pt x="29467" y="345758"/>
                </a:cubicBezTo>
                <a:lnTo>
                  <a:pt x="36542" y="293900"/>
                </a:lnTo>
                <a:cubicBezTo>
                  <a:pt x="38896" y="276606"/>
                  <a:pt x="46234" y="261804"/>
                  <a:pt x="58544" y="249494"/>
                </a:cubicBezTo>
                <a:close/>
                <a:moveTo>
                  <a:pt x="75049" y="266388"/>
                </a:moveTo>
                <a:cubicBezTo>
                  <a:pt x="68763" y="273200"/>
                  <a:pt x="64694" y="281064"/>
                  <a:pt x="62865" y="289968"/>
                </a:cubicBezTo>
                <a:cubicBezTo>
                  <a:pt x="61036" y="298872"/>
                  <a:pt x="59333" y="307913"/>
                  <a:pt x="57756" y="317080"/>
                </a:cubicBezTo>
                <a:cubicBezTo>
                  <a:pt x="66923" y="315502"/>
                  <a:pt x="75964" y="313799"/>
                  <a:pt x="84868" y="311970"/>
                </a:cubicBezTo>
                <a:cubicBezTo>
                  <a:pt x="93772" y="310130"/>
                  <a:pt x="101636" y="306073"/>
                  <a:pt x="108448" y="299786"/>
                </a:cubicBezTo>
                <a:cubicBezTo>
                  <a:pt x="113683" y="295340"/>
                  <a:pt x="116300" y="289773"/>
                  <a:pt x="116300" y="283087"/>
                </a:cubicBezTo>
                <a:cubicBezTo>
                  <a:pt x="116300" y="276412"/>
                  <a:pt x="113946" y="270582"/>
                  <a:pt x="109225" y="265610"/>
                </a:cubicBezTo>
                <a:cubicBezTo>
                  <a:pt x="104253" y="260890"/>
                  <a:pt x="98424" y="258535"/>
                  <a:pt x="91749" y="258535"/>
                </a:cubicBezTo>
                <a:cubicBezTo>
                  <a:pt x="85062" y="258535"/>
                  <a:pt x="79496" y="261153"/>
                  <a:pt x="75049" y="26638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0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1" name="圖示 效能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046" y="257941"/>
                </a:moveTo>
                <a:cubicBezTo>
                  <a:pt x="197430" y="257552"/>
                  <a:pt x="205751" y="253289"/>
                  <a:pt x="210986" y="245174"/>
                </a:cubicBezTo>
                <a:lnTo>
                  <a:pt x="281327" y="135160"/>
                </a:lnTo>
                <a:cubicBezTo>
                  <a:pt x="283155" y="132279"/>
                  <a:pt x="282961" y="129719"/>
                  <a:pt x="280732" y="127502"/>
                </a:cubicBezTo>
                <a:cubicBezTo>
                  <a:pt x="278503" y="125273"/>
                  <a:pt x="275954" y="125078"/>
                  <a:pt x="273074" y="126907"/>
                </a:cubicBezTo>
                <a:lnTo>
                  <a:pt x="164238" y="198025"/>
                </a:lnTo>
                <a:cubicBezTo>
                  <a:pt x="156374" y="203260"/>
                  <a:pt x="152190" y="211649"/>
                  <a:pt x="151665" y="223171"/>
                </a:cubicBezTo>
                <a:cubicBezTo>
                  <a:pt x="151139" y="234692"/>
                  <a:pt x="153894" y="243470"/>
                  <a:pt x="159917" y="249494"/>
                </a:cubicBezTo>
                <a:cubicBezTo>
                  <a:pt x="165941" y="255518"/>
                  <a:pt x="174650" y="258341"/>
                  <a:pt x="186046" y="257941"/>
                </a:cubicBezTo>
                <a:close/>
                <a:moveTo>
                  <a:pt x="187806" y="63254"/>
                </a:moveTo>
                <a:cubicBezTo>
                  <a:pt x="199602" y="63254"/>
                  <a:pt x="211969" y="64831"/>
                  <a:pt x="224942" y="67974"/>
                </a:cubicBezTo>
                <a:cubicBezTo>
                  <a:pt x="237904" y="71117"/>
                  <a:pt x="250671" y="76227"/>
                  <a:pt x="263244" y="83302"/>
                </a:cubicBezTo>
                <a:cubicBezTo>
                  <a:pt x="266125" y="85131"/>
                  <a:pt x="268091" y="87657"/>
                  <a:pt x="269142" y="90880"/>
                </a:cubicBezTo>
                <a:cubicBezTo>
                  <a:pt x="270194" y="94103"/>
                  <a:pt x="269668" y="97178"/>
                  <a:pt x="267565" y="100115"/>
                </a:cubicBezTo>
                <a:cubicBezTo>
                  <a:pt x="265473" y="103041"/>
                  <a:pt x="262787" y="104710"/>
                  <a:pt x="259518" y="105099"/>
                </a:cubicBezTo>
                <a:cubicBezTo>
                  <a:pt x="256238" y="105499"/>
                  <a:pt x="253037" y="104905"/>
                  <a:pt x="249894" y="103339"/>
                </a:cubicBezTo>
                <a:cubicBezTo>
                  <a:pt x="239150" y="97566"/>
                  <a:pt x="228211" y="93383"/>
                  <a:pt x="217079" y="90766"/>
                </a:cubicBezTo>
                <a:cubicBezTo>
                  <a:pt x="205946" y="88137"/>
                  <a:pt x="196196" y="86834"/>
                  <a:pt x="187806" y="86834"/>
                </a:cubicBezTo>
                <a:cubicBezTo>
                  <a:pt x="151002" y="86834"/>
                  <a:pt x="119684" y="99955"/>
                  <a:pt x="93829" y="126199"/>
                </a:cubicBezTo>
                <a:cubicBezTo>
                  <a:pt x="67951" y="152453"/>
                  <a:pt x="55013" y="184252"/>
                  <a:pt x="55013" y="221605"/>
                </a:cubicBezTo>
                <a:cubicBezTo>
                  <a:pt x="55013" y="233389"/>
                  <a:pt x="56647" y="245299"/>
                  <a:pt x="59916" y="257358"/>
                </a:cubicBezTo>
                <a:cubicBezTo>
                  <a:pt x="63196" y="269405"/>
                  <a:pt x="67837" y="280538"/>
                  <a:pt x="73872" y="290756"/>
                </a:cubicBezTo>
                <a:lnTo>
                  <a:pt x="301363" y="290756"/>
                </a:lnTo>
                <a:cubicBezTo>
                  <a:pt x="307124" y="281327"/>
                  <a:pt x="311708" y="270320"/>
                  <a:pt x="315114" y="257747"/>
                </a:cubicBezTo>
                <a:cubicBezTo>
                  <a:pt x="318520" y="245174"/>
                  <a:pt x="320223" y="232863"/>
                  <a:pt x="320223" y="220816"/>
                </a:cubicBezTo>
                <a:cubicBezTo>
                  <a:pt x="320223" y="211649"/>
                  <a:pt x="319046" y="201762"/>
                  <a:pt x="316680" y="191144"/>
                </a:cubicBezTo>
                <a:cubicBezTo>
                  <a:pt x="314325" y="180537"/>
                  <a:pt x="310393" y="170387"/>
                  <a:pt x="304895" y="160694"/>
                </a:cubicBezTo>
                <a:cubicBezTo>
                  <a:pt x="303066" y="157814"/>
                  <a:pt x="302346" y="154671"/>
                  <a:pt x="302735" y="151265"/>
                </a:cubicBezTo>
                <a:cubicBezTo>
                  <a:pt x="303124" y="147858"/>
                  <a:pt x="304770" y="145241"/>
                  <a:pt x="307650" y="143412"/>
                </a:cubicBezTo>
                <a:cubicBezTo>
                  <a:pt x="310427" y="141321"/>
                  <a:pt x="313479" y="140795"/>
                  <a:pt x="316805" y="141835"/>
                </a:cubicBezTo>
                <a:cubicBezTo>
                  <a:pt x="320131" y="142886"/>
                  <a:pt x="322577" y="144978"/>
                  <a:pt x="324143" y="148121"/>
                </a:cubicBezTo>
                <a:cubicBezTo>
                  <a:pt x="330167" y="159917"/>
                  <a:pt x="334819" y="171633"/>
                  <a:pt x="338099" y="183291"/>
                </a:cubicBezTo>
                <a:cubicBezTo>
                  <a:pt x="341368" y="194950"/>
                  <a:pt x="343266" y="206666"/>
                  <a:pt x="343792" y="218462"/>
                </a:cubicBezTo>
                <a:cubicBezTo>
                  <a:pt x="344317" y="234178"/>
                  <a:pt x="342740" y="248968"/>
                  <a:pt x="339082" y="262856"/>
                </a:cubicBezTo>
                <a:cubicBezTo>
                  <a:pt x="335413" y="276732"/>
                  <a:pt x="330041" y="289568"/>
                  <a:pt x="322966" y="301363"/>
                </a:cubicBezTo>
                <a:cubicBezTo>
                  <a:pt x="319823" y="307387"/>
                  <a:pt x="316485" y="311056"/>
                  <a:pt x="312953" y="312359"/>
                </a:cubicBezTo>
                <a:cubicBezTo>
                  <a:pt x="309410" y="313673"/>
                  <a:pt x="305021" y="314325"/>
                  <a:pt x="299786" y="314325"/>
                </a:cubicBezTo>
                <a:lnTo>
                  <a:pt x="75438" y="314325"/>
                </a:lnTo>
                <a:cubicBezTo>
                  <a:pt x="70980" y="314325"/>
                  <a:pt x="66603" y="313216"/>
                  <a:pt x="62271" y="310987"/>
                </a:cubicBezTo>
                <a:cubicBezTo>
                  <a:pt x="57950" y="308759"/>
                  <a:pt x="54750" y="305547"/>
                  <a:pt x="52647" y="301363"/>
                </a:cubicBezTo>
                <a:cubicBezTo>
                  <a:pt x="45834" y="288790"/>
                  <a:pt x="40599" y="276012"/>
                  <a:pt x="36930" y="263050"/>
                </a:cubicBezTo>
                <a:cubicBezTo>
                  <a:pt x="33261" y="250088"/>
                  <a:pt x="31433" y="236270"/>
                  <a:pt x="31433" y="221605"/>
                </a:cubicBezTo>
                <a:cubicBezTo>
                  <a:pt x="31433" y="199854"/>
                  <a:pt x="35559" y="179360"/>
                  <a:pt x="43811" y="160111"/>
                </a:cubicBezTo>
                <a:cubicBezTo>
                  <a:pt x="52064" y="140852"/>
                  <a:pt x="63254" y="124096"/>
                  <a:pt x="77404" y="109819"/>
                </a:cubicBezTo>
                <a:cubicBezTo>
                  <a:pt x="91543" y="95543"/>
                  <a:pt x="108139" y="84216"/>
                  <a:pt x="127182" y="75827"/>
                </a:cubicBezTo>
                <a:cubicBezTo>
                  <a:pt x="146224" y="67448"/>
                  <a:pt x="166432" y="63254"/>
                  <a:pt x="187806" y="63254"/>
                </a:cubicBezTo>
                <a:close/>
                <a:moveTo>
                  <a:pt x="184274" y="193316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2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73" name="圖示 快速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4408" y="312359"/>
                </a:moveTo>
                <a:lnTo>
                  <a:pt x="264033" y="180743"/>
                </a:lnTo>
                <a:lnTo>
                  <a:pt x="193316" y="180743"/>
                </a:lnTo>
                <a:lnTo>
                  <a:pt x="207455" y="68363"/>
                </a:lnTo>
                <a:lnTo>
                  <a:pt x="108048" y="212175"/>
                </a:lnTo>
                <a:lnTo>
                  <a:pt x="168558" y="212175"/>
                </a:lnTo>
                <a:lnTo>
                  <a:pt x="154408" y="312359"/>
                </a:lnTo>
                <a:close/>
                <a:moveTo>
                  <a:pt x="141446" y="235744"/>
                </a:moveTo>
                <a:lnTo>
                  <a:pt x="85256" y="235744"/>
                </a:lnTo>
                <a:cubicBezTo>
                  <a:pt x="80547" y="235744"/>
                  <a:pt x="77072" y="233652"/>
                  <a:pt x="74844" y="229457"/>
                </a:cubicBezTo>
                <a:cubicBezTo>
                  <a:pt x="72626" y="225262"/>
                  <a:pt x="72946" y="221205"/>
                  <a:pt x="75827" y="217273"/>
                </a:cubicBezTo>
                <a:lnTo>
                  <a:pt x="208632" y="25535"/>
                </a:lnTo>
                <a:cubicBezTo>
                  <a:pt x="210723" y="22654"/>
                  <a:pt x="213352" y="20688"/>
                  <a:pt x="216496" y="19648"/>
                </a:cubicBezTo>
                <a:cubicBezTo>
                  <a:pt x="219639" y="18597"/>
                  <a:pt x="222782" y="18734"/>
                  <a:pt x="225925" y="20037"/>
                </a:cubicBezTo>
                <a:cubicBezTo>
                  <a:pt x="229069" y="21351"/>
                  <a:pt x="231549" y="23443"/>
                  <a:pt x="233389" y="26323"/>
                </a:cubicBezTo>
                <a:cubicBezTo>
                  <a:pt x="235218" y="29204"/>
                  <a:pt x="235869" y="32347"/>
                  <a:pt x="235355" y="35753"/>
                </a:cubicBezTo>
                <a:lnTo>
                  <a:pt x="220028" y="157163"/>
                </a:lnTo>
                <a:lnTo>
                  <a:pt x="289179" y="157163"/>
                </a:lnTo>
                <a:cubicBezTo>
                  <a:pt x="294151" y="157163"/>
                  <a:pt x="297694" y="159391"/>
                  <a:pt x="299786" y="163838"/>
                </a:cubicBezTo>
                <a:cubicBezTo>
                  <a:pt x="301878" y="168295"/>
                  <a:pt x="301363" y="172490"/>
                  <a:pt x="298220" y="176411"/>
                </a:cubicBezTo>
                <a:lnTo>
                  <a:pt x="152453" y="351255"/>
                </a:lnTo>
                <a:cubicBezTo>
                  <a:pt x="150350" y="353873"/>
                  <a:pt x="147664" y="355576"/>
                  <a:pt x="144395" y="356365"/>
                </a:cubicBezTo>
                <a:cubicBezTo>
                  <a:pt x="141115" y="357153"/>
                  <a:pt x="138040" y="356890"/>
                  <a:pt x="135160" y="355576"/>
                </a:cubicBezTo>
                <a:cubicBezTo>
                  <a:pt x="132279" y="354273"/>
                  <a:pt x="129982" y="352170"/>
                  <a:pt x="128279" y="349289"/>
                </a:cubicBezTo>
                <a:cubicBezTo>
                  <a:pt x="126576" y="346409"/>
                  <a:pt x="125993" y="343266"/>
                  <a:pt x="126519" y="339860"/>
                </a:cubicBezTo>
                <a:lnTo>
                  <a:pt x="141446" y="235744"/>
                </a:lnTo>
                <a:close/>
                <a:moveTo>
                  <a:pt x="185840" y="190561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4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5" name="圖示 鎖定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345758"/>
                </a:moveTo>
                <a:cubicBezTo>
                  <a:pt x="79941" y="345758"/>
                  <a:pt x="74386" y="343449"/>
                  <a:pt x="69780" y="338842"/>
                </a:cubicBezTo>
                <a:cubicBezTo>
                  <a:pt x="65174" y="334202"/>
                  <a:pt x="62865" y="328658"/>
                  <a:pt x="62865" y="322189"/>
                </a:cubicBezTo>
                <a:lnTo>
                  <a:pt x="62865" y="151665"/>
                </a:lnTo>
                <a:cubicBezTo>
                  <a:pt x="62865" y="145161"/>
                  <a:pt x="65174" y="139617"/>
                  <a:pt x="69780" y="135000"/>
                </a:cubicBezTo>
                <a:cubicBezTo>
                  <a:pt x="74421" y="130393"/>
                  <a:pt x="79964" y="128085"/>
                  <a:pt x="86445" y="128085"/>
                </a:cubicBezTo>
                <a:lnTo>
                  <a:pt x="113946" y="128085"/>
                </a:lnTo>
                <a:lnTo>
                  <a:pt x="113946" y="90366"/>
                </a:lnTo>
                <a:cubicBezTo>
                  <a:pt x="113946" y="69723"/>
                  <a:pt x="121227" y="52121"/>
                  <a:pt x="135788" y="37559"/>
                </a:cubicBezTo>
                <a:cubicBezTo>
                  <a:pt x="150350" y="22997"/>
                  <a:pt x="167964" y="15716"/>
                  <a:pt x="188629" y="15716"/>
                </a:cubicBezTo>
                <a:cubicBezTo>
                  <a:pt x="209306" y="15716"/>
                  <a:pt x="226908" y="22997"/>
                  <a:pt x="241436" y="37559"/>
                </a:cubicBezTo>
                <a:cubicBezTo>
                  <a:pt x="255975" y="52098"/>
                  <a:pt x="263244" y="69700"/>
                  <a:pt x="263244" y="90366"/>
                </a:cubicBezTo>
                <a:lnTo>
                  <a:pt x="263244" y="128085"/>
                </a:lnTo>
                <a:lnTo>
                  <a:pt x="290756" y="128085"/>
                </a:lnTo>
                <a:cubicBezTo>
                  <a:pt x="297249" y="128085"/>
                  <a:pt x="302804" y="130393"/>
                  <a:pt x="307410" y="135000"/>
                </a:cubicBezTo>
                <a:cubicBezTo>
                  <a:pt x="312016" y="139617"/>
                  <a:pt x="314325" y="145161"/>
                  <a:pt x="314325" y="151665"/>
                </a:cubicBezTo>
                <a:lnTo>
                  <a:pt x="314325" y="322189"/>
                </a:lnTo>
                <a:cubicBezTo>
                  <a:pt x="314325" y="328681"/>
                  <a:pt x="312016" y="334236"/>
                  <a:pt x="307410" y="338842"/>
                </a:cubicBezTo>
                <a:cubicBezTo>
                  <a:pt x="302804" y="343449"/>
                  <a:pt x="297249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51665"/>
                </a:lnTo>
                <a:lnTo>
                  <a:pt x="86445" y="151665"/>
                </a:lnTo>
                <a:lnTo>
                  <a:pt x="86445" y="322189"/>
                </a:lnTo>
                <a:close/>
                <a:moveTo>
                  <a:pt x="210003" y="258535"/>
                </a:moveTo>
                <a:cubicBezTo>
                  <a:pt x="215901" y="252740"/>
                  <a:pt x="218850" y="245802"/>
                  <a:pt x="218850" y="237710"/>
                </a:cubicBezTo>
                <a:cubicBezTo>
                  <a:pt x="218850" y="229846"/>
                  <a:pt x="215878" y="222714"/>
                  <a:pt x="209935" y="216290"/>
                </a:cubicBezTo>
                <a:cubicBezTo>
                  <a:pt x="203980" y="209878"/>
                  <a:pt x="196847" y="206666"/>
                  <a:pt x="188515" y="206666"/>
                </a:cubicBezTo>
                <a:cubicBezTo>
                  <a:pt x="180183" y="206666"/>
                  <a:pt x="173073" y="209878"/>
                  <a:pt x="167187" y="216290"/>
                </a:cubicBezTo>
                <a:cubicBezTo>
                  <a:pt x="161289" y="222714"/>
                  <a:pt x="158340" y="229914"/>
                  <a:pt x="158340" y="237904"/>
                </a:cubicBezTo>
                <a:cubicBezTo>
                  <a:pt x="158340" y="245894"/>
                  <a:pt x="161312" y="252774"/>
                  <a:pt x="167255" y="258535"/>
                </a:cubicBezTo>
                <a:cubicBezTo>
                  <a:pt x="173210" y="264296"/>
                  <a:pt x="180343" y="267176"/>
                  <a:pt x="188675" y="267176"/>
                </a:cubicBezTo>
                <a:cubicBezTo>
                  <a:pt x="197007" y="267176"/>
                  <a:pt x="204117" y="264296"/>
                  <a:pt x="210003" y="258535"/>
                </a:cubicBezTo>
                <a:close/>
                <a:moveTo>
                  <a:pt x="137514" y="128085"/>
                </a:moveTo>
                <a:lnTo>
                  <a:pt x="239676" y="128085"/>
                </a:lnTo>
                <a:lnTo>
                  <a:pt x="239676" y="90366"/>
                </a:lnTo>
                <a:cubicBezTo>
                  <a:pt x="239676" y="76170"/>
                  <a:pt x="234704" y="64111"/>
                  <a:pt x="224782" y="54178"/>
                </a:cubicBezTo>
                <a:cubicBezTo>
                  <a:pt x="214850" y="44257"/>
                  <a:pt x="202802" y="39296"/>
                  <a:pt x="188629" y="39296"/>
                </a:cubicBezTo>
                <a:cubicBezTo>
                  <a:pt x="174468" y="39296"/>
                  <a:pt x="162397" y="44257"/>
                  <a:pt x="152453" y="54178"/>
                </a:cubicBezTo>
                <a:cubicBezTo>
                  <a:pt x="142498" y="64111"/>
                  <a:pt x="137514" y="76170"/>
                  <a:pt x="137514" y="90366"/>
                </a:cubicBezTo>
                <a:lnTo>
                  <a:pt x="137514" y="128085"/>
                </a:lnTo>
                <a:close/>
                <a:moveTo>
                  <a:pt x="86445" y="322189"/>
                </a:moveTo>
                <a:lnTo>
                  <a:pt x="86445" y="151665"/>
                </a:lnTo>
                <a:lnTo>
                  <a:pt x="86445" y="32218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6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77" name="圖示 資安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1400"/>
                </a:moveTo>
                <a:cubicBezTo>
                  <a:pt x="216358" y="312233"/>
                  <a:pt x="239344" y="295397"/>
                  <a:pt x="257552" y="270914"/>
                </a:cubicBezTo>
                <a:cubicBezTo>
                  <a:pt x="275760" y="246419"/>
                  <a:pt x="286424" y="218976"/>
                  <a:pt x="289568" y="188595"/>
                </a:cubicBezTo>
                <a:lnTo>
                  <a:pt x="188595" y="188595"/>
                </a:lnTo>
                <a:lnTo>
                  <a:pt x="188595" y="56967"/>
                </a:lnTo>
                <a:lnTo>
                  <a:pt x="86445" y="95086"/>
                </a:lnTo>
                <a:lnTo>
                  <a:pt x="86445" y="172090"/>
                </a:lnTo>
                <a:cubicBezTo>
                  <a:pt x="86445" y="175233"/>
                  <a:pt x="86502" y="177919"/>
                  <a:pt x="86639" y="180148"/>
                </a:cubicBezTo>
                <a:cubicBezTo>
                  <a:pt x="86765" y="182377"/>
                  <a:pt x="87097" y="185189"/>
                  <a:pt x="87622" y="188595"/>
                </a:cubicBezTo>
                <a:lnTo>
                  <a:pt x="188595" y="188595"/>
                </a:lnTo>
                <a:lnTo>
                  <a:pt x="188595" y="321400"/>
                </a:lnTo>
                <a:close/>
                <a:moveTo>
                  <a:pt x="184857" y="343792"/>
                </a:moveTo>
                <a:cubicBezTo>
                  <a:pt x="183680" y="343529"/>
                  <a:pt x="182434" y="343140"/>
                  <a:pt x="181131" y="342614"/>
                </a:cubicBezTo>
                <a:cubicBezTo>
                  <a:pt x="144715" y="330304"/>
                  <a:pt x="115912" y="308233"/>
                  <a:pt x="94686" y="276412"/>
                </a:cubicBezTo>
                <a:cubicBezTo>
                  <a:pt x="73472" y="244579"/>
                  <a:pt x="62865" y="209683"/>
                  <a:pt x="62865" y="171701"/>
                </a:cubicBezTo>
                <a:lnTo>
                  <a:pt x="62865" y="94686"/>
                </a:lnTo>
                <a:cubicBezTo>
                  <a:pt x="62865" y="89714"/>
                  <a:pt x="64305" y="85199"/>
                  <a:pt x="67186" y="81130"/>
                </a:cubicBezTo>
                <a:cubicBezTo>
                  <a:pt x="70066" y="77072"/>
                  <a:pt x="73735" y="74124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455" y="74124"/>
                  <a:pt x="307124" y="77072"/>
                  <a:pt x="310004" y="81130"/>
                </a:cubicBezTo>
                <a:cubicBezTo>
                  <a:pt x="312885" y="85199"/>
                  <a:pt x="314325" y="89714"/>
                  <a:pt x="314325" y="94686"/>
                </a:cubicBezTo>
                <a:lnTo>
                  <a:pt x="314325" y="171701"/>
                </a:lnTo>
                <a:cubicBezTo>
                  <a:pt x="314325" y="209683"/>
                  <a:pt x="303718" y="244579"/>
                  <a:pt x="282504" y="276412"/>
                </a:cubicBezTo>
                <a:cubicBezTo>
                  <a:pt x="261278" y="308233"/>
                  <a:pt x="232475" y="330304"/>
                  <a:pt x="196059" y="342614"/>
                </a:cubicBezTo>
                <a:cubicBezTo>
                  <a:pt x="194756" y="343140"/>
                  <a:pt x="193510" y="343529"/>
                  <a:pt x="192333" y="343792"/>
                </a:cubicBezTo>
                <a:cubicBezTo>
                  <a:pt x="191144" y="344054"/>
                  <a:pt x="189909" y="344192"/>
                  <a:pt x="188595" y="344192"/>
                </a:cubicBezTo>
                <a:cubicBezTo>
                  <a:pt x="187281" y="344192"/>
                  <a:pt x="186046" y="344054"/>
                  <a:pt x="184857" y="343792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8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79" name="圖示 認證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490" y="207066"/>
                </a:moveTo>
                <a:lnTo>
                  <a:pt x="141446" y="176022"/>
                </a:lnTo>
                <a:cubicBezTo>
                  <a:pt x="139092" y="173667"/>
                  <a:pt x="136211" y="172490"/>
                  <a:pt x="132805" y="172490"/>
                </a:cubicBezTo>
                <a:cubicBezTo>
                  <a:pt x="129399" y="172490"/>
                  <a:pt x="126519" y="173667"/>
                  <a:pt x="124164" y="176022"/>
                </a:cubicBezTo>
                <a:cubicBezTo>
                  <a:pt x="121798" y="178377"/>
                  <a:pt x="120621" y="181234"/>
                  <a:pt x="120621" y="184583"/>
                </a:cubicBezTo>
                <a:cubicBezTo>
                  <a:pt x="120621" y="187943"/>
                  <a:pt x="121798" y="190847"/>
                  <a:pt x="124164" y="193316"/>
                </a:cubicBezTo>
                <a:lnTo>
                  <a:pt x="163060" y="232600"/>
                </a:lnTo>
                <a:cubicBezTo>
                  <a:pt x="165415" y="234955"/>
                  <a:pt x="168170" y="236132"/>
                  <a:pt x="171313" y="236132"/>
                </a:cubicBezTo>
                <a:cubicBezTo>
                  <a:pt x="174456" y="236132"/>
                  <a:pt x="177199" y="234955"/>
                  <a:pt x="179554" y="232600"/>
                </a:cubicBezTo>
                <a:lnTo>
                  <a:pt x="252637" y="159517"/>
                </a:lnTo>
                <a:cubicBezTo>
                  <a:pt x="254992" y="157140"/>
                  <a:pt x="256181" y="154316"/>
                  <a:pt x="256181" y="151070"/>
                </a:cubicBezTo>
                <a:cubicBezTo>
                  <a:pt x="256181" y="147801"/>
                  <a:pt x="255060" y="145115"/>
                  <a:pt x="252832" y="143024"/>
                </a:cubicBezTo>
                <a:cubicBezTo>
                  <a:pt x="250614" y="140920"/>
                  <a:pt x="247791" y="139937"/>
                  <a:pt x="244385" y="140075"/>
                </a:cubicBezTo>
                <a:cubicBezTo>
                  <a:pt x="240979" y="140200"/>
                  <a:pt x="238235" y="141321"/>
                  <a:pt x="236132" y="143412"/>
                </a:cubicBezTo>
                <a:lnTo>
                  <a:pt x="172490" y="207066"/>
                </a:lnTo>
                <a:close/>
                <a:moveTo>
                  <a:pt x="184709" y="343792"/>
                </a:moveTo>
                <a:cubicBezTo>
                  <a:pt x="183497" y="343529"/>
                  <a:pt x="182309" y="343140"/>
                  <a:pt x="181131" y="342614"/>
                </a:cubicBezTo>
                <a:cubicBezTo>
                  <a:pt x="144715" y="330304"/>
                  <a:pt x="115912" y="308233"/>
                  <a:pt x="94686" y="276412"/>
                </a:cubicBezTo>
                <a:cubicBezTo>
                  <a:pt x="73472" y="244579"/>
                  <a:pt x="62865" y="209672"/>
                  <a:pt x="62865" y="171656"/>
                </a:cubicBezTo>
                <a:lnTo>
                  <a:pt x="62865" y="94686"/>
                </a:lnTo>
                <a:cubicBezTo>
                  <a:pt x="62865" y="89634"/>
                  <a:pt x="64294" y="85085"/>
                  <a:pt x="67151" y="81062"/>
                </a:cubicBezTo>
                <a:cubicBezTo>
                  <a:pt x="69997" y="77027"/>
                  <a:pt x="73678" y="74101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535" y="74101"/>
                  <a:pt x="307216" y="77027"/>
                  <a:pt x="310039" y="81062"/>
                </a:cubicBezTo>
                <a:cubicBezTo>
                  <a:pt x="312896" y="85085"/>
                  <a:pt x="314325" y="89634"/>
                  <a:pt x="314325" y="94686"/>
                </a:cubicBezTo>
                <a:lnTo>
                  <a:pt x="314325" y="171656"/>
                </a:lnTo>
                <a:cubicBezTo>
                  <a:pt x="314325" y="209672"/>
                  <a:pt x="303718" y="244579"/>
                  <a:pt x="282504" y="276412"/>
                </a:cubicBezTo>
                <a:cubicBezTo>
                  <a:pt x="261278" y="308233"/>
                  <a:pt x="232475" y="330304"/>
                  <a:pt x="196059" y="342614"/>
                </a:cubicBezTo>
                <a:cubicBezTo>
                  <a:pt x="194859" y="343140"/>
                  <a:pt x="193658" y="343529"/>
                  <a:pt x="192481" y="343792"/>
                </a:cubicBezTo>
                <a:cubicBezTo>
                  <a:pt x="191304" y="344054"/>
                  <a:pt x="190012" y="344192"/>
                  <a:pt x="188595" y="344192"/>
                </a:cubicBezTo>
                <a:cubicBezTo>
                  <a:pt x="187212" y="344192"/>
                  <a:pt x="185909" y="344054"/>
                  <a:pt x="184709" y="343792"/>
                </a:cubicBezTo>
                <a:close/>
                <a:moveTo>
                  <a:pt x="188595" y="321000"/>
                </a:moveTo>
                <a:cubicBezTo>
                  <a:pt x="218713" y="311056"/>
                  <a:pt x="243276" y="292254"/>
                  <a:pt x="262261" y="264627"/>
                </a:cubicBezTo>
                <a:cubicBezTo>
                  <a:pt x="281258" y="236990"/>
                  <a:pt x="290756" y="206014"/>
                  <a:pt x="290756" y="171701"/>
                </a:cubicBezTo>
                <a:lnTo>
                  <a:pt x="290756" y="94686"/>
                </a:lnTo>
                <a:lnTo>
                  <a:pt x="188595" y="56190"/>
                </a:lnTo>
                <a:lnTo>
                  <a:pt x="86445" y="94686"/>
                </a:lnTo>
                <a:lnTo>
                  <a:pt x="86445" y="171701"/>
                </a:lnTo>
                <a:cubicBezTo>
                  <a:pt x="86445" y="206014"/>
                  <a:pt x="95932" y="236990"/>
                  <a:pt x="114929" y="264627"/>
                </a:cubicBezTo>
                <a:cubicBezTo>
                  <a:pt x="133914" y="292254"/>
                  <a:pt x="158477" y="311056"/>
                  <a:pt x="188595" y="32100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0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81" name="圖示 金鑰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07455"/>
                </a:moveTo>
                <a:cubicBezTo>
                  <a:pt x="85919" y="202220"/>
                  <a:pt x="83302" y="195933"/>
                  <a:pt x="83302" y="188595"/>
                </a:cubicBezTo>
                <a:cubicBezTo>
                  <a:pt x="83302" y="181257"/>
                  <a:pt x="85919" y="174970"/>
                  <a:pt x="91154" y="169736"/>
                </a:cubicBezTo>
                <a:cubicBezTo>
                  <a:pt x="96389" y="164501"/>
                  <a:pt x="102676" y="161883"/>
                  <a:pt x="110014" y="161883"/>
                </a:cubicBezTo>
                <a:cubicBezTo>
                  <a:pt x="117352" y="161883"/>
                  <a:pt x="123638" y="164501"/>
                  <a:pt x="128873" y="169736"/>
                </a:cubicBezTo>
                <a:cubicBezTo>
                  <a:pt x="134108" y="174970"/>
                  <a:pt x="136737" y="181257"/>
                  <a:pt x="136737" y="188595"/>
                </a:cubicBezTo>
                <a:cubicBezTo>
                  <a:pt x="136737" y="195933"/>
                  <a:pt x="134108" y="202220"/>
                  <a:pt x="128873" y="207455"/>
                </a:cubicBezTo>
                <a:cubicBezTo>
                  <a:pt x="123638" y="212689"/>
                  <a:pt x="117352" y="215318"/>
                  <a:pt x="110014" y="215318"/>
                </a:cubicBezTo>
                <a:cubicBezTo>
                  <a:pt x="102676" y="215318"/>
                  <a:pt x="96389" y="212689"/>
                  <a:pt x="91154" y="207455"/>
                </a:cubicBezTo>
                <a:close/>
                <a:moveTo>
                  <a:pt x="110014" y="282893"/>
                </a:moveTo>
                <a:cubicBezTo>
                  <a:pt x="83816" y="282893"/>
                  <a:pt x="61551" y="273726"/>
                  <a:pt x="43217" y="255392"/>
                </a:cubicBezTo>
                <a:cubicBezTo>
                  <a:pt x="24883" y="237058"/>
                  <a:pt x="15716" y="214793"/>
                  <a:pt x="15716" y="188595"/>
                </a:cubicBezTo>
                <a:cubicBezTo>
                  <a:pt x="15716" y="162397"/>
                  <a:pt x="24883" y="140132"/>
                  <a:pt x="43217" y="121798"/>
                </a:cubicBezTo>
                <a:cubicBezTo>
                  <a:pt x="61551" y="103464"/>
                  <a:pt x="83816" y="94298"/>
                  <a:pt x="110014" y="94298"/>
                </a:cubicBezTo>
                <a:cubicBezTo>
                  <a:pt x="128873" y="94298"/>
                  <a:pt x="145378" y="98755"/>
                  <a:pt x="159517" y="107659"/>
                </a:cubicBezTo>
                <a:cubicBezTo>
                  <a:pt x="173667" y="116563"/>
                  <a:pt x="184800" y="130051"/>
                  <a:pt x="192916" y="148121"/>
                </a:cubicBezTo>
                <a:lnTo>
                  <a:pt x="328075" y="148121"/>
                </a:lnTo>
                <a:cubicBezTo>
                  <a:pt x="329653" y="148121"/>
                  <a:pt x="331093" y="148384"/>
                  <a:pt x="332396" y="148910"/>
                </a:cubicBezTo>
                <a:cubicBezTo>
                  <a:pt x="333710" y="149436"/>
                  <a:pt x="335013" y="150350"/>
                  <a:pt x="336328" y="151665"/>
                </a:cubicBezTo>
                <a:lnTo>
                  <a:pt x="368549" y="183886"/>
                </a:lnTo>
                <a:cubicBezTo>
                  <a:pt x="369852" y="185189"/>
                  <a:pt x="370778" y="186560"/>
                  <a:pt x="371292" y="188001"/>
                </a:cubicBezTo>
                <a:cubicBezTo>
                  <a:pt x="371818" y="189441"/>
                  <a:pt x="372081" y="190950"/>
                  <a:pt x="372081" y="192527"/>
                </a:cubicBezTo>
                <a:cubicBezTo>
                  <a:pt x="372081" y="194093"/>
                  <a:pt x="371749" y="195533"/>
                  <a:pt x="371098" y="196847"/>
                </a:cubicBezTo>
                <a:cubicBezTo>
                  <a:pt x="370446" y="198150"/>
                  <a:pt x="369463" y="199465"/>
                  <a:pt x="368149" y="200779"/>
                </a:cubicBezTo>
                <a:lnTo>
                  <a:pt x="319046" y="245962"/>
                </a:lnTo>
                <a:cubicBezTo>
                  <a:pt x="317994" y="247002"/>
                  <a:pt x="316817" y="247791"/>
                  <a:pt x="315502" y="248317"/>
                </a:cubicBezTo>
                <a:cubicBezTo>
                  <a:pt x="314199" y="248843"/>
                  <a:pt x="312885" y="249105"/>
                  <a:pt x="311570" y="249105"/>
                </a:cubicBezTo>
                <a:cubicBezTo>
                  <a:pt x="310267" y="249105"/>
                  <a:pt x="309021" y="248968"/>
                  <a:pt x="307844" y="248705"/>
                </a:cubicBezTo>
                <a:cubicBezTo>
                  <a:pt x="306667" y="248442"/>
                  <a:pt x="305421" y="247928"/>
                  <a:pt x="304107" y="247139"/>
                </a:cubicBezTo>
                <a:lnTo>
                  <a:pt x="276995" y="227491"/>
                </a:lnTo>
                <a:lnTo>
                  <a:pt x="249494" y="247528"/>
                </a:lnTo>
                <a:cubicBezTo>
                  <a:pt x="248442" y="248317"/>
                  <a:pt x="247334" y="248843"/>
                  <a:pt x="246156" y="249105"/>
                </a:cubicBezTo>
                <a:cubicBezTo>
                  <a:pt x="244979" y="249368"/>
                  <a:pt x="243733" y="249494"/>
                  <a:pt x="242419" y="249494"/>
                </a:cubicBezTo>
                <a:cubicBezTo>
                  <a:pt x="241116" y="249494"/>
                  <a:pt x="239870" y="249300"/>
                  <a:pt x="238693" y="248911"/>
                </a:cubicBezTo>
                <a:cubicBezTo>
                  <a:pt x="237515" y="248511"/>
                  <a:pt x="236395" y="247928"/>
                  <a:pt x="235355" y="247139"/>
                </a:cubicBezTo>
                <a:lnTo>
                  <a:pt x="212952" y="229069"/>
                </a:lnTo>
                <a:lnTo>
                  <a:pt x="192916" y="229069"/>
                </a:lnTo>
                <a:cubicBezTo>
                  <a:pt x="186366" y="244785"/>
                  <a:pt x="176091" y="257678"/>
                  <a:pt x="162077" y="267771"/>
                </a:cubicBezTo>
                <a:cubicBezTo>
                  <a:pt x="148064" y="277852"/>
                  <a:pt x="130702" y="282893"/>
                  <a:pt x="110014" y="282893"/>
                </a:cubicBezTo>
                <a:close/>
                <a:moveTo>
                  <a:pt x="110014" y="259324"/>
                </a:moveTo>
                <a:cubicBezTo>
                  <a:pt x="125204" y="259324"/>
                  <a:pt x="139217" y="254272"/>
                  <a:pt x="152053" y="244191"/>
                </a:cubicBezTo>
                <a:cubicBezTo>
                  <a:pt x="164889" y="234109"/>
                  <a:pt x="173142" y="221205"/>
                  <a:pt x="176811" y="205489"/>
                </a:cubicBezTo>
                <a:lnTo>
                  <a:pt x="221605" y="205489"/>
                </a:lnTo>
                <a:lnTo>
                  <a:pt x="242819" y="223171"/>
                </a:lnTo>
                <a:cubicBezTo>
                  <a:pt x="242556" y="223171"/>
                  <a:pt x="242556" y="223171"/>
                  <a:pt x="242819" y="223171"/>
                </a:cubicBezTo>
                <a:lnTo>
                  <a:pt x="243013" y="223171"/>
                </a:lnTo>
                <a:lnTo>
                  <a:pt x="242819" y="223171"/>
                </a:lnTo>
                <a:lnTo>
                  <a:pt x="277395" y="198413"/>
                </a:lnTo>
                <a:lnTo>
                  <a:pt x="309616" y="222782"/>
                </a:lnTo>
                <a:lnTo>
                  <a:pt x="309410" y="222782"/>
                </a:lnTo>
                <a:lnTo>
                  <a:pt x="309616" y="222782"/>
                </a:lnTo>
                <a:lnTo>
                  <a:pt x="343003" y="191738"/>
                </a:lnTo>
                <a:lnTo>
                  <a:pt x="343209" y="191933"/>
                </a:lnTo>
                <a:lnTo>
                  <a:pt x="343003" y="191738"/>
                </a:lnTo>
                <a:lnTo>
                  <a:pt x="343209" y="191738"/>
                </a:lnTo>
                <a:lnTo>
                  <a:pt x="343003" y="191738"/>
                </a:lnTo>
                <a:lnTo>
                  <a:pt x="322966" y="171701"/>
                </a:lnTo>
                <a:lnTo>
                  <a:pt x="176811" y="171701"/>
                </a:lnTo>
                <a:cubicBezTo>
                  <a:pt x="173667" y="157037"/>
                  <a:pt x="165804" y="144395"/>
                  <a:pt x="153231" y="133788"/>
                </a:cubicBezTo>
                <a:cubicBezTo>
                  <a:pt x="140658" y="123181"/>
                  <a:pt x="126256" y="117878"/>
                  <a:pt x="110014" y="117878"/>
                </a:cubicBezTo>
                <a:cubicBezTo>
                  <a:pt x="90366" y="117878"/>
                  <a:pt x="73666" y="124747"/>
                  <a:pt x="59916" y="138497"/>
                </a:cubicBezTo>
                <a:cubicBezTo>
                  <a:pt x="46166" y="152248"/>
                  <a:pt x="39296" y="168947"/>
                  <a:pt x="39296" y="188595"/>
                </a:cubicBezTo>
                <a:cubicBezTo>
                  <a:pt x="39296" y="208243"/>
                  <a:pt x="46166" y="224942"/>
                  <a:pt x="59916" y="238693"/>
                </a:cubicBezTo>
                <a:cubicBezTo>
                  <a:pt x="73666" y="252443"/>
                  <a:pt x="90366" y="259324"/>
                  <a:pt x="110014" y="25932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2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83" name="圖示 稽核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43872"/>
                </a:moveTo>
                <a:cubicBezTo>
                  <a:pt x="183360" y="343666"/>
                  <a:pt x="182046" y="343357"/>
                  <a:pt x="180743" y="342969"/>
                </a:cubicBezTo>
                <a:cubicBezTo>
                  <a:pt x="144590" y="330658"/>
                  <a:pt x="115912" y="308587"/>
                  <a:pt x="94686" y="276766"/>
                </a:cubicBezTo>
                <a:cubicBezTo>
                  <a:pt x="73472" y="244933"/>
                  <a:pt x="62865" y="210026"/>
                  <a:pt x="62865" y="172010"/>
                </a:cubicBezTo>
                <a:lnTo>
                  <a:pt x="62865" y="95086"/>
                </a:lnTo>
                <a:cubicBezTo>
                  <a:pt x="62865" y="90023"/>
                  <a:pt x="64294" y="85485"/>
                  <a:pt x="67151" y="81450"/>
                </a:cubicBezTo>
                <a:cubicBezTo>
                  <a:pt x="69997" y="77415"/>
                  <a:pt x="73678" y="74501"/>
                  <a:pt x="78193" y="72683"/>
                </a:cubicBezTo>
                <a:lnTo>
                  <a:pt x="180343" y="34576"/>
                </a:lnTo>
                <a:cubicBezTo>
                  <a:pt x="183223" y="33524"/>
                  <a:pt x="185978" y="33010"/>
                  <a:pt x="188595" y="33010"/>
                </a:cubicBezTo>
                <a:cubicBezTo>
                  <a:pt x="191212" y="33010"/>
                  <a:pt x="193967" y="33524"/>
                  <a:pt x="196847" y="34576"/>
                </a:cubicBezTo>
                <a:lnTo>
                  <a:pt x="298997" y="72683"/>
                </a:lnTo>
                <a:cubicBezTo>
                  <a:pt x="303535" y="74501"/>
                  <a:pt x="307216" y="77415"/>
                  <a:pt x="310039" y="81450"/>
                </a:cubicBezTo>
                <a:cubicBezTo>
                  <a:pt x="312896" y="85485"/>
                  <a:pt x="314325" y="90023"/>
                  <a:pt x="314325" y="95086"/>
                </a:cubicBezTo>
                <a:lnTo>
                  <a:pt x="314325" y="172090"/>
                </a:lnTo>
                <a:cubicBezTo>
                  <a:pt x="314325" y="190424"/>
                  <a:pt x="312096" y="208632"/>
                  <a:pt x="307650" y="226703"/>
                </a:cubicBezTo>
                <a:cubicBezTo>
                  <a:pt x="303192" y="244785"/>
                  <a:pt x="295466" y="261804"/>
                  <a:pt x="284470" y="277783"/>
                </a:cubicBezTo>
                <a:cubicBezTo>
                  <a:pt x="282367" y="280664"/>
                  <a:pt x="279555" y="282298"/>
                  <a:pt x="276012" y="282698"/>
                </a:cubicBezTo>
                <a:cubicBezTo>
                  <a:pt x="272480" y="283087"/>
                  <a:pt x="269405" y="282104"/>
                  <a:pt x="266788" y="279749"/>
                </a:cubicBezTo>
                <a:lnTo>
                  <a:pt x="221205" y="236132"/>
                </a:lnTo>
                <a:cubicBezTo>
                  <a:pt x="216233" y="239013"/>
                  <a:pt x="210964" y="241379"/>
                  <a:pt x="205409" y="243208"/>
                </a:cubicBezTo>
                <a:cubicBezTo>
                  <a:pt x="199854" y="245048"/>
                  <a:pt x="194253" y="245962"/>
                  <a:pt x="188595" y="245962"/>
                </a:cubicBezTo>
                <a:cubicBezTo>
                  <a:pt x="172353" y="245962"/>
                  <a:pt x="158534" y="240327"/>
                  <a:pt x="147138" y="229069"/>
                </a:cubicBezTo>
                <a:cubicBezTo>
                  <a:pt x="135754" y="217799"/>
                  <a:pt x="130051" y="203980"/>
                  <a:pt x="130051" y="187612"/>
                </a:cubicBezTo>
                <a:cubicBezTo>
                  <a:pt x="130051" y="171244"/>
                  <a:pt x="135754" y="157357"/>
                  <a:pt x="147138" y="145961"/>
                </a:cubicBezTo>
                <a:cubicBezTo>
                  <a:pt x="158534" y="134565"/>
                  <a:pt x="172353" y="128873"/>
                  <a:pt x="188595" y="128873"/>
                </a:cubicBezTo>
                <a:cubicBezTo>
                  <a:pt x="204837" y="128873"/>
                  <a:pt x="218656" y="134565"/>
                  <a:pt x="230052" y="145961"/>
                </a:cubicBezTo>
                <a:cubicBezTo>
                  <a:pt x="241436" y="157357"/>
                  <a:pt x="247139" y="171313"/>
                  <a:pt x="247139" y="187806"/>
                </a:cubicBezTo>
                <a:cubicBezTo>
                  <a:pt x="247139" y="193316"/>
                  <a:pt x="246351" y="198813"/>
                  <a:pt x="244785" y="204311"/>
                </a:cubicBezTo>
                <a:cubicBezTo>
                  <a:pt x="243208" y="209809"/>
                  <a:pt x="240716" y="214793"/>
                  <a:pt x="237321" y="219239"/>
                </a:cubicBezTo>
                <a:lnTo>
                  <a:pt x="271897" y="252249"/>
                </a:lnTo>
                <a:cubicBezTo>
                  <a:pt x="278183" y="240979"/>
                  <a:pt x="282893" y="228349"/>
                  <a:pt x="286036" y="214335"/>
                </a:cubicBezTo>
                <a:cubicBezTo>
                  <a:pt x="289179" y="200322"/>
                  <a:pt x="290756" y="186240"/>
                  <a:pt x="290756" y="172090"/>
                </a:cubicBezTo>
                <a:lnTo>
                  <a:pt x="290756" y="94103"/>
                </a:lnTo>
                <a:lnTo>
                  <a:pt x="188595" y="56967"/>
                </a:lnTo>
                <a:lnTo>
                  <a:pt x="86445" y="94103"/>
                </a:lnTo>
                <a:lnTo>
                  <a:pt x="86445" y="172090"/>
                </a:lnTo>
                <a:cubicBezTo>
                  <a:pt x="86445" y="206403"/>
                  <a:pt x="95932" y="237378"/>
                  <a:pt x="114929" y="265016"/>
                </a:cubicBezTo>
                <a:cubicBezTo>
                  <a:pt x="133914" y="292654"/>
                  <a:pt x="158477" y="311445"/>
                  <a:pt x="188595" y="321400"/>
                </a:cubicBezTo>
                <a:cubicBezTo>
                  <a:pt x="194619" y="319823"/>
                  <a:pt x="201762" y="316748"/>
                  <a:pt x="210003" y="312165"/>
                </a:cubicBezTo>
                <a:cubicBezTo>
                  <a:pt x="218256" y="307581"/>
                  <a:pt x="225788" y="302666"/>
                  <a:pt x="232600" y="297431"/>
                </a:cubicBezTo>
                <a:cubicBezTo>
                  <a:pt x="235218" y="295340"/>
                  <a:pt x="238098" y="294414"/>
                  <a:pt x="241242" y="294677"/>
                </a:cubicBezTo>
                <a:cubicBezTo>
                  <a:pt x="244385" y="294940"/>
                  <a:pt x="247002" y="296448"/>
                  <a:pt x="249105" y="299203"/>
                </a:cubicBezTo>
                <a:cubicBezTo>
                  <a:pt x="251197" y="301946"/>
                  <a:pt x="251986" y="305021"/>
                  <a:pt x="251460" y="308427"/>
                </a:cubicBezTo>
                <a:cubicBezTo>
                  <a:pt x="250934" y="311833"/>
                  <a:pt x="249231" y="314588"/>
                  <a:pt x="246351" y="316680"/>
                </a:cubicBezTo>
                <a:cubicBezTo>
                  <a:pt x="238761" y="322440"/>
                  <a:pt x="230829" y="327424"/>
                  <a:pt x="222576" y="331619"/>
                </a:cubicBezTo>
                <a:cubicBezTo>
                  <a:pt x="214335" y="335802"/>
                  <a:pt x="205626" y="339597"/>
                  <a:pt x="196459" y="343003"/>
                </a:cubicBezTo>
                <a:cubicBezTo>
                  <a:pt x="195144" y="343403"/>
                  <a:pt x="193830" y="343700"/>
                  <a:pt x="192527" y="343906"/>
                </a:cubicBezTo>
                <a:cubicBezTo>
                  <a:pt x="191212" y="344123"/>
                  <a:pt x="189909" y="344214"/>
                  <a:pt x="188595" y="344192"/>
                </a:cubicBezTo>
                <a:cubicBezTo>
                  <a:pt x="187281" y="344192"/>
                  <a:pt x="185978" y="344077"/>
                  <a:pt x="184663" y="343872"/>
                </a:cubicBezTo>
                <a:close/>
                <a:moveTo>
                  <a:pt x="213352" y="212324"/>
                </a:moveTo>
                <a:cubicBezTo>
                  <a:pt x="220153" y="205649"/>
                  <a:pt x="223559" y="197396"/>
                  <a:pt x="223559" y="187578"/>
                </a:cubicBezTo>
                <a:cubicBezTo>
                  <a:pt x="223559" y="177748"/>
                  <a:pt x="220130" y="169450"/>
                  <a:pt x="213272" y="162660"/>
                </a:cubicBezTo>
                <a:cubicBezTo>
                  <a:pt x="206403" y="155848"/>
                  <a:pt x="198150" y="152453"/>
                  <a:pt x="188515" y="152453"/>
                </a:cubicBezTo>
                <a:cubicBezTo>
                  <a:pt x="178880" y="152453"/>
                  <a:pt x="170650" y="155848"/>
                  <a:pt x="163838" y="162660"/>
                </a:cubicBezTo>
                <a:cubicBezTo>
                  <a:pt x="157037" y="169473"/>
                  <a:pt x="153631" y="177794"/>
                  <a:pt x="153631" y="187612"/>
                </a:cubicBezTo>
                <a:cubicBezTo>
                  <a:pt x="153631" y="197430"/>
                  <a:pt x="157060" y="205683"/>
                  <a:pt x="163918" y="212369"/>
                </a:cubicBezTo>
                <a:cubicBezTo>
                  <a:pt x="170787" y="219045"/>
                  <a:pt x="179040" y="222382"/>
                  <a:pt x="188675" y="222382"/>
                </a:cubicBezTo>
                <a:cubicBezTo>
                  <a:pt x="198311" y="222382"/>
                  <a:pt x="206540" y="219045"/>
                  <a:pt x="213352" y="212369"/>
                </a:cubicBezTo>
                <a:close/>
                <a:moveTo>
                  <a:pt x="188595" y="188984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4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85" name="圖示 交換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6227" y="250283"/>
                </a:moveTo>
                <a:lnTo>
                  <a:pt x="115512" y="289568"/>
                </a:lnTo>
                <a:cubicBezTo>
                  <a:pt x="117878" y="291934"/>
                  <a:pt x="119055" y="294677"/>
                  <a:pt x="119055" y="297820"/>
                </a:cubicBezTo>
                <a:cubicBezTo>
                  <a:pt x="119055" y="300963"/>
                  <a:pt x="117878" y="303718"/>
                  <a:pt x="115512" y="306073"/>
                </a:cubicBezTo>
                <a:cubicBezTo>
                  <a:pt x="113157" y="308427"/>
                  <a:pt x="110402" y="309616"/>
                  <a:pt x="107259" y="309616"/>
                </a:cubicBezTo>
                <a:cubicBezTo>
                  <a:pt x="104116" y="309616"/>
                  <a:pt x="101373" y="308427"/>
                  <a:pt x="99018" y="306073"/>
                </a:cubicBezTo>
                <a:lnTo>
                  <a:pt x="39685" y="246751"/>
                </a:lnTo>
                <a:cubicBezTo>
                  <a:pt x="38371" y="245436"/>
                  <a:pt x="37456" y="244122"/>
                  <a:pt x="36930" y="242819"/>
                </a:cubicBezTo>
                <a:cubicBezTo>
                  <a:pt x="36405" y="241504"/>
                  <a:pt x="36153" y="240064"/>
                  <a:pt x="36153" y="238498"/>
                </a:cubicBezTo>
                <a:cubicBezTo>
                  <a:pt x="36153" y="236921"/>
                  <a:pt x="36405" y="235481"/>
                  <a:pt x="36930" y="234178"/>
                </a:cubicBezTo>
                <a:cubicBezTo>
                  <a:pt x="37456" y="232863"/>
                  <a:pt x="38371" y="231549"/>
                  <a:pt x="39685" y="230246"/>
                </a:cubicBezTo>
                <a:lnTo>
                  <a:pt x="99018" y="170913"/>
                </a:lnTo>
                <a:cubicBezTo>
                  <a:pt x="101373" y="168558"/>
                  <a:pt x="104116" y="167381"/>
                  <a:pt x="107259" y="167381"/>
                </a:cubicBezTo>
                <a:cubicBezTo>
                  <a:pt x="110402" y="167381"/>
                  <a:pt x="113157" y="168558"/>
                  <a:pt x="115512" y="170913"/>
                </a:cubicBezTo>
                <a:cubicBezTo>
                  <a:pt x="117878" y="173267"/>
                  <a:pt x="119055" y="176022"/>
                  <a:pt x="119055" y="179165"/>
                </a:cubicBezTo>
                <a:cubicBezTo>
                  <a:pt x="119055" y="182309"/>
                  <a:pt x="117878" y="185063"/>
                  <a:pt x="115512" y="187418"/>
                </a:cubicBezTo>
                <a:lnTo>
                  <a:pt x="76227" y="226703"/>
                </a:lnTo>
                <a:lnTo>
                  <a:pt x="188595" y="226703"/>
                </a:lnTo>
                <a:cubicBezTo>
                  <a:pt x="192001" y="226703"/>
                  <a:pt x="194813" y="227823"/>
                  <a:pt x="197042" y="230052"/>
                </a:cubicBezTo>
                <a:cubicBezTo>
                  <a:pt x="199271" y="232269"/>
                  <a:pt x="200379" y="235092"/>
                  <a:pt x="200379" y="238498"/>
                </a:cubicBezTo>
                <a:cubicBezTo>
                  <a:pt x="200379" y="241905"/>
                  <a:pt x="199271" y="244716"/>
                  <a:pt x="197042" y="246945"/>
                </a:cubicBezTo>
                <a:cubicBezTo>
                  <a:pt x="194813" y="249163"/>
                  <a:pt x="192001" y="250283"/>
                  <a:pt x="188595" y="250283"/>
                </a:cubicBezTo>
                <a:lnTo>
                  <a:pt x="76227" y="250283"/>
                </a:lnTo>
                <a:close/>
                <a:moveTo>
                  <a:pt x="300963" y="150487"/>
                </a:moveTo>
                <a:lnTo>
                  <a:pt x="188595" y="150487"/>
                </a:lnTo>
                <a:cubicBezTo>
                  <a:pt x="185189" y="150487"/>
                  <a:pt x="182377" y="149367"/>
                  <a:pt x="180148" y="147138"/>
                </a:cubicBezTo>
                <a:cubicBezTo>
                  <a:pt x="177919" y="144921"/>
                  <a:pt x="176811" y="142098"/>
                  <a:pt x="176811" y="138692"/>
                </a:cubicBezTo>
                <a:cubicBezTo>
                  <a:pt x="176811" y="135285"/>
                  <a:pt x="177919" y="132474"/>
                  <a:pt x="180148" y="130245"/>
                </a:cubicBezTo>
                <a:cubicBezTo>
                  <a:pt x="182377" y="128027"/>
                  <a:pt x="185189" y="126907"/>
                  <a:pt x="188595" y="126907"/>
                </a:cubicBezTo>
                <a:lnTo>
                  <a:pt x="300963" y="126907"/>
                </a:lnTo>
                <a:lnTo>
                  <a:pt x="261678" y="87622"/>
                </a:lnTo>
                <a:cubicBezTo>
                  <a:pt x="259324" y="85256"/>
                  <a:pt x="258135" y="82513"/>
                  <a:pt x="258135" y="79370"/>
                </a:cubicBezTo>
                <a:cubicBezTo>
                  <a:pt x="258135" y="76227"/>
                  <a:pt x="259324" y="73472"/>
                  <a:pt x="261678" y="71117"/>
                </a:cubicBezTo>
                <a:cubicBezTo>
                  <a:pt x="264033" y="68763"/>
                  <a:pt x="266788" y="67586"/>
                  <a:pt x="269931" y="67586"/>
                </a:cubicBezTo>
                <a:cubicBezTo>
                  <a:pt x="273074" y="67586"/>
                  <a:pt x="275817" y="68763"/>
                  <a:pt x="278183" y="71117"/>
                </a:cubicBezTo>
                <a:lnTo>
                  <a:pt x="337505" y="130451"/>
                </a:lnTo>
                <a:cubicBezTo>
                  <a:pt x="338819" y="131754"/>
                  <a:pt x="339734" y="133068"/>
                  <a:pt x="340260" y="134371"/>
                </a:cubicBezTo>
                <a:cubicBezTo>
                  <a:pt x="340785" y="135686"/>
                  <a:pt x="341048" y="137126"/>
                  <a:pt x="341048" y="138692"/>
                </a:cubicBezTo>
                <a:cubicBezTo>
                  <a:pt x="341048" y="140269"/>
                  <a:pt x="340785" y="141709"/>
                  <a:pt x="340260" y="143024"/>
                </a:cubicBezTo>
                <a:cubicBezTo>
                  <a:pt x="339734" y="144327"/>
                  <a:pt x="338819" y="145641"/>
                  <a:pt x="337505" y="146944"/>
                </a:cubicBezTo>
                <a:lnTo>
                  <a:pt x="278183" y="206277"/>
                </a:lnTo>
                <a:cubicBezTo>
                  <a:pt x="275817" y="208632"/>
                  <a:pt x="273074" y="209809"/>
                  <a:pt x="269931" y="209809"/>
                </a:cubicBezTo>
                <a:cubicBezTo>
                  <a:pt x="266788" y="209809"/>
                  <a:pt x="264033" y="208632"/>
                  <a:pt x="261678" y="206277"/>
                </a:cubicBezTo>
                <a:cubicBezTo>
                  <a:pt x="259324" y="203923"/>
                  <a:pt x="258135" y="201168"/>
                  <a:pt x="258135" y="198025"/>
                </a:cubicBezTo>
                <a:cubicBezTo>
                  <a:pt x="258135" y="194882"/>
                  <a:pt x="259324" y="192127"/>
                  <a:pt x="261678" y="189772"/>
                </a:cubicBezTo>
                <a:lnTo>
                  <a:pt x="300963" y="150487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6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87" name="圖示 同步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772"/>
                </a:moveTo>
                <a:cubicBezTo>
                  <a:pt x="86445" y="206277"/>
                  <a:pt x="89520" y="220622"/>
                  <a:pt x="95669" y="232795"/>
                </a:cubicBezTo>
                <a:cubicBezTo>
                  <a:pt x="101830" y="244979"/>
                  <a:pt x="110139" y="255518"/>
                  <a:pt x="120621" y="264422"/>
                </a:cubicBezTo>
                <a:lnTo>
                  <a:pt x="132405" y="272674"/>
                </a:lnTo>
                <a:lnTo>
                  <a:pt x="132405" y="235744"/>
                </a:lnTo>
                <a:cubicBezTo>
                  <a:pt x="132405" y="232338"/>
                  <a:pt x="133525" y="229526"/>
                  <a:pt x="135754" y="227297"/>
                </a:cubicBezTo>
                <a:cubicBezTo>
                  <a:pt x="137972" y="225068"/>
                  <a:pt x="140795" y="223959"/>
                  <a:pt x="144201" y="223959"/>
                </a:cubicBezTo>
                <a:cubicBezTo>
                  <a:pt x="147607" y="223959"/>
                  <a:pt x="150419" y="225068"/>
                  <a:pt x="152648" y="227297"/>
                </a:cubicBezTo>
                <a:cubicBezTo>
                  <a:pt x="154865" y="229526"/>
                  <a:pt x="155985" y="232338"/>
                  <a:pt x="155985" y="235744"/>
                </a:cubicBezTo>
                <a:lnTo>
                  <a:pt x="155985" y="302541"/>
                </a:lnTo>
                <a:cubicBezTo>
                  <a:pt x="155985" y="305947"/>
                  <a:pt x="154865" y="308759"/>
                  <a:pt x="152648" y="310987"/>
                </a:cubicBezTo>
                <a:cubicBezTo>
                  <a:pt x="150419" y="313216"/>
                  <a:pt x="147607" y="314325"/>
                  <a:pt x="144201" y="314325"/>
                </a:cubicBezTo>
                <a:lnTo>
                  <a:pt x="77404" y="314325"/>
                </a:lnTo>
                <a:cubicBezTo>
                  <a:pt x="73998" y="314325"/>
                  <a:pt x="71186" y="313216"/>
                  <a:pt x="68957" y="310987"/>
                </a:cubicBezTo>
                <a:cubicBezTo>
                  <a:pt x="66728" y="308759"/>
                  <a:pt x="65620" y="305947"/>
                  <a:pt x="65620" y="302541"/>
                </a:cubicBezTo>
                <a:cubicBezTo>
                  <a:pt x="65620" y="299135"/>
                  <a:pt x="66728" y="296311"/>
                  <a:pt x="68957" y="294094"/>
                </a:cubicBezTo>
                <a:cubicBezTo>
                  <a:pt x="71186" y="291865"/>
                  <a:pt x="73998" y="290756"/>
                  <a:pt x="77404" y="290756"/>
                </a:cubicBezTo>
                <a:lnTo>
                  <a:pt x="116689" y="290756"/>
                </a:lnTo>
                <a:lnTo>
                  <a:pt x="110802" y="286036"/>
                </a:lnTo>
                <a:cubicBezTo>
                  <a:pt x="94035" y="272674"/>
                  <a:pt x="81850" y="258135"/>
                  <a:pt x="74261" y="242419"/>
                </a:cubicBezTo>
                <a:cubicBezTo>
                  <a:pt x="66660" y="226703"/>
                  <a:pt x="62865" y="209158"/>
                  <a:pt x="62865" y="189772"/>
                </a:cubicBezTo>
                <a:cubicBezTo>
                  <a:pt x="62865" y="165152"/>
                  <a:pt x="69346" y="142692"/>
                  <a:pt x="82319" y="122392"/>
                </a:cubicBezTo>
                <a:cubicBezTo>
                  <a:pt x="95280" y="102093"/>
                  <a:pt x="112631" y="86697"/>
                  <a:pt x="134371" y="76227"/>
                </a:cubicBezTo>
                <a:cubicBezTo>
                  <a:pt x="137251" y="74912"/>
                  <a:pt x="140006" y="74912"/>
                  <a:pt x="142624" y="76227"/>
                </a:cubicBezTo>
                <a:cubicBezTo>
                  <a:pt x="145241" y="77530"/>
                  <a:pt x="147081" y="79633"/>
                  <a:pt x="148121" y="82513"/>
                </a:cubicBezTo>
                <a:cubicBezTo>
                  <a:pt x="149436" y="85394"/>
                  <a:pt x="149436" y="88342"/>
                  <a:pt x="148121" y="91349"/>
                </a:cubicBezTo>
                <a:cubicBezTo>
                  <a:pt x="146818" y="94366"/>
                  <a:pt x="144715" y="96652"/>
                  <a:pt x="141835" y="98229"/>
                </a:cubicBezTo>
                <a:cubicBezTo>
                  <a:pt x="125078" y="107133"/>
                  <a:pt x="111648" y="119775"/>
                  <a:pt x="101567" y="136143"/>
                </a:cubicBezTo>
                <a:cubicBezTo>
                  <a:pt x="91486" y="152510"/>
                  <a:pt x="86445" y="170387"/>
                  <a:pt x="86445" y="189772"/>
                </a:cubicBezTo>
                <a:close/>
                <a:moveTo>
                  <a:pt x="290756" y="187418"/>
                </a:moveTo>
                <a:cubicBezTo>
                  <a:pt x="290756" y="174845"/>
                  <a:pt x="287670" y="162077"/>
                  <a:pt x="281521" y="149104"/>
                </a:cubicBezTo>
                <a:cubicBezTo>
                  <a:pt x="275360" y="136143"/>
                  <a:pt x="267302" y="124678"/>
                  <a:pt x="257358" y="114734"/>
                </a:cubicBezTo>
                <a:lnTo>
                  <a:pt x="245962" y="104516"/>
                </a:lnTo>
                <a:lnTo>
                  <a:pt x="245962" y="141446"/>
                </a:lnTo>
                <a:cubicBezTo>
                  <a:pt x="245962" y="144852"/>
                  <a:pt x="244842" y="147664"/>
                  <a:pt x="242625" y="149893"/>
                </a:cubicBezTo>
                <a:cubicBezTo>
                  <a:pt x="240396" y="152122"/>
                  <a:pt x="237573" y="153231"/>
                  <a:pt x="234178" y="153231"/>
                </a:cubicBezTo>
                <a:cubicBezTo>
                  <a:pt x="230772" y="153231"/>
                  <a:pt x="227948" y="152122"/>
                  <a:pt x="225720" y="149893"/>
                </a:cubicBezTo>
                <a:cubicBezTo>
                  <a:pt x="223502" y="147664"/>
                  <a:pt x="222382" y="144852"/>
                  <a:pt x="222382" y="141446"/>
                </a:cubicBezTo>
                <a:lnTo>
                  <a:pt x="222382" y="74649"/>
                </a:lnTo>
                <a:cubicBezTo>
                  <a:pt x="222382" y="71243"/>
                  <a:pt x="223502" y="68431"/>
                  <a:pt x="225720" y="66203"/>
                </a:cubicBezTo>
                <a:cubicBezTo>
                  <a:pt x="227948" y="63974"/>
                  <a:pt x="230772" y="62865"/>
                  <a:pt x="234178" y="62865"/>
                </a:cubicBezTo>
                <a:lnTo>
                  <a:pt x="300963" y="62865"/>
                </a:lnTo>
                <a:cubicBezTo>
                  <a:pt x="304369" y="62865"/>
                  <a:pt x="307193" y="63974"/>
                  <a:pt x="309410" y="66203"/>
                </a:cubicBezTo>
                <a:cubicBezTo>
                  <a:pt x="311639" y="68431"/>
                  <a:pt x="312759" y="71243"/>
                  <a:pt x="312759" y="74649"/>
                </a:cubicBezTo>
                <a:cubicBezTo>
                  <a:pt x="312759" y="78055"/>
                  <a:pt x="311639" y="80879"/>
                  <a:pt x="309410" y="83096"/>
                </a:cubicBezTo>
                <a:cubicBezTo>
                  <a:pt x="307193" y="85325"/>
                  <a:pt x="304369" y="86445"/>
                  <a:pt x="300963" y="86445"/>
                </a:cubicBezTo>
                <a:lnTo>
                  <a:pt x="261278" y="86445"/>
                </a:lnTo>
                <a:lnTo>
                  <a:pt x="267176" y="91943"/>
                </a:lnTo>
                <a:cubicBezTo>
                  <a:pt x="282893" y="106608"/>
                  <a:pt x="294677" y="122324"/>
                  <a:pt x="302541" y="139092"/>
                </a:cubicBezTo>
                <a:cubicBezTo>
                  <a:pt x="310393" y="155848"/>
                  <a:pt x="314325" y="171964"/>
                  <a:pt x="314325" y="187418"/>
                </a:cubicBezTo>
                <a:cubicBezTo>
                  <a:pt x="314325" y="211775"/>
                  <a:pt x="308039" y="233972"/>
                  <a:pt x="295466" y="254009"/>
                </a:cubicBezTo>
                <a:cubicBezTo>
                  <a:pt x="282893" y="274057"/>
                  <a:pt x="265999" y="289568"/>
                  <a:pt x="244785" y="300575"/>
                </a:cubicBezTo>
                <a:cubicBezTo>
                  <a:pt x="241905" y="302141"/>
                  <a:pt x="238956" y="302346"/>
                  <a:pt x="235938" y="301158"/>
                </a:cubicBezTo>
                <a:cubicBezTo>
                  <a:pt x="232932" y="299980"/>
                  <a:pt x="230772" y="297820"/>
                  <a:pt x="229457" y="294677"/>
                </a:cubicBezTo>
                <a:cubicBezTo>
                  <a:pt x="228143" y="291796"/>
                  <a:pt x="228143" y="288848"/>
                  <a:pt x="229457" y="285841"/>
                </a:cubicBezTo>
                <a:cubicBezTo>
                  <a:pt x="230772" y="282824"/>
                  <a:pt x="232863" y="280538"/>
                  <a:pt x="235744" y="278961"/>
                </a:cubicBezTo>
                <a:cubicBezTo>
                  <a:pt x="252774" y="270320"/>
                  <a:pt x="266193" y="257747"/>
                  <a:pt x="276012" y="241242"/>
                </a:cubicBezTo>
                <a:cubicBezTo>
                  <a:pt x="285841" y="224748"/>
                  <a:pt x="290756" y="206803"/>
                  <a:pt x="290756" y="187418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8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189" name="圖示 循環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384"/>
                </a:moveTo>
                <a:cubicBezTo>
                  <a:pt x="86445" y="194619"/>
                  <a:pt x="86765" y="199728"/>
                  <a:pt x="87417" y="204700"/>
                </a:cubicBezTo>
                <a:cubicBezTo>
                  <a:pt x="88080" y="209683"/>
                  <a:pt x="89063" y="214393"/>
                  <a:pt x="90366" y="218850"/>
                </a:cubicBezTo>
                <a:cubicBezTo>
                  <a:pt x="91154" y="221993"/>
                  <a:pt x="90960" y="225137"/>
                  <a:pt x="89783" y="228280"/>
                </a:cubicBezTo>
                <a:cubicBezTo>
                  <a:pt x="88605" y="231423"/>
                  <a:pt x="86571" y="233652"/>
                  <a:pt x="83690" y="234955"/>
                </a:cubicBezTo>
                <a:cubicBezTo>
                  <a:pt x="80810" y="236270"/>
                  <a:pt x="77861" y="236270"/>
                  <a:pt x="74844" y="234955"/>
                </a:cubicBezTo>
                <a:cubicBezTo>
                  <a:pt x="71838" y="233652"/>
                  <a:pt x="69803" y="231549"/>
                  <a:pt x="68763" y="228669"/>
                </a:cubicBezTo>
                <a:cubicBezTo>
                  <a:pt x="66660" y="222119"/>
                  <a:pt x="65162" y="215638"/>
                  <a:pt x="64237" y="209226"/>
                </a:cubicBezTo>
                <a:cubicBezTo>
                  <a:pt x="63322" y="202802"/>
                  <a:pt x="62865" y="196196"/>
                  <a:pt x="62865" y="189384"/>
                </a:cubicBezTo>
                <a:cubicBezTo>
                  <a:pt x="62865" y="155071"/>
                  <a:pt x="75244" y="125536"/>
                  <a:pt x="99990" y="100778"/>
                </a:cubicBezTo>
                <a:cubicBezTo>
                  <a:pt x="124747" y="76032"/>
                  <a:pt x="154282" y="63654"/>
                  <a:pt x="188595" y="63654"/>
                </a:cubicBezTo>
                <a:lnTo>
                  <a:pt x="205489" y="63654"/>
                </a:lnTo>
                <a:lnTo>
                  <a:pt x="181520" y="39685"/>
                </a:lnTo>
                <a:cubicBezTo>
                  <a:pt x="179428" y="37593"/>
                  <a:pt x="178377" y="35102"/>
                  <a:pt x="178377" y="32221"/>
                </a:cubicBezTo>
                <a:cubicBezTo>
                  <a:pt x="178377" y="29341"/>
                  <a:pt x="179428" y="26849"/>
                  <a:pt x="181520" y="24757"/>
                </a:cubicBezTo>
                <a:cubicBezTo>
                  <a:pt x="183623" y="22654"/>
                  <a:pt x="186172" y="21614"/>
                  <a:pt x="189189" y="21614"/>
                </a:cubicBezTo>
                <a:cubicBezTo>
                  <a:pt x="192195" y="21614"/>
                  <a:pt x="194756" y="22654"/>
                  <a:pt x="196847" y="24757"/>
                </a:cubicBezTo>
                <a:lnTo>
                  <a:pt x="239676" y="67186"/>
                </a:lnTo>
                <a:cubicBezTo>
                  <a:pt x="242030" y="69540"/>
                  <a:pt x="243208" y="72295"/>
                  <a:pt x="243208" y="75438"/>
                </a:cubicBezTo>
                <a:cubicBezTo>
                  <a:pt x="243208" y="78581"/>
                  <a:pt x="242030" y="81336"/>
                  <a:pt x="239676" y="83690"/>
                </a:cubicBezTo>
                <a:lnTo>
                  <a:pt x="197236" y="126119"/>
                </a:lnTo>
                <a:cubicBezTo>
                  <a:pt x="195144" y="128222"/>
                  <a:pt x="192527" y="129262"/>
                  <a:pt x="189384" y="129262"/>
                </a:cubicBezTo>
                <a:cubicBezTo>
                  <a:pt x="186240" y="129262"/>
                  <a:pt x="183623" y="128222"/>
                  <a:pt x="181520" y="126119"/>
                </a:cubicBezTo>
                <a:cubicBezTo>
                  <a:pt x="179428" y="124027"/>
                  <a:pt x="178377" y="121409"/>
                  <a:pt x="178377" y="118266"/>
                </a:cubicBezTo>
                <a:cubicBezTo>
                  <a:pt x="178377" y="115123"/>
                  <a:pt x="179428" y="112505"/>
                  <a:pt x="181520" y="110402"/>
                </a:cubicBezTo>
                <a:lnTo>
                  <a:pt x="204700" y="87222"/>
                </a:lnTo>
                <a:lnTo>
                  <a:pt x="188595" y="87222"/>
                </a:lnTo>
                <a:cubicBezTo>
                  <a:pt x="160569" y="87222"/>
                  <a:pt x="136531" y="97246"/>
                  <a:pt x="116495" y="117283"/>
                </a:cubicBezTo>
                <a:cubicBezTo>
                  <a:pt x="96458" y="137320"/>
                  <a:pt x="86445" y="161357"/>
                  <a:pt x="86445" y="189384"/>
                </a:cubicBezTo>
                <a:close/>
                <a:moveTo>
                  <a:pt x="290756" y="188984"/>
                </a:moveTo>
                <a:cubicBezTo>
                  <a:pt x="290756" y="183749"/>
                  <a:pt x="290425" y="178639"/>
                  <a:pt x="289773" y="173667"/>
                </a:cubicBezTo>
                <a:cubicBezTo>
                  <a:pt x="289110" y="168684"/>
                  <a:pt x="288127" y="163838"/>
                  <a:pt x="286824" y="159128"/>
                </a:cubicBezTo>
                <a:cubicBezTo>
                  <a:pt x="285773" y="155985"/>
                  <a:pt x="285841" y="152842"/>
                  <a:pt x="287019" y="149699"/>
                </a:cubicBezTo>
                <a:cubicBezTo>
                  <a:pt x="288196" y="146555"/>
                  <a:pt x="290231" y="144327"/>
                  <a:pt x="293111" y="143024"/>
                </a:cubicBezTo>
                <a:cubicBezTo>
                  <a:pt x="295991" y="141709"/>
                  <a:pt x="298872" y="141709"/>
                  <a:pt x="301752" y="143024"/>
                </a:cubicBezTo>
                <a:cubicBezTo>
                  <a:pt x="304632" y="144327"/>
                  <a:pt x="306598" y="146418"/>
                  <a:pt x="307650" y="149310"/>
                </a:cubicBezTo>
                <a:cubicBezTo>
                  <a:pt x="310004" y="155848"/>
                  <a:pt x="311708" y="162397"/>
                  <a:pt x="312759" y="168947"/>
                </a:cubicBezTo>
                <a:cubicBezTo>
                  <a:pt x="313799" y="175496"/>
                  <a:pt x="314325" y="182183"/>
                  <a:pt x="314325" y="188984"/>
                </a:cubicBezTo>
                <a:cubicBezTo>
                  <a:pt x="314325" y="223296"/>
                  <a:pt x="301946" y="252832"/>
                  <a:pt x="277200" y="277589"/>
                </a:cubicBezTo>
                <a:cubicBezTo>
                  <a:pt x="252443" y="302346"/>
                  <a:pt x="222908" y="314714"/>
                  <a:pt x="188595" y="314714"/>
                </a:cubicBezTo>
                <a:lnTo>
                  <a:pt x="170913" y="314714"/>
                </a:lnTo>
                <a:lnTo>
                  <a:pt x="194882" y="338682"/>
                </a:lnTo>
                <a:cubicBezTo>
                  <a:pt x="196973" y="340785"/>
                  <a:pt x="198025" y="343266"/>
                  <a:pt x="198025" y="346146"/>
                </a:cubicBezTo>
                <a:cubicBezTo>
                  <a:pt x="198025" y="349026"/>
                  <a:pt x="196973" y="351518"/>
                  <a:pt x="194882" y="353621"/>
                </a:cubicBezTo>
                <a:cubicBezTo>
                  <a:pt x="192790" y="355713"/>
                  <a:pt x="190229" y="356765"/>
                  <a:pt x="187223" y="356765"/>
                </a:cubicBezTo>
                <a:cubicBezTo>
                  <a:pt x="184206" y="356765"/>
                  <a:pt x="181657" y="355713"/>
                  <a:pt x="179554" y="353621"/>
                </a:cubicBezTo>
                <a:lnTo>
                  <a:pt x="136737" y="311182"/>
                </a:lnTo>
                <a:cubicBezTo>
                  <a:pt x="134371" y="308827"/>
                  <a:pt x="133194" y="306073"/>
                  <a:pt x="133194" y="302929"/>
                </a:cubicBezTo>
                <a:cubicBezTo>
                  <a:pt x="133194" y="299786"/>
                  <a:pt x="134371" y="297043"/>
                  <a:pt x="136737" y="294677"/>
                </a:cubicBezTo>
                <a:lnTo>
                  <a:pt x="179554" y="251849"/>
                </a:lnTo>
                <a:cubicBezTo>
                  <a:pt x="181657" y="249757"/>
                  <a:pt x="184206" y="248705"/>
                  <a:pt x="187223" y="248705"/>
                </a:cubicBezTo>
                <a:cubicBezTo>
                  <a:pt x="190229" y="248705"/>
                  <a:pt x="192790" y="249757"/>
                  <a:pt x="194882" y="251849"/>
                </a:cubicBezTo>
                <a:cubicBezTo>
                  <a:pt x="196973" y="253952"/>
                  <a:pt x="198025" y="256501"/>
                  <a:pt x="198025" y="259518"/>
                </a:cubicBezTo>
                <a:cubicBezTo>
                  <a:pt x="198025" y="262524"/>
                  <a:pt x="196973" y="265085"/>
                  <a:pt x="194882" y="267176"/>
                </a:cubicBezTo>
                <a:lnTo>
                  <a:pt x="170913" y="291145"/>
                </a:lnTo>
                <a:lnTo>
                  <a:pt x="188595" y="291145"/>
                </a:lnTo>
                <a:cubicBezTo>
                  <a:pt x="216621" y="291145"/>
                  <a:pt x="240659" y="281121"/>
                  <a:pt x="260695" y="261084"/>
                </a:cubicBezTo>
                <a:cubicBezTo>
                  <a:pt x="280732" y="241047"/>
                  <a:pt x="290756" y="217010"/>
                  <a:pt x="290756" y="18898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0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91" name="圖示 路徑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6263" y="312165"/>
                </a:moveTo>
                <a:cubicBezTo>
                  <a:pt x="84479" y="300220"/>
                  <a:pt x="78581" y="285876"/>
                  <a:pt x="78581" y="269142"/>
                </a:cubicBezTo>
                <a:lnTo>
                  <a:pt x="78581" y="132017"/>
                </a:lnTo>
                <a:cubicBezTo>
                  <a:pt x="69414" y="128610"/>
                  <a:pt x="61882" y="123204"/>
                  <a:pt x="55984" y="115786"/>
                </a:cubicBezTo>
                <a:cubicBezTo>
                  <a:pt x="50098" y="108379"/>
                  <a:pt x="47149" y="99944"/>
                  <a:pt x="47149" y="90491"/>
                </a:cubicBezTo>
                <a:cubicBezTo>
                  <a:pt x="47149" y="78364"/>
                  <a:pt x="51401" y="68100"/>
                  <a:pt x="59916" y="59722"/>
                </a:cubicBezTo>
                <a:cubicBezTo>
                  <a:pt x="68431" y="51344"/>
                  <a:pt x="78650" y="47149"/>
                  <a:pt x="90560" y="47149"/>
                </a:cubicBezTo>
                <a:cubicBezTo>
                  <a:pt x="102481" y="47149"/>
                  <a:pt x="112631" y="51355"/>
                  <a:pt x="121021" y="59756"/>
                </a:cubicBezTo>
                <a:cubicBezTo>
                  <a:pt x="129399" y="68169"/>
                  <a:pt x="133594" y="78387"/>
                  <a:pt x="133594" y="90411"/>
                </a:cubicBezTo>
                <a:cubicBezTo>
                  <a:pt x="133594" y="99784"/>
                  <a:pt x="130645" y="108208"/>
                  <a:pt x="124747" y="115672"/>
                </a:cubicBezTo>
                <a:cubicBezTo>
                  <a:pt x="118849" y="123135"/>
                  <a:pt x="111328" y="128588"/>
                  <a:pt x="102161" y="132017"/>
                </a:cubicBezTo>
                <a:lnTo>
                  <a:pt x="102161" y="269142"/>
                </a:lnTo>
                <a:cubicBezTo>
                  <a:pt x="102161" y="279406"/>
                  <a:pt x="105762" y="288196"/>
                  <a:pt x="112963" y="295500"/>
                </a:cubicBezTo>
                <a:cubicBezTo>
                  <a:pt x="120164" y="302815"/>
                  <a:pt x="129068" y="306473"/>
                  <a:pt x="139675" y="306473"/>
                </a:cubicBezTo>
                <a:cubicBezTo>
                  <a:pt x="150282" y="306473"/>
                  <a:pt x="159128" y="302815"/>
                  <a:pt x="166204" y="295500"/>
                </a:cubicBezTo>
                <a:cubicBezTo>
                  <a:pt x="173267" y="288196"/>
                  <a:pt x="176811" y="279406"/>
                  <a:pt x="176811" y="269142"/>
                </a:cubicBezTo>
                <a:lnTo>
                  <a:pt x="176811" y="108048"/>
                </a:lnTo>
                <a:cubicBezTo>
                  <a:pt x="176811" y="91029"/>
                  <a:pt x="182697" y="76615"/>
                  <a:pt x="194493" y="64831"/>
                </a:cubicBezTo>
                <a:cubicBezTo>
                  <a:pt x="206277" y="53047"/>
                  <a:pt x="220679" y="47149"/>
                  <a:pt x="237710" y="47149"/>
                </a:cubicBezTo>
                <a:cubicBezTo>
                  <a:pt x="254729" y="47149"/>
                  <a:pt x="269142" y="53047"/>
                  <a:pt x="280927" y="64831"/>
                </a:cubicBezTo>
                <a:cubicBezTo>
                  <a:pt x="292711" y="76615"/>
                  <a:pt x="298609" y="91029"/>
                  <a:pt x="298609" y="108048"/>
                </a:cubicBezTo>
                <a:lnTo>
                  <a:pt x="298609" y="245174"/>
                </a:lnTo>
                <a:cubicBezTo>
                  <a:pt x="307776" y="248580"/>
                  <a:pt x="315308" y="253997"/>
                  <a:pt x="321206" y="261438"/>
                </a:cubicBezTo>
                <a:cubicBezTo>
                  <a:pt x="327092" y="268856"/>
                  <a:pt x="330041" y="277315"/>
                  <a:pt x="330041" y="286824"/>
                </a:cubicBezTo>
                <a:cubicBezTo>
                  <a:pt x="330041" y="298609"/>
                  <a:pt x="325835" y="308759"/>
                  <a:pt x="317434" y="317274"/>
                </a:cubicBezTo>
                <a:cubicBezTo>
                  <a:pt x="309021" y="325789"/>
                  <a:pt x="298814" y="330041"/>
                  <a:pt x="286824" y="330041"/>
                </a:cubicBezTo>
                <a:cubicBezTo>
                  <a:pt x="275040" y="330041"/>
                  <a:pt x="264879" y="325789"/>
                  <a:pt x="256375" y="317274"/>
                </a:cubicBezTo>
                <a:cubicBezTo>
                  <a:pt x="247860" y="308759"/>
                  <a:pt x="243608" y="298609"/>
                  <a:pt x="243608" y="286824"/>
                </a:cubicBezTo>
                <a:cubicBezTo>
                  <a:pt x="243608" y="277315"/>
                  <a:pt x="246545" y="268776"/>
                  <a:pt x="252443" y="261210"/>
                </a:cubicBezTo>
                <a:cubicBezTo>
                  <a:pt x="258341" y="253666"/>
                  <a:pt x="265862" y="248317"/>
                  <a:pt x="275040" y="245174"/>
                </a:cubicBezTo>
                <a:lnTo>
                  <a:pt x="275040" y="108048"/>
                </a:lnTo>
                <a:cubicBezTo>
                  <a:pt x="275040" y="97566"/>
                  <a:pt x="271428" y="88731"/>
                  <a:pt x="264227" y="81530"/>
                </a:cubicBezTo>
                <a:cubicBezTo>
                  <a:pt x="257026" y="74329"/>
                  <a:pt x="248191" y="70729"/>
                  <a:pt x="237710" y="70729"/>
                </a:cubicBezTo>
                <a:cubicBezTo>
                  <a:pt x="227228" y="70729"/>
                  <a:pt x="218393" y="74329"/>
                  <a:pt x="211192" y="81530"/>
                </a:cubicBezTo>
                <a:cubicBezTo>
                  <a:pt x="203980" y="88731"/>
                  <a:pt x="200379" y="97566"/>
                  <a:pt x="200379" y="108048"/>
                </a:cubicBezTo>
                <a:lnTo>
                  <a:pt x="200379" y="269142"/>
                </a:lnTo>
                <a:cubicBezTo>
                  <a:pt x="200379" y="285876"/>
                  <a:pt x="194493" y="300220"/>
                  <a:pt x="182697" y="312165"/>
                </a:cubicBezTo>
                <a:cubicBezTo>
                  <a:pt x="170913" y="324109"/>
                  <a:pt x="156511" y="330064"/>
                  <a:pt x="139480" y="330041"/>
                </a:cubicBezTo>
                <a:cubicBezTo>
                  <a:pt x="122461" y="330041"/>
                  <a:pt x="108048" y="324086"/>
                  <a:pt x="96263" y="312165"/>
                </a:cubicBezTo>
                <a:close/>
                <a:moveTo>
                  <a:pt x="90560" y="110014"/>
                </a:moveTo>
                <a:cubicBezTo>
                  <a:pt x="95932" y="110014"/>
                  <a:pt x="100515" y="108048"/>
                  <a:pt x="104322" y="104116"/>
                </a:cubicBezTo>
                <a:cubicBezTo>
                  <a:pt x="108116" y="100195"/>
                  <a:pt x="110014" y="95543"/>
                  <a:pt x="110014" y="90171"/>
                </a:cubicBezTo>
                <a:cubicBezTo>
                  <a:pt x="110014" y="84799"/>
                  <a:pt x="108128" y="80216"/>
                  <a:pt x="104356" y="76421"/>
                </a:cubicBezTo>
                <a:cubicBezTo>
                  <a:pt x="100607" y="72626"/>
                  <a:pt x="95943" y="70729"/>
                  <a:pt x="90366" y="70729"/>
                </a:cubicBezTo>
                <a:cubicBezTo>
                  <a:pt x="85131" y="70729"/>
                  <a:pt x="80547" y="72603"/>
                  <a:pt x="76615" y="76387"/>
                </a:cubicBezTo>
                <a:cubicBezTo>
                  <a:pt x="72683" y="80159"/>
                  <a:pt x="70729" y="84811"/>
                  <a:pt x="70729" y="90366"/>
                </a:cubicBezTo>
                <a:cubicBezTo>
                  <a:pt x="70729" y="95612"/>
                  <a:pt x="72683" y="100195"/>
                  <a:pt x="76615" y="104116"/>
                </a:cubicBezTo>
                <a:cubicBezTo>
                  <a:pt x="80547" y="108048"/>
                  <a:pt x="85199" y="110014"/>
                  <a:pt x="90560" y="110014"/>
                </a:cubicBezTo>
                <a:close/>
                <a:moveTo>
                  <a:pt x="287019" y="306473"/>
                </a:moveTo>
                <a:cubicBezTo>
                  <a:pt x="292391" y="306473"/>
                  <a:pt x="296974" y="304507"/>
                  <a:pt x="300769" y="300575"/>
                </a:cubicBezTo>
                <a:cubicBezTo>
                  <a:pt x="304564" y="296643"/>
                  <a:pt x="306473" y="291991"/>
                  <a:pt x="306473" y="286630"/>
                </a:cubicBezTo>
                <a:cubicBezTo>
                  <a:pt x="306473" y="281258"/>
                  <a:pt x="304587" y="276675"/>
                  <a:pt x="300815" y="272868"/>
                </a:cubicBezTo>
                <a:cubicBezTo>
                  <a:pt x="297066" y="269074"/>
                  <a:pt x="292402" y="267176"/>
                  <a:pt x="286824" y="267176"/>
                </a:cubicBezTo>
                <a:cubicBezTo>
                  <a:pt x="281578" y="267176"/>
                  <a:pt x="276995" y="269062"/>
                  <a:pt x="273074" y="272834"/>
                </a:cubicBezTo>
                <a:cubicBezTo>
                  <a:pt x="269142" y="276606"/>
                  <a:pt x="267176" y="281269"/>
                  <a:pt x="267176" y="286824"/>
                </a:cubicBezTo>
                <a:cubicBezTo>
                  <a:pt x="267176" y="292059"/>
                  <a:pt x="269142" y="296643"/>
                  <a:pt x="273074" y="300575"/>
                </a:cubicBezTo>
                <a:cubicBezTo>
                  <a:pt x="276995" y="304507"/>
                  <a:pt x="281647" y="306473"/>
                  <a:pt x="287019" y="306473"/>
                </a:cubicBezTo>
                <a:close/>
                <a:moveTo>
                  <a:pt x="90366" y="90366"/>
                </a:moveTo>
                <a:close/>
                <a:moveTo>
                  <a:pt x="286824" y="286824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2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193" name="圖示 分流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33973"/>
                </a:moveTo>
                <a:lnTo>
                  <a:pt x="176811" y="267176"/>
                </a:lnTo>
                <a:cubicBezTo>
                  <a:pt x="176811" y="254603"/>
                  <a:pt x="174708" y="244259"/>
                  <a:pt x="170524" y="236132"/>
                </a:cubicBezTo>
                <a:cubicBezTo>
                  <a:pt x="166329" y="228017"/>
                  <a:pt x="159917" y="219639"/>
                  <a:pt x="151265" y="210986"/>
                </a:cubicBezTo>
                <a:lnTo>
                  <a:pt x="168170" y="194093"/>
                </a:lnTo>
                <a:cubicBezTo>
                  <a:pt x="171564" y="196973"/>
                  <a:pt x="175176" y="200905"/>
                  <a:pt x="178971" y="205889"/>
                </a:cubicBezTo>
                <a:cubicBezTo>
                  <a:pt x="182766" y="210861"/>
                  <a:pt x="185978" y="215444"/>
                  <a:pt x="188595" y="219639"/>
                </a:cubicBezTo>
                <a:cubicBezTo>
                  <a:pt x="193053" y="212827"/>
                  <a:pt x="197430" y="206929"/>
                  <a:pt x="201762" y="201957"/>
                </a:cubicBezTo>
                <a:cubicBezTo>
                  <a:pt x="206083" y="196973"/>
                  <a:pt x="210209" y="192790"/>
                  <a:pt x="214130" y="189384"/>
                </a:cubicBezTo>
                <a:cubicBezTo>
                  <a:pt x="229332" y="177074"/>
                  <a:pt x="240259" y="162203"/>
                  <a:pt x="246945" y="144784"/>
                </a:cubicBezTo>
                <a:cubicBezTo>
                  <a:pt x="253620" y="127364"/>
                  <a:pt x="256181" y="104516"/>
                  <a:pt x="254603" y="76227"/>
                </a:cubicBezTo>
                <a:lnTo>
                  <a:pt x="227491" y="103339"/>
                </a:lnTo>
                <a:cubicBezTo>
                  <a:pt x="225137" y="105693"/>
                  <a:pt x="222382" y="106871"/>
                  <a:pt x="219239" y="106871"/>
                </a:cubicBezTo>
                <a:cubicBezTo>
                  <a:pt x="216096" y="106871"/>
                  <a:pt x="213352" y="105693"/>
                  <a:pt x="210986" y="103339"/>
                </a:cubicBezTo>
                <a:cubicBezTo>
                  <a:pt x="208632" y="100973"/>
                  <a:pt x="207455" y="98229"/>
                  <a:pt x="207455" y="95086"/>
                </a:cubicBezTo>
                <a:cubicBezTo>
                  <a:pt x="207455" y="91943"/>
                  <a:pt x="208632" y="89188"/>
                  <a:pt x="210986" y="86834"/>
                </a:cubicBezTo>
                <a:lnTo>
                  <a:pt x="258135" y="39685"/>
                </a:lnTo>
                <a:cubicBezTo>
                  <a:pt x="259450" y="38371"/>
                  <a:pt x="260764" y="37456"/>
                  <a:pt x="262067" y="36930"/>
                </a:cubicBezTo>
                <a:cubicBezTo>
                  <a:pt x="263381" y="36405"/>
                  <a:pt x="264822" y="36153"/>
                  <a:pt x="266388" y="36153"/>
                </a:cubicBezTo>
                <a:cubicBezTo>
                  <a:pt x="267965" y="36153"/>
                  <a:pt x="269405" y="36405"/>
                  <a:pt x="270708" y="36930"/>
                </a:cubicBezTo>
                <a:cubicBezTo>
                  <a:pt x="272023" y="37456"/>
                  <a:pt x="273337" y="38371"/>
                  <a:pt x="274640" y="39685"/>
                </a:cubicBezTo>
                <a:lnTo>
                  <a:pt x="321789" y="86834"/>
                </a:lnTo>
                <a:cubicBezTo>
                  <a:pt x="324143" y="89188"/>
                  <a:pt x="325332" y="91943"/>
                  <a:pt x="325332" y="95086"/>
                </a:cubicBezTo>
                <a:cubicBezTo>
                  <a:pt x="325332" y="98229"/>
                  <a:pt x="324143" y="100973"/>
                  <a:pt x="321789" y="103339"/>
                </a:cubicBezTo>
                <a:cubicBezTo>
                  <a:pt x="319434" y="105693"/>
                  <a:pt x="316680" y="106871"/>
                  <a:pt x="313536" y="106871"/>
                </a:cubicBezTo>
                <a:cubicBezTo>
                  <a:pt x="310393" y="106871"/>
                  <a:pt x="307650" y="105693"/>
                  <a:pt x="305284" y="103339"/>
                </a:cubicBezTo>
                <a:lnTo>
                  <a:pt x="278183" y="76227"/>
                </a:lnTo>
                <a:cubicBezTo>
                  <a:pt x="279486" y="109225"/>
                  <a:pt x="276275" y="135228"/>
                  <a:pt x="268548" y="154214"/>
                </a:cubicBezTo>
                <a:cubicBezTo>
                  <a:pt x="260821" y="173210"/>
                  <a:pt x="247928" y="190950"/>
                  <a:pt x="229846" y="207455"/>
                </a:cubicBezTo>
                <a:cubicBezTo>
                  <a:pt x="218324" y="217936"/>
                  <a:pt x="210529" y="227491"/>
                  <a:pt x="206472" y="236132"/>
                </a:cubicBezTo>
                <a:cubicBezTo>
                  <a:pt x="202414" y="244785"/>
                  <a:pt x="200379" y="255129"/>
                  <a:pt x="200379" y="267176"/>
                </a:cubicBezTo>
                <a:lnTo>
                  <a:pt x="200379" y="333973"/>
                </a:lnTo>
                <a:cubicBezTo>
                  <a:pt x="200379" y="337379"/>
                  <a:pt x="199271" y="340191"/>
                  <a:pt x="197042" y="342420"/>
                </a:cubicBezTo>
                <a:cubicBezTo>
                  <a:pt x="194813" y="344649"/>
                  <a:pt x="192001" y="345758"/>
                  <a:pt x="188595" y="345758"/>
                </a:cubicBezTo>
                <a:cubicBezTo>
                  <a:pt x="185189" y="345758"/>
                  <a:pt x="182377" y="344649"/>
                  <a:pt x="180148" y="342420"/>
                </a:cubicBezTo>
                <a:cubicBezTo>
                  <a:pt x="177919" y="340191"/>
                  <a:pt x="176811" y="337379"/>
                  <a:pt x="176811" y="333973"/>
                </a:cubicBezTo>
                <a:close/>
                <a:moveTo>
                  <a:pt x="101373" y="127307"/>
                </a:moveTo>
                <a:cubicBezTo>
                  <a:pt x="100321" y="122587"/>
                  <a:pt x="99475" y="115706"/>
                  <a:pt x="98812" y="106676"/>
                </a:cubicBezTo>
                <a:cubicBezTo>
                  <a:pt x="98161" y="97635"/>
                  <a:pt x="98092" y="87622"/>
                  <a:pt x="98618" y="76615"/>
                </a:cubicBezTo>
                <a:lnTo>
                  <a:pt x="71906" y="103339"/>
                </a:lnTo>
                <a:cubicBezTo>
                  <a:pt x="69540" y="105693"/>
                  <a:pt x="66797" y="106871"/>
                  <a:pt x="63654" y="106871"/>
                </a:cubicBezTo>
                <a:cubicBezTo>
                  <a:pt x="60510" y="106871"/>
                  <a:pt x="57756" y="105693"/>
                  <a:pt x="55401" y="103339"/>
                </a:cubicBezTo>
                <a:cubicBezTo>
                  <a:pt x="53047" y="100973"/>
                  <a:pt x="51869" y="98229"/>
                  <a:pt x="51869" y="95086"/>
                </a:cubicBezTo>
                <a:cubicBezTo>
                  <a:pt x="51869" y="91943"/>
                  <a:pt x="53047" y="89188"/>
                  <a:pt x="55401" y="86834"/>
                </a:cubicBezTo>
                <a:lnTo>
                  <a:pt x="102550" y="39685"/>
                </a:lnTo>
                <a:cubicBezTo>
                  <a:pt x="103853" y="38371"/>
                  <a:pt x="105167" y="37456"/>
                  <a:pt x="106482" y="36930"/>
                </a:cubicBezTo>
                <a:cubicBezTo>
                  <a:pt x="107785" y="36405"/>
                  <a:pt x="109225" y="36153"/>
                  <a:pt x="110802" y="36153"/>
                </a:cubicBezTo>
                <a:cubicBezTo>
                  <a:pt x="112368" y="36153"/>
                  <a:pt x="113809" y="36405"/>
                  <a:pt x="115123" y="36930"/>
                </a:cubicBezTo>
                <a:cubicBezTo>
                  <a:pt x="116426" y="37456"/>
                  <a:pt x="117740" y="38371"/>
                  <a:pt x="119055" y="39685"/>
                </a:cubicBezTo>
                <a:lnTo>
                  <a:pt x="166204" y="86834"/>
                </a:lnTo>
                <a:cubicBezTo>
                  <a:pt x="168558" y="89188"/>
                  <a:pt x="169736" y="91943"/>
                  <a:pt x="169736" y="95086"/>
                </a:cubicBezTo>
                <a:cubicBezTo>
                  <a:pt x="169736" y="98229"/>
                  <a:pt x="168558" y="100973"/>
                  <a:pt x="166204" y="103339"/>
                </a:cubicBezTo>
                <a:cubicBezTo>
                  <a:pt x="163838" y="105693"/>
                  <a:pt x="161094" y="106871"/>
                  <a:pt x="157951" y="106871"/>
                </a:cubicBezTo>
                <a:cubicBezTo>
                  <a:pt x="154808" y="106871"/>
                  <a:pt x="152053" y="105693"/>
                  <a:pt x="149699" y="103339"/>
                </a:cubicBezTo>
                <a:lnTo>
                  <a:pt x="122587" y="76227"/>
                </a:lnTo>
                <a:cubicBezTo>
                  <a:pt x="122061" y="86182"/>
                  <a:pt x="121935" y="94892"/>
                  <a:pt x="122198" y="102356"/>
                </a:cubicBezTo>
                <a:cubicBezTo>
                  <a:pt x="122461" y="109819"/>
                  <a:pt x="123113" y="116300"/>
                  <a:pt x="124164" y="121798"/>
                </a:cubicBezTo>
                <a:lnTo>
                  <a:pt x="101373" y="127307"/>
                </a:lnTo>
                <a:close/>
                <a:moveTo>
                  <a:pt x="134371" y="194493"/>
                </a:moveTo>
                <a:cubicBezTo>
                  <a:pt x="129925" y="189772"/>
                  <a:pt x="125010" y="183554"/>
                  <a:pt x="119638" y="175828"/>
                </a:cubicBezTo>
                <a:cubicBezTo>
                  <a:pt x="114266" y="168101"/>
                  <a:pt x="110139" y="159654"/>
                  <a:pt x="107259" y="150487"/>
                </a:cubicBezTo>
                <a:lnTo>
                  <a:pt x="130451" y="144590"/>
                </a:lnTo>
                <a:cubicBezTo>
                  <a:pt x="132805" y="151139"/>
                  <a:pt x="135948" y="157425"/>
                  <a:pt x="139880" y="163449"/>
                </a:cubicBezTo>
                <a:cubicBezTo>
                  <a:pt x="143801" y="169473"/>
                  <a:pt x="147470" y="174319"/>
                  <a:pt x="150876" y="177988"/>
                </a:cubicBezTo>
                <a:lnTo>
                  <a:pt x="134371" y="19449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4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5" name="圖示 分歧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02939"/>
                </a:moveTo>
                <a:lnTo>
                  <a:pt x="86445" y="139480"/>
                </a:lnTo>
                <a:cubicBezTo>
                  <a:pt x="86445" y="142829"/>
                  <a:pt x="85302" y="145641"/>
                  <a:pt x="83016" y="147893"/>
                </a:cubicBezTo>
                <a:cubicBezTo>
                  <a:pt x="80742" y="150144"/>
                  <a:pt x="77930" y="151265"/>
                  <a:pt x="74569" y="151265"/>
                </a:cubicBezTo>
                <a:cubicBezTo>
                  <a:pt x="71220" y="151265"/>
                  <a:pt x="68431" y="150144"/>
                  <a:pt x="66203" y="147893"/>
                </a:cubicBezTo>
                <a:cubicBezTo>
                  <a:pt x="63974" y="145641"/>
                  <a:pt x="62865" y="142829"/>
                  <a:pt x="62865" y="139480"/>
                </a:cubicBezTo>
                <a:lnTo>
                  <a:pt x="62865" y="74649"/>
                </a:lnTo>
                <a:cubicBezTo>
                  <a:pt x="62865" y="71300"/>
                  <a:pt x="63997" y="68500"/>
                  <a:pt x="66248" y="66248"/>
                </a:cubicBezTo>
                <a:cubicBezTo>
                  <a:pt x="68523" y="63997"/>
                  <a:pt x="71323" y="62865"/>
                  <a:pt x="74649" y="62865"/>
                </a:cubicBezTo>
                <a:lnTo>
                  <a:pt x="139480" y="62865"/>
                </a:lnTo>
                <a:cubicBezTo>
                  <a:pt x="142829" y="62865"/>
                  <a:pt x="145641" y="64008"/>
                  <a:pt x="147893" y="66283"/>
                </a:cubicBezTo>
                <a:cubicBezTo>
                  <a:pt x="150144" y="68557"/>
                  <a:pt x="151265" y="71380"/>
                  <a:pt x="151265" y="74729"/>
                </a:cubicBezTo>
                <a:cubicBezTo>
                  <a:pt x="151265" y="78078"/>
                  <a:pt x="150144" y="80879"/>
                  <a:pt x="147893" y="83096"/>
                </a:cubicBezTo>
                <a:cubicBezTo>
                  <a:pt x="145641" y="85325"/>
                  <a:pt x="142829" y="86445"/>
                  <a:pt x="139480" y="86445"/>
                </a:cubicBezTo>
                <a:lnTo>
                  <a:pt x="103339" y="86445"/>
                </a:lnTo>
                <a:lnTo>
                  <a:pt x="194093" y="177199"/>
                </a:lnTo>
                <a:cubicBezTo>
                  <a:pt x="196196" y="179291"/>
                  <a:pt x="197899" y="181828"/>
                  <a:pt x="199202" y="184789"/>
                </a:cubicBezTo>
                <a:cubicBezTo>
                  <a:pt x="200516" y="187749"/>
                  <a:pt x="201168" y="190847"/>
                  <a:pt x="201168" y="194093"/>
                </a:cubicBezTo>
                <a:lnTo>
                  <a:pt x="201168" y="302541"/>
                </a:lnTo>
                <a:cubicBezTo>
                  <a:pt x="201168" y="305890"/>
                  <a:pt x="200025" y="308690"/>
                  <a:pt x="197750" y="310942"/>
                </a:cubicBezTo>
                <a:cubicBezTo>
                  <a:pt x="195476" y="313193"/>
                  <a:pt x="192653" y="314325"/>
                  <a:pt x="189304" y="314325"/>
                </a:cubicBezTo>
                <a:cubicBezTo>
                  <a:pt x="185955" y="314325"/>
                  <a:pt x="183154" y="313193"/>
                  <a:pt x="180937" y="310942"/>
                </a:cubicBezTo>
                <a:cubicBezTo>
                  <a:pt x="178708" y="308690"/>
                  <a:pt x="177599" y="305890"/>
                  <a:pt x="177599" y="302541"/>
                </a:cubicBezTo>
                <a:lnTo>
                  <a:pt x="177599" y="194093"/>
                </a:lnTo>
                <a:lnTo>
                  <a:pt x="86445" y="102939"/>
                </a:lnTo>
                <a:close/>
                <a:moveTo>
                  <a:pt x="290756" y="102939"/>
                </a:moveTo>
                <a:lnTo>
                  <a:pt x="230246" y="163060"/>
                </a:lnTo>
                <a:cubicBezTo>
                  <a:pt x="227937" y="165415"/>
                  <a:pt x="225205" y="166592"/>
                  <a:pt x="222028" y="166592"/>
                </a:cubicBezTo>
                <a:cubicBezTo>
                  <a:pt x="218862" y="166592"/>
                  <a:pt x="216096" y="165415"/>
                  <a:pt x="213741" y="163060"/>
                </a:cubicBezTo>
                <a:cubicBezTo>
                  <a:pt x="211386" y="160694"/>
                  <a:pt x="210209" y="157917"/>
                  <a:pt x="210209" y="154728"/>
                </a:cubicBezTo>
                <a:cubicBezTo>
                  <a:pt x="210209" y="151528"/>
                  <a:pt x="211386" y="148807"/>
                  <a:pt x="213741" y="146555"/>
                </a:cubicBezTo>
                <a:lnTo>
                  <a:pt x="273851" y="86445"/>
                </a:lnTo>
                <a:lnTo>
                  <a:pt x="237710" y="86445"/>
                </a:lnTo>
                <a:cubicBezTo>
                  <a:pt x="234361" y="86445"/>
                  <a:pt x="231549" y="85302"/>
                  <a:pt x="229297" y="83016"/>
                </a:cubicBezTo>
                <a:cubicBezTo>
                  <a:pt x="227046" y="80742"/>
                  <a:pt x="225925" y="77930"/>
                  <a:pt x="225925" y="74569"/>
                </a:cubicBezTo>
                <a:cubicBezTo>
                  <a:pt x="225925" y="71220"/>
                  <a:pt x="227046" y="68431"/>
                  <a:pt x="229297" y="66203"/>
                </a:cubicBezTo>
                <a:cubicBezTo>
                  <a:pt x="231549" y="63974"/>
                  <a:pt x="234361" y="62865"/>
                  <a:pt x="237710" y="62865"/>
                </a:cubicBezTo>
                <a:lnTo>
                  <a:pt x="302541" y="62865"/>
                </a:lnTo>
                <a:cubicBezTo>
                  <a:pt x="305890" y="62865"/>
                  <a:pt x="308690" y="63997"/>
                  <a:pt x="310942" y="66248"/>
                </a:cubicBezTo>
                <a:cubicBezTo>
                  <a:pt x="313193" y="68500"/>
                  <a:pt x="314325" y="71300"/>
                  <a:pt x="314325" y="74649"/>
                </a:cubicBezTo>
                <a:lnTo>
                  <a:pt x="314325" y="139480"/>
                </a:lnTo>
                <a:cubicBezTo>
                  <a:pt x="314325" y="142829"/>
                  <a:pt x="313182" y="145641"/>
                  <a:pt x="310907" y="147893"/>
                </a:cubicBezTo>
                <a:cubicBezTo>
                  <a:pt x="308633" y="150144"/>
                  <a:pt x="305810" y="151265"/>
                  <a:pt x="302461" y="151265"/>
                </a:cubicBezTo>
                <a:cubicBezTo>
                  <a:pt x="299112" y="151265"/>
                  <a:pt x="296311" y="150144"/>
                  <a:pt x="294094" y="147893"/>
                </a:cubicBezTo>
                <a:cubicBezTo>
                  <a:pt x="291865" y="145641"/>
                  <a:pt x="290756" y="142829"/>
                  <a:pt x="290756" y="139480"/>
                </a:cubicBezTo>
                <a:lnTo>
                  <a:pt x="290756" y="102939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6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197" name="圖示 合併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42030"/>
                </a:moveTo>
                <a:lnTo>
                  <a:pt x="108836" y="321789"/>
                </a:lnTo>
                <a:cubicBezTo>
                  <a:pt x="106482" y="324143"/>
                  <a:pt x="103727" y="325332"/>
                  <a:pt x="100584" y="325332"/>
                </a:cubicBezTo>
                <a:cubicBezTo>
                  <a:pt x="97441" y="325332"/>
                  <a:pt x="94686" y="324143"/>
                  <a:pt x="92332" y="321789"/>
                </a:cubicBezTo>
                <a:cubicBezTo>
                  <a:pt x="89977" y="319434"/>
                  <a:pt x="88800" y="316680"/>
                  <a:pt x="88800" y="313536"/>
                </a:cubicBezTo>
                <a:cubicBezTo>
                  <a:pt x="88800" y="310393"/>
                  <a:pt x="89977" y="307650"/>
                  <a:pt x="92332" y="305284"/>
                </a:cubicBezTo>
                <a:lnTo>
                  <a:pt x="161094" y="236532"/>
                </a:lnTo>
                <a:cubicBezTo>
                  <a:pt x="167381" y="230246"/>
                  <a:pt x="171564" y="224485"/>
                  <a:pt x="173667" y="219239"/>
                </a:cubicBezTo>
                <a:cubicBezTo>
                  <a:pt x="175759" y="214004"/>
                  <a:pt x="176811" y="206277"/>
                  <a:pt x="176811" y="196059"/>
                </a:cubicBezTo>
                <a:lnTo>
                  <a:pt x="176811" y="91943"/>
                </a:lnTo>
                <a:lnTo>
                  <a:pt x="149699" y="119055"/>
                </a:lnTo>
                <a:cubicBezTo>
                  <a:pt x="147344" y="121409"/>
                  <a:pt x="144590" y="122587"/>
                  <a:pt x="141446" y="122587"/>
                </a:cubicBezTo>
                <a:cubicBezTo>
                  <a:pt x="138303" y="122587"/>
                  <a:pt x="135548" y="121409"/>
                  <a:pt x="133194" y="119055"/>
                </a:cubicBezTo>
                <a:cubicBezTo>
                  <a:pt x="130839" y="116689"/>
                  <a:pt x="129662" y="113946"/>
                  <a:pt x="129662" y="110802"/>
                </a:cubicBezTo>
                <a:cubicBezTo>
                  <a:pt x="129662" y="107659"/>
                  <a:pt x="130839" y="104905"/>
                  <a:pt x="133194" y="102550"/>
                </a:cubicBezTo>
                <a:lnTo>
                  <a:pt x="180343" y="55401"/>
                </a:lnTo>
                <a:cubicBezTo>
                  <a:pt x="182697" y="53047"/>
                  <a:pt x="185452" y="51869"/>
                  <a:pt x="188595" y="51869"/>
                </a:cubicBezTo>
                <a:cubicBezTo>
                  <a:pt x="191738" y="51869"/>
                  <a:pt x="194493" y="53047"/>
                  <a:pt x="196847" y="55401"/>
                </a:cubicBezTo>
                <a:lnTo>
                  <a:pt x="243996" y="102550"/>
                </a:lnTo>
                <a:cubicBezTo>
                  <a:pt x="246351" y="104905"/>
                  <a:pt x="247528" y="107659"/>
                  <a:pt x="247528" y="110802"/>
                </a:cubicBezTo>
                <a:cubicBezTo>
                  <a:pt x="247528" y="113946"/>
                  <a:pt x="246351" y="116689"/>
                  <a:pt x="243996" y="119055"/>
                </a:cubicBezTo>
                <a:cubicBezTo>
                  <a:pt x="241642" y="121409"/>
                  <a:pt x="238887" y="122587"/>
                  <a:pt x="235744" y="122587"/>
                </a:cubicBezTo>
                <a:cubicBezTo>
                  <a:pt x="232600" y="122587"/>
                  <a:pt x="229846" y="121409"/>
                  <a:pt x="227491" y="119055"/>
                </a:cubicBezTo>
                <a:lnTo>
                  <a:pt x="200379" y="91943"/>
                </a:lnTo>
                <a:lnTo>
                  <a:pt x="200379" y="196059"/>
                </a:lnTo>
                <a:cubicBezTo>
                  <a:pt x="200379" y="206277"/>
                  <a:pt x="201431" y="214004"/>
                  <a:pt x="203523" y="219239"/>
                </a:cubicBezTo>
                <a:cubicBezTo>
                  <a:pt x="205626" y="224485"/>
                  <a:pt x="209809" y="230246"/>
                  <a:pt x="216096" y="236532"/>
                </a:cubicBezTo>
                <a:lnTo>
                  <a:pt x="284858" y="305284"/>
                </a:lnTo>
                <a:cubicBezTo>
                  <a:pt x="287213" y="307650"/>
                  <a:pt x="288390" y="310393"/>
                  <a:pt x="288390" y="313536"/>
                </a:cubicBezTo>
                <a:cubicBezTo>
                  <a:pt x="288390" y="316680"/>
                  <a:pt x="287213" y="319434"/>
                  <a:pt x="284858" y="321789"/>
                </a:cubicBezTo>
                <a:cubicBezTo>
                  <a:pt x="282504" y="324143"/>
                  <a:pt x="279749" y="325332"/>
                  <a:pt x="276606" y="325332"/>
                </a:cubicBezTo>
                <a:cubicBezTo>
                  <a:pt x="273463" y="325332"/>
                  <a:pt x="270708" y="324143"/>
                  <a:pt x="268354" y="321789"/>
                </a:cubicBezTo>
                <a:lnTo>
                  <a:pt x="188595" y="24203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8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199" name="圖示 樞紐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0110" y="348512"/>
                </a:moveTo>
                <a:cubicBezTo>
                  <a:pt x="51469" y="339860"/>
                  <a:pt x="47149" y="329253"/>
                  <a:pt x="47149" y="316680"/>
                </a:cubicBezTo>
                <a:cubicBezTo>
                  <a:pt x="47149" y="304107"/>
                  <a:pt x="51515" y="293500"/>
                  <a:pt x="60236" y="284858"/>
                </a:cubicBezTo>
                <a:cubicBezTo>
                  <a:pt x="68957" y="276217"/>
                  <a:pt x="79541" y="271897"/>
                  <a:pt x="91977" y="271897"/>
                </a:cubicBezTo>
                <a:cubicBezTo>
                  <a:pt x="95646" y="271897"/>
                  <a:pt x="98858" y="272217"/>
                  <a:pt x="101601" y="272868"/>
                </a:cubicBezTo>
                <a:cubicBezTo>
                  <a:pt x="104356" y="273531"/>
                  <a:pt x="107156" y="274514"/>
                  <a:pt x="110014" y="275817"/>
                </a:cubicBezTo>
                <a:lnTo>
                  <a:pt x="143412" y="234178"/>
                </a:lnTo>
                <a:cubicBezTo>
                  <a:pt x="138429" y="228143"/>
                  <a:pt x="134634" y="221273"/>
                  <a:pt x="132017" y="213547"/>
                </a:cubicBezTo>
                <a:cubicBezTo>
                  <a:pt x="129399" y="205820"/>
                  <a:pt x="128748" y="197762"/>
                  <a:pt x="130051" y="189384"/>
                </a:cubicBezTo>
                <a:lnTo>
                  <a:pt x="82513" y="173267"/>
                </a:lnTo>
                <a:cubicBezTo>
                  <a:pt x="78581" y="179817"/>
                  <a:pt x="73403" y="184926"/>
                  <a:pt x="66991" y="188595"/>
                </a:cubicBezTo>
                <a:cubicBezTo>
                  <a:pt x="60568" y="192264"/>
                  <a:pt x="53172" y="194093"/>
                  <a:pt x="44794" y="194093"/>
                </a:cubicBezTo>
                <a:cubicBezTo>
                  <a:pt x="32347" y="194093"/>
                  <a:pt x="21763" y="189738"/>
                  <a:pt x="13042" y="181017"/>
                </a:cubicBezTo>
                <a:cubicBezTo>
                  <a:pt x="4321" y="172284"/>
                  <a:pt x="-23" y="161723"/>
                  <a:pt x="0" y="149310"/>
                </a:cubicBezTo>
                <a:cubicBezTo>
                  <a:pt x="0" y="136863"/>
                  <a:pt x="4366" y="126279"/>
                  <a:pt x="13087" y="117558"/>
                </a:cubicBezTo>
                <a:cubicBezTo>
                  <a:pt x="21808" y="108836"/>
                  <a:pt x="32381" y="104482"/>
                  <a:pt x="44794" y="104516"/>
                </a:cubicBezTo>
                <a:cubicBezTo>
                  <a:pt x="57230" y="104516"/>
                  <a:pt x="67814" y="108871"/>
                  <a:pt x="76535" y="117592"/>
                </a:cubicBezTo>
                <a:cubicBezTo>
                  <a:pt x="85256" y="126324"/>
                  <a:pt x="89611" y="136886"/>
                  <a:pt x="89588" y="149310"/>
                </a:cubicBezTo>
                <a:lnTo>
                  <a:pt x="89588" y="150876"/>
                </a:lnTo>
                <a:lnTo>
                  <a:pt x="137514" y="167381"/>
                </a:lnTo>
                <a:cubicBezTo>
                  <a:pt x="142235" y="158991"/>
                  <a:pt x="147927" y="152579"/>
                  <a:pt x="154614" y="148121"/>
                </a:cubicBezTo>
                <a:cubicBezTo>
                  <a:pt x="161289" y="143675"/>
                  <a:pt x="168684" y="140532"/>
                  <a:pt x="176811" y="138692"/>
                </a:cubicBezTo>
                <a:lnTo>
                  <a:pt x="176811" y="88011"/>
                </a:lnTo>
                <a:cubicBezTo>
                  <a:pt x="166592" y="85131"/>
                  <a:pt x="158534" y="79496"/>
                  <a:pt x="152648" y="71117"/>
                </a:cubicBezTo>
                <a:cubicBezTo>
                  <a:pt x="146750" y="62739"/>
                  <a:pt x="143801" y="53961"/>
                  <a:pt x="143801" y="44794"/>
                </a:cubicBezTo>
                <a:cubicBezTo>
                  <a:pt x="143801" y="32347"/>
                  <a:pt x="148121" y="21763"/>
                  <a:pt x="156774" y="13042"/>
                </a:cubicBezTo>
                <a:cubicBezTo>
                  <a:pt x="165415" y="4321"/>
                  <a:pt x="176022" y="-23"/>
                  <a:pt x="188595" y="0"/>
                </a:cubicBezTo>
                <a:cubicBezTo>
                  <a:pt x="201168" y="0"/>
                  <a:pt x="211775" y="4366"/>
                  <a:pt x="220416" y="13087"/>
                </a:cubicBezTo>
                <a:cubicBezTo>
                  <a:pt x="229069" y="21808"/>
                  <a:pt x="233389" y="32370"/>
                  <a:pt x="233389" y="44794"/>
                </a:cubicBezTo>
                <a:cubicBezTo>
                  <a:pt x="233389" y="53961"/>
                  <a:pt x="230372" y="62739"/>
                  <a:pt x="224348" y="71117"/>
                </a:cubicBezTo>
                <a:cubicBezTo>
                  <a:pt x="218324" y="79496"/>
                  <a:pt x="210335" y="85131"/>
                  <a:pt x="200379" y="88011"/>
                </a:cubicBezTo>
                <a:lnTo>
                  <a:pt x="200379" y="138692"/>
                </a:lnTo>
                <a:cubicBezTo>
                  <a:pt x="208506" y="140532"/>
                  <a:pt x="215970" y="143675"/>
                  <a:pt x="222782" y="148121"/>
                </a:cubicBezTo>
                <a:cubicBezTo>
                  <a:pt x="229583" y="152579"/>
                  <a:pt x="235355" y="158991"/>
                  <a:pt x="240064" y="167381"/>
                </a:cubicBezTo>
                <a:lnTo>
                  <a:pt x="287613" y="150876"/>
                </a:lnTo>
                <a:lnTo>
                  <a:pt x="287613" y="149310"/>
                </a:lnTo>
                <a:cubicBezTo>
                  <a:pt x="287613" y="136863"/>
                  <a:pt x="291968" y="126279"/>
                  <a:pt x="300689" y="117558"/>
                </a:cubicBezTo>
                <a:cubicBezTo>
                  <a:pt x="309410" y="108836"/>
                  <a:pt x="319983" y="104482"/>
                  <a:pt x="332396" y="104516"/>
                </a:cubicBezTo>
                <a:cubicBezTo>
                  <a:pt x="344843" y="104516"/>
                  <a:pt x="355427" y="108836"/>
                  <a:pt x="364148" y="117478"/>
                </a:cubicBezTo>
                <a:cubicBezTo>
                  <a:pt x="372869" y="126119"/>
                  <a:pt x="377213" y="136737"/>
                  <a:pt x="377190" y="149310"/>
                </a:cubicBezTo>
                <a:cubicBezTo>
                  <a:pt x="377190" y="161883"/>
                  <a:pt x="372824" y="172490"/>
                  <a:pt x="364103" y="181131"/>
                </a:cubicBezTo>
                <a:cubicBezTo>
                  <a:pt x="355382" y="189772"/>
                  <a:pt x="344820" y="194093"/>
                  <a:pt x="332396" y="194093"/>
                </a:cubicBezTo>
                <a:cubicBezTo>
                  <a:pt x="324018" y="194093"/>
                  <a:pt x="316554" y="192264"/>
                  <a:pt x="310004" y="188595"/>
                </a:cubicBezTo>
                <a:cubicBezTo>
                  <a:pt x="303455" y="184926"/>
                  <a:pt x="298346" y="179817"/>
                  <a:pt x="294677" y="173267"/>
                </a:cubicBezTo>
                <a:lnTo>
                  <a:pt x="247139" y="189384"/>
                </a:lnTo>
                <a:cubicBezTo>
                  <a:pt x="248442" y="197762"/>
                  <a:pt x="247860" y="205820"/>
                  <a:pt x="245368" y="213547"/>
                </a:cubicBezTo>
                <a:cubicBezTo>
                  <a:pt x="242876" y="221273"/>
                  <a:pt x="239013" y="228143"/>
                  <a:pt x="233778" y="234178"/>
                </a:cubicBezTo>
                <a:lnTo>
                  <a:pt x="267176" y="275817"/>
                </a:lnTo>
                <a:cubicBezTo>
                  <a:pt x="270057" y="274514"/>
                  <a:pt x="272868" y="273531"/>
                  <a:pt x="275623" y="272868"/>
                </a:cubicBezTo>
                <a:cubicBezTo>
                  <a:pt x="278378" y="272217"/>
                  <a:pt x="281532" y="271897"/>
                  <a:pt x="285098" y="271897"/>
                </a:cubicBezTo>
                <a:cubicBezTo>
                  <a:pt x="297774" y="271897"/>
                  <a:pt x="308427" y="276217"/>
                  <a:pt x="317080" y="284858"/>
                </a:cubicBezTo>
                <a:cubicBezTo>
                  <a:pt x="325721" y="293500"/>
                  <a:pt x="330041" y="304107"/>
                  <a:pt x="330041" y="316680"/>
                </a:cubicBezTo>
                <a:cubicBezTo>
                  <a:pt x="330041" y="329253"/>
                  <a:pt x="325721" y="339860"/>
                  <a:pt x="317080" y="348512"/>
                </a:cubicBezTo>
                <a:cubicBezTo>
                  <a:pt x="308427" y="357153"/>
                  <a:pt x="297820" y="361474"/>
                  <a:pt x="285247" y="361474"/>
                </a:cubicBezTo>
                <a:cubicBezTo>
                  <a:pt x="272674" y="361474"/>
                  <a:pt x="262067" y="357107"/>
                  <a:pt x="253426" y="348386"/>
                </a:cubicBezTo>
                <a:cubicBezTo>
                  <a:pt x="244785" y="339665"/>
                  <a:pt x="240464" y="329104"/>
                  <a:pt x="240464" y="316680"/>
                </a:cubicBezTo>
                <a:cubicBezTo>
                  <a:pt x="240464" y="311445"/>
                  <a:pt x="241184" y="306724"/>
                  <a:pt x="242625" y="302541"/>
                </a:cubicBezTo>
                <a:cubicBezTo>
                  <a:pt x="244065" y="298346"/>
                  <a:pt x="246088" y="294288"/>
                  <a:pt x="248705" y="290356"/>
                </a:cubicBezTo>
                <a:lnTo>
                  <a:pt x="215318" y="248705"/>
                </a:lnTo>
                <a:cubicBezTo>
                  <a:pt x="206906" y="253163"/>
                  <a:pt x="197922" y="255392"/>
                  <a:pt x="188355" y="255392"/>
                </a:cubicBezTo>
                <a:cubicBezTo>
                  <a:pt x="178822" y="255392"/>
                  <a:pt x="169861" y="253163"/>
                  <a:pt x="161483" y="248705"/>
                </a:cubicBezTo>
                <a:lnTo>
                  <a:pt x="128485" y="290756"/>
                </a:lnTo>
                <a:cubicBezTo>
                  <a:pt x="131102" y="294677"/>
                  <a:pt x="133125" y="298677"/>
                  <a:pt x="134565" y="302735"/>
                </a:cubicBezTo>
                <a:cubicBezTo>
                  <a:pt x="136006" y="306793"/>
                  <a:pt x="136737" y="311445"/>
                  <a:pt x="136737" y="316680"/>
                </a:cubicBezTo>
                <a:cubicBezTo>
                  <a:pt x="136737" y="329127"/>
                  <a:pt x="132405" y="339711"/>
                  <a:pt x="123764" y="348432"/>
                </a:cubicBezTo>
                <a:cubicBezTo>
                  <a:pt x="115123" y="357153"/>
                  <a:pt x="104516" y="361497"/>
                  <a:pt x="91943" y="361474"/>
                </a:cubicBezTo>
                <a:cubicBezTo>
                  <a:pt x="79370" y="361474"/>
                  <a:pt x="68763" y="357153"/>
                  <a:pt x="60110" y="348512"/>
                </a:cubicBezTo>
                <a:close/>
                <a:moveTo>
                  <a:pt x="44794" y="170524"/>
                </a:moveTo>
                <a:cubicBezTo>
                  <a:pt x="50818" y="170524"/>
                  <a:pt x="55858" y="168490"/>
                  <a:pt x="59916" y="164432"/>
                </a:cubicBezTo>
                <a:cubicBezTo>
                  <a:pt x="63974" y="160374"/>
                  <a:pt x="66008" y="155334"/>
                  <a:pt x="66008" y="149310"/>
                </a:cubicBezTo>
                <a:cubicBezTo>
                  <a:pt x="66008" y="143275"/>
                  <a:pt x="63974" y="138234"/>
                  <a:pt x="59916" y="134177"/>
                </a:cubicBezTo>
                <a:cubicBezTo>
                  <a:pt x="55858" y="130119"/>
                  <a:pt x="50818" y="128085"/>
                  <a:pt x="44794" y="128085"/>
                </a:cubicBezTo>
                <a:cubicBezTo>
                  <a:pt x="38771" y="128085"/>
                  <a:pt x="33730" y="130119"/>
                  <a:pt x="29661" y="134177"/>
                </a:cubicBezTo>
                <a:cubicBezTo>
                  <a:pt x="25603" y="138269"/>
                  <a:pt x="23580" y="143309"/>
                  <a:pt x="23580" y="149310"/>
                </a:cubicBezTo>
                <a:cubicBezTo>
                  <a:pt x="23580" y="155334"/>
                  <a:pt x="25603" y="160374"/>
                  <a:pt x="29661" y="164432"/>
                </a:cubicBezTo>
                <a:cubicBezTo>
                  <a:pt x="33730" y="168490"/>
                  <a:pt x="38771" y="170524"/>
                  <a:pt x="44794" y="170524"/>
                </a:cubicBezTo>
                <a:close/>
                <a:moveTo>
                  <a:pt x="107065" y="331813"/>
                </a:moveTo>
                <a:cubicBezTo>
                  <a:pt x="111122" y="327744"/>
                  <a:pt x="113157" y="322703"/>
                  <a:pt x="113157" y="316680"/>
                </a:cubicBezTo>
                <a:cubicBezTo>
                  <a:pt x="113157" y="310656"/>
                  <a:pt x="111122" y="305615"/>
                  <a:pt x="107065" y="301558"/>
                </a:cubicBezTo>
                <a:cubicBezTo>
                  <a:pt x="103007" y="297500"/>
                  <a:pt x="97967" y="295466"/>
                  <a:pt x="91943" y="295466"/>
                </a:cubicBezTo>
                <a:cubicBezTo>
                  <a:pt x="85919" y="295466"/>
                  <a:pt x="80879" y="297500"/>
                  <a:pt x="76810" y="301558"/>
                </a:cubicBezTo>
                <a:cubicBezTo>
                  <a:pt x="72752" y="305615"/>
                  <a:pt x="70729" y="310656"/>
                  <a:pt x="70729" y="316680"/>
                </a:cubicBezTo>
                <a:cubicBezTo>
                  <a:pt x="70729" y="322703"/>
                  <a:pt x="72752" y="327744"/>
                  <a:pt x="76810" y="331813"/>
                </a:cubicBezTo>
                <a:cubicBezTo>
                  <a:pt x="80879" y="335871"/>
                  <a:pt x="85919" y="337905"/>
                  <a:pt x="91943" y="337905"/>
                </a:cubicBezTo>
                <a:cubicBezTo>
                  <a:pt x="97967" y="337905"/>
                  <a:pt x="103007" y="335871"/>
                  <a:pt x="107065" y="331813"/>
                </a:cubicBezTo>
                <a:close/>
                <a:moveTo>
                  <a:pt x="203717" y="59916"/>
                </a:moveTo>
                <a:cubicBezTo>
                  <a:pt x="207786" y="55858"/>
                  <a:pt x="209809" y="50818"/>
                  <a:pt x="209809" y="44794"/>
                </a:cubicBezTo>
                <a:cubicBezTo>
                  <a:pt x="209809" y="38771"/>
                  <a:pt x="207786" y="33730"/>
                  <a:pt x="203717" y="29661"/>
                </a:cubicBezTo>
                <a:cubicBezTo>
                  <a:pt x="199659" y="25603"/>
                  <a:pt x="194619" y="23580"/>
                  <a:pt x="188595" y="23580"/>
                </a:cubicBezTo>
                <a:cubicBezTo>
                  <a:pt x="182571" y="23580"/>
                  <a:pt x="177531" y="25603"/>
                  <a:pt x="173473" y="29661"/>
                </a:cubicBezTo>
                <a:cubicBezTo>
                  <a:pt x="169404" y="33730"/>
                  <a:pt x="167381" y="38771"/>
                  <a:pt x="167381" y="44794"/>
                </a:cubicBezTo>
                <a:cubicBezTo>
                  <a:pt x="167381" y="50818"/>
                  <a:pt x="169404" y="55858"/>
                  <a:pt x="173473" y="59916"/>
                </a:cubicBezTo>
                <a:cubicBezTo>
                  <a:pt x="177531" y="63974"/>
                  <a:pt x="182571" y="66008"/>
                  <a:pt x="188595" y="66008"/>
                </a:cubicBezTo>
                <a:cubicBezTo>
                  <a:pt x="194619" y="66008"/>
                  <a:pt x="199659" y="63974"/>
                  <a:pt x="203717" y="59916"/>
                </a:cubicBezTo>
                <a:close/>
                <a:moveTo>
                  <a:pt x="188789" y="231812"/>
                </a:moveTo>
                <a:cubicBezTo>
                  <a:pt x="198619" y="231812"/>
                  <a:pt x="206929" y="228349"/>
                  <a:pt x="213741" y="221399"/>
                </a:cubicBezTo>
                <a:cubicBezTo>
                  <a:pt x="220553" y="214461"/>
                  <a:pt x="223959" y="206083"/>
                  <a:pt x="223959" y="196253"/>
                </a:cubicBezTo>
                <a:cubicBezTo>
                  <a:pt x="223959" y="186435"/>
                  <a:pt x="220542" y="178114"/>
                  <a:pt x="213707" y="171313"/>
                </a:cubicBezTo>
                <a:cubicBezTo>
                  <a:pt x="206860" y="164501"/>
                  <a:pt x="198493" y="161094"/>
                  <a:pt x="188595" y="161094"/>
                </a:cubicBezTo>
                <a:cubicBezTo>
                  <a:pt x="178902" y="161094"/>
                  <a:pt x="170581" y="164512"/>
                  <a:pt x="163643" y="171347"/>
                </a:cubicBezTo>
                <a:cubicBezTo>
                  <a:pt x="156705" y="178182"/>
                  <a:pt x="153231" y="186549"/>
                  <a:pt x="153231" y="196459"/>
                </a:cubicBezTo>
                <a:cubicBezTo>
                  <a:pt x="153231" y="206140"/>
                  <a:pt x="156705" y="214461"/>
                  <a:pt x="163643" y="221399"/>
                </a:cubicBezTo>
                <a:cubicBezTo>
                  <a:pt x="170581" y="228349"/>
                  <a:pt x="178971" y="231812"/>
                  <a:pt x="188789" y="231812"/>
                </a:cubicBezTo>
                <a:close/>
                <a:moveTo>
                  <a:pt x="300380" y="331813"/>
                </a:moveTo>
                <a:cubicBezTo>
                  <a:pt x="304438" y="327744"/>
                  <a:pt x="306473" y="322703"/>
                  <a:pt x="306473" y="316680"/>
                </a:cubicBezTo>
                <a:cubicBezTo>
                  <a:pt x="306473" y="310656"/>
                  <a:pt x="304438" y="305615"/>
                  <a:pt x="300380" y="301558"/>
                </a:cubicBezTo>
                <a:cubicBezTo>
                  <a:pt x="296311" y="297500"/>
                  <a:pt x="291271" y="295466"/>
                  <a:pt x="285247" y="295466"/>
                </a:cubicBezTo>
                <a:cubicBezTo>
                  <a:pt x="279223" y="295466"/>
                  <a:pt x="274183" y="297500"/>
                  <a:pt x="270125" y="301558"/>
                </a:cubicBezTo>
                <a:cubicBezTo>
                  <a:pt x="266068" y="305615"/>
                  <a:pt x="264033" y="310656"/>
                  <a:pt x="264033" y="316680"/>
                </a:cubicBezTo>
                <a:cubicBezTo>
                  <a:pt x="264033" y="322703"/>
                  <a:pt x="266068" y="327744"/>
                  <a:pt x="270125" y="331813"/>
                </a:cubicBezTo>
                <a:cubicBezTo>
                  <a:pt x="274183" y="335871"/>
                  <a:pt x="279223" y="337905"/>
                  <a:pt x="285247" y="337905"/>
                </a:cubicBezTo>
                <a:cubicBezTo>
                  <a:pt x="291271" y="337905"/>
                  <a:pt x="296311" y="335871"/>
                  <a:pt x="300380" y="331813"/>
                </a:cubicBezTo>
                <a:close/>
                <a:moveTo>
                  <a:pt x="347529" y="164432"/>
                </a:moveTo>
                <a:cubicBezTo>
                  <a:pt x="351587" y="160374"/>
                  <a:pt x="353621" y="155334"/>
                  <a:pt x="353621" y="149310"/>
                </a:cubicBezTo>
                <a:cubicBezTo>
                  <a:pt x="353621" y="143275"/>
                  <a:pt x="351587" y="138234"/>
                  <a:pt x="347529" y="134177"/>
                </a:cubicBezTo>
                <a:cubicBezTo>
                  <a:pt x="343460" y="130119"/>
                  <a:pt x="338419" y="128085"/>
                  <a:pt x="332396" y="128085"/>
                </a:cubicBezTo>
                <a:cubicBezTo>
                  <a:pt x="326372" y="128085"/>
                  <a:pt x="321332" y="130119"/>
                  <a:pt x="317274" y="134177"/>
                </a:cubicBezTo>
                <a:cubicBezTo>
                  <a:pt x="313216" y="138234"/>
                  <a:pt x="311182" y="143275"/>
                  <a:pt x="311182" y="149310"/>
                </a:cubicBezTo>
                <a:cubicBezTo>
                  <a:pt x="311182" y="155334"/>
                  <a:pt x="313216" y="160374"/>
                  <a:pt x="317274" y="164432"/>
                </a:cubicBezTo>
                <a:cubicBezTo>
                  <a:pt x="321332" y="168490"/>
                  <a:pt x="326372" y="170524"/>
                  <a:pt x="332396" y="170524"/>
                </a:cubicBezTo>
                <a:cubicBezTo>
                  <a:pt x="338419" y="170524"/>
                  <a:pt x="343460" y="168490"/>
                  <a:pt x="347529" y="164432"/>
                </a:cubicBezTo>
                <a:close/>
                <a:moveTo>
                  <a:pt x="188595" y="44794"/>
                </a:moveTo>
                <a:close/>
                <a:moveTo>
                  <a:pt x="44794" y="149310"/>
                </a:moveTo>
                <a:close/>
                <a:moveTo>
                  <a:pt x="188595" y="196459"/>
                </a:moveTo>
                <a:close/>
                <a:moveTo>
                  <a:pt x="332396" y="149310"/>
                </a:moveTo>
                <a:close/>
                <a:moveTo>
                  <a:pt x="91943" y="316680"/>
                </a:moveTo>
                <a:close/>
                <a:moveTo>
                  <a:pt x="285247" y="31668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0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201" name="圖示 付款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2175" y="212175"/>
                </a:moveTo>
                <a:cubicBezTo>
                  <a:pt x="199076" y="212175"/>
                  <a:pt x="187943" y="207580"/>
                  <a:pt x="178777" y="198413"/>
                </a:cubicBezTo>
                <a:cubicBezTo>
                  <a:pt x="169610" y="189247"/>
                  <a:pt x="165026" y="178114"/>
                  <a:pt x="165026" y="165026"/>
                </a:cubicBezTo>
                <a:cubicBezTo>
                  <a:pt x="165026" y="151928"/>
                  <a:pt x="169610" y="140795"/>
                  <a:pt x="178777" y="131628"/>
                </a:cubicBezTo>
                <a:cubicBezTo>
                  <a:pt x="187943" y="122461"/>
                  <a:pt x="199076" y="117878"/>
                  <a:pt x="212175" y="117878"/>
                </a:cubicBezTo>
                <a:cubicBezTo>
                  <a:pt x="225262" y="117878"/>
                  <a:pt x="236395" y="122461"/>
                  <a:pt x="245562" y="131628"/>
                </a:cubicBezTo>
                <a:cubicBezTo>
                  <a:pt x="254729" y="140795"/>
                  <a:pt x="259324" y="151928"/>
                  <a:pt x="259324" y="165026"/>
                </a:cubicBezTo>
                <a:cubicBezTo>
                  <a:pt x="259324" y="178114"/>
                  <a:pt x="254729" y="189247"/>
                  <a:pt x="245562" y="198413"/>
                </a:cubicBezTo>
                <a:cubicBezTo>
                  <a:pt x="236395" y="207580"/>
                  <a:pt x="225262" y="212175"/>
                  <a:pt x="212175" y="212175"/>
                </a:cubicBezTo>
                <a:close/>
                <a:moveTo>
                  <a:pt x="86445" y="267176"/>
                </a:moveTo>
                <a:cubicBezTo>
                  <a:pt x="79941" y="267176"/>
                  <a:pt x="74386" y="264867"/>
                  <a:pt x="69780" y="260261"/>
                </a:cubicBezTo>
                <a:cubicBezTo>
                  <a:pt x="65174" y="255621"/>
                  <a:pt x="62865" y="250077"/>
                  <a:pt x="62865" y="243608"/>
                </a:cubicBezTo>
                <a:lnTo>
                  <a:pt x="62865" y="86445"/>
                </a:lnTo>
                <a:cubicBezTo>
                  <a:pt x="62865" y="79941"/>
                  <a:pt x="65174" y="74386"/>
                  <a:pt x="69780" y="69780"/>
                </a:cubicBezTo>
                <a:cubicBezTo>
                  <a:pt x="74421" y="65174"/>
                  <a:pt x="79964" y="62865"/>
                  <a:pt x="86445" y="62865"/>
                </a:cubicBezTo>
                <a:lnTo>
                  <a:pt x="337905" y="62865"/>
                </a:lnTo>
                <a:cubicBezTo>
                  <a:pt x="344397" y="62865"/>
                  <a:pt x="349952" y="65174"/>
                  <a:pt x="354559" y="69780"/>
                </a:cubicBezTo>
                <a:cubicBezTo>
                  <a:pt x="359165" y="74386"/>
                  <a:pt x="361474" y="79941"/>
                  <a:pt x="361474" y="86445"/>
                </a:cubicBezTo>
                <a:lnTo>
                  <a:pt x="361474" y="243608"/>
                </a:lnTo>
                <a:cubicBezTo>
                  <a:pt x="361474" y="250100"/>
                  <a:pt x="359165" y="255655"/>
                  <a:pt x="354559" y="260261"/>
                </a:cubicBezTo>
                <a:cubicBezTo>
                  <a:pt x="349952" y="264867"/>
                  <a:pt x="344397" y="267176"/>
                  <a:pt x="337905" y="267176"/>
                </a:cubicBezTo>
                <a:lnTo>
                  <a:pt x="86445" y="267176"/>
                </a:lnTo>
                <a:close/>
                <a:moveTo>
                  <a:pt x="125730" y="243608"/>
                </a:moveTo>
                <a:lnTo>
                  <a:pt x="298609" y="243608"/>
                </a:lnTo>
                <a:cubicBezTo>
                  <a:pt x="298609" y="232600"/>
                  <a:pt x="302404" y="223296"/>
                  <a:pt x="310004" y="215707"/>
                </a:cubicBezTo>
                <a:cubicBezTo>
                  <a:pt x="317594" y="208106"/>
                  <a:pt x="326898" y="204311"/>
                  <a:pt x="337905" y="204311"/>
                </a:cubicBezTo>
                <a:lnTo>
                  <a:pt x="337905" y="125730"/>
                </a:lnTo>
                <a:cubicBezTo>
                  <a:pt x="326898" y="125730"/>
                  <a:pt x="317594" y="121935"/>
                  <a:pt x="310004" y="114334"/>
                </a:cubicBezTo>
                <a:cubicBezTo>
                  <a:pt x="302404" y="106745"/>
                  <a:pt x="298609" y="97441"/>
                  <a:pt x="298609" y="86445"/>
                </a:cubicBezTo>
                <a:lnTo>
                  <a:pt x="125730" y="86445"/>
                </a:lnTo>
                <a:cubicBezTo>
                  <a:pt x="125730" y="97441"/>
                  <a:pt x="121935" y="106745"/>
                  <a:pt x="114334" y="114334"/>
                </a:cubicBezTo>
                <a:cubicBezTo>
                  <a:pt x="106745" y="121935"/>
                  <a:pt x="97441" y="125730"/>
                  <a:pt x="86445" y="125730"/>
                </a:cubicBezTo>
                <a:lnTo>
                  <a:pt x="86445" y="204311"/>
                </a:lnTo>
                <a:cubicBezTo>
                  <a:pt x="97441" y="204311"/>
                  <a:pt x="106745" y="208106"/>
                  <a:pt x="114334" y="215707"/>
                </a:cubicBezTo>
                <a:cubicBezTo>
                  <a:pt x="121935" y="223296"/>
                  <a:pt x="125730" y="232600"/>
                  <a:pt x="125730" y="243608"/>
                </a:cubicBezTo>
                <a:close/>
                <a:moveTo>
                  <a:pt x="302541" y="314325"/>
                </a:moveTo>
                <a:lnTo>
                  <a:pt x="39296" y="314325"/>
                </a:lnTo>
                <a:cubicBezTo>
                  <a:pt x="32793" y="314325"/>
                  <a:pt x="27238" y="312016"/>
                  <a:pt x="22631" y="307410"/>
                </a:cubicBezTo>
                <a:cubicBezTo>
                  <a:pt x="18025" y="302769"/>
                  <a:pt x="15716" y="297226"/>
                  <a:pt x="15716" y="290756"/>
                </a:cubicBezTo>
                <a:lnTo>
                  <a:pt x="15716" y="121798"/>
                </a:lnTo>
                <a:cubicBezTo>
                  <a:pt x="15716" y="118449"/>
                  <a:pt x="16859" y="115649"/>
                  <a:pt x="19134" y="113397"/>
                </a:cubicBezTo>
                <a:cubicBezTo>
                  <a:pt x="21408" y="111145"/>
                  <a:pt x="24232" y="110014"/>
                  <a:pt x="27581" y="110014"/>
                </a:cubicBezTo>
                <a:cubicBezTo>
                  <a:pt x="30930" y="110014"/>
                  <a:pt x="33730" y="111145"/>
                  <a:pt x="35947" y="113397"/>
                </a:cubicBezTo>
                <a:cubicBezTo>
                  <a:pt x="38176" y="115649"/>
                  <a:pt x="39296" y="118449"/>
                  <a:pt x="39296" y="121798"/>
                </a:cubicBezTo>
                <a:lnTo>
                  <a:pt x="39296" y="290756"/>
                </a:lnTo>
                <a:lnTo>
                  <a:pt x="302541" y="290756"/>
                </a:lnTo>
                <a:cubicBezTo>
                  <a:pt x="305890" y="290756"/>
                  <a:pt x="308690" y="291888"/>
                  <a:pt x="310942" y="294174"/>
                </a:cubicBezTo>
                <a:cubicBezTo>
                  <a:pt x="313193" y="296448"/>
                  <a:pt x="314325" y="299260"/>
                  <a:pt x="314325" y="302621"/>
                </a:cubicBezTo>
                <a:cubicBezTo>
                  <a:pt x="314325" y="305970"/>
                  <a:pt x="313193" y="308759"/>
                  <a:pt x="310942" y="310987"/>
                </a:cubicBezTo>
                <a:cubicBezTo>
                  <a:pt x="308690" y="313216"/>
                  <a:pt x="305890" y="314325"/>
                  <a:pt x="302541" y="314325"/>
                </a:cubicBezTo>
                <a:close/>
                <a:moveTo>
                  <a:pt x="86445" y="243608"/>
                </a:moveTo>
                <a:lnTo>
                  <a:pt x="86445" y="86445"/>
                </a:lnTo>
                <a:lnTo>
                  <a:pt x="86445" y="24360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2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3" name="圖示 金額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984" y="330041"/>
                </a:moveTo>
                <a:cubicBezTo>
                  <a:pt x="185577" y="330041"/>
                  <a:pt x="182766" y="328933"/>
                  <a:pt x="180537" y="326704"/>
                </a:cubicBezTo>
                <a:cubicBezTo>
                  <a:pt x="178319" y="324475"/>
                  <a:pt x="177199" y="321663"/>
                  <a:pt x="177199" y="318257"/>
                </a:cubicBezTo>
                <a:lnTo>
                  <a:pt x="177199" y="297043"/>
                </a:lnTo>
                <a:cubicBezTo>
                  <a:pt x="164626" y="294940"/>
                  <a:pt x="153894" y="290493"/>
                  <a:pt x="144978" y="283681"/>
                </a:cubicBezTo>
                <a:cubicBezTo>
                  <a:pt x="136074" y="276869"/>
                  <a:pt x="129136" y="268228"/>
                  <a:pt x="124164" y="257747"/>
                </a:cubicBezTo>
                <a:cubicBezTo>
                  <a:pt x="122850" y="254866"/>
                  <a:pt x="122850" y="251849"/>
                  <a:pt x="124164" y="248705"/>
                </a:cubicBezTo>
                <a:cubicBezTo>
                  <a:pt x="125467" y="245562"/>
                  <a:pt x="127696" y="243345"/>
                  <a:pt x="130839" y="242030"/>
                </a:cubicBezTo>
                <a:cubicBezTo>
                  <a:pt x="133720" y="240716"/>
                  <a:pt x="136669" y="240716"/>
                  <a:pt x="139675" y="242030"/>
                </a:cubicBezTo>
                <a:cubicBezTo>
                  <a:pt x="142692" y="243345"/>
                  <a:pt x="144978" y="245436"/>
                  <a:pt x="146555" y="248317"/>
                </a:cubicBezTo>
                <a:cubicBezTo>
                  <a:pt x="151265" y="257221"/>
                  <a:pt x="157425" y="263907"/>
                  <a:pt x="165026" y="268354"/>
                </a:cubicBezTo>
                <a:cubicBezTo>
                  <a:pt x="172616" y="272811"/>
                  <a:pt x="181394" y="275040"/>
                  <a:pt x="191350" y="275040"/>
                </a:cubicBezTo>
                <a:cubicBezTo>
                  <a:pt x="203923" y="275040"/>
                  <a:pt x="214267" y="271897"/>
                  <a:pt x="222382" y="265610"/>
                </a:cubicBezTo>
                <a:cubicBezTo>
                  <a:pt x="230509" y="259324"/>
                  <a:pt x="234566" y="250671"/>
                  <a:pt x="234566" y="239676"/>
                </a:cubicBezTo>
                <a:cubicBezTo>
                  <a:pt x="234566" y="228143"/>
                  <a:pt x="230966" y="219239"/>
                  <a:pt x="223765" y="212952"/>
                </a:cubicBezTo>
                <a:cubicBezTo>
                  <a:pt x="216553" y="206666"/>
                  <a:pt x="202997" y="200254"/>
                  <a:pt x="183097" y="193704"/>
                </a:cubicBezTo>
                <a:cubicBezTo>
                  <a:pt x="164238" y="187681"/>
                  <a:pt x="150156" y="179691"/>
                  <a:pt x="140852" y="169736"/>
                </a:cubicBezTo>
                <a:cubicBezTo>
                  <a:pt x="131559" y="159780"/>
                  <a:pt x="126907" y="147344"/>
                  <a:pt x="126907" y="132405"/>
                </a:cubicBezTo>
                <a:cubicBezTo>
                  <a:pt x="126907" y="118003"/>
                  <a:pt x="131559" y="105956"/>
                  <a:pt x="140852" y="96263"/>
                </a:cubicBezTo>
                <a:cubicBezTo>
                  <a:pt x="150156" y="86571"/>
                  <a:pt x="162272" y="81073"/>
                  <a:pt x="177199" y="79759"/>
                </a:cubicBezTo>
                <a:lnTo>
                  <a:pt x="177199" y="58933"/>
                </a:lnTo>
                <a:cubicBezTo>
                  <a:pt x="177199" y="55527"/>
                  <a:pt x="178319" y="52715"/>
                  <a:pt x="180537" y="50486"/>
                </a:cubicBezTo>
                <a:cubicBezTo>
                  <a:pt x="182766" y="48257"/>
                  <a:pt x="185577" y="47149"/>
                  <a:pt x="188984" y="47149"/>
                </a:cubicBezTo>
                <a:cubicBezTo>
                  <a:pt x="192390" y="47149"/>
                  <a:pt x="195213" y="48257"/>
                  <a:pt x="197430" y="50486"/>
                </a:cubicBezTo>
                <a:cubicBezTo>
                  <a:pt x="199659" y="52715"/>
                  <a:pt x="200779" y="55527"/>
                  <a:pt x="200779" y="58933"/>
                </a:cubicBezTo>
                <a:lnTo>
                  <a:pt x="200779" y="79759"/>
                </a:lnTo>
                <a:cubicBezTo>
                  <a:pt x="210209" y="81073"/>
                  <a:pt x="218656" y="83953"/>
                  <a:pt x="226120" y="88400"/>
                </a:cubicBezTo>
                <a:cubicBezTo>
                  <a:pt x="233583" y="92857"/>
                  <a:pt x="239801" y="98618"/>
                  <a:pt x="244785" y="105693"/>
                </a:cubicBezTo>
                <a:cubicBezTo>
                  <a:pt x="246614" y="108311"/>
                  <a:pt x="247002" y="111122"/>
                  <a:pt x="245962" y="114140"/>
                </a:cubicBezTo>
                <a:cubicBezTo>
                  <a:pt x="244911" y="117146"/>
                  <a:pt x="242819" y="119318"/>
                  <a:pt x="239676" y="120621"/>
                </a:cubicBezTo>
                <a:cubicBezTo>
                  <a:pt x="236795" y="121935"/>
                  <a:pt x="233778" y="122061"/>
                  <a:pt x="230635" y="121021"/>
                </a:cubicBezTo>
                <a:cubicBezTo>
                  <a:pt x="227491" y="119969"/>
                  <a:pt x="224874" y="118003"/>
                  <a:pt x="222782" y="115123"/>
                </a:cubicBezTo>
                <a:cubicBezTo>
                  <a:pt x="219113" y="110402"/>
                  <a:pt x="214587" y="106939"/>
                  <a:pt x="209226" y="104710"/>
                </a:cubicBezTo>
                <a:cubicBezTo>
                  <a:pt x="203854" y="102481"/>
                  <a:pt x="197373" y="101373"/>
                  <a:pt x="189772" y="101373"/>
                </a:cubicBezTo>
                <a:cubicBezTo>
                  <a:pt x="177725" y="101373"/>
                  <a:pt x="168170" y="104116"/>
                  <a:pt x="161094" y="109625"/>
                </a:cubicBezTo>
                <a:cubicBezTo>
                  <a:pt x="154019" y="115123"/>
                  <a:pt x="150487" y="122587"/>
                  <a:pt x="150487" y="132017"/>
                </a:cubicBezTo>
                <a:cubicBezTo>
                  <a:pt x="150487" y="141972"/>
                  <a:pt x="154408" y="150030"/>
                  <a:pt x="162272" y="156180"/>
                </a:cubicBezTo>
                <a:cubicBezTo>
                  <a:pt x="170124" y="162340"/>
                  <a:pt x="184663" y="168684"/>
                  <a:pt x="205889" y="175233"/>
                </a:cubicBezTo>
                <a:cubicBezTo>
                  <a:pt x="223697" y="180743"/>
                  <a:pt x="236852" y="188664"/>
                  <a:pt x="245368" y="199008"/>
                </a:cubicBezTo>
                <a:cubicBezTo>
                  <a:pt x="253883" y="209352"/>
                  <a:pt x="258135" y="222382"/>
                  <a:pt x="258135" y="238098"/>
                </a:cubicBezTo>
                <a:cubicBezTo>
                  <a:pt x="258135" y="254603"/>
                  <a:pt x="253289" y="267896"/>
                  <a:pt x="243608" y="277978"/>
                </a:cubicBezTo>
                <a:cubicBezTo>
                  <a:pt x="233915" y="288070"/>
                  <a:pt x="219639" y="294551"/>
                  <a:pt x="200779" y="297431"/>
                </a:cubicBezTo>
                <a:lnTo>
                  <a:pt x="200779" y="318257"/>
                </a:lnTo>
                <a:cubicBezTo>
                  <a:pt x="200779" y="321663"/>
                  <a:pt x="199659" y="324475"/>
                  <a:pt x="197430" y="326704"/>
                </a:cubicBezTo>
                <a:cubicBezTo>
                  <a:pt x="195213" y="328933"/>
                  <a:pt x="192390" y="330041"/>
                  <a:pt x="188984" y="33004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4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5" name="圖示 節省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0366" y="330041"/>
                </a:moveTo>
                <a:cubicBezTo>
                  <a:pt x="84868" y="330041"/>
                  <a:pt x="79690" y="328212"/>
                  <a:pt x="74844" y="324543"/>
                </a:cubicBezTo>
                <a:cubicBezTo>
                  <a:pt x="69997" y="320897"/>
                  <a:pt x="66797" y="316451"/>
                  <a:pt x="65220" y="311182"/>
                </a:cubicBezTo>
                <a:cubicBezTo>
                  <a:pt x="58670" y="288653"/>
                  <a:pt x="53241" y="269211"/>
                  <a:pt x="48920" y="252832"/>
                </a:cubicBezTo>
                <a:cubicBezTo>
                  <a:pt x="44600" y="236464"/>
                  <a:pt x="41137" y="222096"/>
                  <a:pt x="38542" y="209729"/>
                </a:cubicBezTo>
                <a:cubicBezTo>
                  <a:pt x="35982" y="197373"/>
                  <a:pt x="34153" y="186400"/>
                  <a:pt x="33078" y="176811"/>
                </a:cubicBezTo>
                <a:cubicBezTo>
                  <a:pt x="31981" y="167244"/>
                  <a:pt x="31433" y="158077"/>
                  <a:pt x="31433" y="149310"/>
                </a:cubicBezTo>
                <a:cubicBezTo>
                  <a:pt x="31433" y="125204"/>
                  <a:pt x="39811" y="104779"/>
                  <a:pt x="56579" y="88011"/>
                </a:cubicBezTo>
                <a:cubicBezTo>
                  <a:pt x="73346" y="71243"/>
                  <a:pt x="93772" y="62865"/>
                  <a:pt x="117878" y="62865"/>
                </a:cubicBezTo>
                <a:lnTo>
                  <a:pt x="196459" y="62865"/>
                </a:lnTo>
                <a:cubicBezTo>
                  <a:pt x="203523" y="53435"/>
                  <a:pt x="212495" y="45834"/>
                  <a:pt x="223365" y="40074"/>
                </a:cubicBezTo>
                <a:cubicBezTo>
                  <a:pt x="234235" y="34313"/>
                  <a:pt x="246225" y="31433"/>
                  <a:pt x="259324" y="31433"/>
                </a:cubicBezTo>
                <a:cubicBezTo>
                  <a:pt x="265862" y="31433"/>
                  <a:pt x="271428" y="33730"/>
                  <a:pt x="276012" y="38313"/>
                </a:cubicBezTo>
                <a:cubicBezTo>
                  <a:pt x="280595" y="42897"/>
                  <a:pt x="282893" y="48463"/>
                  <a:pt x="282893" y="55013"/>
                </a:cubicBezTo>
                <a:cubicBezTo>
                  <a:pt x="282893" y="56579"/>
                  <a:pt x="282698" y="58156"/>
                  <a:pt x="282298" y="59722"/>
                </a:cubicBezTo>
                <a:cubicBezTo>
                  <a:pt x="281910" y="61299"/>
                  <a:pt x="281452" y="62739"/>
                  <a:pt x="280927" y="64042"/>
                </a:cubicBezTo>
                <a:cubicBezTo>
                  <a:pt x="279875" y="66923"/>
                  <a:pt x="278903" y="69803"/>
                  <a:pt x="277978" y="72683"/>
                </a:cubicBezTo>
                <a:cubicBezTo>
                  <a:pt x="277063" y="75564"/>
                  <a:pt x="276343" y="78707"/>
                  <a:pt x="275817" y="82113"/>
                </a:cubicBezTo>
                <a:lnTo>
                  <a:pt x="311570" y="117878"/>
                </a:lnTo>
                <a:lnTo>
                  <a:pt x="333973" y="117878"/>
                </a:lnTo>
                <a:cubicBezTo>
                  <a:pt x="337322" y="117878"/>
                  <a:pt x="340123" y="118998"/>
                  <a:pt x="342374" y="121249"/>
                </a:cubicBezTo>
                <a:cubicBezTo>
                  <a:pt x="344626" y="123501"/>
                  <a:pt x="345758" y="126302"/>
                  <a:pt x="345758" y="129662"/>
                </a:cubicBezTo>
                <a:lnTo>
                  <a:pt x="345758" y="218850"/>
                </a:lnTo>
                <a:cubicBezTo>
                  <a:pt x="345758" y="221525"/>
                  <a:pt x="345037" y="223891"/>
                  <a:pt x="343597" y="225960"/>
                </a:cubicBezTo>
                <a:cubicBezTo>
                  <a:pt x="342157" y="228029"/>
                  <a:pt x="340123" y="229457"/>
                  <a:pt x="337505" y="230246"/>
                </a:cubicBezTo>
                <a:lnTo>
                  <a:pt x="301398" y="242145"/>
                </a:lnTo>
                <a:lnTo>
                  <a:pt x="280138" y="313148"/>
                </a:lnTo>
                <a:cubicBezTo>
                  <a:pt x="278572" y="318280"/>
                  <a:pt x="275714" y="322383"/>
                  <a:pt x="271577" y="325446"/>
                </a:cubicBezTo>
                <a:cubicBezTo>
                  <a:pt x="267416" y="328510"/>
                  <a:pt x="262673" y="330041"/>
                  <a:pt x="257358" y="330041"/>
                </a:cubicBezTo>
                <a:lnTo>
                  <a:pt x="212175" y="330041"/>
                </a:lnTo>
                <a:cubicBezTo>
                  <a:pt x="205671" y="330041"/>
                  <a:pt x="200116" y="327732"/>
                  <a:pt x="195510" y="323126"/>
                </a:cubicBezTo>
                <a:cubicBezTo>
                  <a:pt x="190904" y="318486"/>
                  <a:pt x="188595" y="312942"/>
                  <a:pt x="188595" y="306473"/>
                </a:cubicBezTo>
                <a:lnTo>
                  <a:pt x="188595" y="298609"/>
                </a:lnTo>
                <a:lnTo>
                  <a:pt x="157163" y="298609"/>
                </a:lnTo>
                <a:lnTo>
                  <a:pt x="157163" y="306473"/>
                </a:lnTo>
                <a:cubicBezTo>
                  <a:pt x="157163" y="312965"/>
                  <a:pt x="154854" y="318520"/>
                  <a:pt x="150247" y="323126"/>
                </a:cubicBezTo>
                <a:cubicBezTo>
                  <a:pt x="145641" y="327732"/>
                  <a:pt x="140086" y="330041"/>
                  <a:pt x="133594" y="330041"/>
                </a:cubicBezTo>
                <a:lnTo>
                  <a:pt x="90366" y="330041"/>
                </a:lnTo>
                <a:close/>
                <a:moveTo>
                  <a:pt x="88400" y="306473"/>
                </a:moveTo>
                <a:lnTo>
                  <a:pt x="133594" y="306473"/>
                </a:lnTo>
                <a:lnTo>
                  <a:pt x="133594" y="275040"/>
                </a:lnTo>
                <a:lnTo>
                  <a:pt x="212175" y="275040"/>
                </a:lnTo>
                <a:lnTo>
                  <a:pt x="212175" y="306473"/>
                </a:lnTo>
                <a:lnTo>
                  <a:pt x="257358" y="306473"/>
                </a:lnTo>
                <a:lnTo>
                  <a:pt x="282104" y="223959"/>
                </a:lnTo>
                <a:lnTo>
                  <a:pt x="322189" y="210209"/>
                </a:lnTo>
                <a:lnTo>
                  <a:pt x="322189" y="141446"/>
                </a:lnTo>
                <a:lnTo>
                  <a:pt x="301752" y="141446"/>
                </a:lnTo>
                <a:lnTo>
                  <a:pt x="251460" y="91154"/>
                </a:lnTo>
                <a:cubicBezTo>
                  <a:pt x="251723" y="86697"/>
                  <a:pt x="252443" y="81267"/>
                  <a:pt x="253620" y="74844"/>
                </a:cubicBezTo>
                <a:cubicBezTo>
                  <a:pt x="254798" y="68431"/>
                  <a:pt x="256432" y="61299"/>
                  <a:pt x="258535" y="53435"/>
                </a:cubicBezTo>
                <a:cubicBezTo>
                  <a:pt x="247265" y="56316"/>
                  <a:pt x="237321" y="60636"/>
                  <a:pt x="228669" y="66397"/>
                </a:cubicBezTo>
                <a:cubicBezTo>
                  <a:pt x="220028" y="72169"/>
                  <a:pt x="213741" y="78844"/>
                  <a:pt x="209809" y="86445"/>
                </a:cubicBezTo>
                <a:lnTo>
                  <a:pt x="117878" y="86445"/>
                </a:lnTo>
                <a:cubicBezTo>
                  <a:pt x="100504" y="86445"/>
                  <a:pt x="85691" y="92583"/>
                  <a:pt x="73438" y="104870"/>
                </a:cubicBezTo>
                <a:cubicBezTo>
                  <a:pt x="61151" y="117123"/>
                  <a:pt x="55013" y="131936"/>
                  <a:pt x="55013" y="149310"/>
                </a:cubicBezTo>
                <a:cubicBezTo>
                  <a:pt x="55013" y="160306"/>
                  <a:pt x="57893" y="179497"/>
                  <a:pt x="63654" y="206860"/>
                </a:cubicBezTo>
                <a:cubicBezTo>
                  <a:pt x="69414" y="234235"/>
                  <a:pt x="77667" y="267439"/>
                  <a:pt x="88400" y="306473"/>
                </a:cubicBezTo>
                <a:close/>
                <a:moveTo>
                  <a:pt x="262661" y="168364"/>
                </a:moveTo>
                <a:cubicBezTo>
                  <a:pt x="265667" y="165346"/>
                  <a:pt x="267176" y="161620"/>
                  <a:pt x="267176" y="157163"/>
                </a:cubicBezTo>
                <a:cubicBezTo>
                  <a:pt x="267176" y="152705"/>
                  <a:pt x="265667" y="148979"/>
                  <a:pt x="262661" y="145961"/>
                </a:cubicBezTo>
                <a:cubicBezTo>
                  <a:pt x="259644" y="142955"/>
                  <a:pt x="255918" y="141446"/>
                  <a:pt x="251460" y="141446"/>
                </a:cubicBezTo>
                <a:cubicBezTo>
                  <a:pt x="247002" y="141446"/>
                  <a:pt x="243276" y="142955"/>
                  <a:pt x="240259" y="145961"/>
                </a:cubicBezTo>
                <a:cubicBezTo>
                  <a:pt x="237253" y="148979"/>
                  <a:pt x="235744" y="152705"/>
                  <a:pt x="235744" y="157163"/>
                </a:cubicBezTo>
                <a:cubicBezTo>
                  <a:pt x="235744" y="161620"/>
                  <a:pt x="237253" y="165346"/>
                  <a:pt x="240259" y="168364"/>
                </a:cubicBezTo>
                <a:cubicBezTo>
                  <a:pt x="243276" y="171370"/>
                  <a:pt x="247002" y="172879"/>
                  <a:pt x="251460" y="172879"/>
                </a:cubicBezTo>
                <a:cubicBezTo>
                  <a:pt x="255918" y="172879"/>
                  <a:pt x="259644" y="171370"/>
                  <a:pt x="262661" y="168364"/>
                </a:cubicBezTo>
                <a:close/>
                <a:moveTo>
                  <a:pt x="192527" y="133594"/>
                </a:moveTo>
                <a:cubicBezTo>
                  <a:pt x="195876" y="133594"/>
                  <a:pt x="198676" y="132451"/>
                  <a:pt x="200928" y="130165"/>
                </a:cubicBezTo>
                <a:cubicBezTo>
                  <a:pt x="203180" y="127890"/>
                  <a:pt x="204311" y="125078"/>
                  <a:pt x="204311" y="121718"/>
                </a:cubicBezTo>
                <a:cubicBezTo>
                  <a:pt x="204311" y="118369"/>
                  <a:pt x="203180" y="115580"/>
                  <a:pt x="200928" y="113351"/>
                </a:cubicBezTo>
                <a:cubicBezTo>
                  <a:pt x="198676" y="111122"/>
                  <a:pt x="195876" y="110014"/>
                  <a:pt x="192527" y="110014"/>
                </a:cubicBezTo>
                <a:lnTo>
                  <a:pt x="137514" y="110014"/>
                </a:lnTo>
                <a:cubicBezTo>
                  <a:pt x="134165" y="110014"/>
                  <a:pt x="131365" y="111157"/>
                  <a:pt x="129113" y="113431"/>
                </a:cubicBezTo>
                <a:cubicBezTo>
                  <a:pt x="126862" y="115706"/>
                  <a:pt x="125730" y="118529"/>
                  <a:pt x="125730" y="121878"/>
                </a:cubicBezTo>
                <a:cubicBezTo>
                  <a:pt x="125730" y="125227"/>
                  <a:pt x="126862" y="128027"/>
                  <a:pt x="129113" y="130245"/>
                </a:cubicBezTo>
                <a:cubicBezTo>
                  <a:pt x="131365" y="132474"/>
                  <a:pt x="134165" y="133594"/>
                  <a:pt x="137514" y="133594"/>
                </a:cubicBezTo>
                <a:lnTo>
                  <a:pt x="192527" y="133594"/>
                </a:lnTo>
                <a:close/>
                <a:moveTo>
                  <a:pt x="188595" y="179954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6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07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7118" y="345758"/>
                  <a:pt x="146818" y="341631"/>
                  <a:pt x="127696" y="333379"/>
                </a:cubicBezTo>
                <a:cubicBezTo>
                  <a:pt x="108574" y="325126"/>
                  <a:pt x="91874" y="313868"/>
                  <a:pt x="77598" y="299592"/>
                </a:cubicBezTo>
                <a:cubicBezTo>
                  <a:pt x="63322" y="285316"/>
                  <a:pt x="52064" y="268616"/>
                  <a:pt x="43811" y="249494"/>
                </a:cubicBezTo>
                <a:cubicBezTo>
                  <a:pt x="35559" y="230372"/>
                  <a:pt x="31433" y="210072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322" y="91543"/>
                  <a:pt x="77598" y="77404"/>
                </a:cubicBezTo>
                <a:cubicBezTo>
                  <a:pt x="91874" y="63254"/>
                  <a:pt x="108574" y="52064"/>
                  <a:pt x="127696" y="43811"/>
                </a:cubicBezTo>
                <a:cubicBezTo>
                  <a:pt x="146818" y="35559"/>
                  <a:pt x="167118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072"/>
                  <a:pt x="341631" y="230372"/>
                  <a:pt x="333379" y="249494"/>
                </a:cubicBezTo>
                <a:cubicBezTo>
                  <a:pt x="325126" y="268616"/>
                  <a:pt x="313936" y="285316"/>
                  <a:pt x="299786" y="299592"/>
                </a:cubicBezTo>
                <a:cubicBezTo>
                  <a:pt x="285647" y="313868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147"/>
                  <a:pt x="283281" y="283087"/>
                </a:cubicBezTo>
                <a:cubicBezTo>
                  <a:pt x="309216" y="257026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164" y="67974"/>
                  <a:pt x="94103" y="93909"/>
                </a:cubicBezTo>
                <a:cubicBezTo>
                  <a:pt x="68043" y="119832"/>
                  <a:pt x="55013" y="151402"/>
                  <a:pt x="55013" y="188595"/>
                </a:cubicBezTo>
                <a:cubicBezTo>
                  <a:pt x="55013" y="225525"/>
                  <a:pt x="68043" y="257026"/>
                  <a:pt x="94103" y="283087"/>
                </a:cubicBezTo>
                <a:cubicBezTo>
                  <a:pt x="120164" y="309147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  <a:moveTo>
                  <a:pt x="195670" y="298014"/>
                </a:moveTo>
                <a:cubicBezTo>
                  <a:pt x="197762" y="295797"/>
                  <a:pt x="198813" y="293237"/>
                  <a:pt x="198813" y="290356"/>
                </a:cubicBezTo>
                <a:lnTo>
                  <a:pt x="198813" y="280927"/>
                </a:lnTo>
                <a:cubicBezTo>
                  <a:pt x="214530" y="279098"/>
                  <a:pt x="226908" y="273794"/>
                  <a:pt x="235938" y="265016"/>
                </a:cubicBezTo>
                <a:cubicBezTo>
                  <a:pt x="244979" y="256238"/>
                  <a:pt x="249494" y="245048"/>
                  <a:pt x="249494" y="231423"/>
                </a:cubicBezTo>
                <a:cubicBezTo>
                  <a:pt x="249494" y="217799"/>
                  <a:pt x="245768" y="206929"/>
                  <a:pt x="238293" y="198813"/>
                </a:cubicBezTo>
                <a:cubicBezTo>
                  <a:pt x="230829" y="190687"/>
                  <a:pt x="217936" y="183623"/>
                  <a:pt x="199602" y="177599"/>
                </a:cubicBezTo>
                <a:cubicBezTo>
                  <a:pt x="183097" y="172090"/>
                  <a:pt x="171770" y="166661"/>
                  <a:pt x="165609" y="161289"/>
                </a:cubicBezTo>
                <a:cubicBezTo>
                  <a:pt x="159460" y="155917"/>
                  <a:pt x="156374" y="148910"/>
                  <a:pt x="156374" y="140269"/>
                </a:cubicBezTo>
                <a:cubicBezTo>
                  <a:pt x="156374" y="132142"/>
                  <a:pt x="159323" y="125799"/>
                  <a:pt x="165221" y="121215"/>
                </a:cubicBezTo>
                <a:cubicBezTo>
                  <a:pt x="171107" y="116632"/>
                  <a:pt x="179165" y="114334"/>
                  <a:pt x="189384" y="114334"/>
                </a:cubicBezTo>
                <a:cubicBezTo>
                  <a:pt x="195670" y="114334"/>
                  <a:pt x="201294" y="115512"/>
                  <a:pt x="206277" y="117878"/>
                </a:cubicBezTo>
                <a:cubicBezTo>
                  <a:pt x="211249" y="120232"/>
                  <a:pt x="215570" y="123764"/>
                  <a:pt x="219239" y="128485"/>
                </a:cubicBezTo>
                <a:cubicBezTo>
                  <a:pt x="221079" y="130576"/>
                  <a:pt x="223296" y="132017"/>
                  <a:pt x="225925" y="132805"/>
                </a:cubicBezTo>
                <a:cubicBezTo>
                  <a:pt x="228543" y="133594"/>
                  <a:pt x="231035" y="133331"/>
                  <a:pt x="233389" y="132017"/>
                </a:cubicBezTo>
                <a:cubicBezTo>
                  <a:pt x="236270" y="130702"/>
                  <a:pt x="238167" y="128610"/>
                  <a:pt x="239081" y="125730"/>
                </a:cubicBezTo>
                <a:cubicBezTo>
                  <a:pt x="239996" y="122850"/>
                  <a:pt x="239539" y="120232"/>
                  <a:pt x="237710" y="117878"/>
                </a:cubicBezTo>
                <a:cubicBezTo>
                  <a:pt x="233252" y="111591"/>
                  <a:pt x="227823" y="106608"/>
                  <a:pt x="221399" y="102939"/>
                </a:cubicBezTo>
                <a:cubicBezTo>
                  <a:pt x="214987" y="99270"/>
                  <a:pt x="207717" y="97052"/>
                  <a:pt x="199602" y="96263"/>
                </a:cubicBezTo>
                <a:lnTo>
                  <a:pt x="199602" y="86834"/>
                </a:lnTo>
                <a:cubicBezTo>
                  <a:pt x="199602" y="83953"/>
                  <a:pt x="198551" y="81462"/>
                  <a:pt x="196459" y="79370"/>
                </a:cubicBezTo>
                <a:cubicBezTo>
                  <a:pt x="194356" y="77267"/>
                  <a:pt x="191864" y="76227"/>
                  <a:pt x="188984" y="76227"/>
                </a:cubicBezTo>
                <a:cubicBezTo>
                  <a:pt x="186103" y="76227"/>
                  <a:pt x="183554" y="77267"/>
                  <a:pt x="181326" y="79370"/>
                </a:cubicBezTo>
                <a:cubicBezTo>
                  <a:pt x="179097" y="81462"/>
                  <a:pt x="177988" y="83953"/>
                  <a:pt x="177988" y="86834"/>
                </a:cubicBezTo>
                <a:lnTo>
                  <a:pt x="177988" y="96263"/>
                </a:lnTo>
                <a:cubicBezTo>
                  <a:pt x="164626" y="98092"/>
                  <a:pt x="154088" y="102939"/>
                  <a:pt x="146361" y="110802"/>
                </a:cubicBezTo>
                <a:cubicBezTo>
                  <a:pt x="138634" y="118655"/>
                  <a:pt x="134771" y="128485"/>
                  <a:pt x="134771" y="140269"/>
                </a:cubicBezTo>
                <a:cubicBezTo>
                  <a:pt x="134771" y="153105"/>
                  <a:pt x="138109" y="163323"/>
                  <a:pt x="144784" y="170913"/>
                </a:cubicBezTo>
                <a:cubicBezTo>
                  <a:pt x="151470" y="178514"/>
                  <a:pt x="163838" y="185715"/>
                  <a:pt x="181920" y="192527"/>
                </a:cubicBezTo>
                <a:cubicBezTo>
                  <a:pt x="200516" y="199602"/>
                  <a:pt x="212827" y="205751"/>
                  <a:pt x="218850" y="210986"/>
                </a:cubicBezTo>
                <a:cubicBezTo>
                  <a:pt x="224874" y="216233"/>
                  <a:pt x="227891" y="223045"/>
                  <a:pt x="227891" y="231423"/>
                </a:cubicBezTo>
                <a:cubicBezTo>
                  <a:pt x="227891" y="240064"/>
                  <a:pt x="224348" y="247334"/>
                  <a:pt x="217273" y="253232"/>
                </a:cubicBezTo>
                <a:cubicBezTo>
                  <a:pt x="210209" y="259118"/>
                  <a:pt x="201557" y="262067"/>
                  <a:pt x="191350" y="262067"/>
                </a:cubicBezTo>
                <a:cubicBezTo>
                  <a:pt x="182697" y="262067"/>
                  <a:pt x="174776" y="259975"/>
                  <a:pt x="167575" y="255781"/>
                </a:cubicBezTo>
                <a:cubicBezTo>
                  <a:pt x="160374" y="251586"/>
                  <a:pt x="154808" y="245699"/>
                  <a:pt x="150876" y="238098"/>
                </a:cubicBezTo>
                <a:cubicBezTo>
                  <a:pt x="149562" y="236007"/>
                  <a:pt x="147801" y="234372"/>
                  <a:pt x="145572" y="233195"/>
                </a:cubicBezTo>
                <a:cubicBezTo>
                  <a:pt x="143344" y="232006"/>
                  <a:pt x="141058" y="231812"/>
                  <a:pt x="138692" y="232600"/>
                </a:cubicBezTo>
                <a:cubicBezTo>
                  <a:pt x="135285" y="233915"/>
                  <a:pt x="132999" y="235938"/>
                  <a:pt x="131822" y="238693"/>
                </a:cubicBezTo>
                <a:cubicBezTo>
                  <a:pt x="130645" y="241436"/>
                  <a:pt x="130965" y="244259"/>
                  <a:pt x="132805" y="247139"/>
                </a:cubicBezTo>
                <a:cubicBezTo>
                  <a:pt x="138040" y="255781"/>
                  <a:pt x="144258" y="262787"/>
                  <a:pt x="151470" y="268159"/>
                </a:cubicBezTo>
                <a:cubicBezTo>
                  <a:pt x="158671" y="273531"/>
                  <a:pt x="167244" y="277520"/>
                  <a:pt x="177199" y="280138"/>
                </a:cubicBezTo>
                <a:lnTo>
                  <a:pt x="177199" y="290756"/>
                </a:lnTo>
                <a:cubicBezTo>
                  <a:pt x="177199" y="293637"/>
                  <a:pt x="178319" y="296117"/>
                  <a:pt x="180537" y="298220"/>
                </a:cubicBezTo>
                <a:cubicBezTo>
                  <a:pt x="182766" y="300312"/>
                  <a:pt x="185326" y="301363"/>
                  <a:pt x="188206" y="301363"/>
                </a:cubicBezTo>
                <a:cubicBezTo>
                  <a:pt x="191087" y="301363"/>
                  <a:pt x="193567" y="300243"/>
                  <a:pt x="195670" y="298014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8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09" name="圖示 財務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302" y="270708"/>
                </a:moveTo>
                <a:lnTo>
                  <a:pt x="83302" y="161094"/>
                </a:lnTo>
                <a:cubicBezTo>
                  <a:pt x="83302" y="157734"/>
                  <a:pt x="84433" y="154934"/>
                  <a:pt x="86719" y="152682"/>
                </a:cubicBezTo>
                <a:cubicBezTo>
                  <a:pt x="88994" y="150430"/>
                  <a:pt x="91806" y="149310"/>
                  <a:pt x="95166" y="149310"/>
                </a:cubicBezTo>
                <a:cubicBezTo>
                  <a:pt x="98515" y="149310"/>
                  <a:pt x="101304" y="150430"/>
                  <a:pt x="103533" y="152682"/>
                </a:cubicBezTo>
                <a:cubicBezTo>
                  <a:pt x="105762" y="154934"/>
                  <a:pt x="106871" y="157734"/>
                  <a:pt x="106871" y="161094"/>
                </a:cubicBezTo>
                <a:lnTo>
                  <a:pt x="106871" y="270708"/>
                </a:lnTo>
                <a:cubicBezTo>
                  <a:pt x="106871" y="274069"/>
                  <a:pt x="105728" y="276869"/>
                  <a:pt x="103453" y="279121"/>
                </a:cubicBezTo>
                <a:cubicBezTo>
                  <a:pt x="101178" y="281372"/>
                  <a:pt x="98355" y="282504"/>
                  <a:pt x="95006" y="282504"/>
                </a:cubicBezTo>
                <a:cubicBezTo>
                  <a:pt x="91657" y="282504"/>
                  <a:pt x="88857" y="281372"/>
                  <a:pt x="86639" y="279121"/>
                </a:cubicBezTo>
                <a:cubicBezTo>
                  <a:pt x="84411" y="276869"/>
                  <a:pt x="83302" y="274069"/>
                  <a:pt x="83302" y="270708"/>
                </a:cubicBezTo>
                <a:close/>
                <a:moveTo>
                  <a:pt x="178377" y="270708"/>
                </a:moveTo>
                <a:lnTo>
                  <a:pt x="178377" y="161094"/>
                </a:lnTo>
                <a:cubicBezTo>
                  <a:pt x="178377" y="157734"/>
                  <a:pt x="179520" y="154934"/>
                  <a:pt x="181794" y="152682"/>
                </a:cubicBezTo>
                <a:cubicBezTo>
                  <a:pt x="184080" y="150430"/>
                  <a:pt x="186892" y="149310"/>
                  <a:pt x="190241" y="149310"/>
                </a:cubicBezTo>
                <a:cubicBezTo>
                  <a:pt x="193601" y="149310"/>
                  <a:pt x="196390" y="150430"/>
                  <a:pt x="198619" y="152682"/>
                </a:cubicBezTo>
                <a:cubicBezTo>
                  <a:pt x="200837" y="154934"/>
                  <a:pt x="201957" y="157734"/>
                  <a:pt x="201957" y="161094"/>
                </a:cubicBezTo>
                <a:lnTo>
                  <a:pt x="201957" y="270708"/>
                </a:lnTo>
                <a:cubicBezTo>
                  <a:pt x="201957" y="274069"/>
                  <a:pt x="200814" y="276869"/>
                  <a:pt x="198539" y="279121"/>
                </a:cubicBezTo>
                <a:cubicBezTo>
                  <a:pt x="196253" y="281372"/>
                  <a:pt x="193441" y="282504"/>
                  <a:pt x="190092" y="282504"/>
                </a:cubicBezTo>
                <a:cubicBezTo>
                  <a:pt x="186732" y="282504"/>
                  <a:pt x="183943" y="281372"/>
                  <a:pt x="181714" y="279121"/>
                </a:cubicBezTo>
                <a:cubicBezTo>
                  <a:pt x="179497" y="276869"/>
                  <a:pt x="178377" y="274069"/>
                  <a:pt x="178377" y="270708"/>
                </a:cubicBezTo>
                <a:close/>
                <a:moveTo>
                  <a:pt x="43217" y="329653"/>
                </a:moveTo>
                <a:cubicBezTo>
                  <a:pt x="39868" y="329653"/>
                  <a:pt x="37067" y="328510"/>
                  <a:pt x="34816" y="326235"/>
                </a:cubicBezTo>
                <a:cubicBezTo>
                  <a:pt x="32564" y="323949"/>
                  <a:pt x="31433" y="321137"/>
                  <a:pt x="31433" y="317788"/>
                </a:cubicBezTo>
                <a:cubicBezTo>
                  <a:pt x="31433" y="314428"/>
                  <a:pt x="32564" y="311639"/>
                  <a:pt x="34816" y="309410"/>
                </a:cubicBezTo>
                <a:cubicBezTo>
                  <a:pt x="37090" y="307193"/>
                  <a:pt x="39891" y="306073"/>
                  <a:pt x="43217" y="306073"/>
                </a:cubicBezTo>
                <a:lnTo>
                  <a:pt x="333973" y="306073"/>
                </a:lnTo>
                <a:cubicBezTo>
                  <a:pt x="337322" y="306073"/>
                  <a:pt x="340123" y="307216"/>
                  <a:pt x="342374" y="309490"/>
                </a:cubicBezTo>
                <a:cubicBezTo>
                  <a:pt x="344626" y="311776"/>
                  <a:pt x="345758" y="314588"/>
                  <a:pt x="345758" y="317937"/>
                </a:cubicBezTo>
                <a:cubicBezTo>
                  <a:pt x="345758" y="321297"/>
                  <a:pt x="344626" y="324086"/>
                  <a:pt x="342374" y="326304"/>
                </a:cubicBezTo>
                <a:cubicBezTo>
                  <a:pt x="340123" y="328532"/>
                  <a:pt x="337322" y="329653"/>
                  <a:pt x="333973" y="329653"/>
                </a:cubicBezTo>
                <a:lnTo>
                  <a:pt x="43217" y="329653"/>
                </a:lnTo>
                <a:close/>
                <a:moveTo>
                  <a:pt x="270320" y="270708"/>
                </a:moveTo>
                <a:lnTo>
                  <a:pt x="270320" y="161094"/>
                </a:lnTo>
                <a:cubicBezTo>
                  <a:pt x="270320" y="157734"/>
                  <a:pt x="271463" y="154934"/>
                  <a:pt x="273737" y="152682"/>
                </a:cubicBezTo>
                <a:cubicBezTo>
                  <a:pt x="276012" y="150430"/>
                  <a:pt x="278835" y="149310"/>
                  <a:pt x="282184" y="149310"/>
                </a:cubicBezTo>
                <a:cubicBezTo>
                  <a:pt x="285533" y="149310"/>
                  <a:pt x="288333" y="150430"/>
                  <a:pt x="290551" y="152682"/>
                </a:cubicBezTo>
                <a:cubicBezTo>
                  <a:pt x="292779" y="154934"/>
                  <a:pt x="293900" y="157734"/>
                  <a:pt x="293900" y="161094"/>
                </a:cubicBezTo>
                <a:lnTo>
                  <a:pt x="293900" y="270708"/>
                </a:lnTo>
                <a:cubicBezTo>
                  <a:pt x="293900" y="274069"/>
                  <a:pt x="292757" y="276869"/>
                  <a:pt x="290471" y="279121"/>
                </a:cubicBezTo>
                <a:cubicBezTo>
                  <a:pt x="288196" y="281372"/>
                  <a:pt x="285384" y="282504"/>
                  <a:pt x="282024" y="282504"/>
                </a:cubicBezTo>
                <a:cubicBezTo>
                  <a:pt x="278675" y="282504"/>
                  <a:pt x="275886" y="281372"/>
                  <a:pt x="273657" y="279121"/>
                </a:cubicBezTo>
                <a:cubicBezTo>
                  <a:pt x="271428" y="276869"/>
                  <a:pt x="270320" y="274069"/>
                  <a:pt x="270320" y="270708"/>
                </a:cubicBezTo>
                <a:close/>
                <a:moveTo>
                  <a:pt x="335539" y="125730"/>
                </a:moveTo>
                <a:lnTo>
                  <a:pt x="40474" y="125730"/>
                </a:lnTo>
                <a:cubicBezTo>
                  <a:pt x="37959" y="125730"/>
                  <a:pt x="35822" y="124850"/>
                  <a:pt x="34061" y="123101"/>
                </a:cubicBezTo>
                <a:cubicBezTo>
                  <a:pt x="32313" y="121341"/>
                  <a:pt x="31433" y="119203"/>
                  <a:pt x="31433" y="116689"/>
                </a:cubicBezTo>
                <a:lnTo>
                  <a:pt x="31433" y="110014"/>
                </a:lnTo>
                <a:cubicBezTo>
                  <a:pt x="31433" y="108448"/>
                  <a:pt x="31890" y="106939"/>
                  <a:pt x="32804" y="105499"/>
                </a:cubicBezTo>
                <a:cubicBezTo>
                  <a:pt x="33730" y="104059"/>
                  <a:pt x="34839" y="102939"/>
                  <a:pt x="36153" y="102161"/>
                </a:cubicBezTo>
                <a:lnTo>
                  <a:pt x="176811" y="22003"/>
                </a:lnTo>
                <a:cubicBezTo>
                  <a:pt x="180525" y="19911"/>
                  <a:pt x="184457" y="18860"/>
                  <a:pt x="188595" y="18860"/>
                </a:cubicBezTo>
                <a:cubicBezTo>
                  <a:pt x="192733" y="18860"/>
                  <a:pt x="196665" y="19911"/>
                  <a:pt x="200379" y="22003"/>
                </a:cubicBezTo>
                <a:lnTo>
                  <a:pt x="340648" y="101761"/>
                </a:lnTo>
                <a:cubicBezTo>
                  <a:pt x="342226" y="102813"/>
                  <a:pt x="343460" y="104116"/>
                  <a:pt x="344386" y="105693"/>
                </a:cubicBezTo>
                <a:cubicBezTo>
                  <a:pt x="345300" y="107259"/>
                  <a:pt x="345758" y="109031"/>
                  <a:pt x="345758" y="110997"/>
                </a:cubicBezTo>
                <a:lnTo>
                  <a:pt x="345758" y="115009"/>
                </a:lnTo>
                <a:cubicBezTo>
                  <a:pt x="345758" y="118038"/>
                  <a:pt x="344775" y="120587"/>
                  <a:pt x="342809" y="122621"/>
                </a:cubicBezTo>
                <a:cubicBezTo>
                  <a:pt x="340843" y="124690"/>
                  <a:pt x="338419" y="125730"/>
                  <a:pt x="335539" y="125730"/>
                </a:cubicBezTo>
                <a:close/>
                <a:moveTo>
                  <a:pt x="84079" y="102161"/>
                </a:moveTo>
                <a:lnTo>
                  <a:pt x="293111" y="102161"/>
                </a:lnTo>
                <a:lnTo>
                  <a:pt x="84079" y="102161"/>
                </a:lnTo>
                <a:close/>
                <a:moveTo>
                  <a:pt x="84079" y="102161"/>
                </a:moveTo>
                <a:lnTo>
                  <a:pt x="293111" y="102161"/>
                </a:lnTo>
                <a:lnTo>
                  <a:pt x="188595" y="42440"/>
                </a:lnTo>
                <a:lnTo>
                  <a:pt x="84079" y="102161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0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1" name="圖示 報價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282504"/>
                </a:moveTo>
                <a:lnTo>
                  <a:pt x="176811" y="292322"/>
                </a:lnTo>
                <a:cubicBezTo>
                  <a:pt x="176811" y="293900"/>
                  <a:pt x="177394" y="295271"/>
                  <a:pt x="178571" y="296448"/>
                </a:cubicBezTo>
                <a:cubicBezTo>
                  <a:pt x="179760" y="297626"/>
                  <a:pt x="181131" y="298220"/>
                  <a:pt x="182697" y="298220"/>
                </a:cubicBezTo>
                <a:lnTo>
                  <a:pt x="194493" y="298220"/>
                </a:lnTo>
                <a:cubicBezTo>
                  <a:pt x="196059" y="298220"/>
                  <a:pt x="197430" y="297626"/>
                  <a:pt x="198619" y="296448"/>
                </a:cubicBezTo>
                <a:cubicBezTo>
                  <a:pt x="199796" y="295271"/>
                  <a:pt x="200379" y="293900"/>
                  <a:pt x="200379" y="292322"/>
                </a:cubicBezTo>
                <a:lnTo>
                  <a:pt x="200379" y="282504"/>
                </a:lnTo>
                <a:lnTo>
                  <a:pt x="223959" y="282504"/>
                </a:lnTo>
                <a:cubicBezTo>
                  <a:pt x="227308" y="282504"/>
                  <a:pt x="230109" y="281372"/>
                  <a:pt x="232360" y="279121"/>
                </a:cubicBezTo>
                <a:cubicBezTo>
                  <a:pt x="234612" y="276846"/>
                  <a:pt x="235744" y="274034"/>
                  <a:pt x="235744" y="270708"/>
                </a:cubicBezTo>
                <a:lnTo>
                  <a:pt x="235744" y="219639"/>
                </a:lnTo>
                <a:cubicBezTo>
                  <a:pt x="235744" y="216278"/>
                  <a:pt x="234612" y="213478"/>
                  <a:pt x="232360" y="211226"/>
                </a:cubicBezTo>
                <a:cubicBezTo>
                  <a:pt x="230109" y="208975"/>
                  <a:pt x="227308" y="207843"/>
                  <a:pt x="223959" y="207843"/>
                </a:cubicBezTo>
                <a:lnTo>
                  <a:pt x="165026" y="207843"/>
                </a:lnTo>
                <a:lnTo>
                  <a:pt x="165026" y="180343"/>
                </a:lnTo>
                <a:lnTo>
                  <a:pt x="223959" y="180343"/>
                </a:lnTo>
                <a:cubicBezTo>
                  <a:pt x="227308" y="180343"/>
                  <a:pt x="230109" y="179200"/>
                  <a:pt x="232360" y="176925"/>
                </a:cubicBezTo>
                <a:cubicBezTo>
                  <a:pt x="234612" y="174650"/>
                  <a:pt x="235744" y="171827"/>
                  <a:pt x="235744" y="168478"/>
                </a:cubicBezTo>
                <a:cubicBezTo>
                  <a:pt x="235744" y="165129"/>
                  <a:pt x="234612" y="162340"/>
                  <a:pt x="232360" y="160111"/>
                </a:cubicBezTo>
                <a:cubicBezTo>
                  <a:pt x="230109" y="157883"/>
                  <a:pt x="227308" y="156774"/>
                  <a:pt x="223959" y="156774"/>
                </a:cubicBezTo>
                <a:lnTo>
                  <a:pt x="200379" y="156774"/>
                </a:lnTo>
                <a:lnTo>
                  <a:pt x="200379" y="146944"/>
                </a:lnTo>
                <a:cubicBezTo>
                  <a:pt x="200379" y="145378"/>
                  <a:pt x="199796" y="143995"/>
                  <a:pt x="198619" y="142818"/>
                </a:cubicBezTo>
                <a:cubicBezTo>
                  <a:pt x="197430" y="141641"/>
                  <a:pt x="196059" y="141058"/>
                  <a:pt x="194493" y="141058"/>
                </a:cubicBezTo>
                <a:lnTo>
                  <a:pt x="182697" y="141058"/>
                </a:lnTo>
                <a:cubicBezTo>
                  <a:pt x="181131" y="141058"/>
                  <a:pt x="179760" y="141641"/>
                  <a:pt x="178571" y="142818"/>
                </a:cubicBezTo>
                <a:cubicBezTo>
                  <a:pt x="177394" y="143995"/>
                  <a:pt x="176811" y="145378"/>
                  <a:pt x="176811" y="146944"/>
                </a:cubicBezTo>
                <a:lnTo>
                  <a:pt x="176811" y="156774"/>
                </a:lnTo>
                <a:lnTo>
                  <a:pt x="153231" y="156774"/>
                </a:lnTo>
                <a:cubicBezTo>
                  <a:pt x="149882" y="156774"/>
                  <a:pt x="147081" y="157894"/>
                  <a:pt x="144830" y="160146"/>
                </a:cubicBezTo>
                <a:cubicBezTo>
                  <a:pt x="142578" y="162397"/>
                  <a:pt x="141446" y="165209"/>
                  <a:pt x="141446" y="168558"/>
                </a:cubicBezTo>
                <a:lnTo>
                  <a:pt x="141446" y="219639"/>
                </a:lnTo>
                <a:cubicBezTo>
                  <a:pt x="141446" y="222988"/>
                  <a:pt x="142578" y="225788"/>
                  <a:pt x="144830" y="228040"/>
                </a:cubicBezTo>
                <a:cubicBezTo>
                  <a:pt x="147104" y="230292"/>
                  <a:pt x="149904" y="231423"/>
                  <a:pt x="153231" y="231423"/>
                </a:cubicBezTo>
                <a:lnTo>
                  <a:pt x="212175" y="231423"/>
                </a:lnTo>
                <a:lnTo>
                  <a:pt x="212175" y="258924"/>
                </a:lnTo>
                <a:lnTo>
                  <a:pt x="153231" y="258924"/>
                </a:lnTo>
                <a:cubicBezTo>
                  <a:pt x="149882" y="258924"/>
                  <a:pt x="147081" y="260067"/>
                  <a:pt x="144830" y="262341"/>
                </a:cubicBezTo>
                <a:cubicBezTo>
                  <a:pt x="142578" y="264627"/>
                  <a:pt x="141446" y="267439"/>
                  <a:pt x="141446" y="270788"/>
                </a:cubicBezTo>
                <a:cubicBezTo>
                  <a:pt x="141446" y="274149"/>
                  <a:pt x="142578" y="276937"/>
                  <a:pt x="144830" y="279155"/>
                </a:cubicBezTo>
                <a:cubicBezTo>
                  <a:pt x="147081" y="281384"/>
                  <a:pt x="149882" y="282504"/>
                  <a:pt x="153231" y="282504"/>
                </a:cubicBezTo>
                <a:lnTo>
                  <a:pt x="176811" y="282504"/>
                </a:ln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28280" y="31433"/>
                </a:lnTo>
                <a:lnTo>
                  <a:pt x="314325" y="117478"/>
                </a:ln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28085"/>
                </a:lnTo>
                <a:lnTo>
                  <a:pt x="229457" y="128085"/>
                </a:lnTo>
                <a:cubicBezTo>
                  <a:pt x="226108" y="128085"/>
                  <a:pt x="223296" y="126964"/>
                  <a:pt x="221045" y="124713"/>
                </a:cubicBezTo>
                <a:cubicBezTo>
                  <a:pt x="218793" y="122427"/>
                  <a:pt x="217673" y="119626"/>
                  <a:pt x="217673" y="116300"/>
                </a:cubicBezTo>
                <a:lnTo>
                  <a:pt x="217673" y="55013"/>
                </a:lnTo>
                <a:lnTo>
                  <a:pt x="86445" y="55013"/>
                </a:lnTo>
                <a:lnTo>
                  <a:pt x="86445" y="322189"/>
                </a:ln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2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213" name="圖示 郵件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322189" y="62865"/>
                </a:lnTo>
                <a:cubicBezTo>
                  <a:pt x="328475" y="62865"/>
                  <a:pt x="333973" y="65220"/>
                  <a:pt x="338682" y="69940"/>
                </a:cubicBezTo>
                <a:cubicBezTo>
                  <a:pt x="343403" y="74649"/>
                  <a:pt x="345758" y="80159"/>
                  <a:pt x="345758" y="86445"/>
                </a:cubicBezTo>
                <a:lnTo>
                  <a:pt x="345758" y="290756"/>
                </a:lnTo>
                <a:cubicBezTo>
                  <a:pt x="345758" y="297043"/>
                  <a:pt x="343403" y="302541"/>
                  <a:pt x="338682" y="307250"/>
                </a:cubicBezTo>
                <a:cubicBezTo>
                  <a:pt x="333973" y="311970"/>
                  <a:pt x="328475" y="314325"/>
                  <a:pt x="322189" y="314325"/>
                </a:cubicBezTo>
                <a:lnTo>
                  <a:pt x="55013" y="314325"/>
                </a:lnTo>
                <a:close/>
                <a:moveTo>
                  <a:pt x="322189" y="108048"/>
                </a:moveTo>
                <a:lnTo>
                  <a:pt x="194882" y="191350"/>
                </a:lnTo>
                <a:cubicBezTo>
                  <a:pt x="193830" y="191864"/>
                  <a:pt x="192847" y="192333"/>
                  <a:pt x="191933" y="192721"/>
                </a:cubicBezTo>
                <a:cubicBezTo>
                  <a:pt x="191018" y="193110"/>
                  <a:pt x="189909" y="193316"/>
                  <a:pt x="188595" y="193316"/>
                </a:cubicBezTo>
                <a:cubicBezTo>
                  <a:pt x="187281" y="193316"/>
                  <a:pt x="186172" y="193110"/>
                  <a:pt x="185257" y="192721"/>
                </a:cubicBezTo>
                <a:cubicBezTo>
                  <a:pt x="184343" y="192333"/>
                  <a:pt x="183360" y="191864"/>
                  <a:pt x="182309" y="191350"/>
                </a:cubicBezTo>
                <a:lnTo>
                  <a:pt x="55013" y="108048"/>
                </a:lnTo>
                <a:lnTo>
                  <a:pt x="55013" y="290756"/>
                </a:lnTo>
                <a:lnTo>
                  <a:pt x="322189" y="290756"/>
                </a:lnTo>
                <a:lnTo>
                  <a:pt x="322189" y="108048"/>
                </a:lnTo>
                <a:close/>
                <a:moveTo>
                  <a:pt x="188595" y="172090"/>
                </a:moveTo>
                <a:lnTo>
                  <a:pt x="320612" y="86445"/>
                </a:lnTo>
                <a:lnTo>
                  <a:pt x="56967" y="86445"/>
                </a:lnTo>
                <a:lnTo>
                  <a:pt x="188595" y="172090"/>
                </a:lnTo>
                <a:close/>
                <a:moveTo>
                  <a:pt x="55013" y="108048"/>
                </a:moveTo>
                <a:lnTo>
                  <a:pt x="55013" y="110802"/>
                </a:lnTo>
                <a:lnTo>
                  <a:pt x="55013" y="95360"/>
                </a:lnTo>
                <a:lnTo>
                  <a:pt x="55013" y="95635"/>
                </a:lnTo>
                <a:lnTo>
                  <a:pt x="55013" y="86445"/>
                </a:lnTo>
                <a:lnTo>
                  <a:pt x="55013" y="95475"/>
                </a:lnTo>
                <a:lnTo>
                  <a:pt x="55013" y="95120"/>
                </a:lnTo>
                <a:lnTo>
                  <a:pt x="55013" y="110802"/>
                </a:lnTo>
                <a:lnTo>
                  <a:pt x="55013" y="108048"/>
                </a:lnTo>
                <a:lnTo>
                  <a:pt x="55013" y="290756"/>
                </a:lnTo>
                <a:lnTo>
                  <a:pt x="55013" y="108048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4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15" name="圖示 訊息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298" y="282893"/>
                </a:moveTo>
                <a:lnTo>
                  <a:pt x="51469" y="325721"/>
                </a:lnTo>
                <a:cubicBezTo>
                  <a:pt x="47800" y="329390"/>
                  <a:pt x="43548" y="330213"/>
                  <a:pt x="38702" y="328190"/>
                </a:cubicBezTo>
                <a:cubicBezTo>
                  <a:pt x="33856" y="326201"/>
                  <a:pt x="31433" y="322623"/>
                  <a:pt x="31433" y="317468"/>
                </a:cubicBezTo>
                <a:lnTo>
                  <a:pt x="31433" y="55013"/>
                </a:lnTo>
                <a:cubicBezTo>
                  <a:pt x="31433" y="48726"/>
                  <a:pt x="33787" y="43217"/>
                  <a:pt x="38508" y="38508"/>
                </a:cubicBezTo>
                <a:cubicBezTo>
                  <a:pt x="43217" y="33787"/>
                  <a:pt x="48726" y="31433"/>
                  <a:pt x="55013" y="31433"/>
                </a:cubicBezTo>
                <a:lnTo>
                  <a:pt x="322189" y="31433"/>
                </a:lnTo>
                <a:cubicBezTo>
                  <a:pt x="328475" y="31433"/>
                  <a:pt x="333973" y="33787"/>
                  <a:pt x="338682" y="38508"/>
                </a:cubicBezTo>
                <a:cubicBezTo>
                  <a:pt x="343403" y="43217"/>
                  <a:pt x="345758" y="48726"/>
                  <a:pt x="345758" y="55013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94298" y="282893"/>
                </a:lnTo>
                <a:close/>
                <a:moveTo>
                  <a:pt x="84079" y="259324"/>
                </a:moveTo>
                <a:lnTo>
                  <a:pt x="322189" y="25932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290756"/>
                </a:lnTo>
                <a:lnTo>
                  <a:pt x="84079" y="259324"/>
                </a:lnTo>
                <a:close/>
                <a:moveTo>
                  <a:pt x="55013" y="259324"/>
                </a:moveTo>
                <a:lnTo>
                  <a:pt x="55013" y="55013"/>
                </a:lnTo>
                <a:lnTo>
                  <a:pt x="55013" y="259324"/>
                </a:lnTo>
                <a:close/>
                <a:moveTo>
                  <a:pt x="106082" y="220416"/>
                </a:moveTo>
                <a:lnTo>
                  <a:pt x="205489" y="220416"/>
                </a:lnTo>
                <a:cubicBezTo>
                  <a:pt x="208838" y="220416"/>
                  <a:pt x="211649" y="219285"/>
                  <a:pt x="213901" y="216999"/>
                </a:cubicBezTo>
                <a:cubicBezTo>
                  <a:pt x="216153" y="214724"/>
                  <a:pt x="217273" y="211912"/>
                  <a:pt x="217273" y="208552"/>
                </a:cubicBezTo>
                <a:cubicBezTo>
                  <a:pt x="217273" y="205203"/>
                  <a:pt x="216153" y="202414"/>
                  <a:pt x="213901" y="200185"/>
                </a:cubicBezTo>
                <a:cubicBezTo>
                  <a:pt x="211649" y="197956"/>
                  <a:pt x="208838" y="196847"/>
                  <a:pt x="205489" y="196847"/>
                </a:cubicBezTo>
                <a:lnTo>
                  <a:pt x="106082" y="196847"/>
                </a:lnTo>
                <a:cubicBezTo>
                  <a:pt x="102733" y="196847"/>
                  <a:pt x="99932" y="197990"/>
                  <a:pt x="97681" y="200265"/>
                </a:cubicBezTo>
                <a:cubicBezTo>
                  <a:pt x="95429" y="202540"/>
                  <a:pt x="94298" y="205363"/>
                  <a:pt x="94298" y="208712"/>
                </a:cubicBezTo>
                <a:cubicBezTo>
                  <a:pt x="94298" y="212061"/>
                  <a:pt x="95429" y="214850"/>
                  <a:pt x="97681" y="217079"/>
                </a:cubicBezTo>
                <a:cubicBezTo>
                  <a:pt x="99932" y="219307"/>
                  <a:pt x="102733" y="220416"/>
                  <a:pt x="106082" y="220416"/>
                </a:cubicBezTo>
                <a:close/>
                <a:moveTo>
                  <a:pt x="106082" y="169347"/>
                </a:moveTo>
                <a:lnTo>
                  <a:pt x="271108" y="169347"/>
                </a:lnTo>
                <a:cubicBezTo>
                  <a:pt x="274457" y="169347"/>
                  <a:pt x="277258" y="168204"/>
                  <a:pt x="279509" y="165929"/>
                </a:cubicBezTo>
                <a:cubicBezTo>
                  <a:pt x="281761" y="163643"/>
                  <a:pt x="282893" y="160832"/>
                  <a:pt x="282893" y="157483"/>
                </a:cubicBezTo>
                <a:cubicBezTo>
                  <a:pt x="282893" y="154122"/>
                  <a:pt x="281761" y="151333"/>
                  <a:pt x="279509" y="149104"/>
                </a:cubicBezTo>
                <a:cubicBezTo>
                  <a:pt x="277258" y="146887"/>
                  <a:pt x="274457" y="145767"/>
                  <a:pt x="271108" y="145767"/>
                </a:cubicBezTo>
                <a:lnTo>
                  <a:pt x="106082" y="145767"/>
                </a:lnTo>
                <a:cubicBezTo>
                  <a:pt x="102733" y="145767"/>
                  <a:pt x="99932" y="146910"/>
                  <a:pt x="97681" y="149184"/>
                </a:cubicBezTo>
                <a:cubicBezTo>
                  <a:pt x="95429" y="151470"/>
                  <a:pt x="94298" y="154282"/>
                  <a:pt x="94298" y="157631"/>
                </a:cubicBezTo>
                <a:cubicBezTo>
                  <a:pt x="94298" y="160992"/>
                  <a:pt x="95429" y="163780"/>
                  <a:pt x="97681" y="165998"/>
                </a:cubicBezTo>
                <a:cubicBezTo>
                  <a:pt x="99932" y="168227"/>
                  <a:pt x="102733" y="169347"/>
                  <a:pt x="106082" y="169347"/>
                </a:cubicBezTo>
                <a:close/>
                <a:moveTo>
                  <a:pt x="106082" y="118266"/>
                </a:moveTo>
                <a:lnTo>
                  <a:pt x="271108" y="118266"/>
                </a:lnTo>
                <a:cubicBezTo>
                  <a:pt x="274457" y="118266"/>
                  <a:pt x="277258" y="117123"/>
                  <a:pt x="279509" y="114849"/>
                </a:cubicBezTo>
                <a:cubicBezTo>
                  <a:pt x="281761" y="112563"/>
                  <a:pt x="282893" y="109751"/>
                  <a:pt x="282893" y="106402"/>
                </a:cubicBezTo>
                <a:cubicBezTo>
                  <a:pt x="282893" y="103041"/>
                  <a:pt x="281761" y="100253"/>
                  <a:pt x="279509" y="98035"/>
                </a:cubicBezTo>
                <a:cubicBezTo>
                  <a:pt x="277258" y="95806"/>
                  <a:pt x="274457" y="94686"/>
                  <a:pt x="271108" y="94686"/>
                </a:cubicBezTo>
                <a:lnTo>
                  <a:pt x="106082" y="94686"/>
                </a:lnTo>
                <a:cubicBezTo>
                  <a:pt x="102733" y="94686"/>
                  <a:pt x="99932" y="95829"/>
                  <a:pt x="97681" y="98104"/>
                </a:cubicBezTo>
                <a:cubicBezTo>
                  <a:pt x="95429" y="100390"/>
                  <a:pt x="94298" y="103201"/>
                  <a:pt x="94298" y="106562"/>
                </a:cubicBezTo>
                <a:cubicBezTo>
                  <a:pt x="94298" y="109911"/>
                  <a:pt x="95429" y="112700"/>
                  <a:pt x="97681" y="114929"/>
                </a:cubicBezTo>
                <a:cubicBezTo>
                  <a:pt x="99932" y="117146"/>
                  <a:pt x="102733" y="118266"/>
                  <a:pt x="106082" y="11826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6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17" name="圖示 討論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4087" y="328864"/>
                </a:moveTo>
                <a:cubicBezTo>
                  <a:pt x="332704" y="328864"/>
                  <a:pt x="331287" y="328601"/>
                  <a:pt x="329847" y="328075"/>
                </a:cubicBezTo>
                <a:cubicBezTo>
                  <a:pt x="328407" y="327550"/>
                  <a:pt x="327024" y="326635"/>
                  <a:pt x="325721" y="325332"/>
                </a:cubicBezTo>
                <a:lnTo>
                  <a:pt x="283281" y="282893"/>
                </a:lnTo>
                <a:lnTo>
                  <a:pt x="117878" y="282893"/>
                </a:lnTo>
                <a:cubicBezTo>
                  <a:pt x="111374" y="282893"/>
                  <a:pt x="105819" y="280584"/>
                  <a:pt x="101213" y="275977"/>
                </a:cubicBezTo>
                <a:cubicBezTo>
                  <a:pt x="96606" y="271337"/>
                  <a:pt x="94298" y="265793"/>
                  <a:pt x="94298" y="259324"/>
                </a:cubicBezTo>
                <a:lnTo>
                  <a:pt x="94298" y="227891"/>
                </a:lnTo>
                <a:lnTo>
                  <a:pt x="267176" y="227891"/>
                </a:lnTo>
                <a:cubicBezTo>
                  <a:pt x="273668" y="227891"/>
                  <a:pt x="279223" y="225582"/>
                  <a:pt x="283841" y="220976"/>
                </a:cubicBezTo>
                <a:cubicBezTo>
                  <a:pt x="288447" y="216336"/>
                  <a:pt x="290756" y="210781"/>
                  <a:pt x="290756" y="204311"/>
                </a:cubicBezTo>
                <a:lnTo>
                  <a:pt x="290756" y="94298"/>
                </a:lnTo>
                <a:lnTo>
                  <a:pt x="322189" y="94298"/>
                </a:lnTo>
                <a:cubicBezTo>
                  <a:pt x="328681" y="94298"/>
                  <a:pt x="334236" y="96606"/>
                  <a:pt x="338842" y="101213"/>
                </a:cubicBezTo>
                <a:cubicBezTo>
                  <a:pt x="343449" y="105819"/>
                  <a:pt x="345758" y="111374"/>
                  <a:pt x="345758" y="117878"/>
                </a:cubicBezTo>
                <a:lnTo>
                  <a:pt x="345758" y="317080"/>
                </a:lnTo>
                <a:cubicBezTo>
                  <a:pt x="345758" y="320737"/>
                  <a:pt x="344512" y="323629"/>
                  <a:pt x="342020" y="325721"/>
                </a:cubicBezTo>
                <a:cubicBezTo>
                  <a:pt x="339540" y="327812"/>
                  <a:pt x="336888" y="328864"/>
                  <a:pt x="334087" y="328864"/>
                </a:cubicBezTo>
                <a:close/>
                <a:moveTo>
                  <a:pt x="55013" y="210209"/>
                </a:moveTo>
                <a:lnTo>
                  <a:pt x="84479" y="180743"/>
                </a:lnTo>
                <a:lnTo>
                  <a:pt x="243608" y="180743"/>
                </a:lnTo>
                <a:lnTo>
                  <a:pt x="243608" y="55013"/>
                </a:lnTo>
                <a:lnTo>
                  <a:pt x="55013" y="55013"/>
                </a:lnTo>
                <a:lnTo>
                  <a:pt x="55013" y="210209"/>
                </a:lnTo>
                <a:close/>
                <a:moveTo>
                  <a:pt x="43103" y="250671"/>
                </a:moveTo>
                <a:cubicBezTo>
                  <a:pt x="40302" y="250671"/>
                  <a:pt x="37650" y="249631"/>
                  <a:pt x="35170" y="247528"/>
                </a:cubicBezTo>
                <a:cubicBezTo>
                  <a:pt x="32678" y="245436"/>
                  <a:pt x="31433" y="242556"/>
                  <a:pt x="31433" y="238887"/>
                </a:cubicBezTo>
                <a:lnTo>
                  <a:pt x="31433" y="55013"/>
                </a:lnTo>
                <a:cubicBezTo>
                  <a:pt x="31433" y="48509"/>
                  <a:pt x="33741" y="42954"/>
                  <a:pt x="38348" y="38348"/>
                </a:cubicBezTo>
                <a:cubicBezTo>
                  <a:pt x="42988" y="33741"/>
                  <a:pt x="48532" y="31433"/>
                  <a:pt x="55013" y="31433"/>
                </a:cubicBezTo>
                <a:lnTo>
                  <a:pt x="243608" y="31433"/>
                </a:lnTo>
                <a:cubicBezTo>
                  <a:pt x="250100" y="31433"/>
                  <a:pt x="255655" y="33741"/>
                  <a:pt x="260261" y="38348"/>
                </a:cubicBezTo>
                <a:cubicBezTo>
                  <a:pt x="264867" y="42954"/>
                  <a:pt x="267176" y="48509"/>
                  <a:pt x="267176" y="55013"/>
                </a:cubicBezTo>
                <a:lnTo>
                  <a:pt x="267176" y="180743"/>
                </a:lnTo>
                <a:cubicBezTo>
                  <a:pt x="267176" y="187235"/>
                  <a:pt x="264867" y="192790"/>
                  <a:pt x="260261" y="197396"/>
                </a:cubicBezTo>
                <a:cubicBezTo>
                  <a:pt x="255655" y="202002"/>
                  <a:pt x="250100" y="204311"/>
                  <a:pt x="243608" y="204311"/>
                </a:cubicBezTo>
                <a:lnTo>
                  <a:pt x="94298" y="204311"/>
                </a:lnTo>
                <a:lnTo>
                  <a:pt x="51469" y="247139"/>
                </a:lnTo>
                <a:cubicBezTo>
                  <a:pt x="50166" y="248442"/>
                  <a:pt x="48783" y="249368"/>
                  <a:pt x="47343" y="249894"/>
                </a:cubicBezTo>
                <a:cubicBezTo>
                  <a:pt x="45903" y="250408"/>
                  <a:pt x="44486" y="250671"/>
                  <a:pt x="43103" y="250671"/>
                </a:cubicBezTo>
                <a:close/>
                <a:moveTo>
                  <a:pt x="55013" y="180743"/>
                </a:moveTo>
                <a:lnTo>
                  <a:pt x="55013" y="55013"/>
                </a:lnTo>
                <a:lnTo>
                  <a:pt x="55013" y="180743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8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19" name="圖示 公告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3973" y="200379"/>
                </a:moveTo>
                <a:lnTo>
                  <a:pt x="298609" y="200379"/>
                </a:lnTo>
                <a:cubicBezTo>
                  <a:pt x="295260" y="200379"/>
                  <a:pt x="292448" y="199248"/>
                  <a:pt x="290196" y="196962"/>
                </a:cubicBezTo>
                <a:cubicBezTo>
                  <a:pt x="287945" y="194687"/>
                  <a:pt x="286824" y="191864"/>
                  <a:pt x="286824" y="188515"/>
                </a:cubicBezTo>
                <a:cubicBezTo>
                  <a:pt x="286824" y="185166"/>
                  <a:pt x="287945" y="182377"/>
                  <a:pt x="290196" y="180148"/>
                </a:cubicBezTo>
                <a:cubicBezTo>
                  <a:pt x="292448" y="177919"/>
                  <a:pt x="295260" y="176811"/>
                  <a:pt x="298609" y="176811"/>
                </a:cubicBezTo>
                <a:lnTo>
                  <a:pt x="333973" y="176811"/>
                </a:lnTo>
                <a:cubicBezTo>
                  <a:pt x="337322" y="176811"/>
                  <a:pt x="340123" y="177942"/>
                  <a:pt x="342374" y="180228"/>
                </a:cubicBezTo>
                <a:cubicBezTo>
                  <a:pt x="344626" y="182503"/>
                  <a:pt x="345758" y="185326"/>
                  <a:pt x="345758" y="188675"/>
                </a:cubicBezTo>
                <a:cubicBezTo>
                  <a:pt x="345758" y="192024"/>
                  <a:pt x="344626" y="194813"/>
                  <a:pt x="342374" y="197042"/>
                </a:cubicBezTo>
                <a:cubicBezTo>
                  <a:pt x="340123" y="199271"/>
                  <a:pt x="337322" y="200379"/>
                  <a:pt x="333973" y="200379"/>
                </a:cubicBezTo>
                <a:close/>
                <a:moveTo>
                  <a:pt x="265999" y="269531"/>
                </a:moveTo>
                <a:cubicBezTo>
                  <a:pt x="268091" y="266913"/>
                  <a:pt x="270685" y="265347"/>
                  <a:pt x="273783" y="264822"/>
                </a:cubicBezTo>
                <a:cubicBezTo>
                  <a:pt x="276869" y="264296"/>
                  <a:pt x="279772" y="265085"/>
                  <a:pt x="282504" y="267176"/>
                </a:cubicBezTo>
                <a:lnTo>
                  <a:pt x="311182" y="288390"/>
                </a:lnTo>
                <a:cubicBezTo>
                  <a:pt x="313799" y="290493"/>
                  <a:pt x="315377" y="293077"/>
                  <a:pt x="315902" y="296174"/>
                </a:cubicBezTo>
                <a:cubicBezTo>
                  <a:pt x="316417" y="299260"/>
                  <a:pt x="315639" y="302175"/>
                  <a:pt x="313536" y="304895"/>
                </a:cubicBezTo>
                <a:cubicBezTo>
                  <a:pt x="311445" y="307513"/>
                  <a:pt x="308850" y="309090"/>
                  <a:pt x="305764" y="309616"/>
                </a:cubicBezTo>
                <a:cubicBezTo>
                  <a:pt x="302666" y="310130"/>
                  <a:pt x="299763" y="309353"/>
                  <a:pt x="297043" y="307250"/>
                </a:cubicBezTo>
                <a:lnTo>
                  <a:pt x="268354" y="286036"/>
                </a:lnTo>
                <a:cubicBezTo>
                  <a:pt x="265736" y="283944"/>
                  <a:pt x="264159" y="281349"/>
                  <a:pt x="263644" y="278252"/>
                </a:cubicBezTo>
                <a:cubicBezTo>
                  <a:pt x="263119" y="275166"/>
                  <a:pt x="263907" y="272263"/>
                  <a:pt x="265999" y="269531"/>
                </a:cubicBezTo>
                <a:close/>
                <a:moveTo>
                  <a:pt x="311182" y="88800"/>
                </a:moveTo>
                <a:lnTo>
                  <a:pt x="283681" y="109625"/>
                </a:lnTo>
                <a:cubicBezTo>
                  <a:pt x="280984" y="111717"/>
                  <a:pt x="278069" y="112505"/>
                  <a:pt x="274960" y="111980"/>
                </a:cubicBezTo>
                <a:cubicBezTo>
                  <a:pt x="271863" y="111454"/>
                  <a:pt x="269268" y="109888"/>
                  <a:pt x="267176" y="107259"/>
                </a:cubicBezTo>
                <a:cubicBezTo>
                  <a:pt x="265085" y="104642"/>
                  <a:pt x="264296" y="101761"/>
                  <a:pt x="264822" y="98618"/>
                </a:cubicBezTo>
                <a:cubicBezTo>
                  <a:pt x="265347" y="95475"/>
                  <a:pt x="266913" y="92857"/>
                  <a:pt x="269531" y="90766"/>
                </a:cubicBezTo>
                <a:lnTo>
                  <a:pt x="297043" y="69940"/>
                </a:lnTo>
                <a:cubicBezTo>
                  <a:pt x="299740" y="67837"/>
                  <a:pt x="302644" y="67060"/>
                  <a:pt x="305764" y="67586"/>
                </a:cubicBezTo>
                <a:cubicBezTo>
                  <a:pt x="308850" y="68100"/>
                  <a:pt x="311445" y="69677"/>
                  <a:pt x="313536" y="72295"/>
                </a:cubicBezTo>
                <a:cubicBezTo>
                  <a:pt x="315639" y="74912"/>
                  <a:pt x="316417" y="77793"/>
                  <a:pt x="315902" y="80936"/>
                </a:cubicBezTo>
                <a:cubicBezTo>
                  <a:pt x="315377" y="84079"/>
                  <a:pt x="313799" y="86697"/>
                  <a:pt x="311182" y="88800"/>
                </a:cubicBezTo>
                <a:close/>
                <a:moveTo>
                  <a:pt x="82513" y="235744"/>
                </a:moveTo>
                <a:lnTo>
                  <a:pt x="55013" y="235744"/>
                </a:lnTo>
                <a:cubicBezTo>
                  <a:pt x="48509" y="235744"/>
                  <a:pt x="42954" y="233435"/>
                  <a:pt x="38348" y="228829"/>
                </a:cubicBezTo>
                <a:cubicBezTo>
                  <a:pt x="33741" y="224188"/>
                  <a:pt x="31433" y="218644"/>
                  <a:pt x="31433" y="212175"/>
                </a:cubicBezTo>
                <a:lnTo>
                  <a:pt x="31433" y="165026"/>
                </a:lnTo>
                <a:cubicBezTo>
                  <a:pt x="31433" y="158523"/>
                  <a:pt x="33741" y="152968"/>
                  <a:pt x="38348" y="148361"/>
                </a:cubicBezTo>
                <a:cubicBezTo>
                  <a:pt x="42988" y="143755"/>
                  <a:pt x="48532" y="141446"/>
                  <a:pt x="55013" y="141446"/>
                </a:cubicBezTo>
                <a:lnTo>
                  <a:pt x="125730" y="141446"/>
                </a:lnTo>
                <a:lnTo>
                  <a:pt x="186629" y="104905"/>
                </a:lnTo>
                <a:cubicBezTo>
                  <a:pt x="190561" y="102550"/>
                  <a:pt x="194493" y="102539"/>
                  <a:pt x="198413" y="104870"/>
                </a:cubicBezTo>
                <a:cubicBezTo>
                  <a:pt x="202345" y="107202"/>
                  <a:pt x="204311" y="110620"/>
                  <a:pt x="204311" y="115123"/>
                </a:cubicBezTo>
                <a:lnTo>
                  <a:pt x="204311" y="262067"/>
                </a:lnTo>
                <a:cubicBezTo>
                  <a:pt x="204311" y="266548"/>
                  <a:pt x="202345" y="269965"/>
                  <a:pt x="198413" y="272320"/>
                </a:cubicBezTo>
                <a:cubicBezTo>
                  <a:pt x="194493" y="274651"/>
                  <a:pt x="190561" y="274640"/>
                  <a:pt x="186629" y="272285"/>
                </a:cubicBezTo>
                <a:lnTo>
                  <a:pt x="125730" y="235744"/>
                </a:lnTo>
                <a:lnTo>
                  <a:pt x="106082" y="235744"/>
                </a:lnTo>
                <a:lnTo>
                  <a:pt x="106082" y="286824"/>
                </a:lnTo>
                <a:cubicBezTo>
                  <a:pt x="106082" y="290173"/>
                  <a:pt x="104950" y="292974"/>
                  <a:pt x="102664" y="295225"/>
                </a:cubicBezTo>
                <a:cubicBezTo>
                  <a:pt x="100390" y="297477"/>
                  <a:pt x="97566" y="298609"/>
                  <a:pt x="94217" y="298609"/>
                </a:cubicBezTo>
                <a:cubicBezTo>
                  <a:pt x="90869" y="298609"/>
                  <a:pt x="88080" y="297477"/>
                  <a:pt x="85851" y="295225"/>
                </a:cubicBezTo>
                <a:cubicBezTo>
                  <a:pt x="83622" y="292974"/>
                  <a:pt x="82513" y="290173"/>
                  <a:pt x="82513" y="286824"/>
                </a:cubicBezTo>
                <a:lnTo>
                  <a:pt x="82513" y="235744"/>
                </a:lnTo>
                <a:close/>
                <a:moveTo>
                  <a:pt x="180743" y="241242"/>
                </a:moveTo>
                <a:lnTo>
                  <a:pt x="180743" y="135948"/>
                </a:lnTo>
                <a:lnTo>
                  <a:pt x="132017" y="165026"/>
                </a:lnTo>
                <a:lnTo>
                  <a:pt x="55013" y="165026"/>
                </a:lnTo>
                <a:lnTo>
                  <a:pt x="55013" y="212175"/>
                </a:lnTo>
                <a:lnTo>
                  <a:pt x="132017" y="212175"/>
                </a:lnTo>
                <a:lnTo>
                  <a:pt x="180743" y="241242"/>
                </a:lnTo>
                <a:close/>
                <a:moveTo>
                  <a:pt x="220028" y="241242"/>
                </a:moveTo>
                <a:lnTo>
                  <a:pt x="220028" y="135948"/>
                </a:lnTo>
                <a:cubicBezTo>
                  <a:pt x="227103" y="142235"/>
                  <a:pt x="232795" y="149893"/>
                  <a:pt x="237115" y="158934"/>
                </a:cubicBezTo>
                <a:cubicBezTo>
                  <a:pt x="241436" y="167964"/>
                  <a:pt x="243608" y="177851"/>
                  <a:pt x="243608" y="188595"/>
                </a:cubicBezTo>
                <a:cubicBezTo>
                  <a:pt x="243608" y="199339"/>
                  <a:pt x="241436" y="209226"/>
                  <a:pt x="237115" y="218256"/>
                </a:cubicBezTo>
                <a:cubicBezTo>
                  <a:pt x="232795" y="227297"/>
                  <a:pt x="227103" y="234955"/>
                  <a:pt x="220028" y="241242"/>
                </a:cubicBezTo>
                <a:close/>
                <a:moveTo>
                  <a:pt x="117878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0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21" name="圖示 電話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12359" y="330041"/>
                </a:moveTo>
                <a:cubicBezTo>
                  <a:pt x="281978" y="330041"/>
                  <a:pt x="251003" y="322703"/>
                  <a:pt x="219433" y="308039"/>
                </a:cubicBezTo>
                <a:cubicBezTo>
                  <a:pt x="187875" y="293374"/>
                  <a:pt x="158603" y="272548"/>
                  <a:pt x="131628" y="245562"/>
                </a:cubicBezTo>
                <a:cubicBezTo>
                  <a:pt x="104642" y="218587"/>
                  <a:pt x="83816" y="189315"/>
                  <a:pt x="69152" y="157757"/>
                </a:cubicBezTo>
                <a:cubicBezTo>
                  <a:pt x="54487" y="126187"/>
                  <a:pt x="47149" y="95212"/>
                  <a:pt x="47149" y="64831"/>
                </a:cubicBezTo>
                <a:cubicBezTo>
                  <a:pt x="47149" y="59779"/>
                  <a:pt x="48840" y="55573"/>
                  <a:pt x="52212" y="52212"/>
                </a:cubicBezTo>
                <a:cubicBezTo>
                  <a:pt x="55573" y="48840"/>
                  <a:pt x="59779" y="47149"/>
                  <a:pt x="64831" y="47149"/>
                </a:cubicBezTo>
                <a:lnTo>
                  <a:pt x="119832" y="47149"/>
                </a:lnTo>
                <a:cubicBezTo>
                  <a:pt x="123501" y="47149"/>
                  <a:pt x="126644" y="48463"/>
                  <a:pt x="129262" y="51081"/>
                </a:cubicBezTo>
                <a:cubicBezTo>
                  <a:pt x="131891" y="53698"/>
                  <a:pt x="133720" y="56967"/>
                  <a:pt x="134771" y="60899"/>
                </a:cubicBezTo>
                <a:lnTo>
                  <a:pt x="145332" y="110254"/>
                </a:lnTo>
                <a:cubicBezTo>
                  <a:pt x="145881" y="114026"/>
                  <a:pt x="145835" y="117409"/>
                  <a:pt x="145184" y="120426"/>
                </a:cubicBezTo>
                <a:cubicBezTo>
                  <a:pt x="144521" y="123433"/>
                  <a:pt x="143126" y="126016"/>
                  <a:pt x="140978" y="128165"/>
                </a:cubicBezTo>
                <a:lnTo>
                  <a:pt x="101761" y="167770"/>
                </a:lnTo>
                <a:cubicBezTo>
                  <a:pt x="108574" y="179291"/>
                  <a:pt x="115774" y="190035"/>
                  <a:pt x="123375" y="199991"/>
                </a:cubicBezTo>
                <a:cubicBezTo>
                  <a:pt x="130965" y="209946"/>
                  <a:pt x="139355" y="219376"/>
                  <a:pt x="148521" y="228280"/>
                </a:cubicBezTo>
                <a:cubicBezTo>
                  <a:pt x="158214" y="238235"/>
                  <a:pt x="168421" y="247334"/>
                  <a:pt x="179165" y="255586"/>
                </a:cubicBezTo>
                <a:cubicBezTo>
                  <a:pt x="189909" y="263839"/>
                  <a:pt x="201168" y="271108"/>
                  <a:pt x="212952" y="277395"/>
                </a:cubicBezTo>
                <a:lnTo>
                  <a:pt x="250283" y="238887"/>
                </a:lnTo>
                <a:cubicBezTo>
                  <a:pt x="252900" y="236007"/>
                  <a:pt x="255929" y="234041"/>
                  <a:pt x="259358" y="232989"/>
                </a:cubicBezTo>
                <a:cubicBezTo>
                  <a:pt x="262810" y="231949"/>
                  <a:pt x="266205" y="231686"/>
                  <a:pt x="269531" y="232212"/>
                </a:cubicBezTo>
                <a:lnTo>
                  <a:pt x="316291" y="242419"/>
                </a:lnTo>
                <a:cubicBezTo>
                  <a:pt x="320223" y="243470"/>
                  <a:pt x="323492" y="245562"/>
                  <a:pt x="326109" y="248705"/>
                </a:cubicBezTo>
                <a:cubicBezTo>
                  <a:pt x="328727" y="251883"/>
                  <a:pt x="330041" y="255415"/>
                  <a:pt x="330041" y="259324"/>
                </a:cubicBezTo>
                <a:lnTo>
                  <a:pt x="330041" y="312359"/>
                </a:lnTo>
                <a:cubicBezTo>
                  <a:pt x="330041" y="317411"/>
                  <a:pt x="328350" y="321617"/>
                  <a:pt x="324978" y="324978"/>
                </a:cubicBezTo>
                <a:cubicBezTo>
                  <a:pt x="321617" y="328350"/>
                  <a:pt x="317411" y="330041"/>
                  <a:pt x="312359" y="330041"/>
                </a:cubicBezTo>
                <a:close/>
                <a:moveTo>
                  <a:pt x="89977" y="146167"/>
                </a:moveTo>
                <a:lnTo>
                  <a:pt x="121798" y="113946"/>
                </a:lnTo>
                <a:lnTo>
                  <a:pt x="112768" y="70729"/>
                </a:lnTo>
                <a:lnTo>
                  <a:pt x="70729" y="70729"/>
                </a:lnTo>
                <a:cubicBezTo>
                  <a:pt x="71243" y="81725"/>
                  <a:pt x="73015" y="93315"/>
                  <a:pt x="76032" y="105499"/>
                </a:cubicBezTo>
                <a:cubicBezTo>
                  <a:pt x="79038" y="117672"/>
                  <a:pt x="83690" y="131228"/>
                  <a:pt x="89977" y="146167"/>
                </a:cubicBezTo>
                <a:close/>
                <a:moveTo>
                  <a:pt x="234955" y="288790"/>
                </a:moveTo>
                <a:cubicBezTo>
                  <a:pt x="245699" y="293762"/>
                  <a:pt x="257358" y="297820"/>
                  <a:pt x="269931" y="300963"/>
                </a:cubicBezTo>
                <a:cubicBezTo>
                  <a:pt x="282504" y="304107"/>
                  <a:pt x="294677" y="305947"/>
                  <a:pt x="306473" y="306473"/>
                </a:cubicBezTo>
                <a:lnTo>
                  <a:pt x="306473" y="264422"/>
                </a:lnTo>
                <a:lnTo>
                  <a:pt x="265999" y="256181"/>
                </a:lnTo>
                <a:lnTo>
                  <a:pt x="234955" y="288790"/>
                </a:lnTo>
                <a:close/>
                <a:moveTo>
                  <a:pt x="89977" y="146167"/>
                </a:moveTo>
                <a:close/>
                <a:moveTo>
                  <a:pt x="234955" y="288790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2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3" name="圖示 視訊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259324" y="62865"/>
                </a:lnTo>
                <a:cubicBezTo>
                  <a:pt x="265610" y="62865"/>
                  <a:pt x="271108" y="65220"/>
                  <a:pt x="275817" y="69940"/>
                </a:cubicBezTo>
                <a:cubicBezTo>
                  <a:pt x="280538" y="74649"/>
                  <a:pt x="282893" y="80159"/>
                  <a:pt x="282893" y="86445"/>
                </a:cubicBezTo>
                <a:lnTo>
                  <a:pt x="282893" y="170913"/>
                </a:lnTo>
                <a:lnTo>
                  <a:pt x="335539" y="118266"/>
                </a:lnTo>
                <a:cubicBezTo>
                  <a:pt x="337379" y="116426"/>
                  <a:pt x="339540" y="115969"/>
                  <a:pt x="342020" y="116895"/>
                </a:cubicBezTo>
                <a:cubicBezTo>
                  <a:pt x="344512" y="117809"/>
                  <a:pt x="345758" y="119569"/>
                  <a:pt x="345758" y="122198"/>
                </a:cubicBezTo>
                <a:lnTo>
                  <a:pt x="345758" y="254992"/>
                </a:lnTo>
                <a:cubicBezTo>
                  <a:pt x="345758" y="257586"/>
                  <a:pt x="344512" y="259358"/>
                  <a:pt x="342020" y="260295"/>
                </a:cubicBezTo>
                <a:cubicBezTo>
                  <a:pt x="339540" y="261221"/>
                  <a:pt x="337379" y="260764"/>
                  <a:pt x="335539" y="258924"/>
                </a:cubicBezTo>
                <a:lnTo>
                  <a:pt x="282893" y="206277"/>
                </a:lnTo>
                <a:lnTo>
                  <a:pt x="282893" y="290756"/>
                </a:lnTo>
                <a:cubicBezTo>
                  <a:pt x="282893" y="297043"/>
                  <a:pt x="280538" y="302541"/>
                  <a:pt x="275817" y="307250"/>
                </a:cubicBezTo>
                <a:cubicBezTo>
                  <a:pt x="271108" y="311970"/>
                  <a:pt x="265610" y="314325"/>
                  <a:pt x="259324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259324" y="290756"/>
                </a:lnTo>
                <a:lnTo>
                  <a:pt x="259324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4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5" name="圖示 全球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379"/>
                </a:moveTo>
                <a:cubicBezTo>
                  <a:pt x="108185" y="325126"/>
                  <a:pt x="91543" y="313936"/>
                  <a:pt x="77404" y="299786"/>
                </a:cubicBezTo>
                <a:cubicBezTo>
                  <a:pt x="63254" y="285647"/>
                  <a:pt x="52064" y="269005"/>
                  <a:pt x="43811" y="249894"/>
                </a:cubicBezTo>
                <a:cubicBezTo>
                  <a:pt x="35559" y="230772"/>
                  <a:pt x="31433" y="210335"/>
                  <a:pt x="31433" y="188595"/>
                </a:cubicBezTo>
                <a:cubicBezTo>
                  <a:pt x="31433" y="166855"/>
                  <a:pt x="35559" y="146418"/>
                  <a:pt x="43811" y="127307"/>
                </a:cubicBezTo>
                <a:cubicBezTo>
                  <a:pt x="52064" y="108185"/>
                  <a:pt x="63254" y="91543"/>
                  <a:pt x="77404" y="77404"/>
                </a:cubicBezTo>
                <a:cubicBezTo>
                  <a:pt x="91543" y="63254"/>
                  <a:pt x="108185" y="52064"/>
                  <a:pt x="127307" y="43811"/>
                </a:cubicBezTo>
                <a:cubicBezTo>
                  <a:pt x="146418" y="35559"/>
                  <a:pt x="166855" y="31433"/>
                  <a:pt x="188595" y="31433"/>
                </a:cubicBezTo>
                <a:cubicBezTo>
                  <a:pt x="210335" y="31433"/>
                  <a:pt x="230772" y="35559"/>
                  <a:pt x="249894" y="43811"/>
                </a:cubicBezTo>
                <a:cubicBezTo>
                  <a:pt x="269005" y="52064"/>
                  <a:pt x="285647" y="63254"/>
                  <a:pt x="299786" y="77404"/>
                </a:cubicBezTo>
                <a:cubicBezTo>
                  <a:pt x="313936" y="91543"/>
                  <a:pt x="325126" y="108185"/>
                  <a:pt x="333379" y="127307"/>
                </a:cubicBezTo>
                <a:cubicBezTo>
                  <a:pt x="341631" y="146418"/>
                  <a:pt x="345758" y="166855"/>
                  <a:pt x="345758" y="188595"/>
                </a:cubicBezTo>
                <a:cubicBezTo>
                  <a:pt x="345758" y="210335"/>
                  <a:pt x="341631" y="230772"/>
                  <a:pt x="333379" y="249894"/>
                </a:cubicBezTo>
                <a:cubicBezTo>
                  <a:pt x="325126" y="269005"/>
                  <a:pt x="313936" y="285647"/>
                  <a:pt x="299786" y="299786"/>
                </a:cubicBezTo>
                <a:cubicBezTo>
                  <a:pt x="285647" y="313936"/>
                  <a:pt x="269005" y="325126"/>
                  <a:pt x="249894" y="333379"/>
                </a:cubicBezTo>
                <a:cubicBezTo>
                  <a:pt x="230772" y="341631"/>
                  <a:pt x="210335" y="345758"/>
                  <a:pt x="188595" y="345758"/>
                </a:cubicBezTo>
                <a:cubicBezTo>
                  <a:pt x="166855" y="345758"/>
                  <a:pt x="146418" y="341631"/>
                  <a:pt x="127307" y="333379"/>
                </a:cubicBezTo>
                <a:close/>
                <a:moveTo>
                  <a:pt x="171701" y="321789"/>
                </a:moveTo>
                <a:lnTo>
                  <a:pt x="171701" y="289568"/>
                </a:lnTo>
                <a:cubicBezTo>
                  <a:pt x="162535" y="289568"/>
                  <a:pt x="154808" y="286161"/>
                  <a:pt x="148521" y="279361"/>
                </a:cubicBezTo>
                <a:cubicBezTo>
                  <a:pt x="142235" y="272548"/>
                  <a:pt x="139092" y="264559"/>
                  <a:pt x="139092" y="255392"/>
                </a:cubicBezTo>
                <a:lnTo>
                  <a:pt x="139092" y="238098"/>
                </a:lnTo>
                <a:lnTo>
                  <a:pt x="58544" y="157551"/>
                </a:lnTo>
                <a:cubicBezTo>
                  <a:pt x="57230" y="162797"/>
                  <a:pt x="56316" y="167964"/>
                  <a:pt x="55790" y="173073"/>
                </a:cubicBezTo>
                <a:cubicBezTo>
                  <a:pt x="55264" y="178182"/>
                  <a:pt x="55013" y="183360"/>
                  <a:pt x="55013" y="188595"/>
                </a:cubicBezTo>
                <a:cubicBezTo>
                  <a:pt x="55013" y="222645"/>
                  <a:pt x="66077" y="252374"/>
                  <a:pt x="88205" y="277783"/>
                </a:cubicBezTo>
                <a:cubicBezTo>
                  <a:pt x="110345" y="303192"/>
                  <a:pt x="138177" y="317857"/>
                  <a:pt x="171701" y="321789"/>
                </a:cubicBezTo>
                <a:close/>
                <a:moveTo>
                  <a:pt x="287213" y="279361"/>
                </a:moveTo>
                <a:cubicBezTo>
                  <a:pt x="298734" y="266788"/>
                  <a:pt x="307444" y="252706"/>
                  <a:pt x="313342" y="237115"/>
                </a:cubicBezTo>
                <a:cubicBezTo>
                  <a:pt x="319240" y="221536"/>
                  <a:pt x="322189" y="205363"/>
                  <a:pt x="322189" y="188595"/>
                </a:cubicBezTo>
                <a:cubicBezTo>
                  <a:pt x="322189" y="160832"/>
                  <a:pt x="314588" y="135617"/>
                  <a:pt x="299397" y="112963"/>
                </a:cubicBezTo>
                <a:cubicBezTo>
                  <a:pt x="284207" y="90308"/>
                  <a:pt x="263907" y="73735"/>
                  <a:pt x="238498" y="63254"/>
                </a:cubicBezTo>
                <a:lnTo>
                  <a:pt x="238498" y="70329"/>
                </a:lnTo>
                <a:cubicBezTo>
                  <a:pt x="238498" y="79496"/>
                  <a:pt x="235355" y="87485"/>
                  <a:pt x="229069" y="94298"/>
                </a:cubicBezTo>
                <a:cubicBezTo>
                  <a:pt x="222782" y="101110"/>
                  <a:pt x="215055" y="104516"/>
                  <a:pt x="205889" y="104516"/>
                </a:cubicBezTo>
                <a:lnTo>
                  <a:pt x="171701" y="104516"/>
                </a:lnTo>
                <a:lnTo>
                  <a:pt x="171701" y="138692"/>
                </a:lnTo>
                <a:cubicBezTo>
                  <a:pt x="171701" y="143149"/>
                  <a:pt x="169930" y="146818"/>
                  <a:pt x="166398" y="149699"/>
                </a:cubicBezTo>
                <a:cubicBezTo>
                  <a:pt x="162855" y="152579"/>
                  <a:pt x="158866" y="154019"/>
                  <a:pt x="154408" y="154019"/>
                </a:cubicBezTo>
                <a:lnTo>
                  <a:pt x="121798" y="154019"/>
                </a:lnTo>
                <a:lnTo>
                  <a:pt x="121798" y="188595"/>
                </a:lnTo>
                <a:lnTo>
                  <a:pt x="223171" y="188595"/>
                </a:lnTo>
                <a:cubicBezTo>
                  <a:pt x="227628" y="188595"/>
                  <a:pt x="231286" y="190298"/>
                  <a:pt x="234178" y="193704"/>
                </a:cubicBezTo>
                <a:cubicBezTo>
                  <a:pt x="237058" y="197110"/>
                  <a:pt x="238498" y="201042"/>
                  <a:pt x="238498" y="205489"/>
                </a:cubicBezTo>
                <a:lnTo>
                  <a:pt x="238498" y="255392"/>
                </a:lnTo>
                <a:lnTo>
                  <a:pt x="255392" y="255392"/>
                </a:lnTo>
                <a:cubicBezTo>
                  <a:pt x="262981" y="255392"/>
                  <a:pt x="269668" y="257621"/>
                  <a:pt x="275429" y="262067"/>
                </a:cubicBezTo>
                <a:cubicBezTo>
                  <a:pt x="281189" y="266525"/>
                  <a:pt x="285121" y="272285"/>
                  <a:pt x="287213" y="27936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6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27" name="圖示 地點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4714"/>
                </a:moveTo>
                <a:cubicBezTo>
                  <a:pt x="223434" y="283018"/>
                  <a:pt x="249163" y="254272"/>
                  <a:pt x="265805" y="228474"/>
                </a:cubicBezTo>
                <a:cubicBezTo>
                  <a:pt x="282435" y="202677"/>
                  <a:pt x="290756" y="179954"/>
                  <a:pt x="290756" y="160306"/>
                </a:cubicBezTo>
                <a:cubicBezTo>
                  <a:pt x="290756" y="129399"/>
                  <a:pt x="280858" y="104116"/>
                  <a:pt x="261084" y="84479"/>
                </a:cubicBezTo>
                <a:cubicBezTo>
                  <a:pt x="241310" y="64831"/>
                  <a:pt x="217147" y="55013"/>
                  <a:pt x="188595" y="55013"/>
                </a:cubicBezTo>
                <a:cubicBezTo>
                  <a:pt x="160043" y="55013"/>
                  <a:pt x="135880" y="64831"/>
                  <a:pt x="116106" y="84479"/>
                </a:cubicBezTo>
                <a:cubicBezTo>
                  <a:pt x="96332" y="104116"/>
                  <a:pt x="86445" y="129399"/>
                  <a:pt x="86445" y="160306"/>
                </a:cubicBezTo>
                <a:cubicBezTo>
                  <a:pt x="86445" y="179954"/>
                  <a:pt x="94949" y="202677"/>
                  <a:pt x="111980" y="228474"/>
                </a:cubicBezTo>
                <a:cubicBezTo>
                  <a:pt x="128999" y="254272"/>
                  <a:pt x="154545" y="283018"/>
                  <a:pt x="188595" y="314714"/>
                </a:cubicBezTo>
                <a:close/>
                <a:moveTo>
                  <a:pt x="180148" y="336522"/>
                </a:moveTo>
                <a:cubicBezTo>
                  <a:pt x="177394" y="335608"/>
                  <a:pt x="174970" y="334099"/>
                  <a:pt x="172879" y="332007"/>
                </a:cubicBezTo>
                <a:cubicBezTo>
                  <a:pt x="161883" y="322052"/>
                  <a:pt x="149962" y="310587"/>
                  <a:pt x="137126" y="297626"/>
                </a:cubicBezTo>
                <a:cubicBezTo>
                  <a:pt x="124290" y="284664"/>
                  <a:pt x="112368" y="270708"/>
                  <a:pt x="101373" y="255781"/>
                </a:cubicBezTo>
                <a:cubicBezTo>
                  <a:pt x="90366" y="240853"/>
                  <a:pt x="81199" y="225262"/>
                  <a:pt x="73872" y="209032"/>
                </a:cubicBezTo>
                <a:cubicBezTo>
                  <a:pt x="66534" y="192790"/>
                  <a:pt x="62865" y="176548"/>
                  <a:pt x="62865" y="160306"/>
                </a:cubicBezTo>
                <a:cubicBezTo>
                  <a:pt x="62865" y="121021"/>
                  <a:pt x="75507" y="89714"/>
                  <a:pt x="100778" y="66397"/>
                </a:cubicBezTo>
                <a:cubicBezTo>
                  <a:pt x="126061" y="43091"/>
                  <a:pt x="155334" y="31433"/>
                  <a:pt x="188595" y="31433"/>
                </a:cubicBezTo>
                <a:cubicBezTo>
                  <a:pt x="221856" y="31433"/>
                  <a:pt x="251129" y="43091"/>
                  <a:pt x="276412" y="66397"/>
                </a:cubicBezTo>
                <a:cubicBezTo>
                  <a:pt x="301683" y="89714"/>
                  <a:pt x="314325" y="121021"/>
                  <a:pt x="314325" y="160306"/>
                </a:cubicBezTo>
                <a:cubicBezTo>
                  <a:pt x="314325" y="176548"/>
                  <a:pt x="310656" y="192790"/>
                  <a:pt x="303329" y="209032"/>
                </a:cubicBezTo>
                <a:cubicBezTo>
                  <a:pt x="295991" y="225262"/>
                  <a:pt x="286824" y="240853"/>
                  <a:pt x="275817" y="255781"/>
                </a:cubicBezTo>
                <a:cubicBezTo>
                  <a:pt x="264822" y="270708"/>
                  <a:pt x="252900" y="284664"/>
                  <a:pt x="240064" y="297626"/>
                </a:cubicBezTo>
                <a:cubicBezTo>
                  <a:pt x="227228" y="310587"/>
                  <a:pt x="215318" y="322052"/>
                  <a:pt x="204311" y="332007"/>
                </a:cubicBezTo>
                <a:cubicBezTo>
                  <a:pt x="202220" y="334099"/>
                  <a:pt x="199796" y="335608"/>
                  <a:pt x="197042" y="336522"/>
                </a:cubicBezTo>
                <a:cubicBezTo>
                  <a:pt x="194287" y="337436"/>
                  <a:pt x="191475" y="337905"/>
                  <a:pt x="188595" y="337905"/>
                </a:cubicBezTo>
                <a:cubicBezTo>
                  <a:pt x="185715" y="337905"/>
                  <a:pt x="182903" y="337436"/>
                  <a:pt x="180148" y="336522"/>
                </a:cubicBezTo>
                <a:close/>
                <a:moveTo>
                  <a:pt x="188595" y="157163"/>
                </a:moveTo>
                <a:close/>
                <a:moveTo>
                  <a:pt x="208049" y="176616"/>
                </a:moveTo>
                <a:cubicBezTo>
                  <a:pt x="213410" y="171244"/>
                  <a:pt x="216096" y="164763"/>
                  <a:pt x="216096" y="157163"/>
                </a:cubicBezTo>
                <a:cubicBezTo>
                  <a:pt x="216096" y="149562"/>
                  <a:pt x="213410" y="143081"/>
                  <a:pt x="208049" y="137709"/>
                </a:cubicBezTo>
                <a:cubicBezTo>
                  <a:pt x="202677" y="132348"/>
                  <a:pt x="196196" y="129662"/>
                  <a:pt x="188595" y="129662"/>
                </a:cubicBezTo>
                <a:cubicBezTo>
                  <a:pt x="180994" y="129662"/>
                  <a:pt x="174513" y="132348"/>
                  <a:pt x="169141" y="137709"/>
                </a:cubicBezTo>
                <a:cubicBezTo>
                  <a:pt x="163780" y="143081"/>
                  <a:pt x="161094" y="149562"/>
                  <a:pt x="161094" y="157163"/>
                </a:cubicBezTo>
                <a:cubicBezTo>
                  <a:pt x="161094" y="164763"/>
                  <a:pt x="163780" y="171244"/>
                  <a:pt x="169141" y="176616"/>
                </a:cubicBezTo>
                <a:cubicBezTo>
                  <a:pt x="174513" y="181977"/>
                  <a:pt x="180994" y="184663"/>
                  <a:pt x="188595" y="184663"/>
                </a:cubicBezTo>
                <a:cubicBezTo>
                  <a:pt x="196196" y="184663"/>
                  <a:pt x="202677" y="181977"/>
                  <a:pt x="208049" y="17661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8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29" name="圖示 辦公室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225" y="330041"/>
                  <a:pt x="58670" y="327732"/>
                  <a:pt x="54064" y="323126"/>
                </a:cubicBezTo>
                <a:cubicBezTo>
                  <a:pt x="49458" y="318486"/>
                  <a:pt x="47149" y="312942"/>
                  <a:pt x="47149" y="306473"/>
                </a:cubicBezTo>
                <a:lnTo>
                  <a:pt x="47149" y="135548"/>
                </a:lnTo>
                <a:cubicBezTo>
                  <a:pt x="47149" y="129056"/>
                  <a:pt x="49458" y="123501"/>
                  <a:pt x="54064" y="118895"/>
                </a:cubicBezTo>
                <a:cubicBezTo>
                  <a:pt x="58704" y="114289"/>
                  <a:pt x="64248" y="111980"/>
                  <a:pt x="70729" y="111980"/>
                </a:cubicBezTo>
                <a:lnTo>
                  <a:pt x="111980" y="111980"/>
                </a:lnTo>
                <a:lnTo>
                  <a:pt x="111980" y="70729"/>
                </a:lnTo>
                <a:cubicBezTo>
                  <a:pt x="111980" y="64225"/>
                  <a:pt x="114289" y="58670"/>
                  <a:pt x="118895" y="54064"/>
                </a:cubicBezTo>
                <a:cubicBezTo>
                  <a:pt x="123535" y="49458"/>
                  <a:pt x="129079" y="47149"/>
                  <a:pt x="135548" y="47149"/>
                </a:cubicBezTo>
                <a:lnTo>
                  <a:pt x="241642" y="47149"/>
                </a:lnTo>
                <a:cubicBezTo>
                  <a:pt x="248134" y="47149"/>
                  <a:pt x="253689" y="49458"/>
                  <a:pt x="258295" y="54064"/>
                </a:cubicBezTo>
                <a:cubicBezTo>
                  <a:pt x="262901" y="58670"/>
                  <a:pt x="265210" y="64225"/>
                  <a:pt x="265210" y="70729"/>
                </a:cubicBezTo>
                <a:lnTo>
                  <a:pt x="265210" y="176811"/>
                </a:lnTo>
                <a:lnTo>
                  <a:pt x="306473" y="176811"/>
                </a:lnTo>
                <a:cubicBezTo>
                  <a:pt x="312965" y="176811"/>
                  <a:pt x="318520" y="179108"/>
                  <a:pt x="323126" y="183726"/>
                </a:cubicBezTo>
                <a:cubicBezTo>
                  <a:pt x="327732" y="188332"/>
                  <a:pt x="330041" y="193887"/>
                  <a:pt x="330041" y="200379"/>
                </a:cubicBezTo>
                <a:lnTo>
                  <a:pt x="330041" y="306473"/>
                </a:lnTo>
                <a:cubicBezTo>
                  <a:pt x="330041" y="312965"/>
                  <a:pt x="327732" y="318520"/>
                  <a:pt x="323126" y="323126"/>
                </a:cubicBezTo>
                <a:cubicBezTo>
                  <a:pt x="318520" y="327732"/>
                  <a:pt x="312965" y="330041"/>
                  <a:pt x="306473" y="330041"/>
                </a:cubicBezTo>
                <a:lnTo>
                  <a:pt x="209420" y="330041"/>
                </a:lnTo>
                <a:lnTo>
                  <a:pt x="209420" y="265210"/>
                </a:lnTo>
                <a:lnTo>
                  <a:pt x="167770" y="265210"/>
                </a:lnTo>
                <a:lnTo>
                  <a:pt x="167770" y="330041"/>
                </a:ln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111980" y="306473"/>
                </a:lnTo>
                <a:lnTo>
                  <a:pt x="111980" y="265210"/>
                </a:lnTo>
                <a:lnTo>
                  <a:pt x="70729" y="265210"/>
                </a:lnTo>
                <a:lnTo>
                  <a:pt x="70729" y="306473"/>
                </a:lnTo>
                <a:close/>
                <a:moveTo>
                  <a:pt x="70729" y="241642"/>
                </a:moveTo>
                <a:lnTo>
                  <a:pt x="111980" y="241642"/>
                </a:lnTo>
                <a:lnTo>
                  <a:pt x="111980" y="200379"/>
                </a:lnTo>
                <a:lnTo>
                  <a:pt x="70729" y="200379"/>
                </a:lnTo>
                <a:lnTo>
                  <a:pt x="70729" y="241642"/>
                </a:lnTo>
                <a:close/>
                <a:moveTo>
                  <a:pt x="70729" y="176811"/>
                </a:moveTo>
                <a:lnTo>
                  <a:pt x="111980" y="176811"/>
                </a:lnTo>
                <a:lnTo>
                  <a:pt x="111980" y="135548"/>
                </a:lnTo>
                <a:lnTo>
                  <a:pt x="70729" y="135548"/>
                </a:lnTo>
                <a:lnTo>
                  <a:pt x="70729" y="176811"/>
                </a:lnTo>
                <a:close/>
                <a:moveTo>
                  <a:pt x="135548" y="241642"/>
                </a:moveTo>
                <a:lnTo>
                  <a:pt x="176811" y="241642"/>
                </a:lnTo>
                <a:lnTo>
                  <a:pt x="176811" y="200379"/>
                </a:lnTo>
                <a:lnTo>
                  <a:pt x="135548" y="200379"/>
                </a:lnTo>
                <a:lnTo>
                  <a:pt x="135548" y="241642"/>
                </a:lnTo>
                <a:close/>
                <a:moveTo>
                  <a:pt x="135548" y="176811"/>
                </a:moveTo>
                <a:lnTo>
                  <a:pt x="176811" y="176811"/>
                </a:lnTo>
                <a:lnTo>
                  <a:pt x="176811" y="135548"/>
                </a:lnTo>
                <a:lnTo>
                  <a:pt x="135548" y="135548"/>
                </a:lnTo>
                <a:lnTo>
                  <a:pt x="135548" y="176811"/>
                </a:lnTo>
                <a:close/>
                <a:moveTo>
                  <a:pt x="135548" y="111980"/>
                </a:moveTo>
                <a:lnTo>
                  <a:pt x="176811" y="111980"/>
                </a:lnTo>
                <a:lnTo>
                  <a:pt x="176811" y="70729"/>
                </a:lnTo>
                <a:lnTo>
                  <a:pt x="135548" y="70729"/>
                </a:lnTo>
                <a:lnTo>
                  <a:pt x="135548" y="111980"/>
                </a:lnTo>
                <a:close/>
                <a:moveTo>
                  <a:pt x="200379" y="241642"/>
                </a:moveTo>
                <a:lnTo>
                  <a:pt x="241642" y="241642"/>
                </a:lnTo>
                <a:lnTo>
                  <a:pt x="241642" y="200379"/>
                </a:lnTo>
                <a:lnTo>
                  <a:pt x="200379" y="200379"/>
                </a:lnTo>
                <a:lnTo>
                  <a:pt x="200379" y="241642"/>
                </a:lnTo>
                <a:close/>
                <a:moveTo>
                  <a:pt x="200379" y="176811"/>
                </a:moveTo>
                <a:lnTo>
                  <a:pt x="241642" y="176811"/>
                </a:lnTo>
                <a:lnTo>
                  <a:pt x="241642" y="135548"/>
                </a:lnTo>
                <a:lnTo>
                  <a:pt x="200379" y="135548"/>
                </a:lnTo>
                <a:lnTo>
                  <a:pt x="200379" y="176811"/>
                </a:lnTo>
                <a:close/>
                <a:moveTo>
                  <a:pt x="200379" y="111980"/>
                </a:moveTo>
                <a:lnTo>
                  <a:pt x="241642" y="111980"/>
                </a:lnTo>
                <a:lnTo>
                  <a:pt x="241642" y="70729"/>
                </a:lnTo>
                <a:lnTo>
                  <a:pt x="200379" y="70729"/>
                </a:lnTo>
                <a:lnTo>
                  <a:pt x="200379" y="111980"/>
                </a:lnTo>
                <a:close/>
                <a:moveTo>
                  <a:pt x="265210" y="306473"/>
                </a:moveTo>
                <a:lnTo>
                  <a:pt x="306473" y="306473"/>
                </a:lnTo>
                <a:lnTo>
                  <a:pt x="306473" y="265210"/>
                </a:lnTo>
                <a:lnTo>
                  <a:pt x="265210" y="265210"/>
                </a:lnTo>
                <a:lnTo>
                  <a:pt x="265210" y="306473"/>
                </a:lnTo>
                <a:close/>
                <a:moveTo>
                  <a:pt x="265210" y="241642"/>
                </a:moveTo>
                <a:lnTo>
                  <a:pt x="306473" y="241642"/>
                </a:lnTo>
                <a:lnTo>
                  <a:pt x="306473" y="200379"/>
                </a:lnTo>
                <a:lnTo>
                  <a:pt x="265210" y="200379"/>
                </a:lnTo>
                <a:lnTo>
                  <a:pt x="265210" y="241642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0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31" name="圖示 環保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08427"/>
                </a:moveTo>
                <a:cubicBezTo>
                  <a:pt x="72272" y="296643"/>
                  <a:pt x="63322" y="283018"/>
                  <a:pt x="56853" y="267565"/>
                </a:cubicBezTo>
                <a:cubicBezTo>
                  <a:pt x="50383" y="252112"/>
                  <a:pt x="47149" y="236270"/>
                  <a:pt x="47149" y="220028"/>
                </a:cubicBezTo>
                <a:cubicBezTo>
                  <a:pt x="47149" y="200905"/>
                  <a:pt x="50486" y="183417"/>
                  <a:pt x="57173" y="167575"/>
                </a:cubicBezTo>
                <a:cubicBezTo>
                  <a:pt x="63848" y="151722"/>
                  <a:pt x="73872" y="137126"/>
                  <a:pt x="87222" y="123764"/>
                </a:cubicBezTo>
                <a:cubicBezTo>
                  <a:pt x="103464" y="107522"/>
                  <a:pt x="127044" y="95669"/>
                  <a:pt x="157951" y="88205"/>
                </a:cubicBezTo>
                <a:cubicBezTo>
                  <a:pt x="188858" y="80742"/>
                  <a:pt x="227891" y="77667"/>
                  <a:pt x="275040" y="78970"/>
                </a:cubicBezTo>
                <a:cubicBezTo>
                  <a:pt x="280275" y="79233"/>
                  <a:pt x="284984" y="80284"/>
                  <a:pt x="289179" y="82113"/>
                </a:cubicBezTo>
                <a:cubicBezTo>
                  <a:pt x="293374" y="83953"/>
                  <a:pt x="297169" y="86571"/>
                  <a:pt x="300575" y="89977"/>
                </a:cubicBezTo>
                <a:cubicBezTo>
                  <a:pt x="303981" y="93383"/>
                  <a:pt x="306667" y="97178"/>
                  <a:pt x="308633" y="101373"/>
                </a:cubicBezTo>
                <a:cubicBezTo>
                  <a:pt x="310587" y="105556"/>
                  <a:pt x="311708" y="110277"/>
                  <a:pt x="311970" y="115512"/>
                </a:cubicBezTo>
                <a:cubicBezTo>
                  <a:pt x="312759" y="139092"/>
                  <a:pt x="312496" y="160637"/>
                  <a:pt x="311182" y="180148"/>
                </a:cubicBezTo>
                <a:cubicBezTo>
                  <a:pt x="309867" y="199659"/>
                  <a:pt x="307318" y="217273"/>
                  <a:pt x="303524" y="232989"/>
                </a:cubicBezTo>
                <a:cubicBezTo>
                  <a:pt x="299717" y="248705"/>
                  <a:pt x="294814" y="262593"/>
                  <a:pt x="288790" y="274640"/>
                </a:cubicBezTo>
                <a:cubicBezTo>
                  <a:pt x="282767" y="286687"/>
                  <a:pt x="275554" y="296906"/>
                  <a:pt x="267176" y="305284"/>
                </a:cubicBezTo>
                <a:cubicBezTo>
                  <a:pt x="253815" y="318646"/>
                  <a:pt x="239413" y="328727"/>
                  <a:pt x="223959" y="335539"/>
                </a:cubicBezTo>
                <a:cubicBezTo>
                  <a:pt x="208506" y="342351"/>
                  <a:pt x="192001" y="345758"/>
                  <a:pt x="174456" y="345758"/>
                </a:cubicBezTo>
                <a:cubicBezTo>
                  <a:pt x="156374" y="345758"/>
                  <a:pt x="139812" y="342683"/>
                  <a:pt x="124747" y="336522"/>
                </a:cubicBezTo>
                <a:cubicBezTo>
                  <a:pt x="109682" y="330373"/>
                  <a:pt x="96001" y="321000"/>
                  <a:pt x="83690" y="308427"/>
                </a:cubicBezTo>
                <a:close/>
                <a:moveTo>
                  <a:pt x="124164" y="308427"/>
                </a:moveTo>
                <a:cubicBezTo>
                  <a:pt x="130702" y="312885"/>
                  <a:pt x="138303" y="316291"/>
                  <a:pt x="146944" y="318646"/>
                </a:cubicBezTo>
                <a:cubicBezTo>
                  <a:pt x="155597" y="321000"/>
                  <a:pt x="164741" y="322189"/>
                  <a:pt x="174410" y="322189"/>
                </a:cubicBezTo>
                <a:cubicBezTo>
                  <a:pt x="188321" y="322189"/>
                  <a:pt x="201820" y="319297"/>
                  <a:pt x="214918" y="313536"/>
                </a:cubicBezTo>
                <a:cubicBezTo>
                  <a:pt x="228017" y="307776"/>
                  <a:pt x="239939" y="299397"/>
                  <a:pt x="250671" y="288390"/>
                </a:cubicBezTo>
                <a:cubicBezTo>
                  <a:pt x="257747" y="281327"/>
                  <a:pt x="263770" y="272091"/>
                  <a:pt x="268754" y="260695"/>
                </a:cubicBezTo>
                <a:cubicBezTo>
                  <a:pt x="273726" y="249300"/>
                  <a:pt x="277783" y="235812"/>
                  <a:pt x="280927" y="220222"/>
                </a:cubicBezTo>
                <a:cubicBezTo>
                  <a:pt x="284070" y="204643"/>
                  <a:pt x="286161" y="187029"/>
                  <a:pt x="287213" y="167381"/>
                </a:cubicBezTo>
                <a:cubicBezTo>
                  <a:pt x="288265" y="147733"/>
                  <a:pt x="288265" y="126119"/>
                  <a:pt x="287213" y="102550"/>
                </a:cubicBezTo>
                <a:cubicBezTo>
                  <a:pt x="262593" y="102024"/>
                  <a:pt x="240521" y="102356"/>
                  <a:pt x="221010" y="103533"/>
                </a:cubicBezTo>
                <a:cubicBezTo>
                  <a:pt x="201499" y="104710"/>
                  <a:pt x="184274" y="106871"/>
                  <a:pt x="169347" y="110014"/>
                </a:cubicBezTo>
                <a:cubicBezTo>
                  <a:pt x="154408" y="113157"/>
                  <a:pt x="141572" y="117146"/>
                  <a:pt x="130839" y="121992"/>
                </a:cubicBezTo>
                <a:cubicBezTo>
                  <a:pt x="120095" y="126839"/>
                  <a:pt x="111328" y="132805"/>
                  <a:pt x="104516" y="139880"/>
                </a:cubicBezTo>
                <a:cubicBezTo>
                  <a:pt x="93509" y="151139"/>
                  <a:pt x="85131" y="163060"/>
                  <a:pt x="79370" y="175633"/>
                </a:cubicBezTo>
                <a:cubicBezTo>
                  <a:pt x="73609" y="188206"/>
                  <a:pt x="70729" y="201042"/>
                  <a:pt x="70729" y="214130"/>
                </a:cubicBezTo>
                <a:cubicBezTo>
                  <a:pt x="70729" y="226703"/>
                  <a:pt x="73403" y="239870"/>
                  <a:pt x="78776" y="253620"/>
                </a:cubicBezTo>
                <a:cubicBezTo>
                  <a:pt x="84148" y="267371"/>
                  <a:pt x="90766" y="278435"/>
                  <a:pt x="98618" y="286824"/>
                </a:cubicBezTo>
                <a:cubicBezTo>
                  <a:pt x="112505" y="261153"/>
                  <a:pt x="129136" y="238098"/>
                  <a:pt x="148521" y="217673"/>
                </a:cubicBezTo>
                <a:cubicBezTo>
                  <a:pt x="167907" y="197236"/>
                  <a:pt x="188469" y="181131"/>
                  <a:pt x="210209" y="169347"/>
                </a:cubicBezTo>
                <a:cubicBezTo>
                  <a:pt x="187418" y="188984"/>
                  <a:pt x="168947" y="210266"/>
                  <a:pt x="154808" y="233195"/>
                </a:cubicBezTo>
                <a:cubicBezTo>
                  <a:pt x="140658" y="256112"/>
                  <a:pt x="130451" y="281189"/>
                  <a:pt x="124164" y="308427"/>
                </a:cubicBezTo>
                <a:close/>
                <a:moveTo>
                  <a:pt x="124164" y="308427"/>
                </a:moveTo>
                <a:close/>
                <a:moveTo>
                  <a:pt x="124164" y="308427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2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3" name="圖示 回收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0487" y="134371"/>
                </a:moveTo>
                <a:lnTo>
                  <a:pt x="179554" y="86834"/>
                </a:lnTo>
                <a:lnTo>
                  <a:pt x="156374" y="48326"/>
                </a:lnTo>
                <a:cubicBezTo>
                  <a:pt x="153231" y="43091"/>
                  <a:pt x="148716" y="40474"/>
                  <a:pt x="142818" y="40474"/>
                </a:cubicBezTo>
                <a:cubicBezTo>
                  <a:pt x="136931" y="40474"/>
                  <a:pt x="132405" y="43091"/>
                  <a:pt x="129262" y="48326"/>
                </a:cubicBezTo>
                <a:lnTo>
                  <a:pt x="96652" y="102161"/>
                </a:lnTo>
                <a:cubicBezTo>
                  <a:pt x="94823" y="105042"/>
                  <a:pt x="94366" y="107979"/>
                  <a:pt x="95280" y="110997"/>
                </a:cubicBezTo>
                <a:cubicBezTo>
                  <a:pt x="96195" y="114003"/>
                  <a:pt x="98092" y="116426"/>
                  <a:pt x="100973" y="118266"/>
                </a:cubicBezTo>
                <a:lnTo>
                  <a:pt x="134371" y="138692"/>
                </a:lnTo>
                <a:cubicBezTo>
                  <a:pt x="137251" y="140269"/>
                  <a:pt x="140200" y="140658"/>
                  <a:pt x="143218" y="139880"/>
                </a:cubicBezTo>
                <a:cubicBezTo>
                  <a:pt x="146224" y="139092"/>
                  <a:pt x="148647" y="137251"/>
                  <a:pt x="150487" y="134371"/>
                </a:cubicBezTo>
                <a:close/>
                <a:moveTo>
                  <a:pt x="296643" y="251460"/>
                </a:moveTo>
                <a:lnTo>
                  <a:pt x="267965" y="203523"/>
                </a:lnTo>
                <a:cubicBezTo>
                  <a:pt x="266125" y="200642"/>
                  <a:pt x="265667" y="197636"/>
                  <a:pt x="266582" y="194493"/>
                </a:cubicBezTo>
                <a:cubicBezTo>
                  <a:pt x="267508" y="191350"/>
                  <a:pt x="269405" y="188984"/>
                  <a:pt x="272285" y="187418"/>
                </a:cubicBezTo>
                <a:lnTo>
                  <a:pt x="306073" y="167770"/>
                </a:lnTo>
                <a:cubicBezTo>
                  <a:pt x="308953" y="166204"/>
                  <a:pt x="311970" y="165746"/>
                  <a:pt x="315114" y="166398"/>
                </a:cubicBezTo>
                <a:cubicBezTo>
                  <a:pt x="318257" y="167049"/>
                  <a:pt x="320612" y="168821"/>
                  <a:pt x="322189" y="171701"/>
                </a:cubicBezTo>
                <a:lnTo>
                  <a:pt x="341437" y="203923"/>
                </a:lnTo>
                <a:cubicBezTo>
                  <a:pt x="344317" y="208369"/>
                  <a:pt x="345883" y="213352"/>
                  <a:pt x="346146" y="218850"/>
                </a:cubicBezTo>
                <a:cubicBezTo>
                  <a:pt x="346409" y="224348"/>
                  <a:pt x="345232" y="229457"/>
                  <a:pt x="342614" y="234178"/>
                </a:cubicBezTo>
                <a:cubicBezTo>
                  <a:pt x="339997" y="239413"/>
                  <a:pt x="336133" y="243608"/>
                  <a:pt x="331024" y="246751"/>
                </a:cubicBezTo>
                <a:cubicBezTo>
                  <a:pt x="325915" y="249894"/>
                  <a:pt x="320349" y="251460"/>
                  <a:pt x="314325" y="251460"/>
                </a:cubicBezTo>
                <a:lnTo>
                  <a:pt x="296643" y="251460"/>
                </a:lnTo>
                <a:close/>
                <a:moveTo>
                  <a:pt x="241242" y="351255"/>
                </a:moveTo>
                <a:lnTo>
                  <a:pt x="196847" y="306861"/>
                </a:lnTo>
                <a:cubicBezTo>
                  <a:pt x="194493" y="304507"/>
                  <a:pt x="193316" y="301752"/>
                  <a:pt x="193316" y="298609"/>
                </a:cubicBezTo>
                <a:cubicBezTo>
                  <a:pt x="193316" y="295466"/>
                  <a:pt x="194493" y="292711"/>
                  <a:pt x="196847" y="290356"/>
                </a:cubicBezTo>
                <a:lnTo>
                  <a:pt x="241242" y="245962"/>
                </a:lnTo>
                <a:cubicBezTo>
                  <a:pt x="243082" y="244122"/>
                  <a:pt x="245242" y="243665"/>
                  <a:pt x="247722" y="244579"/>
                </a:cubicBezTo>
                <a:cubicBezTo>
                  <a:pt x="250214" y="245505"/>
                  <a:pt x="251460" y="247265"/>
                  <a:pt x="251460" y="249894"/>
                </a:cubicBezTo>
                <a:lnTo>
                  <a:pt x="251460" y="267176"/>
                </a:lnTo>
                <a:lnTo>
                  <a:pt x="326109" y="267176"/>
                </a:lnTo>
                <a:lnTo>
                  <a:pt x="303329" y="312759"/>
                </a:lnTo>
                <a:cubicBezTo>
                  <a:pt x="300438" y="317994"/>
                  <a:pt x="296517" y="322189"/>
                  <a:pt x="291534" y="325332"/>
                </a:cubicBezTo>
                <a:cubicBezTo>
                  <a:pt x="286562" y="328475"/>
                  <a:pt x="281064" y="330041"/>
                  <a:pt x="275040" y="330041"/>
                </a:cubicBezTo>
                <a:lnTo>
                  <a:pt x="251460" y="330041"/>
                </a:lnTo>
                <a:lnTo>
                  <a:pt x="251460" y="347335"/>
                </a:lnTo>
                <a:cubicBezTo>
                  <a:pt x="251460" y="349952"/>
                  <a:pt x="250214" y="351713"/>
                  <a:pt x="247722" y="352638"/>
                </a:cubicBezTo>
                <a:cubicBezTo>
                  <a:pt x="245242" y="353553"/>
                  <a:pt x="243082" y="353096"/>
                  <a:pt x="241242" y="351255"/>
                </a:cubicBezTo>
                <a:close/>
                <a:moveTo>
                  <a:pt x="99407" y="330041"/>
                </a:moveTo>
                <a:cubicBezTo>
                  <a:pt x="94172" y="330041"/>
                  <a:pt x="89383" y="328670"/>
                  <a:pt x="85062" y="325915"/>
                </a:cubicBezTo>
                <a:cubicBezTo>
                  <a:pt x="80742" y="323160"/>
                  <a:pt x="77530" y="319560"/>
                  <a:pt x="75438" y="315114"/>
                </a:cubicBezTo>
                <a:cubicBezTo>
                  <a:pt x="73346" y="310919"/>
                  <a:pt x="72363" y="306530"/>
                  <a:pt x="72489" y="301946"/>
                </a:cubicBezTo>
                <a:cubicBezTo>
                  <a:pt x="72626" y="297363"/>
                  <a:pt x="73872" y="293111"/>
                  <a:pt x="76227" y="289179"/>
                </a:cubicBezTo>
                <a:lnTo>
                  <a:pt x="89588" y="267176"/>
                </a:lnTo>
                <a:lnTo>
                  <a:pt x="145378" y="267176"/>
                </a:lnTo>
                <a:cubicBezTo>
                  <a:pt x="148784" y="267176"/>
                  <a:pt x="151596" y="268285"/>
                  <a:pt x="153825" y="270514"/>
                </a:cubicBezTo>
                <a:cubicBezTo>
                  <a:pt x="156054" y="272743"/>
                  <a:pt x="157163" y="275554"/>
                  <a:pt x="157163" y="278961"/>
                </a:cubicBezTo>
                <a:lnTo>
                  <a:pt x="157163" y="318257"/>
                </a:lnTo>
                <a:cubicBezTo>
                  <a:pt x="157163" y="321663"/>
                  <a:pt x="156054" y="324475"/>
                  <a:pt x="153825" y="326704"/>
                </a:cubicBezTo>
                <a:cubicBezTo>
                  <a:pt x="151596" y="328933"/>
                  <a:pt x="148784" y="330041"/>
                  <a:pt x="145378" y="330041"/>
                </a:cubicBezTo>
                <a:lnTo>
                  <a:pt x="99407" y="330041"/>
                </a:lnTo>
                <a:close/>
                <a:moveTo>
                  <a:pt x="60510" y="285247"/>
                </a:moveTo>
                <a:lnTo>
                  <a:pt x="34964" y="234178"/>
                </a:lnTo>
                <a:cubicBezTo>
                  <a:pt x="32610" y="229457"/>
                  <a:pt x="31501" y="224417"/>
                  <a:pt x="31627" y="219045"/>
                </a:cubicBezTo>
                <a:cubicBezTo>
                  <a:pt x="31764" y="213672"/>
                  <a:pt x="33261" y="208632"/>
                  <a:pt x="36153" y="203923"/>
                </a:cubicBezTo>
                <a:lnTo>
                  <a:pt x="42440" y="193316"/>
                </a:lnTo>
                <a:lnTo>
                  <a:pt x="27901" y="184663"/>
                </a:lnTo>
                <a:cubicBezTo>
                  <a:pt x="25798" y="183360"/>
                  <a:pt x="24883" y="181326"/>
                  <a:pt x="25146" y="178571"/>
                </a:cubicBezTo>
                <a:cubicBezTo>
                  <a:pt x="25409" y="175828"/>
                  <a:pt x="26849" y="174193"/>
                  <a:pt x="29467" y="173667"/>
                </a:cubicBezTo>
                <a:lnTo>
                  <a:pt x="90366" y="158340"/>
                </a:lnTo>
                <a:cubicBezTo>
                  <a:pt x="93509" y="157551"/>
                  <a:pt x="96458" y="158008"/>
                  <a:pt x="99212" y="159711"/>
                </a:cubicBezTo>
                <a:cubicBezTo>
                  <a:pt x="101956" y="161414"/>
                  <a:pt x="103727" y="163838"/>
                  <a:pt x="104516" y="166981"/>
                </a:cubicBezTo>
                <a:lnTo>
                  <a:pt x="119832" y="228280"/>
                </a:lnTo>
                <a:cubicBezTo>
                  <a:pt x="120358" y="230897"/>
                  <a:pt x="119569" y="232932"/>
                  <a:pt x="117478" y="234372"/>
                </a:cubicBezTo>
                <a:cubicBezTo>
                  <a:pt x="115386" y="235812"/>
                  <a:pt x="113283" y="235869"/>
                  <a:pt x="111191" y="234566"/>
                </a:cubicBezTo>
                <a:lnTo>
                  <a:pt x="96263" y="225525"/>
                </a:lnTo>
                <a:lnTo>
                  <a:pt x="60510" y="285247"/>
                </a:lnTo>
                <a:close/>
                <a:moveTo>
                  <a:pt x="261278" y="148121"/>
                </a:moveTo>
                <a:lnTo>
                  <a:pt x="200379" y="132805"/>
                </a:lnTo>
                <a:cubicBezTo>
                  <a:pt x="197762" y="132279"/>
                  <a:pt x="196253" y="130645"/>
                  <a:pt x="195864" y="127890"/>
                </a:cubicBezTo>
                <a:cubicBezTo>
                  <a:pt x="195476" y="125136"/>
                  <a:pt x="196459" y="123113"/>
                  <a:pt x="198813" y="121798"/>
                </a:cubicBezTo>
                <a:lnTo>
                  <a:pt x="213741" y="113157"/>
                </a:lnTo>
                <a:lnTo>
                  <a:pt x="164626" y="31433"/>
                </a:lnTo>
                <a:lnTo>
                  <a:pt x="220028" y="31433"/>
                </a:lnTo>
                <a:cubicBezTo>
                  <a:pt x="225525" y="31433"/>
                  <a:pt x="230703" y="32804"/>
                  <a:pt x="235549" y="35559"/>
                </a:cubicBezTo>
                <a:cubicBezTo>
                  <a:pt x="240396" y="38313"/>
                  <a:pt x="244259" y="42040"/>
                  <a:pt x="247139" y="46760"/>
                </a:cubicBezTo>
                <a:lnTo>
                  <a:pt x="267565" y="80936"/>
                </a:lnTo>
                <a:lnTo>
                  <a:pt x="282104" y="71906"/>
                </a:lnTo>
                <a:cubicBezTo>
                  <a:pt x="284207" y="70592"/>
                  <a:pt x="286299" y="70729"/>
                  <a:pt x="288390" y="72295"/>
                </a:cubicBezTo>
                <a:cubicBezTo>
                  <a:pt x="290493" y="73872"/>
                  <a:pt x="291271" y="75964"/>
                  <a:pt x="290756" y="78581"/>
                </a:cubicBezTo>
                <a:lnTo>
                  <a:pt x="275429" y="139480"/>
                </a:lnTo>
                <a:cubicBezTo>
                  <a:pt x="274640" y="142624"/>
                  <a:pt x="272868" y="145047"/>
                  <a:pt x="270125" y="146750"/>
                </a:cubicBezTo>
                <a:cubicBezTo>
                  <a:pt x="267371" y="148453"/>
                  <a:pt x="264422" y="148910"/>
                  <a:pt x="261278" y="148121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4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35" name="圖示 節能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06473"/>
                </a:moveTo>
                <a:cubicBezTo>
                  <a:pt x="221342" y="306473"/>
                  <a:pt x="249163" y="295008"/>
                  <a:pt x="272091" y="272091"/>
                </a:cubicBezTo>
                <a:cubicBezTo>
                  <a:pt x="295008" y="249163"/>
                  <a:pt x="306473" y="221342"/>
                  <a:pt x="306473" y="188595"/>
                </a:cubicBezTo>
                <a:lnTo>
                  <a:pt x="306473" y="70729"/>
                </a:lnTo>
                <a:lnTo>
                  <a:pt x="188595" y="70729"/>
                </a:lnTo>
                <a:cubicBezTo>
                  <a:pt x="155848" y="70729"/>
                  <a:pt x="128027" y="82182"/>
                  <a:pt x="105099" y="105099"/>
                </a:cubicBezTo>
                <a:cubicBezTo>
                  <a:pt x="82182" y="128027"/>
                  <a:pt x="70729" y="155848"/>
                  <a:pt x="70729" y="188595"/>
                </a:cubicBezTo>
                <a:cubicBezTo>
                  <a:pt x="70729" y="221342"/>
                  <a:pt x="82182" y="249163"/>
                  <a:pt x="105099" y="272091"/>
                </a:cubicBezTo>
                <a:cubicBezTo>
                  <a:pt x="128027" y="295008"/>
                  <a:pt x="155848" y="306473"/>
                  <a:pt x="188595" y="306473"/>
                </a:cubicBezTo>
                <a:close/>
                <a:moveTo>
                  <a:pt x="167770" y="265210"/>
                </a:moveTo>
                <a:lnTo>
                  <a:pt x="249105" y="192527"/>
                </a:lnTo>
                <a:cubicBezTo>
                  <a:pt x="251723" y="190172"/>
                  <a:pt x="252512" y="187349"/>
                  <a:pt x="251460" y="184080"/>
                </a:cubicBezTo>
                <a:cubicBezTo>
                  <a:pt x="250408" y="180800"/>
                  <a:pt x="248054" y="178902"/>
                  <a:pt x="244385" y="178377"/>
                </a:cubicBezTo>
                <a:lnTo>
                  <a:pt x="180743" y="172090"/>
                </a:lnTo>
                <a:lnTo>
                  <a:pt x="218850" y="119832"/>
                </a:lnTo>
                <a:cubicBezTo>
                  <a:pt x="219902" y="118529"/>
                  <a:pt x="220359" y="117146"/>
                  <a:pt x="220222" y="115706"/>
                </a:cubicBezTo>
                <a:cubicBezTo>
                  <a:pt x="220096" y="114266"/>
                  <a:pt x="219502" y="112894"/>
                  <a:pt x="218462" y="111591"/>
                </a:cubicBezTo>
                <a:cubicBezTo>
                  <a:pt x="217147" y="110277"/>
                  <a:pt x="215638" y="109625"/>
                  <a:pt x="213935" y="109625"/>
                </a:cubicBezTo>
                <a:cubicBezTo>
                  <a:pt x="212232" y="109625"/>
                  <a:pt x="210723" y="110277"/>
                  <a:pt x="209420" y="111591"/>
                </a:cubicBezTo>
                <a:lnTo>
                  <a:pt x="128485" y="184274"/>
                </a:lnTo>
                <a:cubicBezTo>
                  <a:pt x="125856" y="186629"/>
                  <a:pt x="125078" y="189441"/>
                  <a:pt x="126119" y="192721"/>
                </a:cubicBezTo>
                <a:cubicBezTo>
                  <a:pt x="127170" y="195990"/>
                  <a:pt x="129525" y="197899"/>
                  <a:pt x="133194" y="198413"/>
                </a:cubicBezTo>
                <a:lnTo>
                  <a:pt x="196847" y="204700"/>
                </a:lnTo>
                <a:lnTo>
                  <a:pt x="158340" y="256958"/>
                </a:lnTo>
                <a:cubicBezTo>
                  <a:pt x="157288" y="258272"/>
                  <a:pt x="156831" y="259644"/>
                  <a:pt x="156968" y="261084"/>
                </a:cubicBezTo>
                <a:cubicBezTo>
                  <a:pt x="157094" y="262524"/>
                  <a:pt x="157814" y="263907"/>
                  <a:pt x="159128" y="265210"/>
                </a:cubicBezTo>
                <a:cubicBezTo>
                  <a:pt x="160431" y="266525"/>
                  <a:pt x="161883" y="267176"/>
                  <a:pt x="163449" y="267176"/>
                </a:cubicBezTo>
                <a:cubicBezTo>
                  <a:pt x="165026" y="267176"/>
                  <a:pt x="166467" y="266525"/>
                  <a:pt x="167770" y="265210"/>
                </a:cubicBezTo>
                <a:close/>
                <a:moveTo>
                  <a:pt x="188595" y="330041"/>
                </a:moveTo>
                <a:cubicBezTo>
                  <a:pt x="171050" y="330041"/>
                  <a:pt x="154545" y="327092"/>
                  <a:pt x="139092" y="321206"/>
                </a:cubicBezTo>
                <a:cubicBezTo>
                  <a:pt x="123638" y="315308"/>
                  <a:pt x="109625" y="307124"/>
                  <a:pt x="97052" y="296643"/>
                </a:cubicBezTo>
                <a:lnTo>
                  <a:pt x="67186" y="326509"/>
                </a:lnTo>
                <a:cubicBezTo>
                  <a:pt x="65883" y="327812"/>
                  <a:pt x="64568" y="328727"/>
                  <a:pt x="63254" y="329253"/>
                </a:cubicBezTo>
                <a:cubicBezTo>
                  <a:pt x="61951" y="329778"/>
                  <a:pt x="60510" y="330041"/>
                  <a:pt x="58933" y="330041"/>
                </a:cubicBezTo>
                <a:cubicBezTo>
                  <a:pt x="55790" y="330041"/>
                  <a:pt x="53047" y="328864"/>
                  <a:pt x="50681" y="326509"/>
                </a:cubicBezTo>
                <a:cubicBezTo>
                  <a:pt x="48326" y="324143"/>
                  <a:pt x="47149" y="321400"/>
                  <a:pt x="47149" y="318257"/>
                </a:cubicBezTo>
                <a:cubicBezTo>
                  <a:pt x="47149" y="316680"/>
                  <a:pt x="47412" y="315239"/>
                  <a:pt x="47937" y="313936"/>
                </a:cubicBezTo>
                <a:cubicBezTo>
                  <a:pt x="48463" y="312622"/>
                  <a:pt x="49378" y="311307"/>
                  <a:pt x="50681" y="310004"/>
                </a:cubicBezTo>
                <a:lnTo>
                  <a:pt x="80547" y="280138"/>
                </a:lnTo>
                <a:cubicBezTo>
                  <a:pt x="70066" y="267565"/>
                  <a:pt x="61882" y="253552"/>
                  <a:pt x="55984" y="238098"/>
                </a:cubicBezTo>
                <a:cubicBezTo>
                  <a:pt x="50098" y="222645"/>
                  <a:pt x="47149" y="206140"/>
                  <a:pt x="47149" y="188595"/>
                </a:cubicBezTo>
                <a:cubicBezTo>
                  <a:pt x="47149" y="149310"/>
                  <a:pt x="60899" y="115912"/>
                  <a:pt x="88400" y="88400"/>
                </a:cubicBezTo>
                <a:cubicBezTo>
                  <a:pt x="115912" y="60899"/>
                  <a:pt x="149310" y="47149"/>
                  <a:pt x="188595" y="47149"/>
                </a:cubicBezTo>
                <a:lnTo>
                  <a:pt x="306473" y="47149"/>
                </a:lnTo>
                <a:cubicBezTo>
                  <a:pt x="313011" y="47149"/>
                  <a:pt x="318577" y="49446"/>
                  <a:pt x="323160" y="54030"/>
                </a:cubicBezTo>
                <a:cubicBezTo>
                  <a:pt x="327744" y="58613"/>
                  <a:pt x="330041" y="64179"/>
                  <a:pt x="330041" y="70729"/>
                </a:cubicBezTo>
                <a:lnTo>
                  <a:pt x="330041" y="188595"/>
                </a:lnTo>
                <a:cubicBezTo>
                  <a:pt x="330041" y="227891"/>
                  <a:pt x="316291" y="261278"/>
                  <a:pt x="288790" y="288790"/>
                </a:cubicBezTo>
                <a:cubicBezTo>
                  <a:pt x="261278" y="316291"/>
                  <a:pt x="227891" y="330041"/>
                  <a:pt x="188595" y="330041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6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37" name="圖示 溫度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7273" y="149310"/>
                </a:moveTo>
                <a:cubicBezTo>
                  <a:pt x="213924" y="149310"/>
                  <a:pt x="211124" y="148167"/>
                  <a:pt x="208872" y="145881"/>
                </a:cubicBezTo>
                <a:cubicBezTo>
                  <a:pt x="206620" y="143607"/>
                  <a:pt x="205489" y="140795"/>
                  <a:pt x="205489" y="137434"/>
                </a:cubicBezTo>
                <a:cubicBezTo>
                  <a:pt x="205489" y="134085"/>
                  <a:pt x="206620" y="131296"/>
                  <a:pt x="208872" y="129068"/>
                </a:cubicBezTo>
                <a:cubicBezTo>
                  <a:pt x="211124" y="126839"/>
                  <a:pt x="213924" y="125730"/>
                  <a:pt x="217273" y="125730"/>
                </a:cubicBezTo>
                <a:lnTo>
                  <a:pt x="284070" y="125730"/>
                </a:lnTo>
                <a:cubicBezTo>
                  <a:pt x="287419" y="125730"/>
                  <a:pt x="290231" y="126873"/>
                  <a:pt x="292482" y="129148"/>
                </a:cubicBezTo>
                <a:cubicBezTo>
                  <a:pt x="294734" y="131422"/>
                  <a:pt x="295854" y="134245"/>
                  <a:pt x="295854" y="137594"/>
                </a:cubicBezTo>
                <a:cubicBezTo>
                  <a:pt x="295854" y="140943"/>
                  <a:pt x="294734" y="143744"/>
                  <a:pt x="292482" y="145961"/>
                </a:cubicBezTo>
                <a:cubicBezTo>
                  <a:pt x="290231" y="148190"/>
                  <a:pt x="287419" y="149310"/>
                  <a:pt x="284070" y="149310"/>
                </a:cubicBezTo>
                <a:lnTo>
                  <a:pt x="217273" y="149310"/>
                </a:lnTo>
                <a:close/>
                <a:moveTo>
                  <a:pt x="217273" y="102161"/>
                </a:moveTo>
                <a:cubicBezTo>
                  <a:pt x="213924" y="102161"/>
                  <a:pt x="211124" y="101018"/>
                  <a:pt x="208872" y="98732"/>
                </a:cubicBezTo>
                <a:cubicBezTo>
                  <a:pt x="206620" y="96458"/>
                  <a:pt x="205489" y="93646"/>
                  <a:pt x="205489" y="90286"/>
                </a:cubicBezTo>
                <a:cubicBezTo>
                  <a:pt x="205489" y="86937"/>
                  <a:pt x="206620" y="84148"/>
                  <a:pt x="208872" y="81919"/>
                </a:cubicBezTo>
                <a:cubicBezTo>
                  <a:pt x="211124" y="79690"/>
                  <a:pt x="213924" y="78581"/>
                  <a:pt x="217273" y="78581"/>
                </a:cubicBezTo>
                <a:lnTo>
                  <a:pt x="319434" y="78581"/>
                </a:lnTo>
                <a:cubicBezTo>
                  <a:pt x="322783" y="78581"/>
                  <a:pt x="325584" y="79724"/>
                  <a:pt x="327847" y="81999"/>
                </a:cubicBezTo>
                <a:cubicBezTo>
                  <a:pt x="330098" y="84273"/>
                  <a:pt x="331219" y="87097"/>
                  <a:pt x="331219" y="90446"/>
                </a:cubicBezTo>
                <a:cubicBezTo>
                  <a:pt x="331219" y="93795"/>
                  <a:pt x="330098" y="96595"/>
                  <a:pt x="327847" y="98812"/>
                </a:cubicBezTo>
                <a:cubicBezTo>
                  <a:pt x="325584" y="101041"/>
                  <a:pt x="322783" y="102161"/>
                  <a:pt x="319434" y="102161"/>
                </a:cubicBezTo>
                <a:lnTo>
                  <a:pt x="217273" y="102161"/>
                </a:lnTo>
                <a:close/>
                <a:moveTo>
                  <a:pt x="65620" y="308747"/>
                </a:moveTo>
                <a:cubicBezTo>
                  <a:pt x="51732" y="294780"/>
                  <a:pt x="44794" y="277920"/>
                  <a:pt x="44794" y="258135"/>
                </a:cubicBezTo>
                <a:cubicBezTo>
                  <a:pt x="44794" y="245562"/>
                  <a:pt x="47937" y="233709"/>
                  <a:pt x="54224" y="222576"/>
                </a:cubicBezTo>
                <a:cubicBezTo>
                  <a:pt x="60510" y="211444"/>
                  <a:pt x="69152" y="202482"/>
                  <a:pt x="80159" y="195670"/>
                </a:cubicBezTo>
                <a:lnTo>
                  <a:pt x="80159" y="83302"/>
                </a:lnTo>
                <a:cubicBezTo>
                  <a:pt x="80159" y="73266"/>
                  <a:pt x="83668" y="64728"/>
                  <a:pt x="90686" y="57676"/>
                </a:cubicBezTo>
                <a:cubicBezTo>
                  <a:pt x="97704" y="50658"/>
                  <a:pt x="106219" y="47149"/>
                  <a:pt x="116220" y="47149"/>
                </a:cubicBezTo>
                <a:cubicBezTo>
                  <a:pt x="126233" y="47149"/>
                  <a:pt x="134771" y="50658"/>
                  <a:pt x="141835" y="57676"/>
                </a:cubicBezTo>
                <a:cubicBezTo>
                  <a:pt x="148910" y="64694"/>
                  <a:pt x="152453" y="73232"/>
                  <a:pt x="152453" y="83302"/>
                </a:cubicBezTo>
                <a:lnTo>
                  <a:pt x="152453" y="195670"/>
                </a:lnTo>
                <a:cubicBezTo>
                  <a:pt x="163449" y="202482"/>
                  <a:pt x="172090" y="211444"/>
                  <a:pt x="178377" y="222576"/>
                </a:cubicBezTo>
                <a:cubicBezTo>
                  <a:pt x="184663" y="233709"/>
                  <a:pt x="187806" y="245562"/>
                  <a:pt x="187806" y="258135"/>
                </a:cubicBezTo>
                <a:cubicBezTo>
                  <a:pt x="187806" y="277920"/>
                  <a:pt x="180868" y="294780"/>
                  <a:pt x="166981" y="308747"/>
                </a:cubicBezTo>
                <a:cubicBezTo>
                  <a:pt x="153105" y="322680"/>
                  <a:pt x="136211" y="329653"/>
                  <a:pt x="116300" y="329653"/>
                </a:cubicBezTo>
                <a:cubicBezTo>
                  <a:pt x="96389" y="329653"/>
                  <a:pt x="79496" y="322680"/>
                  <a:pt x="65620" y="308747"/>
                </a:cubicBezTo>
                <a:close/>
                <a:moveTo>
                  <a:pt x="68363" y="258135"/>
                </a:moveTo>
                <a:lnTo>
                  <a:pt x="164238" y="258135"/>
                </a:lnTo>
                <a:cubicBezTo>
                  <a:pt x="164238" y="247665"/>
                  <a:pt x="161746" y="238293"/>
                  <a:pt x="156774" y="230052"/>
                </a:cubicBezTo>
                <a:cubicBezTo>
                  <a:pt x="151790" y="221799"/>
                  <a:pt x="145115" y="215833"/>
                  <a:pt x="136737" y="212175"/>
                </a:cubicBezTo>
                <a:lnTo>
                  <a:pt x="128873" y="208632"/>
                </a:lnTo>
                <a:lnTo>
                  <a:pt x="128873" y="83302"/>
                </a:lnTo>
                <a:cubicBezTo>
                  <a:pt x="128873" y="79736"/>
                  <a:pt x="127673" y="76752"/>
                  <a:pt x="125261" y="74341"/>
                </a:cubicBezTo>
                <a:cubicBezTo>
                  <a:pt x="122850" y="71929"/>
                  <a:pt x="119866" y="70729"/>
                  <a:pt x="116300" y="70729"/>
                </a:cubicBezTo>
                <a:cubicBezTo>
                  <a:pt x="112734" y="70729"/>
                  <a:pt x="109751" y="71929"/>
                  <a:pt x="107339" y="74341"/>
                </a:cubicBezTo>
                <a:cubicBezTo>
                  <a:pt x="104927" y="76752"/>
                  <a:pt x="103727" y="79736"/>
                  <a:pt x="103727" y="83302"/>
                </a:cubicBezTo>
                <a:lnTo>
                  <a:pt x="103727" y="208632"/>
                </a:lnTo>
                <a:lnTo>
                  <a:pt x="95875" y="212175"/>
                </a:lnTo>
                <a:cubicBezTo>
                  <a:pt x="87485" y="215833"/>
                  <a:pt x="80810" y="221856"/>
                  <a:pt x="75827" y="230246"/>
                </a:cubicBezTo>
                <a:cubicBezTo>
                  <a:pt x="70855" y="238624"/>
                  <a:pt x="68363" y="247928"/>
                  <a:pt x="68363" y="258135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8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239" name="圖示 用水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812" y="308827"/>
                </a:moveTo>
                <a:cubicBezTo>
                  <a:pt x="74844" y="284207"/>
                  <a:pt x="62865" y="253552"/>
                  <a:pt x="62865" y="216884"/>
                </a:cubicBezTo>
                <a:cubicBezTo>
                  <a:pt x="62865" y="200116"/>
                  <a:pt x="66660" y="183486"/>
                  <a:pt x="74261" y="166981"/>
                </a:cubicBezTo>
                <a:cubicBezTo>
                  <a:pt x="81850" y="150487"/>
                  <a:pt x="91349" y="134634"/>
                  <a:pt x="102744" y="119443"/>
                </a:cubicBezTo>
                <a:cubicBezTo>
                  <a:pt x="114140" y="104253"/>
                  <a:pt x="126450" y="90046"/>
                  <a:pt x="139675" y="76810"/>
                </a:cubicBezTo>
                <a:cubicBezTo>
                  <a:pt x="152911" y="63585"/>
                  <a:pt x="165278" y="51869"/>
                  <a:pt x="176811" y="41651"/>
                </a:cubicBezTo>
                <a:cubicBezTo>
                  <a:pt x="178639" y="40074"/>
                  <a:pt x="180537" y="38965"/>
                  <a:pt x="182503" y="38313"/>
                </a:cubicBezTo>
                <a:cubicBezTo>
                  <a:pt x="184469" y="37650"/>
                  <a:pt x="186503" y="37330"/>
                  <a:pt x="188595" y="37330"/>
                </a:cubicBezTo>
                <a:cubicBezTo>
                  <a:pt x="190687" y="37330"/>
                  <a:pt x="192721" y="37650"/>
                  <a:pt x="194687" y="38313"/>
                </a:cubicBezTo>
                <a:cubicBezTo>
                  <a:pt x="196653" y="38965"/>
                  <a:pt x="198551" y="40074"/>
                  <a:pt x="200379" y="41651"/>
                </a:cubicBezTo>
                <a:cubicBezTo>
                  <a:pt x="211912" y="51869"/>
                  <a:pt x="224279" y="63585"/>
                  <a:pt x="237515" y="76810"/>
                </a:cubicBezTo>
                <a:cubicBezTo>
                  <a:pt x="250740" y="90046"/>
                  <a:pt x="263050" y="104253"/>
                  <a:pt x="274446" y="119443"/>
                </a:cubicBezTo>
                <a:cubicBezTo>
                  <a:pt x="285841" y="134634"/>
                  <a:pt x="295340" y="150487"/>
                  <a:pt x="302929" y="166981"/>
                </a:cubicBezTo>
                <a:cubicBezTo>
                  <a:pt x="310530" y="183486"/>
                  <a:pt x="314325" y="200116"/>
                  <a:pt x="314325" y="216884"/>
                </a:cubicBezTo>
                <a:cubicBezTo>
                  <a:pt x="314325" y="253552"/>
                  <a:pt x="302346" y="284207"/>
                  <a:pt x="278378" y="308827"/>
                </a:cubicBezTo>
                <a:cubicBezTo>
                  <a:pt x="254409" y="333447"/>
                  <a:pt x="224485" y="345758"/>
                  <a:pt x="188595" y="345758"/>
                </a:cubicBezTo>
                <a:cubicBezTo>
                  <a:pt x="152705" y="345758"/>
                  <a:pt x="122781" y="333447"/>
                  <a:pt x="98812" y="308827"/>
                </a:cubicBezTo>
                <a:close/>
                <a:moveTo>
                  <a:pt x="261678" y="292128"/>
                </a:moveTo>
                <a:cubicBezTo>
                  <a:pt x="281064" y="272091"/>
                  <a:pt x="290756" y="247002"/>
                  <a:pt x="290756" y="216884"/>
                </a:cubicBezTo>
                <a:cubicBezTo>
                  <a:pt x="290756" y="196196"/>
                  <a:pt x="282047" y="172684"/>
                  <a:pt x="264627" y="146361"/>
                </a:cubicBezTo>
                <a:cubicBezTo>
                  <a:pt x="247208" y="120038"/>
                  <a:pt x="221856" y="92206"/>
                  <a:pt x="188595" y="62865"/>
                </a:cubicBezTo>
                <a:cubicBezTo>
                  <a:pt x="155334" y="92206"/>
                  <a:pt x="129982" y="120038"/>
                  <a:pt x="112563" y="146361"/>
                </a:cubicBezTo>
                <a:cubicBezTo>
                  <a:pt x="95143" y="172684"/>
                  <a:pt x="86445" y="196196"/>
                  <a:pt x="86445" y="216884"/>
                </a:cubicBezTo>
                <a:cubicBezTo>
                  <a:pt x="86445" y="247002"/>
                  <a:pt x="96126" y="272091"/>
                  <a:pt x="115512" y="292128"/>
                </a:cubicBezTo>
                <a:cubicBezTo>
                  <a:pt x="134897" y="312165"/>
                  <a:pt x="159254" y="322189"/>
                  <a:pt x="188595" y="322189"/>
                </a:cubicBezTo>
                <a:cubicBezTo>
                  <a:pt x="217936" y="322189"/>
                  <a:pt x="242293" y="312165"/>
                  <a:pt x="261678" y="292128"/>
                </a:cubicBezTo>
                <a:close/>
                <a:moveTo>
                  <a:pt x="188595" y="188595"/>
                </a:moveTo>
                <a:close/>
                <a:moveTo>
                  <a:pt x="188206" y="295466"/>
                </a:moveTo>
                <a:cubicBezTo>
                  <a:pt x="192390" y="295466"/>
                  <a:pt x="195602" y="294745"/>
                  <a:pt x="197830" y="293305"/>
                </a:cubicBezTo>
                <a:cubicBezTo>
                  <a:pt x="200059" y="291865"/>
                  <a:pt x="201168" y="289705"/>
                  <a:pt x="201168" y="286824"/>
                </a:cubicBezTo>
                <a:cubicBezTo>
                  <a:pt x="201168" y="283944"/>
                  <a:pt x="200059" y="281715"/>
                  <a:pt x="197830" y="280138"/>
                </a:cubicBezTo>
                <a:cubicBezTo>
                  <a:pt x="195602" y="278572"/>
                  <a:pt x="192264" y="277783"/>
                  <a:pt x="187806" y="277783"/>
                </a:cubicBezTo>
                <a:cubicBezTo>
                  <a:pt x="176811" y="277783"/>
                  <a:pt x="165609" y="274309"/>
                  <a:pt x="154214" y="267371"/>
                </a:cubicBezTo>
                <a:cubicBezTo>
                  <a:pt x="142818" y="260433"/>
                  <a:pt x="135548" y="248191"/>
                  <a:pt x="132405" y="230635"/>
                </a:cubicBezTo>
                <a:cubicBezTo>
                  <a:pt x="131891" y="228280"/>
                  <a:pt x="130702" y="226383"/>
                  <a:pt x="128873" y="224942"/>
                </a:cubicBezTo>
                <a:cubicBezTo>
                  <a:pt x="127044" y="223502"/>
                  <a:pt x="125078" y="222782"/>
                  <a:pt x="122975" y="222782"/>
                </a:cubicBezTo>
                <a:cubicBezTo>
                  <a:pt x="120095" y="222782"/>
                  <a:pt x="117878" y="223891"/>
                  <a:pt x="116300" y="226120"/>
                </a:cubicBezTo>
                <a:cubicBezTo>
                  <a:pt x="114734" y="228349"/>
                  <a:pt x="114209" y="230635"/>
                  <a:pt x="114734" y="232989"/>
                </a:cubicBezTo>
                <a:cubicBezTo>
                  <a:pt x="118655" y="254992"/>
                  <a:pt x="127959" y="270914"/>
                  <a:pt x="142624" y="280732"/>
                </a:cubicBezTo>
                <a:cubicBezTo>
                  <a:pt x="157288" y="290551"/>
                  <a:pt x="172490" y="295466"/>
                  <a:pt x="188206" y="295466"/>
                </a:cubicBez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0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241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685800" y="61779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3" name="小節"/>
          <p:cNvSpPr/>
          <p:nvPr/>
        </p:nvSpPr>
        <p:spPr>
          <a:xfrm>
            <a:off x="93726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4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1441" y="400050"/>
                  </a:moveTo>
                  <a:cubicBezTo>
                    <a:pt x="95086" y="400050"/>
                    <a:pt x="89771" y="397913"/>
                    <a:pt x="85485" y="393626"/>
                  </a:cubicBezTo>
                  <a:cubicBezTo>
                    <a:pt x="81199" y="389340"/>
                    <a:pt x="79061" y="384014"/>
                    <a:pt x="79061" y="377670"/>
                  </a:cubicBezTo>
                  <a:cubicBezTo>
                    <a:pt x="79061" y="371315"/>
                    <a:pt x="81199" y="366000"/>
                    <a:pt x="85485" y="361714"/>
                  </a:cubicBezTo>
                  <a:cubicBezTo>
                    <a:pt x="89771" y="357428"/>
                    <a:pt x="95086" y="355279"/>
                    <a:pt x="101441" y="355279"/>
                  </a:cubicBezTo>
                  <a:lnTo>
                    <a:pt x="139537" y="355279"/>
                  </a:lnTo>
                  <a:lnTo>
                    <a:pt x="89063" y="182880"/>
                  </a:lnTo>
                  <a:cubicBezTo>
                    <a:pt x="78901" y="178114"/>
                    <a:pt x="70957" y="171690"/>
                    <a:pt x="65242" y="163598"/>
                  </a:cubicBezTo>
                  <a:cubicBezTo>
                    <a:pt x="59527" y="155494"/>
                    <a:pt x="56670" y="144784"/>
                    <a:pt x="56670" y="131445"/>
                  </a:cubicBezTo>
                  <a:cubicBezTo>
                    <a:pt x="56670" y="116517"/>
                    <a:pt x="62156" y="103590"/>
                    <a:pt x="73106" y="92629"/>
                  </a:cubicBezTo>
                  <a:cubicBezTo>
                    <a:pt x="84056" y="81679"/>
                    <a:pt x="96995" y="76204"/>
                    <a:pt x="111923" y="76204"/>
                  </a:cubicBezTo>
                  <a:cubicBezTo>
                    <a:pt x="125890" y="76204"/>
                    <a:pt x="137480" y="79930"/>
                    <a:pt x="146681" y="87394"/>
                  </a:cubicBezTo>
                  <a:cubicBezTo>
                    <a:pt x="155894" y="94858"/>
                    <a:pt x="162089" y="104779"/>
                    <a:pt x="165255" y="117157"/>
                  </a:cubicBezTo>
                  <a:lnTo>
                    <a:pt x="234795" y="117157"/>
                  </a:lnTo>
                  <a:lnTo>
                    <a:pt x="234795" y="89063"/>
                  </a:lnTo>
                  <a:cubicBezTo>
                    <a:pt x="234795" y="85245"/>
                    <a:pt x="236224" y="81919"/>
                    <a:pt x="239081" y="79061"/>
                  </a:cubicBezTo>
                  <a:cubicBezTo>
                    <a:pt x="241939" y="76204"/>
                    <a:pt x="245265" y="74775"/>
                    <a:pt x="249083" y="74775"/>
                  </a:cubicBezTo>
                  <a:cubicBezTo>
                    <a:pt x="252569" y="74775"/>
                    <a:pt x="255506" y="76124"/>
                    <a:pt x="257895" y="78821"/>
                  </a:cubicBezTo>
                  <a:cubicBezTo>
                    <a:pt x="260273" y="81519"/>
                    <a:pt x="261461" y="84616"/>
                    <a:pt x="261461" y="88102"/>
                  </a:cubicBezTo>
                  <a:lnTo>
                    <a:pt x="297180" y="53812"/>
                  </a:lnTo>
                  <a:cubicBezTo>
                    <a:pt x="299717" y="51275"/>
                    <a:pt x="302975" y="49606"/>
                    <a:pt x="306941" y="48818"/>
                  </a:cubicBezTo>
                  <a:cubicBezTo>
                    <a:pt x="310907" y="48017"/>
                    <a:pt x="314965" y="48578"/>
                    <a:pt x="319091" y="50486"/>
                  </a:cubicBezTo>
                  <a:lnTo>
                    <a:pt x="394335" y="86674"/>
                  </a:lnTo>
                  <a:cubicBezTo>
                    <a:pt x="397192" y="88262"/>
                    <a:pt x="399181" y="90491"/>
                    <a:pt x="400290" y="93349"/>
                  </a:cubicBezTo>
                  <a:cubicBezTo>
                    <a:pt x="401399" y="96206"/>
                    <a:pt x="401159" y="99224"/>
                    <a:pt x="399570" y="102390"/>
                  </a:cubicBezTo>
                  <a:cubicBezTo>
                    <a:pt x="397981" y="105567"/>
                    <a:pt x="395684" y="107476"/>
                    <a:pt x="392666" y="108105"/>
                  </a:cubicBezTo>
                  <a:cubicBezTo>
                    <a:pt x="389649" y="108745"/>
                    <a:pt x="386711" y="108265"/>
                    <a:pt x="383854" y="106676"/>
                  </a:cubicBezTo>
                  <a:lnTo>
                    <a:pt x="310039" y="70957"/>
                  </a:lnTo>
                  <a:lnTo>
                    <a:pt x="263370" y="118106"/>
                  </a:lnTo>
                  <a:lnTo>
                    <a:pt x="263370" y="142875"/>
                  </a:lnTo>
                  <a:lnTo>
                    <a:pt x="310039" y="191933"/>
                  </a:lnTo>
                  <a:lnTo>
                    <a:pt x="383854" y="155734"/>
                  </a:lnTo>
                  <a:cubicBezTo>
                    <a:pt x="387031" y="154145"/>
                    <a:pt x="390049" y="153745"/>
                    <a:pt x="392906" y="154545"/>
                  </a:cubicBezTo>
                  <a:cubicBezTo>
                    <a:pt x="395764" y="155334"/>
                    <a:pt x="397981" y="157323"/>
                    <a:pt x="399570" y="160500"/>
                  </a:cubicBezTo>
                  <a:cubicBezTo>
                    <a:pt x="401159" y="163666"/>
                    <a:pt x="401399" y="166844"/>
                    <a:pt x="400290" y="170021"/>
                  </a:cubicBezTo>
                  <a:cubicBezTo>
                    <a:pt x="399181" y="173199"/>
                    <a:pt x="397032" y="175576"/>
                    <a:pt x="393855" y="177165"/>
                  </a:cubicBezTo>
                  <a:lnTo>
                    <a:pt x="320989" y="211455"/>
                  </a:lnTo>
                  <a:cubicBezTo>
                    <a:pt x="316542" y="213672"/>
                    <a:pt x="312256" y="214713"/>
                    <a:pt x="308130" y="214553"/>
                  </a:cubicBezTo>
                  <a:cubicBezTo>
                    <a:pt x="304004" y="214393"/>
                    <a:pt x="300358" y="212724"/>
                    <a:pt x="297180" y="209546"/>
                  </a:cubicBezTo>
                  <a:lnTo>
                    <a:pt x="261461" y="175256"/>
                  </a:lnTo>
                  <a:cubicBezTo>
                    <a:pt x="261461" y="179702"/>
                    <a:pt x="260273" y="183040"/>
                    <a:pt x="257895" y="185257"/>
                  </a:cubicBezTo>
                  <a:cubicBezTo>
                    <a:pt x="255506" y="187486"/>
                    <a:pt x="252569" y="188595"/>
                    <a:pt x="249083" y="188595"/>
                  </a:cubicBezTo>
                  <a:cubicBezTo>
                    <a:pt x="245265" y="188595"/>
                    <a:pt x="241939" y="187166"/>
                    <a:pt x="239081" y="184309"/>
                  </a:cubicBezTo>
                  <a:cubicBezTo>
                    <a:pt x="236224" y="181451"/>
                    <a:pt x="234795" y="178114"/>
                    <a:pt x="234795" y="174308"/>
                  </a:cubicBezTo>
                  <a:lnTo>
                    <a:pt x="234795" y="145733"/>
                  </a:lnTo>
                  <a:lnTo>
                    <a:pt x="164306" y="145733"/>
                  </a:lnTo>
                  <a:cubicBezTo>
                    <a:pt x="164306" y="149539"/>
                    <a:pt x="163278" y="153436"/>
                    <a:pt x="161209" y="157403"/>
                  </a:cubicBezTo>
                  <a:cubicBezTo>
                    <a:pt x="159151" y="161369"/>
                    <a:pt x="156682" y="164626"/>
                    <a:pt x="153825" y="167164"/>
                  </a:cubicBezTo>
                  <a:lnTo>
                    <a:pt x="251460" y="355279"/>
                  </a:lnTo>
                  <a:lnTo>
                    <a:pt x="304324" y="355279"/>
                  </a:lnTo>
                  <a:cubicBezTo>
                    <a:pt x="310679" y="355279"/>
                    <a:pt x="315994" y="357428"/>
                    <a:pt x="320280" y="361714"/>
                  </a:cubicBezTo>
                  <a:cubicBezTo>
                    <a:pt x="324566" y="366000"/>
                    <a:pt x="326704" y="371315"/>
                    <a:pt x="326704" y="377670"/>
                  </a:cubicBezTo>
                  <a:cubicBezTo>
                    <a:pt x="326704" y="384014"/>
                    <a:pt x="324566" y="389340"/>
                    <a:pt x="320280" y="393626"/>
                  </a:cubicBezTo>
                  <a:cubicBezTo>
                    <a:pt x="315994" y="397913"/>
                    <a:pt x="310679" y="400050"/>
                    <a:pt x="304324" y="400050"/>
                  </a:cubicBezTo>
                  <a:lnTo>
                    <a:pt x="101441" y="400050"/>
                  </a:lnTo>
                  <a:close/>
                  <a:moveTo>
                    <a:pt x="130965" y="150499"/>
                  </a:moveTo>
                  <a:cubicBezTo>
                    <a:pt x="136051" y="145412"/>
                    <a:pt x="138589" y="139069"/>
                    <a:pt x="138589" y="131445"/>
                  </a:cubicBezTo>
                  <a:cubicBezTo>
                    <a:pt x="138589" y="123821"/>
                    <a:pt x="136051" y="117478"/>
                    <a:pt x="130965" y="112391"/>
                  </a:cubicBezTo>
                  <a:cubicBezTo>
                    <a:pt x="125890" y="107316"/>
                    <a:pt x="119535" y="104779"/>
                    <a:pt x="111923" y="104779"/>
                  </a:cubicBezTo>
                  <a:cubicBezTo>
                    <a:pt x="104299" y="104779"/>
                    <a:pt x="97944" y="107316"/>
                    <a:pt x="92869" y="112391"/>
                  </a:cubicBezTo>
                  <a:cubicBezTo>
                    <a:pt x="87794" y="117478"/>
                    <a:pt x="85245" y="123821"/>
                    <a:pt x="85245" y="131445"/>
                  </a:cubicBezTo>
                  <a:cubicBezTo>
                    <a:pt x="85245" y="139069"/>
                    <a:pt x="87794" y="145412"/>
                    <a:pt x="92869" y="150499"/>
                  </a:cubicBezTo>
                  <a:cubicBezTo>
                    <a:pt x="97944" y="155574"/>
                    <a:pt x="104299" y="158111"/>
                    <a:pt x="111923" y="158111"/>
                  </a:cubicBezTo>
                  <a:cubicBezTo>
                    <a:pt x="119535" y="158111"/>
                    <a:pt x="125890" y="155574"/>
                    <a:pt x="130965" y="150499"/>
                  </a:cubicBezTo>
                  <a:close/>
                  <a:moveTo>
                    <a:pt x="170970" y="355279"/>
                  </a:moveTo>
                  <a:lnTo>
                    <a:pt x="219547" y="355279"/>
                  </a:lnTo>
                  <a:lnTo>
                    <a:pt x="129536" y="180503"/>
                  </a:lnTo>
                  <a:cubicBezTo>
                    <a:pt x="128588" y="181131"/>
                    <a:pt x="126999" y="181771"/>
                    <a:pt x="124781" y="182400"/>
                  </a:cubicBezTo>
                  <a:cubicBezTo>
                    <a:pt x="122552" y="183040"/>
                    <a:pt x="120804" y="183520"/>
                    <a:pt x="119535" y="183829"/>
                  </a:cubicBezTo>
                  <a:lnTo>
                    <a:pt x="170970" y="355279"/>
                  </a:lnTo>
                  <a:close/>
                  <a:moveTo>
                    <a:pt x="219547" y="355279"/>
                  </a:move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7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5333" y="335253"/>
                  </a:moveTo>
                  <a:cubicBezTo>
                    <a:pt x="343163" y="327424"/>
                    <a:pt x="347072" y="317880"/>
                    <a:pt x="347072" y="306610"/>
                  </a:cubicBezTo>
                  <a:cubicBezTo>
                    <a:pt x="347072" y="295328"/>
                    <a:pt x="343163" y="285796"/>
                    <a:pt x="335333" y="278000"/>
                  </a:cubicBezTo>
                  <a:cubicBezTo>
                    <a:pt x="327538" y="270205"/>
                    <a:pt x="317983" y="266296"/>
                    <a:pt x="306690" y="266296"/>
                  </a:cubicBezTo>
                  <a:cubicBezTo>
                    <a:pt x="295385" y="266296"/>
                    <a:pt x="285830" y="270171"/>
                    <a:pt x="278000" y="277920"/>
                  </a:cubicBezTo>
                  <a:cubicBezTo>
                    <a:pt x="270205" y="285659"/>
                    <a:pt x="266296" y="295180"/>
                    <a:pt x="266296" y="306484"/>
                  </a:cubicBezTo>
                  <a:cubicBezTo>
                    <a:pt x="266296" y="317754"/>
                    <a:pt x="270205" y="327332"/>
                    <a:pt x="278000" y="335208"/>
                  </a:cubicBezTo>
                  <a:cubicBezTo>
                    <a:pt x="285796" y="343094"/>
                    <a:pt x="295351" y="347038"/>
                    <a:pt x="306644" y="347038"/>
                  </a:cubicBezTo>
                  <a:cubicBezTo>
                    <a:pt x="317971" y="347038"/>
                    <a:pt x="327550" y="343117"/>
                    <a:pt x="335379" y="335299"/>
                  </a:cubicBezTo>
                  <a:close/>
                  <a:moveTo>
                    <a:pt x="306896" y="373784"/>
                  </a:moveTo>
                  <a:cubicBezTo>
                    <a:pt x="288207" y="373784"/>
                    <a:pt x="272320" y="367212"/>
                    <a:pt x="259232" y="354067"/>
                  </a:cubicBezTo>
                  <a:cubicBezTo>
                    <a:pt x="246145" y="340911"/>
                    <a:pt x="239596" y="325069"/>
                    <a:pt x="239596" y="306518"/>
                  </a:cubicBezTo>
                  <a:cubicBezTo>
                    <a:pt x="239596" y="288116"/>
                    <a:pt x="246156" y="272354"/>
                    <a:pt x="259278" y="259232"/>
                  </a:cubicBezTo>
                  <a:cubicBezTo>
                    <a:pt x="272388" y="246111"/>
                    <a:pt x="288196" y="239550"/>
                    <a:pt x="306690" y="239550"/>
                  </a:cubicBezTo>
                  <a:cubicBezTo>
                    <a:pt x="325184" y="239550"/>
                    <a:pt x="340980" y="246111"/>
                    <a:pt x="354101" y="259232"/>
                  </a:cubicBezTo>
                  <a:cubicBezTo>
                    <a:pt x="367223" y="272320"/>
                    <a:pt x="373784" y="288150"/>
                    <a:pt x="373784" y="306724"/>
                  </a:cubicBezTo>
                  <a:cubicBezTo>
                    <a:pt x="373784" y="312656"/>
                    <a:pt x="372778" y="318714"/>
                    <a:pt x="370766" y="324921"/>
                  </a:cubicBezTo>
                  <a:cubicBezTo>
                    <a:pt x="368755" y="331116"/>
                    <a:pt x="365851" y="337276"/>
                    <a:pt x="362080" y="343391"/>
                  </a:cubicBezTo>
                  <a:lnTo>
                    <a:pt x="395729" y="377041"/>
                  </a:lnTo>
                  <a:cubicBezTo>
                    <a:pt x="398404" y="379716"/>
                    <a:pt x="399673" y="382848"/>
                    <a:pt x="399536" y="386425"/>
                  </a:cubicBezTo>
                  <a:cubicBezTo>
                    <a:pt x="399398" y="390014"/>
                    <a:pt x="398015" y="393158"/>
                    <a:pt x="395398" y="395855"/>
                  </a:cubicBezTo>
                  <a:cubicBezTo>
                    <a:pt x="392701" y="398496"/>
                    <a:pt x="389557" y="399799"/>
                    <a:pt x="385980" y="399741"/>
                  </a:cubicBezTo>
                  <a:cubicBezTo>
                    <a:pt x="382368" y="399719"/>
                    <a:pt x="379225" y="398358"/>
                    <a:pt x="376550" y="395695"/>
                  </a:cubicBezTo>
                  <a:lnTo>
                    <a:pt x="343311" y="362582"/>
                  </a:lnTo>
                  <a:cubicBezTo>
                    <a:pt x="337196" y="366240"/>
                    <a:pt x="331059" y="369029"/>
                    <a:pt x="324921" y="370926"/>
                  </a:cubicBezTo>
                  <a:cubicBezTo>
                    <a:pt x="318806" y="372824"/>
                    <a:pt x="312782" y="373784"/>
                    <a:pt x="306850" y="373784"/>
                  </a:cubicBezTo>
                  <a:close/>
                  <a:moveTo>
                    <a:pt x="196939" y="471339"/>
                  </a:moveTo>
                  <a:cubicBezTo>
                    <a:pt x="189327" y="471339"/>
                    <a:pt x="182731" y="468539"/>
                    <a:pt x="177131" y="462949"/>
                  </a:cubicBezTo>
                  <a:cubicBezTo>
                    <a:pt x="171541" y="457349"/>
                    <a:pt x="168741" y="450753"/>
                    <a:pt x="168741" y="443141"/>
                  </a:cubicBezTo>
                  <a:lnTo>
                    <a:pt x="168741" y="387008"/>
                  </a:lnTo>
                  <a:cubicBezTo>
                    <a:pt x="168741" y="383042"/>
                    <a:pt x="170101" y="379693"/>
                    <a:pt x="172833" y="376961"/>
                  </a:cubicBezTo>
                  <a:cubicBezTo>
                    <a:pt x="175565" y="374230"/>
                    <a:pt x="178925" y="372881"/>
                    <a:pt x="182926" y="372915"/>
                  </a:cubicBezTo>
                  <a:cubicBezTo>
                    <a:pt x="186915" y="372915"/>
                    <a:pt x="190252" y="374264"/>
                    <a:pt x="192927" y="376961"/>
                  </a:cubicBezTo>
                  <a:cubicBezTo>
                    <a:pt x="195602" y="379659"/>
                    <a:pt x="196939" y="383008"/>
                    <a:pt x="196939" y="387008"/>
                  </a:cubicBezTo>
                  <a:lnTo>
                    <a:pt x="196939" y="443141"/>
                  </a:lnTo>
                  <a:lnTo>
                    <a:pt x="253072" y="443141"/>
                  </a:lnTo>
                  <a:cubicBezTo>
                    <a:pt x="257038" y="443141"/>
                    <a:pt x="260387" y="444513"/>
                    <a:pt x="263119" y="447233"/>
                  </a:cubicBezTo>
                  <a:cubicBezTo>
                    <a:pt x="265850" y="449965"/>
                    <a:pt x="267199" y="453325"/>
                    <a:pt x="267165" y="457326"/>
                  </a:cubicBezTo>
                  <a:cubicBezTo>
                    <a:pt x="267165" y="461326"/>
                    <a:pt x="265816" y="464652"/>
                    <a:pt x="263119" y="467327"/>
                  </a:cubicBezTo>
                  <a:cubicBezTo>
                    <a:pt x="260421" y="470002"/>
                    <a:pt x="257072" y="471339"/>
                    <a:pt x="253072" y="471339"/>
                  </a:cubicBezTo>
                  <a:lnTo>
                    <a:pt x="196939" y="471339"/>
                  </a:lnTo>
                  <a:close/>
                  <a:moveTo>
                    <a:pt x="443187" y="471339"/>
                  </a:moveTo>
                  <a:lnTo>
                    <a:pt x="387054" y="471339"/>
                  </a:lnTo>
                  <a:cubicBezTo>
                    <a:pt x="383076" y="471339"/>
                    <a:pt x="379727" y="469979"/>
                    <a:pt x="377007" y="467247"/>
                  </a:cubicBezTo>
                  <a:cubicBezTo>
                    <a:pt x="374275" y="464515"/>
                    <a:pt x="372927" y="461155"/>
                    <a:pt x="372949" y="457154"/>
                  </a:cubicBezTo>
                  <a:cubicBezTo>
                    <a:pt x="372949" y="453165"/>
                    <a:pt x="374298" y="449828"/>
                    <a:pt x="377007" y="447153"/>
                  </a:cubicBezTo>
                  <a:cubicBezTo>
                    <a:pt x="379705" y="444478"/>
                    <a:pt x="383054" y="443141"/>
                    <a:pt x="387054" y="443141"/>
                  </a:cubicBezTo>
                  <a:lnTo>
                    <a:pt x="443187" y="443141"/>
                  </a:lnTo>
                  <a:lnTo>
                    <a:pt x="443187" y="387008"/>
                  </a:lnTo>
                  <a:cubicBezTo>
                    <a:pt x="443187" y="383042"/>
                    <a:pt x="444547" y="379693"/>
                    <a:pt x="447279" y="376961"/>
                  </a:cubicBezTo>
                  <a:cubicBezTo>
                    <a:pt x="450011" y="374230"/>
                    <a:pt x="453371" y="372881"/>
                    <a:pt x="457371" y="372915"/>
                  </a:cubicBezTo>
                  <a:cubicBezTo>
                    <a:pt x="461361" y="372915"/>
                    <a:pt x="464710" y="374264"/>
                    <a:pt x="467407" y="376961"/>
                  </a:cubicBezTo>
                  <a:cubicBezTo>
                    <a:pt x="470116" y="379659"/>
                    <a:pt x="471465" y="383008"/>
                    <a:pt x="471465" y="387008"/>
                  </a:cubicBezTo>
                  <a:lnTo>
                    <a:pt x="471465" y="443141"/>
                  </a:lnTo>
                  <a:cubicBezTo>
                    <a:pt x="471465" y="450753"/>
                    <a:pt x="468664" y="457349"/>
                    <a:pt x="463075" y="462949"/>
                  </a:cubicBezTo>
                  <a:cubicBezTo>
                    <a:pt x="457474" y="468539"/>
                    <a:pt x="450868" y="471339"/>
                    <a:pt x="443233" y="471339"/>
                  </a:cubicBezTo>
                  <a:close/>
                  <a:moveTo>
                    <a:pt x="168741" y="253026"/>
                  </a:moveTo>
                  <a:lnTo>
                    <a:pt x="168741" y="196893"/>
                  </a:lnTo>
                  <a:cubicBezTo>
                    <a:pt x="168741" y="189258"/>
                    <a:pt x="171541" y="182640"/>
                    <a:pt x="177131" y="177051"/>
                  </a:cubicBezTo>
                  <a:cubicBezTo>
                    <a:pt x="182731" y="171450"/>
                    <a:pt x="189327" y="168661"/>
                    <a:pt x="196939" y="168661"/>
                  </a:cubicBezTo>
                  <a:lnTo>
                    <a:pt x="253072" y="168661"/>
                  </a:lnTo>
                  <a:cubicBezTo>
                    <a:pt x="257038" y="168661"/>
                    <a:pt x="260387" y="170033"/>
                    <a:pt x="263119" y="172787"/>
                  </a:cubicBezTo>
                  <a:cubicBezTo>
                    <a:pt x="265816" y="175553"/>
                    <a:pt x="267165" y="178925"/>
                    <a:pt x="267165" y="182926"/>
                  </a:cubicBezTo>
                  <a:cubicBezTo>
                    <a:pt x="267165" y="186915"/>
                    <a:pt x="265816" y="190252"/>
                    <a:pt x="263119" y="192927"/>
                  </a:cubicBezTo>
                  <a:cubicBezTo>
                    <a:pt x="260421" y="195602"/>
                    <a:pt x="257072" y="196939"/>
                    <a:pt x="253072" y="196939"/>
                  </a:cubicBezTo>
                  <a:lnTo>
                    <a:pt x="196939" y="196939"/>
                  </a:lnTo>
                  <a:lnTo>
                    <a:pt x="196939" y="253072"/>
                  </a:lnTo>
                  <a:cubicBezTo>
                    <a:pt x="196939" y="257038"/>
                    <a:pt x="195567" y="260387"/>
                    <a:pt x="192847" y="263119"/>
                  </a:cubicBezTo>
                  <a:cubicBezTo>
                    <a:pt x="190115" y="265850"/>
                    <a:pt x="186755" y="267176"/>
                    <a:pt x="182754" y="267131"/>
                  </a:cubicBezTo>
                  <a:cubicBezTo>
                    <a:pt x="178754" y="267131"/>
                    <a:pt x="175428" y="265782"/>
                    <a:pt x="172753" y="263073"/>
                  </a:cubicBezTo>
                  <a:cubicBezTo>
                    <a:pt x="170078" y="260375"/>
                    <a:pt x="168741" y="257026"/>
                    <a:pt x="168741" y="253026"/>
                  </a:cubicBezTo>
                  <a:close/>
                  <a:moveTo>
                    <a:pt x="443141" y="253026"/>
                  </a:moveTo>
                  <a:lnTo>
                    <a:pt x="443141" y="196893"/>
                  </a:lnTo>
                  <a:lnTo>
                    <a:pt x="387054" y="196893"/>
                  </a:lnTo>
                  <a:cubicBezTo>
                    <a:pt x="383076" y="196893"/>
                    <a:pt x="379727" y="195533"/>
                    <a:pt x="377007" y="192801"/>
                  </a:cubicBezTo>
                  <a:cubicBezTo>
                    <a:pt x="374275" y="190069"/>
                    <a:pt x="372927" y="186720"/>
                    <a:pt x="372949" y="182754"/>
                  </a:cubicBezTo>
                  <a:cubicBezTo>
                    <a:pt x="372949" y="178754"/>
                    <a:pt x="374298" y="175405"/>
                    <a:pt x="377007" y="172707"/>
                  </a:cubicBezTo>
                  <a:cubicBezTo>
                    <a:pt x="379705" y="170010"/>
                    <a:pt x="383054" y="168661"/>
                    <a:pt x="387054" y="168661"/>
                  </a:cubicBezTo>
                  <a:lnTo>
                    <a:pt x="443187" y="168661"/>
                  </a:lnTo>
                  <a:cubicBezTo>
                    <a:pt x="450822" y="168661"/>
                    <a:pt x="457440" y="171450"/>
                    <a:pt x="463029" y="177051"/>
                  </a:cubicBezTo>
                  <a:cubicBezTo>
                    <a:pt x="468630" y="182640"/>
                    <a:pt x="471419" y="189258"/>
                    <a:pt x="471419" y="196893"/>
                  </a:cubicBezTo>
                  <a:lnTo>
                    <a:pt x="471419" y="253026"/>
                  </a:lnTo>
                  <a:cubicBezTo>
                    <a:pt x="471419" y="257004"/>
                    <a:pt x="470047" y="260353"/>
                    <a:pt x="467293" y="263073"/>
                  </a:cubicBezTo>
                  <a:cubicBezTo>
                    <a:pt x="464527" y="265782"/>
                    <a:pt x="461155" y="267131"/>
                    <a:pt x="457154" y="267131"/>
                  </a:cubicBezTo>
                  <a:cubicBezTo>
                    <a:pt x="453165" y="267131"/>
                    <a:pt x="449828" y="265782"/>
                    <a:pt x="447153" y="263073"/>
                  </a:cubicBezTo>
                  <a:cubicBezTo>
                    <a:pt x="444478" y="260375"/>
                    <a:pt x="443141" y="257026"/>
                    <a:pt x="443141" y="253026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50" name="卡片"/>
            <p:cNvSpPr/>
            <p:nvPr/>
          </p:nvSpPr>
          <p:spPr>
            <a:xfrm>
              <a:off x="5966460" y="6503670"/>
              <a:ext cx="2628900" cy="845820"/>
            </a:xfrm>
            <a:prstGeom prst="roundRect">
              <a:avLst>
                <a:gd name="adj" fmla="val 29730"/>
              </a:avLst>
            </a:prstGeom>
            <a:solidFill>
              <a:srgbClr val="FFFFFF"/>
            </a:solidFill>
            <a:ln>
              <a:noFill/>
            </a:ln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6837"/>
                  </a:moveTo>
                  <a:cubicBezTo>
                    <a:pt x="219205" y="386837"/>
                    <a:pt x="209420" y="382676"/>
                    <a:pt x="201294" y="374367"/>
                  </a:cubicBezTo>
                  <a:cubicBezTo>
                    <a:pt x="193167" y="366057"/>
                    <a:pt x="188355" y="356616"/>
                    <a:pt x="186858" y="346020"/>
                  </a:cubicBezTo>
                  <a:cubicBezTo>
                    <a:pt x="172730" y="345426"/>
                    <a:pt x="160889" y="339951"/>
                    <a:pt x="151310" y="329584"/>
                  </a:cubicBezTo>
                  <a:cubicBezTo>
                    <a:pt x="141709" y="319217"/>
                    <a:pt x="136909" y="306427"/>
                    <a:pt x="136909" y="291214"/>
                  </a:cubicBezTo>
                  <a:cubicBezTo>
                    <a:pt x="136909" y="285979"/>
                    <a:pt x="137583" y="280938"/>
                    <a:pt x="138909" y="276103"/>
                  </a:cubicBezTo>
                  <a:cubicBezTo>
                    <a:pt x="140246" y="271257"/>
                    <a:pt x="142246" y="266605"/>
                    <a:pt x="144887" y="262147"/>
                  </a:cubicBezTo>
                  <a:cubicBezTo>
                    <a:pt x="142246" y="257952"/>
                    <a:pt x="140246" y="253483"/>
                    <a:pt x="138909" y="248728"/>
                  </a:cubicBezTo>
                  <a:cubicBezTo>
                    <a:pt x="137583" y="243973"/>
                    <a:pt x="136909" y="238876"/>
                    <a:pt x="136909" y="233412"/>
                  </a:cubicBezTo>
                  <a:cubicBezTo>
                    <a:pt x="136909" y="219559"/>
                    <a:pt x="141732" y="207626"/>
                    <a:pt x="151379" y="197625"/>
                  </a:cubicBezTo>
                  <a:cubicBezTo>
                    <a:pt x="161026" y="187623"/>
                    <a:pt x="172490" y="181863"/>
                    <a:pt x="185772" y="180343"/>
                  </a:cubicBezTo>
                  <a:cubicBezTo>
                    <a:pt x="186618" y="168753"/>
                    <a:pt x="191224" y="158957"/>
                    <a:pt x="199591" y="150967"/>
                  </a:cubicBezTo>
                  <a:cubicBezTo>
                    <a:pt x="207969" y="142978"/>
                    <a:pt x="218027" y="138977"/>
                    <a:pt x="229743" y="138977"/>
                  </a:cubicBezTo>
                  <a:cubicBezTo>
                    <a:pt x="236612" y="138977"/>
                    <a:pt x="242670" y="140235"/>
                    <a:pt x="247951" y="142749"/>
                  </a:cubicBezTo>
                  <a:cubicBezTo>
                    <a:pt x="253220" y="145264"/>
                    <a:pt x="258204" y="148921"/>
                    <a:pt x="262890" y="153722"/>
                  </a:cubicBezTo>
                  <a:cubicBezTo>
                    <a:pt x="267576" y="148990"/>
                    <a:pt x="272514" y="145344"/>
                    <a:pt x="277692" y="142784"/>
                  </a:cubicBezTo>
                  <a:cubicBezTo>
                    <a:pt x="282881" y="140246"/>
                    <a:pt x="288882" y="138977"/>
                    <a:pt x="295694" y="138977"/>
                  </a:cubicBezTo>
                  <a:cubicBezTo>
                    <a:pt x="307170" y="138977"/>
                    <a:pt x="317057" y="142989"/>
                    <a:pt x="325366" y="151002"/>
                  </a:cubicBezTo>
                  <a:cubicBezTo>
                    <a:pt x="333699" y="159014"/>
                    <a:pt x="338385" y="168821"/>
                    <a:pt x="339425" y="180411"/>
                  </a:cubicBezTo>
                  <a:cubicBezTo>
                    <a:pt x="352924" y="181520"/>
                    <a:pt x="364548" y="187098"/>
                    <a:pt x="374298" y="197145"/>
                  </a:cubicBezTo>
                  <a:cubicBezTo>
                    <a:pt x="384059" y="207180"/>
                    <a:pt x="388940" y="219262"/>
                    <a:pt x="388940" y="233412"/>
                  </a:cubicBezTo>
                  <a:cubicBezTo>
                    <a:pt x="388940" y="238967"/>
                    <a:pt x="388186" y="244191"/>
                    <a:pt x="386700" y="249105"/>
                  </a:cubicBezTo>
                  <a:cubicBezTo>
                    <a:pt x="385202" y="253997"/>
                    <a:pt x="383099" y="258547"/>
                    <a:pt x="380379" y="262753"/>
                  </a:cubicBezTo>
                  <a:cubicBezTo>
                    <a:pt x="382871" y="267325"/>
                    <a:pt x="384791" y="272148"/>
                    <a:pt x="386151" y="277223"/>
                  </a:cubicBezTo>
                  <a:cubicBezTo>
                    <a:pt x="387511" y="282287"/>
                    <a:pt x="388186" y="287224"/>
                    <a:pt x="388186" y="292025"/>
                  </a:cubicBezTo>
                  <a:cubicBezTo>
                    <a:pt x="388186" y="307010"/>
                    <a:pt x="383488" y="319457"/>
                    <a:pt x="374092" y="329378"/>
                  </a:cubicBezTo>
                  <a:cubicBezTo>
                    <a:pt x="364708" y="339288"/>
                    <a:pt x="353061" y="344660"/>
                    <a:pt x="339151" y="345472"/>
                  </a:cubicBezTo>
                  <a:cubicBezTo>
                    <a:pt x="337711" y="356227"/>
                    <a:pt x="332830" y="365829"/>
                    <a:pt x="324521" y="374264"/>
                  </a:cubicBezTo>
                  <a:cubicBezTo>
                    <a:pt x="316211" y="382711"/>
                    <a:pt x="306427" y="386894"/>
                    <a:pt x="295145" y="386837"/>
                  </a:cubicBezTo>
                  <a:cubicBezTo>
                    <a:pt x="288333" y="386837"/>
                    <a:pt x="282458" y="385717"/>
                    <a:pt x="277520" y="383499"/>
                  </a:cubicBezTo>
                  <a:cubicBezTo>
                    <a:pt x="272594" y="381282"/>
                    <a:pt x="267713" y="377967"/>
                    <a:pt x="262890" y="373555"/>
                  </a:cubicBezTo>
                  <a:cubicBezTo>
                    <a:pt x="258089" y="377990"/>
                    <a:pt x="253197" y="381305"/>
                    <a:pt x="248225" y="383499"/>
                  </a:cubicBezTo>
                  <a:cubicBezTo>
                    <a:pt x="243265" y="385705"/>
                    <a:pt x="237401" y="386803"/>
                    <a:pt x="230635" y="386803"/>
                  </a:cubicBezTo>
                  <a:close/>
                  <a:moveTo>
                    <a:pt x="274229" y="181394"/>
                  </a:moveTo>
                  <a:lnTo>
                    <a:pt x="274229" y="344969"/>
                  </a:lnTo>
                  <a:cubicBezTo>
                    <a:pt x="274229" y="350352"/>
                    <a:pt x="276309" y="354924"/>
                    <a:pt x="280481" y="358685"/>
                  </a:cubicBezTo>
                  <a:cubicBezTo>
                    <a:pt x="284641" y="362422"/>
                    <a:pt x="289648" y="364286"/>
                    <a:pt x="295488" y="364286"/>
                  </a:cubicBezTo>
                  <a:cubicBezTo>
                    <a:pt x="301100" y="364286"/>
                    <a:pt x="305970" y="361817"/>
                    <a:pt x="310084" y="356879"/>
                  </a:cubicBezTo>
                  <a:cubicBezTo>
                    <a:pt x="314211" y="351953"/>
                    <a:pt x="316462" y="346901"/>
                    <a:pt x="316851" y="341734"/>
                  </a:cubicBezTo>
                  <a:cubicBezTo>
                    <a:pt x="312073" y="339974"/>
                    <a:pt x="307616" y="337654"/>
                    <a:pt x="303467" y="334773"/>
                  </a:cubicBezTo>
                  <a:cubicBezTo>
                    <a:pt x="299329" y="331881"/>
                    <a:pt x="295808" y="328327"/>
                    <a:pt x="292905" y="324109"/>
                  </a:cubicBezTo>
                  <a:cubicBezTo>
                    <a:pt x="290939" y="321400"/>
                    <a:pt x="290208" y="318588"/>
                    <a:pt x="290699" y="315697"/>
                  </a:cubicBezTo>
                  <a:cubicBezTo>
                    <a:pt x="291225" y="312793"/>
                    <a:pt x="292825" y="310359"/>
                    <a:pt x="295523" y="308393"/>
                  </a:cubicBezTo>
                  <a:cubicBezTo>
                    <a:pt x="298220" y="306427"/>
                    <a:pt x="301032" y="305695"/>
                    <a:pt x="303981" y="306221"/>
                  </a:cubicBezTo>
                  <a:cubicBezTo>
                    <a:pt x="306896" y="306713"/>
                    <a:pt x="309342" y="308324"/>
                    <a:pt x="311307" y="311045"/>
                  </a:cubicBezTo>
                  <a:cubicBezTo>
                    <a:pt x="314142" y="314954"/>
                    <a:pt x="317628" y="317948"/>
                    <a:pt x="321766" y="320006"/>
                  </a:cubicBezTo>
                  <a:cubicBezTo>
                    <a:pt x="325915" y="322063"/>
                    <a:pt x="330498" y="323092"/>
                    <a:pt x="335528" y="323092"/>
                  </a:cubicBezTo>
                  <a:cubicBezTo>
                    <a:pt x="343803" y="323092"/>
                    <a:pt x="350890" y="320257"/>
                    <a:pt x="356776" y="314576"/>
                  </a:cubicBezTo>
                  <a:cubicBezTo>
                    <a:pt x="362662" y="308884"/>
                    <a:pt x="365611" y="301363"/>
                    <a:pt x="365611" y="291991"/>
                  </a:cubicBezTo>
                  <a:cubicBezTo>
                    <a:pt x="365611" y="290025"/>
                    <a:pt x="365394" y="287933"/>
                    <a:pt x="364960" y="285739"/>
                  </a:cubicBezTo>
                  <a:cubicBezTo>
                    <a:pt x="364537" y="283544"/>
                    <a:pt x="364068" y="281349"/>
                    <a:pt x="363577" y="279155"/>
                  </a:cubicBezTo>
                  <a:cubicBezTo>
                    <a:pt x="359771" y="281784"/>
                    <a:pt x="355576" y="283773"/>
                    <a:pt x="351004" y="285133"/>
                  </a:cubicBezTo>
                  <a:cubicBezTo>
                    <a:pt x="346432" y="286493"/>
                    <a:pt x="341700" y="287167"/>
                    <a:pt x="336819" y="287167"/>
                  </a:cubicBezTo>
                  <a:cubicBezTo>
                    <a:pt x="333596" y="287167"/>
                    <a:pt x="330933" y="286104"/>
                    <a:pt x="328795" y="283978"/>
                  </a:cubicBezTo>
                  <a:cubicBezTo>
                    <a:pt x="326647" y="281830"/>
                    <a:pt x="325572" y="279132"/>
                    <a:pt x="325572" y="275897"/>
                  </a:cubicBezTo>
                  <a:cubicBezTo>
                    <a:pt x="325572" y="272663"/>
                    <a:pt x="326647" y="269965"/>
                    <a:pt x="328795" y="267816"/>
                  </a:cubicBezTo>
                  <a:cubicBezTo>
                    <a:pt x="330956" y="265690"/>
                    <a:pt x="333619" y="264627"/>
                    <a:pt x="336819" y="264627"/>
                  </a:cubicBezTo>
                  <a:cubicBezTo>
                    <a:pt x="345072" y="264627"/>
                    <a:pt x="352055" y="261553"/>
                    <a:pt x="357770" y="255415"/>
                  </a:cubicBezTo>
                  <a:cubicBezTo>
                    <a:pt x="363474" y="249288"/>
                    <a:pt x="366320" y="241962"/>
                    <a:pt x="366320" y="233446"/>
                  </a:cubicBezTo>
                  <a:cubicBezTo>
                    <a:pt x="366320" y="225137"/>
                    <a:pt x="363268" y="218050"/>
                    <a:pt x="357153" y="212164"/>
                  </a:cubicBezTo>
                  <a:cubicBezTo>
                    <a:pt x="351038" y="206254"/>
                    <a:pt x="344066" y="203065"/>
                    <a:pt x="336236" y="202620"/>
                  </a:cubicBezTo>
                  <a:cubicBezTo>
                    <a:pt x="333859" y="208323"/>
                    <a:pt x="330510" y="213364"/>
                    <a:pt x="326189" y="217730"/>
                  </a:cubicBezTo>
                  <a:cubicBezTo>
                    <a:pt x="321857" y="222096"/>
                    <a:pt x="316851" y="225354"/>
                    <a:pt x="311147" y="227503"/>
                  </a:cubicBezTo>
                  <a:cubicBezTo>
                    <a:pt x="308107" y="228680"/>
                    <a:pt x="305181" y="228611"/>
                    <a:pt x="302346" y="227308"/>
                  </a:cubicBezTo>
                  <a:cubicBezTo>
                    <a:pt x="299523" y="225971"/>
                    <a:pt x="297603" y="223788"/>
                    <a:pt x="296609" y="220748"/>
                  </a:cubicBezTo>
                  <a:cubicBezTo>
                    <a:pt x="295660" y="217764"/>
                    <a:pt x="295831" y="214838"/>
                    <a:pt x="297123" y="211992"/>
                  </a:cubicBezTo>
                  <a:cubicBezTo>
                    <a:pt x="298403" y="209135"/>
                    <a:pt x="300529" y="207180"/>
                    <a:pt x="303467" y="206117"/>
                  </a:cubicBezTo>
                  <a:cubicBezTo>
                    <a:pt x="307456" y="204757"/>
                    <a:pt x="310690" y="202060"/>
                    <a:pt x="313182" y="198036"/>
                  </a:cubicBezTo>
                  <a:cubicBezTo>
                    <a:pt x="315697" y="194001"/>
                    <a:pt x="316954" y="189475"/>
                    <a:pt x="316954" y="184446"/>
                  </a:cubicBezTo>
                  <a:cubicBezTo>
                    <a:pt x="316954" y="178068"/>
                    <a:pt x="314816" y="172650"/>
                    <a:pt x="310565" y="168181"/>
                  </a:cubicBezTo>
                  <a:cubicBezTo>
                    <a:pt x="306313" y="163723"/>
                    <a:pt x="301272" y="161494"/>
                    <a:pt x="295454" y="161494"/>
                  </a:cubicBezTo>
                  <a:cubicBezTo>
                    <a:pt x="289682" y="161494"/>
                    <a:pt x="284698" y="163438"/>
                    <a:pt x="280515" y="167335"/>
                  </a:cubicBezTo>
                  <a:cubicBezTo>
                    <a:pt x="276320" y="171233"/>
                    <a:pt x="274229" y="175919"/>
                    <a:pt x="274229" y="181394"/>
                  </a:cubicBezTo>
                  <a:close/>
                  <a:moveTo>
                    <a:pt x="251654" y="344969"/>
                  </a:moveTo>
                  <a:lnTo>
                    <a:pt x="251654" y="181394"/>
                  </a:lnTo>
                  <a:cubicBezTo>
                    <a:pt x="251654" y="175919"/>
                    <a:pt x="249585" y="171233"/>
                    <a:pt x="245471" y="167335"/>
                  </a:cubicBezTo>
                  <a:cubicBezTo>
                    <a:pt x="241356" y="163438"/>
                    <a:pt x="236327" y="161494"/>
                    <a:pt x="230395" y="161494"/>
                  </a:cubicBezTo>
                  <a:cubicBezTo>
                    <a:pt x="224554" y="161494"/>
                    <a:pt x="219456" y="163723"/>
                    <a:pt x="215113" y="168181"/>
                  </a:cubicBezTo>
                  <a:cubicBezTo>
                    <a:pt x="210769" y="172650"/>
                    <a:pt x="208598" y="178057"/>
                    <a:pt x="208598" y="184412"/>
                  </a:cubicBezTo>
                  <a:cubicBezTo>
                    <a:pt x="208598" y="189487"/>
                    <a:pt x="209786" y="193967"/>
                    <a:pt x="212164" y="197865"/>
                  </a:cubicBezTo>
                  <a:cubicBezTo>
                    <a:pt x="214541" y="201762"/>
                    <a:pt x="217707" y="204391"/>
                    <a:pt x="221662" y="205774"/>
                  </a:cubicBezTo>
                  <a:cubicBezTo>
                    <a:pt x="224611" y="206837"/>
                    <a:pt x="226771" y="208792"/>
                    <a:pt x="228154" y="211649"/>
                  </a:cubicBezTo>
                  <a:cubicBezTo>
                    <a:pt x="229537" y="214507"/>
                    <a:pt x="229743" y="217307"/>
                    <a:pt x="228794" y="220073"/>
                  </a:cubicBezTo>
                  <a:cubicBezTo>
                    <a:pt x="227617" y="223102"/>
                    <a:pt x="225560" y="225342"/>
                    <a:pt x="222622" y="226794"/>
                  </a:cubicBezTo>
                  <a:cubicBezTo>
                    <a:pt x="219696" y="228246"/>
                    <a:pt x="216713" y="228371"/>
                    <a:pt x="213650" y="227171"/>
                  </a:cubicBezTo>
                  <a:cubicBezTo>
                    <a:pt x="207946" y="225240"/>
                    <a:pt x="202985" y="222096"/>
                    <a:pt x="198779" y="217730"/>
                  </a:cubicBezTo>
                  <a:cubicBezTo>
                    <a:pt x="194573" y="213364"/>
                    <a:pt x="191281" y="208323"/>
                    <a:pt x="188904" y="202620"/>
                  </a:cubicBezTo>
                  <a:cubicBezTo>
                    <a:pt x="181246" y="203340"/>
                    <a:pt x="174433" y="206586"/>
                    <a:pt x="168455" y="212358"/>
                  </a:cubicBezTo>
                  <a:cubicBezTo>
                    <a:pt x="162477" y="218107"/>
                    <a:pt x="159494" y="225114"/>
                    <a:pt x="159494" y="233378"/>
                  </a:cubicBezTo>
                  <a:cubicBezTo>
                    <a:pt x="159494" y="241962"/>
                    <a:pt x="162329" y="249323"/>
                    <a:pt x="168010" y="255449"/>
                  </a:cubicBezTo>
                  <a:cubicBezTo>
                    <a:pt x="173702" y="261564"/>
                    <a:pt x="180674" y="264627"/>
                    <a:pt x="188938" y="264627"/>
                  </a:cubicBezTo>
                  <a:cubicBezTo>
                    <a:pt x="192173" y="264627"/>
                    <a:pt x="194859" y="265690"/>
                    <a:pt x="197019" y="267816"/>
                  </a:cubicBezTo>
                  <a:cubicBezTo>
                    <a:pt x="199168" y="269965"/>
                    <a:pt x="200242" y="272663"/>
                    <a:pt x="200242" y="275897"/>
                  </a:cubicBezTo>
                  <a:cubicBezTo>
                    <a:pt x="200242" y="279132"/>
                    <a:pt x="199168" y="281830"/>
                    <a:pt x="197019" y="283978"/>
                  </a:cubicBezTo>
                  <a:cubicBezTo>
                    <a:pt x="194859" y="286104"/>
                    <a:pt x="192173" y="287167"/>
                    <a:pt x="188938" y="287167"/>
                  </a:cubicBezTo>
                  <a:cubicBezTo>
                    <a:pt x="184000" y="287167"/>
                    <a:pt x="179222" y="286447"/>
                    <a:pt x="174605" y="284996"/>
                  </a:cubicBezTo>
                  <a:cubicBezTo>
                    <a:pt x="169987" y="283544"/>
                    <a:pt x="165712" y="281578"/>
                    <a:pt x="161803" y="279086"/>
                  </a:cubicBezTo>
                  <a:cubicBezTo>
                    <a:pt x="161072" y="281052"/>
                    <a:pt x="160511" y="283087"/>
                    <a:pt x="160100" y="285167"/>
                  </a:cubicBezTo>
                  <a:cubicBezTo>
                    <a:pt x="159723" y="287247"/>
                    <a:pt x="159529" y="289362"/>
                    <a:pt x="159529" y="291511"/>
                  </a:cubicBezTo>
                  <a:cubicBezTo>
                    <a:pt x="159529" y="300952"/>
                    <a:pt x="162409" y="308690"/>
                    <a:pt x="168181" y="314702"/>
                  </a:cubicBezTo>
                  <a:cubicBezTo>
                    <a:pt x="173953" y="320726"/>
                    <a:pt x="180983" y="323743"/>
                    <a:pt x="189269" y="323743"/>
                  </a:cubicBezTo>
                  <a:cubicBezTo>
                    <a:pt x="194047" y="323743"/>
                    <a:pt x="198573" y="322657"/>
                    <a:pt x="202860" y="320486"/>
                  </a:cubicBezTo>
                  <a:cubicBezTo>
                    <a:pt x="207134" y="318303"/>
                    <a:pt x="210689" y="315342"/>
                    <a:pt x="213512" y="311582"/>
                  </a:cubicBezTo>
                  <a:cubicBezTo>
                    <a:pt x="215490" y="309090"/>
                    <a:pt x="217993" y="307547"/>
                    <a:pt x="221022" y="306930"/>
                  </a:cubicBezTo>
                  <a:cubicBezTo>
                    <a:pt x="224028" y="306324"/>
                    <a:pt x="226794" y="307010"/>
                    <a:pt x="229309" y="308999"/>
                  </a:cubicBezTo>
                  <a:cubicBezTo>
                    <a:pt x="231823" y="310953"/>
                    <a:pt x="233378" y="313456"/>
                    <a:pt x="233995" y="316508"/>
                  </a:cubicBezTo>
                  <a:cubicBezTo>
                    <a:pt x="234601" y="319537"/>
                    <a:pt x="233926" y="322303"/>
                    <a:pt x="231960" y="324795"/>
                  </a:cubicBezTo>
                  <a:cubicBezTo>
                    <a:pt x="229103" y="328841"/>
                    <a:pt x="225720" y="332259"/>
                    <a:pt x="221799" y="335048"/>
                  </a:cubicBezTo>
                  <a:cubicBezTo>
                    <a:pt x="217867" y="337837"/>
                    <a:pt x="213615" y="340077"/>
                    <a:pt x="209066" y="341768"/>
                  </a:cubicBezTo>
                  <a:cubicBezTo>
                    <a:pt x="209478" y="346958"/>
                    <a:pt x="211718" y="352010"/>
                    <a:pt x="215787" y="356947"/>
                  </a:cubicBezTo>
                  <a:cubicBezTo>
                    <a:pt x="219890" y="361885"/>
                    <a:pt x="224862" y="364354"/>
                    <a:pt x="230703" y="364354"/>
                  </a:cubicBezTo>
                  <a:cubicBezTo>
                    <a:pt x="236544" y="364354"/>
                    <a:pt x="241493" y="362480"/>
                    <a:pt x="245574" y="358753"/>
                  </a:cubicBezTo>
                  <a:cubicBezTo>
                    <a:pt x="249643" y="355016"/>
                    <a:pt x="251689" y="350444"/>
                    <a:pt x="251689" y="345026"/>
                  </a:cubicBezTo>
                  <a:close/>
                  <a:moveTo>
                    <a:pt x="262890" y="263473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4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117" y="250980"/>
                  </a:moveTo>
                  <a:lnTo>
                    <a:pt x="173359" y="214793"/>
                  </a:lnTo>
                  <a:cubicBezTo>
                    <a:pt x="170501" y="211615"/>
                    <a:pt x="167004" y="210026"/>
                    <a:pt x="162877" y="210026"/>
                  </a:cubicBezTo>
                  <a:cubicBezTo>
                    <a:pt x="158751" y="210026"/>
                    <a:pt x="155094" y="211455"/>
                    <a:pt x="151928" y="214313"/>
                  </a:cubicBezTo>
                  <a:cubicBezTo>
                    <a:pt x="148750" y="217490"/>
                    <a:pt x="147161" y="221136"/>
                    <a:pt x="147161" y="225262"/>
                  </a:cubicBezTo>
                  <a:cubicBezTo>
                    <a:pt x="147161" y="229389"/>
                    <a:pt x="148750" y="233046"/>
                    <a:pt x="151928" y="236224"/>
                  </a:cubicBezTo>
                  <a:lnTo>
                    <a:pt x="198116" y="281944"/>
                  </a:lnTo>
                  <a:cubicBezTo>
                    <a:pt x="200974" y="284801"/>
                    <a:pt x="204311" y="286230"/>
                    <a:pt x="208117" y="286230"/>
                  </a:cubicBezTo>
                  <a:cubicBezTo>
                    <a:pt x="211935" y="286230"/>
                    <a:pt x="215261" y="284801"/>
                    <a:pt x="218119" y="281944"/>
                  </a:cubicBezTo>
                  <a:lnTo>
                    <a:pt x="305272" y="195259"/>
                  </a:lnTo>
                  <a:cubicBezTo>
                    <a:pt x="308130" y="192401"/>
                    <a:pt x="309559" y="188915"/>
                    <a:pt x="309559" y="184789"/>
                  </a:cubicBezTo>
                  <a:cubicBezTo>
                    <a:pt x="309559" y="180663"/>
                    <a:pt x="307970" y="177165"/>
                    <a:pt x="304804" y="174308"/>
                  </a:cubicBezTo>
                  <a:cubicBezTo>
                    <a:pt x="301946" y="171770"/>
                    <a:pt x="298529" y="170581"/>
                    <a:pt x="294563" y="170741"/>
                  </a:cubicBezTo>
                  <a:cubicBezTo>
                    <a:pt x="290596" y="170890"/>
                    <a:pt x="287339" y="172239"/>
                    <a:pt x="284801" y="174788"/>
                  </a:cubicBezTo>
                  <a:lnTo>
                    <a:pt x="208117" y="250980"/>
                  </a:lnTo>
                  <a:close/>
                  <a:moveTo>
                    <a:pt x="158111" y="417195"/>
                  </a:moveTo>
                  <a:lnTo>
                    <a:pt x="128588" y="366709"/>
                  </a:lnTo>
                  <a:lnTo>
                    <a:pt x="69529" y="354810"/>
                  </a:lnTo>
                  <a:cubicBezTo>
                    <a:pt x="66043" y="354170"/>
                    <a:pt x="63105" y="352261"/>
                    <a:pt x="60728" y="349095"/>
                  </a:cubicBezTo>
                  <a:cubicBezTo>
                    <a:pt x="58339" y="345918"/>
                    <a:pt x="57470" y="342580"/>
                    <a:pt x="58099" y="339094"/>
                  </a:cubicBezTo>
                  <a:lnTo>
                    <a:pt x="64774" y="281944"/>
                  </a:lnTo>
                  <a:lnTo>
                    <a:pt x="27146" y="238121"/>
                  </a:lnTo>
                  <a:cubicBezTo>
                    <a:pt x="24609" y="235584"/>
                    <a:pt x="23340" y="232406"/>
                    <a:pt x="23340" y="228600"/>
                  </a:cubicBezTo>
                  <a:cubicBezTo>
                    <a:pt x="23340" y="224794"/>
                    <a:pt x="24609" y="221616"/>
                    <a:pt x="27146" y="219079"/>
                  </a:cubicBezTo>
                  <a:lnTo>
                    <a:pt x="64774" y="175736"/>
                  </a:lnTo>
                  <a:lnTo>
                    <a:pt x="58099" y="118586"/>
                  </a:lnTo>
                  <a:cubicBezTo>
                    <a:pt x="57470" y="115089"/>
                    <a:pt x="58339" y="111763"/>
                    <a:pt x="60728" y="108585"/>
                  </a:cubicBezTo>
                  <a:cubicBezTo>
                    <a:pt x="63105" y="105407"/>
                    <a:pt x="66043" y="103510"/>
                    <a:pt x="69529" y="102870"/>
                  </a:cubicBezTo>
                  <a:lnTo>
                    <a:pt x="128588" y="90960"/>
                  </a:lnTo>
                  <a:lnTo>
                    <a:pt x="158111" y="40005"/>
                  </a:lnTo>
                  <a:cubicBezTo>
                    <a:pt x="160020" y="36827"/>
                    <a:pt x="162717" y="34610"/>
                    <a:pt x="166215" y="33341"/>
                  </a:cubicBezTo>
                  <a:cubicBezTo>
                    <a:pt x="169701" y="32073"/>
                    <a:pt x="173199" y="32221"/>
                    <a:pt x="176685" y="33810"/>
                  </a:cubicBezTo>
                  <a:lnTo>
                    <a:pt x="228600" y="58099"/>
                  </a:lnTo>
                  <a:lnTo>
                    <a:pt x="280515" y="33810"/>
                  </a:lnTo>
                  <a:cubicBezTo>
                    <a:pt x="284001" y="32221"/>
                    <a:pt x="287499" y="31993"/>
                    <a:pt x="290985" y="33101"/>
                  </a:cubicBezTo>
                  <a:cubicBezTo>
                    <a:pt x="294483" y="34210"/>
                    <a:pt x="297180" y="36359"/>
                    <a:pt x="299089" y="39525"/>
                  </a:cubicBezTo>
                  <a:lnTo>
                    <a:pt x="329093" y="90960"/>
                  </a:lnTo>
                  <a:lnTo>
                    <a:pt x="387671" y="102870"/>
                  </a:lnTo>
                  <a:cubicBezTo>
                    <a:pt x="391157" y="103510"/>
                    <a:pt x="394095" y="105407"/>
                    <a:pt x="396484" y="108585"/>
                  </a:cubicBezTo>
                  <a:cubicBezTo>
                    <a:pt x="398861" y="111763"/>
                    <a:pt x="399730" y="115089"/>
                    <a:pt x="399101" y="118586"/>
                  </a:cubicBezTo>
                  <a:lnTo>
                    <a:pt x="392426" y="175736"/>
                  </a:lnTo>
                  <a:lnTo>
                    <a:pt x="430054" y="219079"/>
                  </a:lnTo>
                  <a:cubicBezTo>
                    <a:pt x="432591" y="221616"/>
                    <a:pt x="433860" y="224794"/>
                    <a:pt x="433860" y="228600"/>
                  </a:cubicBezTo>
                  <a:cubicBezTo>
                    <a:pt x="433860" y="232406"/>
                    <a:pt x="432591" y="235584"/>
                    <a:pt x="430054" y="238121"/>
                  </a:cubicBezTo>
                  <a:lnTo>
                    <a:pt x="392426" y="281944"/>
                  </a:lnTo>
                  <a:lnTo>
                    <a:pt x="399101" y="339094"/>
                  </a:lnTo>
                  <a:cubicBezTo>
                    <a:pt x="399730" y="342580"/>
                    <a:pt x="398861" y="345918"/>
                    <a:pt x="396484" y="349095"/>
                  </a:cubicBezTo>
                  <a:cubicBezTo>
                    <a:pt x="394095" y="352261"/>
                    <a:pt x="391157" y="354170"/>
                    <a:pt x="387671" y="354810"/>
                  </a:cubicBezTo>
                  <a:lnTo>
                    <a:pt x="329093" y="366709"/>
                  </a:lnTo>
                  <a:lnTo>
                    <a:pt x="299089" y="417675"/>
                  </a:lnTo>
                  <a:cubicBezTo>
                    <a:pt x="297180" y="420841"/>
                    <a:pt x="294483" y="422990"/>
                    <a:pt x="290985" y="424099"/>
                  </a:cubicBezTo>
                  <a:cubicBezTo>
                    <a:pt x="287499" y="425207"/>
                    <a:pt x="284001" y="424979"/>
                    <a:pt x="280515" y="423390"/>
                  </a:cubicBezTo>
                  <a:lnTo>
                    <a:pt x="228600" y="399101"/>
                  </a:lnTo>
                  <a:lnTo>
                    <a:pt x="176685" y="423390"/>
                  </a:lnTo>
                  <a:cubicBezTo>
                    <a:pt x="173199" y="424979"/>
                    <a:pt x="169701" y="425127"/>
                    <a:pt x="166215" y="423859"/>
                  </a:cubicBezTo>
                  <a:cubicBezTo>
                    <a:pt x="162717" y="422590"/>
                    <a:pt x="160020" y="420373"/>
                    <a:pt x="158111" y="417195"/>
                  </a:cubicBezTo>
                  <a:close/>
                  <a:moveTo>
                    <a:pt x="177645" y="390997"/>
                  </a:moveTo>
                  <a:lnTo>
                    <a:pt x="228600" y="369566"/>
                  </a:lnTo>
                  <a:lnTo>
                    <a:pt x="280984" y="390997"/>
                  </a:lnTo>
                  <a:lnTo>
                    <a:pt x="312896" y="343380"/>
                  </a:lnTo>
                  <a:lnTo>
                    <a:pt x="368618" y="329093"/>
                  </a:lnTo>
                  <a:lnTo>
                    <a:pt x="362903" y="272411"/>
                  </a:lnTo>
                  <a:lnTo>
                    <a:pt x="401479" y="228600"/>
                  </a:lnTo>
                  <a:lnTo>
                    <a:pt x="362903" y="183829"/>
                  </a:lnTo>
                  <a:lnTo>
                    <a:pt x="368618" y="127159"/>
                  </a:lnTo>
                  <a:lnTo>
                    <a:pt x="312896" y="113820"/>
                  </a:lnTo>
                  <a:lnTo>
                    <a:pt x="280035" y="66203"/>
                  </a:lnTo>
                  <a:lnTo>
                    <a:pt x="228600" y="87634"/>
                  </a:lnTo>
                  <a:lnTo>
                    <a:pt x="176216" y="66203"/>
                  </a:lnTo>
                  <a:lnTo>
                    <a:pt x="144304" y="113820"/>
                  </a:lnTo>
                  <a:lnTo>
                    <a:pt x="88583" y="127159"/>
                  </a:lnTo>
                  <a:lnTo>
                    <a:pt x="94298" y="183829"/>
                  </a:lnTo>
                  <a:lnTo>
                    <a:pt x="55721" y="228600"/>
                  </a:lnTo>
                  <a:lnTo>
                    <a:pt x="94298" y="272411"/>
                  </a:lnTo>
                  <a:lnTo>
                    <a:pt x="88583" y="330041"/>
                  </a:lnTo>
                  <a:lnTo>
                    <a:pt x="144304" y="343380"/>
                  </a:lnTo>
                  <a:lnTo>
                    <a:pt x="177645" y="390997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8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4528" y="348901"/>
                  </a:moveTo>
                  <a:cubicBezTo>
                    <a:pt x="340591" y="328544"/>
                    <a:pt x="366103" y="278721"/>
                    <a:pt x="355702" y="229446"/>
                  </a:cubicBezTo>
                  <a:cubicBezTo>
                    <a:pt x="345289" y="180183"/>
                    <a:pt x="301821" y="144921"/>
                    <a:pt x="251460" y="144921"/>
                  </a:cubicBezTo>
                  <a:cubicBezTo>
                    <a:pt x="201099" y="144921"/>
                    <a:pt x="157631" y="180183"/>
                    <a:pt x="147218" y="229446"/>
                  </a:cubicBezTo>
                  <a:cubicBezTo>
                    <a:pt x="136817" y="278721"/>
                    <a:pt x="162329" y="328544"/>
                    <a:pt x="208392" y="348901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DDEDE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3473" y="263416"/>
                  </a:moveTo>
                  <a:cubicBezTo>
                    <a:pt x="269622" y="257266"/>
                    <a:pt x="272697" y="249757"/>
                    <a:pt x="272697" y="240899"/>
                  </a:cubicBezTo>
                  <a:cubicBezTo>
                    <a:pt x="272697" y="232052"/>
                    <a:pt x="269622" y="224554"/>
                    <a:pt x="263473" y="218427"/>
                  </a:cubicBezTo>
                  <a:cubicBezTo>
                    <a:pt x="257346" y="212301"/>
                    <a:pt x="249848" y="209238"/>
                    <a:pt x="240967" y="209238"/>
                  </a:cubicBezTo>
                  <a:cubicBezTo>
                    <a:pt x="232086" y="209238"/>
                    <a:pt x="224577" y="212278"/>
                    <a:pt x="218427" y="218359"/>
                  </a:cubicBezTo>
                  <a:cubicBezTo>
                    <a:pt x="212301" y="224451"/>
                    <a:pt x="209238" y="231926"/>
                    <a:pt x="209238" y="240807"/>
                  </a:cubicBezTo>
                  <a:cubicBezTo>
                    <a:pt x="209238" y="249665"/>
                    <a:pt x="212301" y="257186"/>
                    <a:pt x="218427" y="263381"/>
                  </a:cubicBezTo>
                  <a:cubicBezTo>
                    <a:pt x="224554" y="269577"/>
                    <a:pt x="232063" y="272674"/>
                    <a:pt x="240933" y="272674"/>
                  </a:cubicBezTo>
                  <a:cubicBezTo>
                    <a:pt x="249837" y="272674"/>
                    <a:pt x="257358" y="269599"/>
                    <a:pt x="263507" y="263450"/>
                  </a:cubicBezTo>
                  <a:close/>
                  <a:moveTo>
                    <a:pt x="241127" y="293682"/>
                  </a:moveTo>
                  <a:cubicBezTo>
                    <a:pt x="226451" y="293682"/>
                    <a:pt x="213970" y="288516"/>
                    <a:pt x="203683" y="278195"/>
                  </a:cubicBezTo>
                  <a:cubicBezTo>
                    <a:pt x="193396" y="267862"/>
                    <a:pt x="188252" y="255415"/>
                    <a:pt x="188252" y="240842"/>
                  </a:cubicBezTo>
                  <a:cubicBezTo>
                    <a:pt x="188252" y="226371"/>
                    <a:pt x="193407" y="213992"/>
                    <a:pt x="203717" y="203683"/>
                  </a:cubicBezTo>
                  <a:cubicBezTo>
                    <a:pt x="214027" y="193373"/>
                    <a:pt x="226440" y="188218"/>
                    <a:pt x="240967" y="188218"/>
                  </a:cubicBezTo>
                  <a:cubicBezTo>
                    <a:pt x="255495" y="188218"/>
                    <a:pt x="267919" y="193373"/>
                    <a:pt x="278229" y="203683"/>
                  </a:cubicBezTo>
                  <a:cubicBezTo>
                    <a:pt x="288527" y="213970"/>
                    <a:pt x="293682" y="226405"/>
                    <a:pt x="293682" y="241002"/>
                  </a:cubicBezTo>
                  <a:cubicBezTo>
                    <a:pt x="293682" y="245654"/>
                    <a:pt x="292894" y="250420"/>
                    <a:pt x="291316" y="255289"/>
                  </a:cubicBezTo>
                  <a:cubicBezTo>
                    <a:pt x="289728" y="260170"/>
                    <a:pt x="287465" y="265005"/>
                    <a:pt x="284493" y="269817"/>
                  </a:cubicBezTo>
                  <a:lnTo>
                    <a:pt x="310930" y="296254"/>
                  </a:lnTo>
                  <a:cubicBezTo>
                    <a:pt x="313033" y="298346"/>
                    <a:pt x="314028" y="300803"/>
                    <a:pt x="313925" y="303627"/>
                  </a:cubicBezTo>
                  <a:cubicBezTo>
                    <a:pt x="313811" y="306438"/>
                    <a:pt x="312725" y="308907"/>
                    <a:pt x="310667" y="311033"/>
                  </a:cubicBezTo>
                  <a:cubicBezTo>
                    <a:pt x="308553" y="313102"/>
                    <a:pt x="306084" y="314131"/>
                    <a:pt x="303261" y="314085"/>
                  </a:cubicBezTo>
                  <a:cubicBezTo>
                    <a:pt x="300426" y="314062"/>
                    <a:pt x="297957" y="312999"/>
                    <a:pt x="295866" y="310896"/>
                  </a:cubicBezTo>
                  <a:lnTo>
                    <a:pt x="269748" y="284881"/>
                  </a:lnTo>
                  <a:cubicBezTo>
                    <a:pt x="264936" y="287762"/>
                    <a:pt x="260124" y="289945"/>
                    <a:pt x="255289" y="291442"/>
                  </a:cubicBezTo>
                  <a:cubicBezTo>
                    <a:pt x="250488" y="292939"/>
                    <a:pt x="245756" y="293682"/>
                    <a:pt x="241104" y="293682"/>
                  </a:cubicBezTo>
                  <a:close/>
                  <a:moveTo>
                    <a:pt x="154739" y="370343"/>
                  </a:moveTo>
                  <a:cubicBezTo>
                    <a:pt x="148761" y="370343"/>
                    <a:pt x="143572" y="368137"/>
                    <a:pt x="139172" y="363748"/>
                  </a:cubicBezTo>
                  <a:cubicBezTo>
                    <a:pt x="134783" y="359348"/>
                    <a:pt x="132588" y="354159"/>
                    <a:pt x="132588" y="348181"/>
                  </a:cubicBezTo>
                  <a:lnTo>
                    <a:pt x="132588" y="304084"/>
                  </a:lnTo>
                  <a:cubicBezTo>
                    <a:pt x="132588" y="300963"/>
                    <a:pt x="133651" y="298334"/>
                    <a:pt x="135800" y="296186"/>
                  </a:cubicBezTo>
                  <a:cubicBezTo>
                    <a:pt x="137937" y="294037"/>
                    <a:pt x="140578" y="292985"/>
                    <a:pt x="143721" y="292997"/>
                  </a:cubicBezTo>
                  <a:cubicBezTo>
                    <a:pt x="146864" y="292997"/>
                    <a:pt x="149482" y="294060"/>
                    <a:pt x="151585" y="296186"/>
                  </a:cubicBezTo>
                  <a:cubicBezTo>
                    <a:pt x="153688" y="298312"/>
                    <a:pt x="154739" y="300940"/>
                    <a:pt x="154739" y="304084"/>
                  </a:cubicBezTo>
                  <a:lnTo>
                    <a:pt x="154739" y="348181"/>
                  </a:lnTo>
                  <a:lnTo>
                    <a:pt x="198848" y="348181"/>
                  </a:lnTo>
                  <a:cubicBezTo>
                    <a:pt x="201957" y="348181"/>
                    <a:pt x="204586" y="349255"/>
                    <a:pt x="206734" y="351404"/>
                  </a:cubicBezTo>
                  <a:cubicBezTo>
                    <a:pt x="208883" y="353541"/>
                    <a:pt x="209935" y="356182"/>
                    <a:pt x="209923" y="359325"/>
                  </a:cubicBezTo>
                  <a:cubicBezTo>
                    <a:pt x="209923" y="362468"/>
                    <a:pt x="208860" y="365086"/>
                    <a:pt x="206734" y="367189"/>
                  </a:cubicBezTo>
                  <a:cubicBezTo>
                    <a:pt x="204608" y="369292"/>
                    <a:pt x="201980" y="370343"/>
                    <a:pt x="198848" y="370343"/>
                  </a:cubicBezTo>
                  <a:lnTo>
                    <a:pt x="154739" y="370343"/>
                  </a:lnTo>
                  <a:close/>
                  <a:moveTo>
                    <a:pt x="348215" y="370343"/>
                  </a:moveTo>
                  <a:lnTo>
                    <a:pt x="304107" y="370343"/>
                  </a:lnTo>
                  <a:cubicBezTo>
                    <a:pt x="300998" y="370343"/>
                    <a:pt x="298357" y="369269"/>
                    <a:pt x="296220" y="367120"/>
                  </a:cubicBezTo>
                  <a:cubicBezTo>
                    <a:pt x="294071" y="364983"/>
                    <a:pt x="293008" y="362342"/>
                    <a:pt x="293031" y="359199"/>
                  </a:cubicBezTo>
                  <a:cubicBezTo>
                    <a:pt x="293031" y="356056"/>
                    <a:pt x="294094" y="353438"/>
                    <a:pt x="296220" y="351335"/>
                  </a:cubicBezTo>
                  <a:cubicBezTo>
                    <a:pt x="298334" y="349232"/>
                    <a:pt x="300975" y="348181"/>
                    <a:pt x="304107" y="348181"/>
                  </a:cubicBezTo>
                  <a:lnTo>
                    <a:pt x="348215" y="348181"/>
                  </a:lnTo>
                  <a:lnTo>
                    <a:pt x="348215" y="304084"/>
                  </a:lnTo>
                  <a:cubicBezTo>
                    <a:pt x="348215" y="300963"/>
                    <a:pt x="349289" y="298334"/>
                    <a:pt x="351438" y="296186"/>
                  </a:cubicBezTo>
                  <a:cubicBezTo>
                    <a:pt x="353576" y="294037"/>
                    <a:pt x="356216" y="292985"/>
                    <a:pt x="359359" y="292997"/>
                  </a:cubicBezTo>
                  <a:cubicBezTo>
                    <a:pt x="362502" y="292997"/>
                    <a:pt x="365131" y="294060"/>
                    <a:pt x="367257" y="296186"/>
                  </a:cubicBezTo>
                  <a:cubicBezTo>
                    <a:pt x="369372" y="298312"/>
                    <a:pt x="370435" y="300940"/>
                    <a:pt x="370435" y="304084"/>
                  </a:cubicBezTo>
                  <a:lnTo>
                    <a:pt x="370435" y="348181"/>
                  </a:lnTo>
                  <a:cubicBezTo>
                    <a:pt x="370435" y="354159"/>
                    <a:pt x="368240" y="359348"/>
                    <a:pt x="363840" y="363748"/>
                  </a:cubicBezTo>
                  <a:cubicBezTo>
                    <a:pt x="359451" y="368137"/>
                    <a:pt x="354250" y="370343"/>
                    <a:pt x="348249" y="370343"/>
                  </a:cubicBezTo>
                  <a:close/>
                  <a:moveTo>
                    <a:pt x="132588" y="198813"/>
                  </a:moveTo>
                  <a:lnTo>
                    <a:pt x="132588" y="154705"/>
                  </a:lnTo>
                  <a:cubicBezTo>
                    <a:pt x="132588" y="148704"/>
                    <a:pt x="134783" y="143504"/>
                    <a:pt x="139172" y="139115"/>
                  </a:cubicBezTo>
                  <a:cubicBezTo>
                    <a:pt x="143572" y="134714"/>
                    <a:pt x="148761" y="132519"/>
                    <a:pt x="154739" y="132519"/>
                  </a:cubicBezTo>
                  <a:lnTo>
                    <a:pt x="198848" y="132519"/>
                  </a:lnTo>
                  <a:cubicBezTo>
                    <a:pt x="201957" y="132519"/>
                    <a:pt x="204586" y="133605"/>
                    <a:pt x="206734" y="135766"/>
                  </a:cubicBezTo>
                  <a:cubicBezTo>
                    <a:pt x="208860" y="137926"/>
                    <a:pt x="209923" y="140578"/>
                    <a:pt x="209923" y="143721"/>
                  </a:cubicBezTo>
                  <a:cubicBezTo>
                    <a:pt x="209923" y="146864"/>
                    <a:pt x="208860" y="149482"/>
                    <a:pt x="206734" y="151585"/>
                  </a:cubicBezTo>
                  <a:cubicBezTo>
                    <a:pt x="204608" y="153688"/>
                    <a:pt x="201980" y="154739"/>
                    <a:pt x="198848" y="154739"/>
                  </a:cubicBezTo>
                  <a:lnTo>
                    <a:pt x="154739" y="154739"/>
                  </a:lnTo>
                  <a:lnTo>
                    <a:pt x="154739" y="198848"/>
                  </a:lnTo>
                  <a:cubicBezTo>
                    <a:pt x="154739" y="201957"/>
                    <a:pt x="153665" y="204586"/>
                    <a:pt x="151516" y="206734"/>
                  </a:cubicBezTo>
                  <a:cubicBezTo>
                    <a:pt x="149379" y="208883"/>
                    <a:pt x="146738" y="209923"/>
                    <a:pt x="143595" y="209889"/>
                  </a:cubicBezTo>
                  <a:cubicBezTo>
                    <a:pt x="140452" y="209889"/>
                    <a:pt x="137834" y="208826"/>
                    <a:pt x="135731" y="206700"/>
                  </a:cubicBezTo>
                  <a:cubicBezTo>
                    <a:pt x="133628" y="204586"/>
                    <a:pt x="132588" y="201945"/>
                    <a:pt x="132588" y="198813"/>
                  </a:cubicBezTo>
                  <a:close/>
                  <a:moveTo>
                    <a:pt x="348181" y="198813"/>
                  </a:moveTo>
                  <a:lnTo>
                    <a:pt x="348181" y="154705"/>
                  </a:lnTo>
                  <a:lnTo>
                    <a:pt x="304107" y="154705"/>
                  </a:lnTo>
                  <a:cubicBezTo>
                    <a:pt x="300998" y="154705"/>
                    <a:pt x="298357" y="153631"/>
                    <a:pt x="296220" y="151482"/>
                  </a:cubicBezTo>
                  <a:cubicBezTo>
                    <a:pt x="294071" y="149344"/>
                    <a:pt x="293008" y="146715"/>
                    <a:pt x="293031" y="143595"/>
                  </a:cubicBezTo>
                  <a:cubicBezTo>
                    <a:pt x="293031" y="140452"/>
                    <a:pt x="294094" y="137823"/>
                    <a:pt x="296220" y="135697"/>
                  </a:cubicBezTo>
                  <a:cubicBezTo>
                    <a:pt x="298334" y="133582"/>
                    <a:pt x="300975" y="132519"/>
                    <a:pt x="304107" y="132519"/>
                  </a:cubicBezTo>
                  <a:lnTo>
                    <a:pt x="348215" y="132519"/>
                  </a:lnTo>
                  <a:cubicBezTo>
                    <a:pt x="354216" y="132519"/>
                    <a:pt x="359416" y="134714"/>
                    <a:pt x="363805" y="139115"/>
                  </a:cubicBezTo>
                  <a:cubicBezTo>
                    <a:pt x="368206" y="143504"/>
                    <a:pt x="370401" y="148704"/>
                    <a:pt x="370401" y="154705"/>
                  </a:cubicBezTo>
                  <a:lnTo>
                    <a:pt x="370401" y="198813"/>
                  </a:lnTo>
                  <a:cubicBezTo>
                    <a:pt x="370401" y="201922"/>
                    <a:pt x="369315" y="204563"/>
                    <a:pt x="367154" y="206700"/>
                  </a:cubicBezTo>
                  <a:cubicBezTo>
                    <a:pt x="364994" y="208826"/>
                    <a:pt x="362342" y="209889"/>
                    <a:pt x="359199" y="209889"/>
                  </a:cubicBezTo>
                  <a:cubicBezTo>
                    <a:pt x="356056" y="209889"/>
                    <a:pt x="353438" y="208826"/>
                    <a:pt x="351335" y="206700"/>
                  </a:cubicBezTo>
                  <a:cubicBezTo>
                    <a:pt x="349232" y="204586"/>
                    <a:pt x="348181" y="201945"/>
                    <a:pt x="348181" y="198813"/>
                  </a:cubicBezTo>
                  <a:close/>
                </a:path>
              </a:pathLst>
            </a:cu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0F7C8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9695" y="288516"/>
                  </a:moveTo>
                  <a:cubicBezTo>
                    <a:pt x="188149" y="288516"/>
                    <a:pt x="169850" y="281007"/>
                    <a:pt x="154796" y="265976"/>
                  </a:cubicBezTo>
                  <a:cubicBezTo>
                    <a:pt x="139755" y="250946"/>
                    <a:pt x="132222" y="232749"/>
                    <a:pt x="132222" y="211375"/>
                  </a:cubicBezTo>
                  <a:cubicBezTo>
                    <a:pt x="132222" y="207043"/>
                    <a:pt x="132577" y="202985"/>
                    <a:pt x="133262" y="199202"/>
                  </a:cubicBezTo>
                  <a:cubicBezTo>
                    <a:pt x="133960" y="195407"/>
                    <a:pt x="135125" y="191407"/>
                    <a:pt x="136771" y="187178"/>
                  </a:cubicBezTo>
                  <a:cubicBezTo>
                    <a:pt x="137469" y="185406"/>
                    <a:pt x="138520" y="184012"/>
                    <a:pt x="139926" y="182994"/>
                  </a:cubicBezTo>
                  <a:cubicBezTo>
                    <a:pt x="141332" y="182000"/>
                    <a:pt x="142841" y="181280"/>
                    <a:pt x="144441" y="180845"/>
                  </a:cubicBezTo>
                  <a:cubicBezTo>
                    <a:pt x="146041" y="180411"/>
                    <a:pt x="147687" y="180423"/>
                    <a:pt x="149379" y="180880"/>
                  </a:cubicBezTo>
                  <a:cubicBezTo>
                    <a:pt x="151059" y="181337"/>
                    <a:pt x="152613" y="182263"/>
                    <a:pt x="154019" y="183669"/>
                  </a:cubicBezTo>
                  <a:lnTo>
                    <a:pt x="190229" y="219925"/>
                  </a:lnTo>
                  <a:lnTo>
                    <a:pt x="220119" y="191990"/>
                  </a:lnTo>
                  <a:lnTo>
                    <a:pt x="182274" y="154145"/>
                  </a:lnTo>
                  <a:cubicBezTo>
                    <a:pt x="180823" y="152762"/>
                    <a:pt x="179885" y="151253"/>
                    <a:pt x="179451" y="149607"/>
                  </a:cubicBezTo>
                  <a:cubicBezTo>
                    <a:pt x="179017" y="147961"/>
                    <a:pt x="179017" y="146327"/>
                    <a:pt x="179451" y="144692"/>
                  </a:cubicBezTo>
                  <a:cubicBezTo>
                    <a:pt x="179885" y="143069"/>
                    <a:pt x="180583" y="141618"/>
                    <a:pt x="181566" y="140349"/>
                  </a:cubicBezTo>
                  <a:cubicBezTo>
                    <a:pt x="182537" y="139069"/>
                    <a:pt x="183932" y="138029"/>
                    <a:pt x="185749" y="137229"/>
                  </a:cubicBezTo>
                  <a:cubicBezTo>
                    <a:pt x="189909" y="135606"/>
                    <a:pt x="193864" y="134371"/>
                    <a:pt x="197613" y="133525"/>
                  </a:cubicBezTo>
                  <a:cubicBezTo>
                    <a:pt x="201328" y="132679"/>
                    <a:pt x="205351" y="132257"/>
                    <a:pt x="209660" y="132257"/>
                  </a:cubicBezTo>
                  <a:cubicBezTo>
                    <a:pt x="231618" y="132257"/>
                    <a:pt x="250283" y="139949"/>
                    <a:pt x="265656" y="155322"/>
                  </a:cubicBezTo>
                  <a:cubicBezTo>
                    <a:pt x="281029" y="170696"/>
                    <a:pt x="288710" y="189372"/>
                    <a:pt x="288710" y="211352"/>
                  </a:cubicBezTo>
                  <a:cubicBezTo>
                    <a:pt x="288710" y="216461"/>
                    <a:pt x="288219" y="221456"/>
                    <a:pt x="287224" y="226348"/>
                  </a:cubicBezTo>
                  <a:cubicBezTo>
                    <a:pt x="286230" y="231252"/>
                    <a:pt x="284881" y="236178"/>
                    <a:pt x="283190" y="241162"/>
                  </a:cubicBezTo>
                  <a:lnTo>
                    <a:pt x="355953" y="313891"/>
                  </a:lnTo>
                  <a:cubicBezTo>
                    <a:pt x="362160" y="319926"/>
                    <a:pt x="365211" y="327252"/>
                    <a:pt x="365074" y="335848"/>
                  </a:cubicBezTo>
                  <a:cubicBezTo>
                    <a:pt x="364948" y="344443"/>
                    <a:pt x="361702" y="351701"/>
                    <a:pt x="355336" y="357633"/>
                  </a:cubicBezTo>
                  <a:cubicBezTo>
                    <a:pt x="349358" y="363200"/>
                    <a:pt x="342271" y="365931"/>
                    <a:pt x="334087" y="365829"/>
                  </a:cubicBezTo>
                  <a:cubicBezTo>
                    <a:pt x="325904" y="365714"/>
                    <a:pt x="318840" y="362697"/>
                    <a:pt x="312885" y="356765"/>
                  </a:cubicBezTo>
                  <a:lnTo>
                    <a:pt x="239413" y="282961"/>
                  </a:lnTo>
                  <a:cubicBezTo>
                    <a:pt x="234532" y="284653"/>
                    <a:pt x="229686" y="286001"/>
                    <a:pt x="224862" y="286996"/>
                  </a:cubicBezTo>
                  <a:cubicBezTo>
                    <a:pt x="220050" y="288013"/>
                    <a:pt x="214987" y="288516"/>
                    <a:pt x="209660" y="288516"/>
                  </a:cubicBezTo>
                  <a:close/>
                  <a:moveTo>
                    <a:pt x="209695" y="267245"/>
                  </a:moveTo>
                  <a:cubicBezTo>
                    <a:pt x="215101" y="267245"/>
                    <a:pt x="220839" y="266376"/>
                    <a:pt x="226908" y="264650"/>
                  </a:cubicBezTo>
                  <a:cubicBezTo>
                    <a:pt x="232966" y="262913"/>
                    <a:pt x="238270" y="260318"/>
                    <a:pt x="242819" y="256855"/>
                  </a:cubicBezTo>
                  <a:lnTo>
                    <a:pt x="328075" y="342111"/>
                  </a:lnTo>
                  <a:cubicBezTo>
                    <a:pt x="329813" y="343883"/>
                    <a:pt x="331973" y="344775"/>
                    <a:pt x="334579" y="344775"/>
                  </a:cubicBezTo>
                  <a:cubicBezTo>
                    <a:pt x="337174" y="344775"/>
                    <a:pt x="339345" y="343894"/>
                    <a:pt x="341071" y="342146"/>
                  </a:cubicBezTo>
                  <a:cubicBezTo>
                    <a:pt x="342809" y="340385"/>
                    <a:pt x="343666" y="338225"/>
                    <a:pt x="343666" y="335653"/>
                  </a:cubicBezTo>
                  <a:cubicBezTo>
                    <a:pt x="343666" y="333070"/>
                    <a:pt x="342809" y="330898"/>
                    <a:pt x="341071" y="329115"/>
                  </a:cubicBezTo>
                  <a:lnTo>
                    <a:pt x="257106" y="245162"/>
                  </a:lnTo>
                  <a:cubicBezTo>
                    <a:pt x="260581" y="240613"/>
                    <a:pt x="263176" y="235252"/>
                    <a:pt x="264902" y="229080"/>
                  </a:cubicBezTo>
                  <a:cubicBezTo>
                    <a:pt x="266639" y="222908"/>
                    <a:pt x="267508" y="217010"/>
                    <a:pt x="267508" y="211375"/>
                  </a:cubicBezTo>
                  <a:cubicBezTo>
                    <a:pt x="267508" y="195144"/>
                    <a:pt x="261496" y="181394"/>
                    <a:pt x="249483" y="170124"/>
                  </a:cubicBezTo>
                  <a:cubicBezTo>
                    <a:pt x="237458" y="158866"/>
                    <a:pt x="223765" y="153128"/>
                    <a:pt x="208392" y="152911"/>
                  </a:cubicBezTo>
                  <a:lnTo>
                    <a:pt x="240510" y="185692"/>
                  </a:lnTo>
                  <a:cubicBezTo>
                    <a:pt x="242727" y="187943"/>
                    <a:pt x="243768" y="190618"/>
                    <a:pt x="243665" y="193716"/>
                  </a:cubicBezTo>
                  <a:cubicBezTo>
                    <a:pt x="243562" y="196802"/>
                    <a:pt x="242396" y="199454"/>
                    <a:pt x="240190" y="201671"/>
                  </a:cubicBezTo>
                  <a:lnTo>
                    <a:pt x="199008" y="240259"/>
                  </a:lnTo>
                  <a:cubicBezTo>
                    <a:pt x="196665" y="242293"/>
                    <a:pt x="193967" y="243310"/>
                    <a:pt x="190915" y="243310"/>
                  </a:cubicBezTo>
                  <a:cubicBezTo>
                    <a:pt x="187863" y="243310"/>
                    <a:pt x="185337" y="242293"/>
                    <a:pt x="183349" y="240259"/>
                  </a:cubicBezTo>
                  <a:lnTo>
                    <a:pt x="152522" y="209752"/>
                  </a:lnTo>
                  <a:cubicBezTo>
                    <a:pt x="153173" y="226428"/>
                    <a:pt x="159094" y="240179"/>
                    <a:pt x="170296" y="251003"/>
                  </a:cubicBezTo>
                  <a:cubicBezTo>
                    <a:pt x="181486" y="261827"/>
                    <a:pt x="194619" y="267245"/>
                    <a:pt x="209695" y="267245"/>
                  </a:cubicBezTo>
                  <a:close/>
                  <a:moveTo>
                    <a:pt x="248534" y="24931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269" name="Text 26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70" name="Text 26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#0F7C80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#0B5E61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#E0F0F0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#F2A541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85800" y="455485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750" dirty="0"/>
          </a:p>
        </p:txBody>
      </p:sp>
      <p:sp>
        <p:nvSpPr>
          <p:cNvPr id="36" name="Text 34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71525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白底無框＋陰影＋陰影</a:t>
            </a:r>
            <a:endParaRPr lang="en-US" sz="1250" dirty="0"/>
          </a:p>
        </p:txBody>
      </p:sp>
      <p:sp>
        <p:nvSpPr>
          <p:cNvPr id="45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205740"/>
                </a:lnTo>
                <a:arcTo hR="205740" wR="205740" stAng="10800000" swAng="5400000"/>
                <a:lnTo>
                  <a:pt x="1280160" y="0"/>
                </a:lnTo>
                <a:arcTo hR="205740" wR="20574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淡色底膠囊</a:t>
            </a:r>
            <a:endParaRPr lang="en-US" sz="1250" dirty="0"/>
          </a:p>
        </p:txBody>
      </p:sp>
      <p:sp>
        <p:nvSpPr>
          <p:cNvPr id="51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2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3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4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實心圓＋光暈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8830818" y="4578858"/>
            <a:ext cx="603504" cy="60350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9539478" y="4578858"/>
            <a:ext cx="603504" cy="60350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0248138" y="4578858"/>
            <a:ext cx="603504" cy="60350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6" name="Text 64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 V 形 ›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8" name="分隔"/>
          <p:cNvSpPr/>
          <p:nvPr/>
        </p:nvSpPr>
        <p:spPr>
          <a:xfrm>
            <a:off x="9824085" y="556641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70" name="分隔"/>
          <p:cNvSpPr/>
          <p:nvPr/>
        </p:nvSpPr>
        <p:spPr>
          <a:xfrm>
            <a:off x="11195685" y="556641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2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4" name="Text 72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250" dirty="0"/>
          </a:p>
        </p:txBody>
      </p:sp>
      <p:sp>
        <p:nvSpPr>
          <p:cNvPr id="75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76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9" name="Text 77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膠囊鏈</a:t>
            </a:r>
            <a:endParaRPr lang="en-US" sz="1250" dirty="0"/>
          </a:p>
        </p:txBody>
      </p:sp>
      <p:sp>
        <p:nvSpPr>
          <p:cNvPr id="80" name="流程鏈"/>
          <p:cNvSpPr/>
          <p:nvPr/>
        </p:nvSpPr>
        <p:spPr>
          <a:xfrm>
            <a:off x="8858250" y="7063740"/>
            <a:ext cx="838200" cy="5029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81" name="分隔"/>
          <p:cNvSpPr/>
          <p:nvPr/>
        </p:nvSpPr>
        <p:spPr>
          <a:xfrm>
            <a:off x="9862185" y="718947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流程鏈"/>
          <p:cNvSpPr/>
          <p:nvPr/>
        </p:nvSpPr>
        <p:spPr>
          <a:xfrm>
            <a:off x="10153650" y="7063740"/>
            <a:ext cx="838200" cy="5029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3" name="分隔"/>
          <p:cNvSpPr/>
          <p:nvPr/>
        </p:nvSpPr>
        <p:spPr>
          <a:xfrm>
            <a:off x="11157585" y="718947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流程鏈"/>
          <p:cNvSpPr/>
          <p:nvPr/>
        </p:nvSpPr>
        <p:spPr>
          <a:xfrm>
            <a:off x="11449050" y="7063740"/>
            <a:ext cx="838200" cy="50292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5" name="Text 8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2000" dirty="0"/>
          </a:p>
        </p:txBody>
      </p:sp>
      <p:sp>
        <p:nvSpPr>
          <p:cNvPr id="5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8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1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2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251460"/>
                </a:lnTo>
                <a:arcTo hR="251460" wR="251460" stAng="10800000" swAng="5400000"/>
                <a:lnTo>
                  <a:pt x="4011930" y="0"/>
                </a:lnTo>
                <a:arcTo hR="251460" wR="25146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58350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1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144000" y="58350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0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3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39490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5453825" y="39490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22735" y="4518050"/>
            <a:ext cx="633679" cy="6336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6131395" y="4518050"/>
            <a:ext cx="633679" cy="6336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6840055" y="4518050"/>
            <a:ext cx="633679" cy="633679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7548715" y="4518050"/>
            <a:ext cx="633679" cy="633679"/>
          </a:xfrm>
          <a:prstGeom prst="ellipse">
            <a:avLst/>
          </a:prstGeom>
          <a:solidFill>
            <a:srgbClr val="FCE9D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5467998" y="5580583"/>
            <a:ext cx="543154" cy="54315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67998" y="6289243"/>
            <a:ext cx="543154" cy="54315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467998" y="6997903"/>
            <a:ext cx="543154" cy="543154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221849" y="39490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8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50" name="Text 48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51" name="Text 49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52" name="Text 50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53" name="Text 51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85750" dist="3175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0" name="Text 8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060009" y="4897646"/>
            <a:ext cx="1132942" cy="1132942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19729" y="5525719"/>
            <a:ext cx="1132942" cy="1132942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9449" y="4897646"/>
            <a:ext cx="1132942" cy="1132942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8867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7886700" y="2994660"/>
            <a:ext cx="1917573" cy="8229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21" name="分隔"/>
          <p:cNvSpPr/>
          <p:nvPr/>
        </p:nvSpPr>
        <p:spPr>
          <a:xfrm>
            <a:off x="9970008" y="328041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10261473" y="2994660"/>
            <a:ext cx="1917573" cy="8229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3" name="分隔"/>
          <p:cNvSpPr/>
          <p:nvPr/>
        </p:nvSpPr>
        <p:spPr>
          <a:xfrm>
            <a:off x="12344781" y="328041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流程鏈"/>
          <p:cNvSpPr/>
          <p:nvPr/>
        </p:nvSpPr>
        <p:spPr>
          <a:xfrm>
            <a:off x="12636246" y="2994660"/>
            <a:ext cx="1917573" cy="82296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5" name="流程鏈"/>
          <p:cNvSpPr/>
          <p:nvPr/>
        </p:nvSpPr>
        <p:spPr>
          <a:xfrm>
            <a:off x="7886700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6" name="分隔"/>
          <p:cNvSpPr/>
          <p:nvPr/>
        </p:nvSpPr>
        <p:spPr>
          <a:xfrm>
            <a:off x="9050274" y="45948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291447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8" name="分隔"/>
          <p:cNvSpPr/>
          <p:nvPr/>
        </p:nvSpPr>
        <p:spPr>
          <a:xfrm>
            <a:off x="10455021" y="45948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696194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30" name="分隔"/>
          <p:cNvSpPr/>
          <p:nvPr/>
        </p:nvSpPr>
        <p:spPr>
          <a:xfrm>
            <a:off x="11859768" y="45948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12100941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32" name="分隔"/>
          <p:cNvSpPr/>
          <p:nvPr/>
        </p:nvSpPr>
        <p:spPr>
          <a:xfrm>
            <a:off x="13264515" y="45948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流程鏈"/>
          <p:cNvSpPr/>
          <p:nvPr/>
        </p:nvSpPr>
        <p:spPr>
          <a:xfrm>
            <a:off x="13505688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34" name="流程鏈"/>
          <p:cNvSpPr/>
          <p:nvPr/>
        </p:nvSpPr>
        <p:spPr>
          <a:xfrm>
            <a:off x="7886700" y="5657850"/>
            <a:ext cx="1323880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35" name="分隔"/>
          <p:cNvSpPr/>
          <p:nvPr/>
        </p:nvSpPr>
        <p:spPr>
          <a:xfrm>
            <a:off x="9376315" y="58521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9667780" y="5657850"/>
            <a:ext cx="1323880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37" name="分隔"/>
          <p:cNvSpPr/>
          <p:nvPr/>
        </p:nvSpPr>
        <p:spPr>
          <a:xfrm>
            <a:off x="11157395" y="58521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流程鏈"/>
          <p:cNvSpPr/>
          <p:nvPr/>
        </p:nvSpPr>
        <p:spPr>
          <a:xfrm>
            <a:off x="11448860" y="5657850"/>
            <a:ext cx="1323880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9" name="分隔"/>
          <p:cNvSpPr/>
          <p:nvPr/>
        </p:nvSpPr>
        <p:spPr>
          <a:xfrm>
            <a:off x="12938474" y="58521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流程鏈"/>
          <p:cNvSpPr/>
          <p:nvPr/>
        </p:nvSpPr>
        <p:spPr>
          <a:xfrm>
            <a:off x="13229939" y="5657850"/>
            <a:ext cx="1323880" cy="64008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41" name="Text 39"/>
          <p:cNvSpPr/>
          <p:nvPr/>
        </p:nvSpPr>
        <p:spPr>
          <a:xfrm>
            <a:off x="788670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66778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144886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3229939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4244245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3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5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9812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7" name="Text 15"/>
          <p:cNvSpPr/>
          <p:nvPr/>
        </p:nvSpPr>
        <p:spPr>
          <a:xfrm>
            <a:off x="780269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1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8C8C8C"/>
            </a:solidFill>
            <a:prstDash val="sysDot"/>
            <a:headEnd type="oval" w="lg" len="lg"/>
            <a:tailEnd type="triangle" w="lg" len="lg"/>
          </a:ln>
        </p:spPr>
      </p:cxnSp>
      <p:sp>
        <p:nvSpPr>
          <p:cNvPr id="23" name="Text 21"/>
          <p:cNvSpPr/>
          <p:nvPr/>
        </p:nvSpPr>
        <p:spPr>
          <a:xfrm>
            <a:off x="11361134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7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8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9812">
            <a:solidFill>
              <a:srgbClr val="8C8C8C"/>
            </a:solidFill>
            <a:prstDash val="sysDash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5800" y="50349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1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3" name="分隔"/>
          <p:cNvSpPr/>
          <p:nvPr/>
        </p:nvSpPr>
        <p:spPr>
          <a:xfrm>
            <a:off x="1598271" y="633222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5" name="分隔"/>
          <p:cNvSpPr/>
          <p:nvPr/>
        </p:nvSpPr>
        <p:spPr>
          <a:xfrm>
            <a:off x="2840284" y="633222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4244245" y="50349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1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2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802690" y="50349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7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9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1361134" y="503491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3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5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59" name="Text 57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2000" dirty="0"/>
          </a:p>
        </p:txBody>
      </p:sp>
      <p:sp>
        <p:nvSpPr>
          <p:cNvPr id="5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7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9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1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3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5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685800" y="482917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1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2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CE9D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3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4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E0F0F0"/>
          </a:solidFill>
          <a:ln>
            <a:noFill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5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2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9812">
            <a:solidFill>
              <a:srgbClr val="8C8C8C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2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5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71525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0F7C80"/>
          </a:solidFill>
          <a:ln w="31750">
            <a:solidFill>
              <a:srgbClr val="FFFFFF"/>
            </a:solidFill>
            <a:prstDash val="solid"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8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1544300" y="2348865"/>
            <a:ext cx="125730" cy="12573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8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1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2694615" y="3653485"/>
            <a:ext cx="694030" cy="694030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3666165" y="3653485"/>
            <a:ext cx="694030" cy="694030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2694615" y="4853635"/>
            <a:ext cx="694030" cy="694030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3666165" y="4853635"/>
            <a:ext cx="694030" cy="694030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2694615" y="6053785"/>
            <a:ext cx="694030" cy="694030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3666165" y="6053785"/>
            <a:ext cx="694030" cy="694030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2000" dirty="0"/>
          </a:p>
        </p:txBody>
      </p:sp>
      <p:sp>
        <p:nvSpPr>
          <p:cNvPr id="5" name="光暈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85750" dist="3175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8" name="光暈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85750" dist="3175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1" name="光暈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85750" dist="3175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4" name="分隔"/>
          <p:cNvSpPr/>
          <p:nvPr/>
        </p:nvSpPr>
        <p:spPr>
          <a:xfrm>
            <a:off x="5233035" y="3621024"/>
            <a:ext cx="150876" cy="30175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分隔"/>
          <p:cNvSpPr/>
          <p:nvPr/>
        </p:nvSpPr>
        <p:spPr>
          <a:xfrm>
            <a:off x="9855708" y="3621024"/>
            <a:ext cx="150876" cy="30175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893621" y="4126641"/>
            <a:ext cx="1078992" cy="1078992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080313" y="4718304"/>
            <a:ext cx="1078992" cy="1078992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267006" y="4126641"/>
            <a:ext cx="1078992" cy="1078992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5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2000" dirty="0"/>
          </a:p>
        </p:txBody>
      </p:sp>
      <p:sp>
        <p:nvSpPr>
          <p:cNvPr id="5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7" name="分隔"/>
          <p:cNvSpPr/>
          <p:nvPr/>
        </p:nvSpPr>
        <p:spPr>
          <a:xfrm>
            <a:off x="3238805" y="531495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0" name="分隔"/>
          <p:cNvSpPr/>
          <p:nvPr/>
        </p:nvSpPr>
        <p:spPr>
          <a:xfrm>
            <a:off x="6117565" y="531495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2" name="分隔"/>
          <p:cNvSpPr/>
          <p:nvPr/>
        </p:nvSpPr>
        <p:spPr>
          <a:xfrm>
            <a:off x="8996324" y="531495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5" name="分隔"/>
          <p:cNvSpPr/>
          <p:nvPr/>
        </p:nvSpPr>
        <p:spPr>
          <a:xfrm>
            <a:off x="11875084" y="531495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8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0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2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4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9812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9812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9812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623621" y="22695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2251" y="22695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1657350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23621" y="28410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92251" y="28410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6" name="標籤"/>
          <p:cNvSpPr/>
          <p:nvPr/>
        </p:nvSpPr>
        <p:spPr>
          <a:xfrm>
            <a:off x="1657350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024360" y="22695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2492990" y="22695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41" name="標籤"/>
          <p:cNvSpPr/>
          <p:nvPr/>
        </p:nvSpPr>
        <p:spPr>
          <a:xfrm>
            <a:off x="13058089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2024360" y="28410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2492990" y="284104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46" name="標籤"/>
          <p:cNvSpPr/>
          <p:nvPr/>
        </p:nvSpPr>
        <p:spPr>
          <a:xfrm>
            <a:off x="13058089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7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9" name="Text 47"/>
          <p:cNvSpPr/>
          <p:nvPr/>
        </p:nvSpPr>
        <p:spPr>
          <a:xfrm>
            <a:off x="1368479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837109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53" name="標籤"/>
          <p:cNvSpPr/>
          <p:nvPr/>
        </p:nvSpPr>
        <p:spPr>
          <a:xfrm>
            <a:off x="2402208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4835484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5304114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58" name="標籤"/>
          <p:cNvSpPr/>
          <p:nvPr/>
        </p:nvSpPr>
        <p:spPr>
          <a:xfrm>
            <a:off x="586921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536803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61" name="標籤"/>
          <p:cNvSpPr/>
          <p:nvPr/>
        </p:nvSpPr>
        <p:spPr>
          <a:xfrm>
            <a:off x="910190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11769493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12238123" y="7207301"/>
            <a:ext cx="512978" cy="512978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66" name="標籤"/>
          <p:cNvSpPr/>
          <p:nvPr/>
        </p:nvSpPr>
        <p:spPr>
          <a:xfrm>
            <a:off x="12803222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2000" dirty="0"/>
          </a:p>
        </p:txBody>
      </p:sp>
      <p:sp>
        <p:nvSpPr>
          <p:cNvPr id="5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F2A541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6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1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0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1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2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4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5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6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>
            <a:noFill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8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39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0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839048" y="3066898"/>
            <a:ext cx="724205" cy="72420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9753448" y="3066898"/>
            <a:ext cx="724205" cy="72420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7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839048" y="4724248"/>
            <a:ext cx="724205" cy="72420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50" name="Text 48"/>
          <p:cNvSpPr/>
          <p:nvPr/>
        </p:nvSpPr>
        <p:spPr>
          <a:xfrm>
            <a:off x="9753448" y="4724248"/>
            <a:ext cx="724205" cy="72420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39048" y="6381598"/>
            <a:ext cx="724205" cy="72420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5" name="Text 53"/>
          <p:cNvSpPr/>
          <p:nvPr/>
        </p:nvSpPr>
        <p:spPr>
          <a:xfrm>
            <a:off x="9753448" y="6381598"/>
            <a:ext cx="724205" cy="724205"/>
          </a:xfrm>
          <a:prstGeom prst="ellipse">
            <a:avLst/>
          </a:prstGeom>
          <a:solidFill>
            <a:srgbClr val="E0F0F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0F7C8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7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8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71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82" name="Text 80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83" name="Text 8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2026-10-09T03:27:01Z</dcterms:created>
  <dcterms:modified xsi:type="dcterms:W3CDTF">2026-10-09T03:27:01Z</dcterms:modified>
</cp:coreProperties>
</file>