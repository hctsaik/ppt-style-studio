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2000" dirty="0"/>
          </a:p>
        </p:txBody>
      </p:sp>
      <p:sp>
        <p:nvSpPr>
          <p:cNvPr id="5" name="類別"/>
          <p:cNvSpPr/>
          <p:nvPr/>
        </p:nvSpPr>
        <p:spPr>
          <a:xfrm>
            <a:off x="685800" y="217741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6" name="流程方塊"/>
          <p:cNvSpPr/>
          <p:nvPr/>
        </p:nvSpPr>
        <p:spPr>
          <a:xfrm>
            <a:off x="249770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7" name="圖說"/>
          <p:cNvSpPr/>
          <p:nvPr/>
        </p:nvSpPr>
        <p:spPr>
          <a:xfrm>
            <a:off x="2343150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8" name="流程方塊"/>
          <p:cNvSpPr/>
          <p:nvPr/>
        </p:nvSpPr>
        <p:spPr>
          <a:xfrm>
            <a:off x="424698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51638" dist="45466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9" name="圖說"/>
          <p:cNvSpPr/>
          <p:nvPr/>
        </p:nvSpPr>
        <p:spPr>
          <a:xfrm>
            <a:off x="4092430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0" name="流程方塊"/>
          <p:cNvSpPr/>
          <p:nvPr/>
        </p:nvSpPr>
        <p:spPr>
          <a:xfrm>
            <a:off x="599626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0F0F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1" name="圖說"/>
          <p:cNvSpPr/>
          <p:nvPr/>
        </p:nvSpPr>
        <p:spPr>
          <a:xfrm>
            <a:off x="5841710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2" name="流程方塊"/>
          <p:cNvSpPr/>
          <p:nvPr/>
        </p:nvSpPr>
        <p:spPr>
          <a:xfrm>
            <a:off x="774554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3" name="圖說"/>
          <p:cNvSpPr/>
          <p:nvPr/>
        </p:nvSpPr>
        <p:spPr>
          <a:xfrm>
            <a:off x="7590990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4" name="流程方塊"/>
          <p:cNvSpPr/>
          <p:nvPr/>
        </p:nvSpPr>
        <p:spPr>
          <a:xfrm>
            <a:off x="949481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7813">
            <a:solidFill>
              <a:srgbClr val="0F7C8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5" name="圖說"/>
          <p:cNvSpPr/>
          <p:nvPr/>
        </p:nvSpPr>
        <p:spPr>
          <a:xfrm>
            <a:off x="9340269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6" name="流程方塊"/>
          <p:cNvSpPr/>
          <p:nvPr/>
        </p:nvSpPr>
        <p:spPr>
          <a:xfrm>
            <a:off x="1124409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0F7C8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7" name="圖說"/>
          <p:cNvSpPr/>
          <p:nvPr/>
        </p:nvSpPr>
        <p:spPr>
          <a:xfrm>
            <a:off x="11089549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8" name="流程方塊"/>
          <p:cNvSpPr/>
          <p:nvPr/>
        </p:nvSpPr>
        <p:spPr>
          <a:xfrm>
            <a:off x="1299337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19" name="圖說"/>
          <p:cNvSpPr/>
          <p:nvPr/>
        </p:nvSpPr>
        <p:spPr>
          <a:xfrm>
            <a:off x="12838829" y="26117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685800" y="28289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685800" y="303466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2" name="判斷菱形"/>
          <p:cNvSpPr/>
          <p:nvPr/>
        </p:nvSpPr>
        <p:spPr>
          <a:xfrm>
            <a:off x="2583425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3" name="圖說"/>
          <p:cNvSpPr/>
          <p:nvPr/>
        </p:nvSpPr>
        <p:spPr>
          <a:xfrm>
            <a:off x="2343150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4" name="判斷菱形"/>
          <p:cNvSpPr/>
          <p:nvPr/>
        </p:nvSpPr>
        <p:spPr>
          <a:xfrm>
            <a:off x="4332705" y="28917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5" name="圖說"/>
          <p:cNvSpPr/>
          <p:nvPr/>
        </p:nvSpPr>
        <p:spPr>
          <a:xfrm>
            <a:off x="4092430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6" name="判斷菱形"/>
          <p:cNvSpPr/>
          <p:nvPr/>
        </p:nvSpPr>
        <p:spPr>
          <a:xfrm>
            <a:off x="6081985" y="2891790"/>
            <a:ext cx="1200150" cy="594360"/>
          </a:xfrm>
          <a:prstGeom prst="diamond">
            <a:avLst/>
          </a:prstGeom>
          <a:solidFill>
            <a:srgbClr val="E0F0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7" name="圖說"/>
          <p:cNvSpPr/>
          <p:nvPr/>
        </p:nvSpPr>
        <p:spPr>
          <a:xfrm>
            <a:off x="5841710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8" name="判斷菱形"/>
          <p:cNvSpPr/>
          <p:nvPr/>
        </p:nvSpPr>
        <p:spPr>
          <a:xfrm>
            <a:off x="7831265" y="28917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0F7C8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9" name="圖說"/>
          <p:cNvSpPr/>
          <p:nvPr/>
        </p:nvSpPr>
        <p:spPr>
          <a:xfrm>
            <a:off x="7590990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0" name="判斷菱形"/>
          <p:cNvSpPr/>
          <p:nvPr/>
        </p:nvSpPr>
        <p:spPr>
          <a:xfrm>
            <a:off x="9580544" y="2891790"/>
            <a:ext cx="1200150" cy="594360"/>
          </a:xfrm>
          <a:prstGeom prst="diamond">
            <a:avLst/>
          </a:prstGeom>
          <a:solidFill>
            <a:srgbClr val="0F7C8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1" name="圖說"/>
          <p:cNvSpPr/>
          <p:nvPr/>
        </p:nvSpPr>
        <p:spPr>
          <a:xfrm>
            <a:off x="9340269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2" name="判斷菱形"/>
          <p:cNvSpPr/>
          <p:nvPr/>
        </p:nvSpPr>
        <p:spPr>
          <a:xfrm>
            <a:off x="11329824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3" name="圖說"/>
          <p:cNvSpPr/>
          <p:nvPr/>
        </p:nvSpPr>
        <p:spPr>
          <a:xfrm>
            <a:off x="11089549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891790"/>
            <a:ext cx="1394460" cy="594360"/>
            <a:chOff x="12913369" y="2891790"/>
            <a:chExt cx="1394460" cy="594360"/>
          </a:xfrm>
        </p:grpSpPr>
        <p:sp>
          <p:nvSpPr>
            <p:cNvPr id="34" name="判斷菱形"/>
            <p:cNvSpPr/>
            <p:nvPr/>
          </p:nvSpPr>
          <p:spPr>
            <a:xfrm>
              <a:off x="12913369" y="28917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0F7C8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3622029" y="3188970"/>
              <a:ext cx="685800" cy="0"/>
            </a:xfrm>
            <a:prstGeom prst="line">
              <a:avLst/>
            </a:prstGeom>
            <a:noFill/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3644889" y="2960370"/>
              <a:ext cx="342900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2838829" y="35261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8" name="線條"/>
          <p:cNvSpPr/>
          <p:nvPr/>
        </p:nvSpPr>
        <p:spPr>
          <a:xfrm>
            <a:off x="685800" y="37433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685800" y="386905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0" name="開始／結束"/>
          <p:cNvSpPr/>
          <p:nvPr/>
        </p:nvSpPr>
        <p:spPr>
          <a:xfrm>
            <a:off x="249770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0F7C8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1" name="圖說"/>
          <p:cNvSpPr/>
          <p:nvPr/>
        </p:nvSpPr>
        <p:spPr>
          <a:xfrm>
            <a:off x="2343150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2" name="開始／結束"/>
          <p:cNvSpPr/>
          <p:nvPr/>
        </p:nvSpPr>
        <p:spPr>
          <a:xfrm>
            <a:off x="424698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3" name="圖說"/>
          <p:cNvSpPr/>
          <p:nvPr/>
        </p:nvSpPr>
        <p:spPr>
          <a:xfrm>
            <a:off x="4092430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4" name="開始／結束"/>
          <p:cNvSpPr/>
          <p:nvPr/>
        </p:nvSpPr>
        <p:spPr>
          <a:xfrm>
            <a:off x="599626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5" name="圖說"/>
          <p:cNvSpPr/>
          <p:nvPr/>
        </p:nvSpPr>
        <p:spPr>
          <a:xfrm>
            <a:off x="5841710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6" name="開始／結束"/>
          <p:cNvSpPr/>
          <p:nvPr/>
        </p:nvSpPr>
        <p:spPr>
          <a:xfrm>
            <a:off x="774554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37160" dist="41148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7" name="圖說"/>
          <p:cNvSpPr/>
          <p:nvPr/>
        </p:nvSpPr>
        <p:spPr>
          <a:xfrm>
            <a:off x="7590990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8" name="開始／結束"/>
          <p:cNvSpPr/>
          <p:nvPr/>
        </p:nvSpPr>
        <p:spPr>
          <a:xfrm>
            <a:off x="949481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49" name="圖說"/>
          <p:cNvSpPr/>
          <p:nvPr/>
        </p:nvSpPr>
        <p:spPr>
          <a:xfrm>
            <a:off x="9340269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0" name="開始／結束"/>
          <p:cNvSpPr/>
          <p:nvPr/>
        </p:nvSpPr>
        <p:spPr>
          <a:xfrm>
            <a:off x="1124409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1" name="圖說"/>
          <p:cNvSpPr/>
          <p:nvPr/>
        </p:nvSpPr>
        <p:spPr>
          <a:xfrm>
            <a:off x="11089549" y="42805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2" name="線條"/>
          <p:cNvSpPr/>
          <p:nvPr/>
        </p:nvSpPr>
        <p:spPr>
          <a:xfrm>
            <a:off x="685800" y="44977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685800" y="463486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4" name="線條"/>
          <p:cNvSpPr/>
          <p:nvPr/>
        </p:nvSpPr>
        <p:spPr>
          <a:xfrm>
            <a:off x="2520560" y="4789170"/>
            <a:ext cx="132588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55" name="圖說"/>
          <p:cNvSpPr/>
          <p:nvPr/>
        </p:nvSpPr>
        <p:spPr>
          <a:xfrm>
            <a:off x="2343150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6" name="線條"/>
          <p:cNvSpPr/>
          <p:nvPr/>
        </p:nvSpPr>
        <p:spPr>
          <a:xfrm>
            <a:off x="4269840" y="4789170"/>
            <a:ext cx="1325880" cy="0"/>
          </a:xfrm>
          <a:prstGeom prst="line">
            <a:avLst/>
          </a:prstGeom>
          <a:noFill/>
          <a:ln w="35687">
            <a:solidFill>
              <a:srgbClr val="0F7C80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4092430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8" name="連接線"/>
          <p:cNvSpPr/>
          <p:nvPr/>
        </p:nvSpPr>
        <p:spPr>
          <a:xfrm>
            <a:off x="6019120" y="46177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5841710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60" name="線條"/>
          <p:cNvSpPr/>
          <p:nvPr/>
        </p:nvSpPr>
        <p:spPr>
          <a:xfrm>
            <a:off x="7768400" y="4789170"/>
            <a:ext cx="1325880" cy="0"/>
          </a:xfrm>
          <a:prstGeom prst="line">
            <a:avLst/>
          </a:prstGeom>
          <a:noFill/>
          <a:ln w="19812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7590990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2" name="線條"/>
          <p:cNvSpPr/>
          <p:nvPr/>
        </p:nvSpPr>
        <p:spPr>
          <a:xfrm>
            <a:off x="9517679" y="4789170"/>
            <a:ext cx="132588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9340269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629150"/>
            <a:ext cx="800100" cy="320040"/>
            <a:chOff x="11518419" y="4629150"/>
            <a:chExt cx="800100" cy="320040"/>
          </a:xfrm>
        </p:grpSpPr>
        <p:sp>
          <p:nvSpPr>
            <p:cNvPr id="64" name="三角分隔"/>
            <p:cNvSpPr/>
            <p:nvPr/>
          </p:nvSpPr>
          <p:spPr>
            <a:xfrm>
              <a:off x="11518419" y="46634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12135639" y="46291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11089549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7" name="區塊箭頭"/>
          <p:cNvSpPr/>
          <p:nvPr/>
        </p:nvSpPr>
        <p:spPr>
          <a:xfrm>
            <a:off x="13050529" y="45605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12838829" y="505777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69" name="線條"/>
          <p:cNvSpPr/>
          <p:nvPr/>
        </p:nvSpPr>
        <p:spPr>
          <a:xfrm>
            <a:off x="685800" y="52749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685800" y="543496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1" name="警示方塊"/>
          <p:cNvSpPr/>
          <p:nvPr/>
        </p:nvSpPr>
        <p:spPr>
          <a:xfrm>
            <a:off x="249770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23876">
            <a:solidFill>
              <a:srgbClr val="F2A541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2" name="圖說"/>
          <p:cNvSpPr/>
          <p:nvPr/>
        </p:nvSpPr>
        <p:spPr>
          <a:xfrm>
            <a:off x="2343150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3" name="警示方塊"/>
          <p:cNvSpPr/>
          <p:nvPr/>
        </p:nvSpPr>
        <p:spPr>
          <a:xfrm>
            <a:off x="424698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DF2E4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B67C3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4" name="圖說"/>
          <p:cNvSpPr/>
          <p:nvPr/>
        </p:nvSpPr>
        <p:spPr>
          <a:xfrm>
            <a:off x="4092430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5" name="警示方塊"/>
          <p:cNvSpPr/>
          <p:nvPr/>
        </p:nvSpPr>
        <p:spPr>
          <a:xfrm>
            <a:off x="599626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2A541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6" name="圖說"/>
          <p:cNvSpPr/>
          <p:nvPr/>
        </p:nvSpPr>
        <p:spPr>
          <a:xfrm>
            <a:off x="5841710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332781"/>
            <a:ext cx="595055" cy="512978"/>
            <a:chOff x="8133812" y="5332781"/>
            <a:chExt cx="595055" cy="512978"/>
          </a:xfrm>
        </p:grpSpPr>
        <p:sp>
          <p:nvSpPr>
            <p:cNvPr id="77" name="警告三角"/>
            <p:cNvSpPr/>
            <p:nvPr/>
          </p:nvSpPr>
          <p:spPr>
            <a:xfrm>
              <a:off x="8133812" y="53327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F2A541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8133812" y="5486674"/>
              <a:ext cx="595055" cy="3488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7590990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80" name="錯誤標記"/>
          <p:cNvSpPr/>
          <p:nvPr/>
        </p:nvSpPr>
        <p:spPr>
          <a:xfrm>
            <a:off x="9974422" y="5383073"/>
            <a:ext cx="412394" cy="412394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1" name="圖說"/>
          <p:cNvSpPr/>
          <p:nvPr/>
        </p:nvSpPr>
        <p:spPr>
          <a:xfrm>
            <a:off x="9340269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263515"/>
            <a:ext cx="1445895" cy="577215"/>
            <a:chOff x="11244099" y="5263515"/>
            <a:chExt cx="1445895" cy="577215"/>
          </a:xfrm>
        </p:grpSpPr>
        <p:sp>
          <p:nvSpPr>
            <p:cNvPr id="82" name="流程方塊"/>
            <p:cNvSpPr/>
            <p:nvPr/>
          </p:nvSpPr>
          <p:spPr>
            <a:xfrm>
              <a:off x="11244099" y="5337810"/>
              <a:ext cx="1371600" cy="50292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12495684" y="5263515"/>
              <a:ext cx="194310" cy="194310"/>
            </a:xfrm>
            <a:prstGeom prst="ellipse">
              <a:avLst/>
            </a:prstGeom>
            <a:solidFill>
              <a:srgbClr val="F2A541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11089549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5" name="連接線"/>
          <p:cNvSpPr/>
          <p:nvPr/>
        </p:nvSpPr>
        <p:spPr>
          <a:xfrm>
            <a:off x="13016239" y="54063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ln w="19812">
            <a:solidFill>
              <a:srgbClr val="F2A541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12838829" y="58807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7" name="線條"/>
          <p:cNvSpPr/>
          <p:nvPr/>
        </p:nvSpPr>
        <p:spPr>
          <a:xfrm>
            <a:off x="685800" y="60979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685800" y="636079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89" name="光暈大圓"/>
          <p:cNvSpPr/>
          <p:nvPr/>
        </p:nvSpPr>
        <p:spPr>
          <a:xfrm>
            <a:off x="2829170" y="6160770"/>
            <a:ext cx="708660" cy="708660"/>
          </a:xfrm>
          <a:prstGeom prst="ellipse">
            <a:avLst/>
          </a:prstGeom>
          <a:solidFill>
            <a:srgbClr val="FFFFFF"/>
          </a:solidFill>
          <a:ln/>
          <a:effectLst>
            <a:outerShdw blurRad="120015" dist="19050" dir="5400000" sx="100840" sy="10084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2343150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6092190"/>
            <a:ext cx="845820" cy="845820"/>
            <a:chOff x="4509870" y="6092190"/>
            <a:chExt cx="845820" cy="845820"/>
          </a:xfrm>
        </p:grpSpPr>
        <p:sp>
          <p:nvSpPr>
            <p:cNvPr id="91" name="外圈細環"/>
            <p:cNvSpPr/>
            <p:nvPr/>
          </p:nvSpPr>
          <p:spPr>
            <a:xfrm>
              <a:off x="4509870" y="6092190"/>
              <a:ext cx="845820" cy="845820"/>
            </a:xfrm>
            <a:prstGeom prst="ellipse">
              <a:avLst/>
            </a:prstGeom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光暈大圓"/>
            <p:cNvSpPr/>
            <p:nvPr/>
          </p:nvSpPr>
          <p:spPr>
            <a:xfrm>
              <a:off x="4578450" y="6160770"/>
              <a:ext cx="708660" cy="708660"/>
            </a:xfrm>
            <a:prstGeom prst="ellipse">
              <a:avLst/>
            </a:prstGeom>
            <a:solidFill>
              <a:srgbClr val="FFFFFF"/>
            </a:solidFill>
            <a:ln/>
            <a:effectLst>
              <a:outerShdw blurRad="120015" dist="19050" dir="5400000" sx="100840" sy="10084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3" name="圖說"/>
          <p:cNvSpPr/>
          <p:nvPr/>
        </p:nvSpPr>
        <p:spPr>
          <a:xfrm>
            <a:off x="4092430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4" name="外框圓"/>
          <p:cNvSpPr/>
          <p:nvPr/>
        </p:nvSpPr>
        <p:spPr>
          <a:xfrm>
            <a:off x="6327730" y="6160770"/>
            <a:ext cx="708660" cy="7086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5841710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694790" y="6258611"/>
            <a:ext cx="1473098" cy="512978"/>
            <a:chOff x="7694790" y="6258611"/>
            <a:chExt cx="1473098" cy="512978"/>
          </a:xfrm>
        </p:grpSpPr>
        <p:sp>
          <p:nvSpPr>
            <p:cNvPr id="96" name="Text 94"/>
            <p:cNvSpPr/>
            <p:nvPr/>
          </p:nvSpPr>
          <p:spPr>
            <a:xfrm>
              <a:off x="7694790" y="6258611"/>
              <a:ext cx="512978" cy="512978"/>
            </a:xfrm>
            <a:prstGeom prst="ellipse">
              <a:avLst/>
            </a:prstGeom>
            <a:solidFill>
              <a:srgbClr val="E0F0F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7756970" y="6320790"/>
              <a:ext cx="388620" cy="388620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8" name="Text 96"/>
            <p:cNvSpPr/>
            <p:nvPr/>
          </p:nvSpPr>
          <p:spPr>
            <a:xfrm>
              <a:off x="8174850" y="6258611"/>
              <a:ext cx="512978" cy="512978"/>
            </a:xfrm>
            <a:prstGeom prst="ellipse">
              <a:avLst/>
            </a:prstGeom>
            <a:solidFill>
              <a:srgbClr val="E0F0F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8237030" y="6320790"/>
              <a:ext cx="388620" cy="388620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100" name="Text 98"/>
            <p:cNvSpPr/>
            <p:nvPr/>
          </p:nvSpPr>
          <p:spPr>
            <a:xfrm>
              <a:off x="8654910" y="6258611"/>
              <a:ext cx="512978" cy="512978"/>
            </a:xfrm>
            <a:prstGeom prst="ellipse">
              <a:avLst/>
            </a:prstGeom>
            <a:solidFill>
              <a:srgbClr val="FCE9D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1" name="編號"/>
            <p:cNvSpPr/>
            <p:nvPr/>
          </p:nvSpPr>
          <p:spPr>
            <a:xfrm>
              <a:off x="8717090" y="6320790"/>
              <a:ext cx="388620" cy="388620"/>
            </a:xfrm>
            <a:prstGeom prst="ellipse">
              <a:avLst/>
            </a:prstGeom>
            <a:solidFill>
              <a:srgbClr val="F2A54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7590990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103" name="標籤"/>
          <p:cNvSpPr/>
          <p:nvPr/>
        </p:nvSpPr>
        <p:spPr>
          <a:xfrm>
            <a:off x="9677750" y="633222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4" name="圖說"/>
          <p:cNvSpPr/>
          <p:nvPr/>
        </p:nvSpPr>
        <p:spPr>
          <a:xfrm>
            <a:off x="9340269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343650"/>
            <a:ext cx="1384300" cy="342900"/>
            <a:chOff x="11237749" y="6343650"/>
            <a:chExt cx="1384300" cy="342900"/>
          </a:xfrm>
        </p:grpSpPr>
        <p:sp>
          <p:nvSpPr>
            <p:cNvPr id="105" name="標籤"/>
            <p:cNvSpPr/>
            <p:nvPr/>
          </p:nvSpPr>
          <p:spPr>
            <a:xfrm>
              <a:off x="11237749" y="6343650"/>
              <a:ext cx="646430" cy="342900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/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11975619" y="6343650"/>
              <a:ext cx="646430" cy="342900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/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1089549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429375"/>
            <a:ext cx="857250" cy="171450"/>
            <a:chOff x="13250554" y="6429375"/>
            <a:chExt cx="857250" cy="171450"/>
          </a:xfrm>
        </p:grpSpPr>
        <p:sp>
          <p:nvSpPr>
            <p:cNvPr id="108" name="圓點"/>
            <p:cNvSpPr/>
            <p:nvPr/>
          </p:nvSpPr>
          <p:spPr>
            <a:xfrm>
              <a:off x="13250554" y="6429375"/>
              <a:ext cx="171450" cy="171450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13593454" y="6429375"/>
              <a:ext cx="171450" cy="171450"/>
            </a:xfrm>
            <a:prstGeom prst="ellipse">
              <a:avLst/>
            </a:prstGeom>
            <a:solidFill>
              <a:srgbClr val="F2A541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13936354" y="6429375"/>
              <a:ext cx="171450" cy="17145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12838829" y="690943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12" name="線條"/>
          <p:cNvSpPr/>
          <p:nvPr/>
        </p:nvSpPr>
        <p:spPr>
          <a:xfrm>
            <a:off x="685800" y="7126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13" name="類別"/>
          <p:cNvSpPr/>
          <p:nvPr/>
        </p:nvSpPr>
        <p:spPr>
          <a:xfrm>
            <a:off x="685800" y="7298055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155180"/>
            <a:ext cx="1371600" cy="560070"/>
            <a:chOff x="2497700" y="7155180"/>
            <a:chExt cx="1371600" cy="560070"/>
          </a:xfrm>
        </p:grpSpPr>
        <p:sp>
          <p:nvSpPr>
            <p:cNvPr id="114" name="群組框"/>
            <p:cNvSpPr/>
            <p:nvPr/>
          </p:nvSpPr>
          <p:spPr>
            <a:xfrm>
              <a:off x="2497700" y="7258050"/>
              <a:ext cx="1371600" cy="457200"/>
            </a:xfrm>
            <a:prstGeom prst="roundRect">
              <a:avLst>
                <a:gd name="adj" fmla="val 25000"/>
              </a:avLst>
            </a:prstGeom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5" name="群組名稱"/>
            <p:cNvSpPr/>
            <p:nvPr/>
          </p:nvSpPr>
          <p:spPr>
            <a:xfrm>
              <a:off x="2612000" y="7155180"/>
              <a:ext cx="708660" cy="205740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6" name="圖說"/>
          <p:cNvSpPr/>
          <p:nvPr/>
        </p:nvSpPr>
        <p:spPr>
          <a:xfrm>
            <a:off x="2343150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7" name="淺灰面板"/>
          <p:cNvSpPr/>
          <p:nvPr/>
        </p:nvSpPr>
        <p:spPr>
          <a:xfrm>
            <a:off x="4246980" y="71894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092430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9" name="卡片"/>
          <p:cNvSpPr/>
          <p:nvPr/>
        </p:nvSpPr>
        <p:spPr>
          <a:xfrm>
            <a:off x="5996260" y="7189470"/>
            <a:ext cx="1371600" cy="525780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/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5841710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21" name="卡片"/>
          <p:cNvSpPr/>
          <p:nvPr/>
        </p:nvSpPr>
        <p:spPr>
          <a:xfrm>
            <a:off x="7745540" y="7189470"/>
            <a:ext cx="1371600" cy="525780"/>
          </a:xfrm>
          <a:prstGeom prst="roundRect">
            <a:avLst>
              <a:gd name="adj" fmla="val 47826"/>
            </a:avLst>
          </a:prstGeom>
          <a:solidFill>
            <a:srgbClr val="FFFFFF"/>
          </a:solidFill>
          <a:ln/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7590990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189470"/>
            <a:ext cx="1371600" cy="525780"/>
            <a:chOff x="9494819" y="7189470"/>
            <a:chExt cx="1371600" cy="525780"/>
          </a:xfrm>
        </p:grpSpPr>
        <p:sp>
          <p:nvSpPr>
            <p:cNvPr id="123" name="卡片"/>
            <p:cNvSpPr/>
            <p:nvPr/>
          </p:nvSpPr>
          <p:spPr>
            <a:xfrm>
              <a:off x="9494819" y="7189470"/>
              <a:ext cx="1371600" cy="52578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4" name="表頭"/>
            <p:cNvSpPr/>
            <p:nvPr/>
          </p:nvSpPr>
          <p:spPr>
            <a:xfrm>
              <a:off x="9494819" y="71894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114300"/>
                  </a:lnTo>
                  <a:arcTo hR="114300" wR="114300" stAng="10800000" swAng="5400000"/>
                  <a:lnTo>
                    <a:pt x="1257300" y="0"/>
                  </a:lnTo>
                  <a:arcTo hR="114300" wR="11430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5" name="圖說"/>
          <p:cNvSpPr/>
          <p:nvPr/>
        </p:nvSpPr>
        <p:spPr>
          <a:xfrm>
            <a:off x="9340269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189470"/>
            <a:ext cx="1371600" cy="525780"/>
            <a:chOff x="11244099" y="7189470"/>
            <a:chExt cx="1371600" cy="525780"/>
          </a:xfrm>
        </p:grpSpPr>
        <p:sp>
          <p:nvSpPr>
            <p:cNvPr id="126" name="卡片"/>
            <p:cNvSpPr/>
            <p:nvPr/>
          </p:nvSpPr>
          <p:spPr>
            <a:xfrm>
              <a:off x="1124409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7" name="側邊色條"/>
            <p:cNvSpPr/>
            <p:nvPr/>
          </p:nvSpPr>
          <p:spPr>
            <a:xfrm>
              <a:off x="11244099" y="7189470"/>
              <a:ext cx="68580" cy="525780"/>
            </a:xfrm>
            <a:prstGeom prst="rect">
              <a:avLst/>
            </a:prstGeom>
            <a:solidFill>
              <a:srgbClr val="F2A541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8" name="圖說"/>
          <p:cNvSpPr/>
          <p:nvPr/>
        </p:nvSpPr>
        <p:spPr>
          <a:xfrm>
            <a:off x="11089549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189470"/>
            <a:ext cx="914400" cy="525780"/>
            <a:chOff x="13221979" y="7189470"/>
            <a:chExt cx="914400" cy="525780"/>
          </a:xfrm>
        </p:grpSpPr>
        <p:sp>
          <p:nvSpPr>
            <p:cNvPr id="129" name="寬欄條"/>
            <p:cNvSpPr/>
            <p:nvPr/>
          </p:nvSpPr>
          <p:spPr>
            <a:xfrm>
              <a:off x="13221979" y="7189470"/>
              <a:ext cx="388620" cy="525780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寬欄條"/>
            <p:cNvSpPr/>
            <p:nvPr/>
          </p:nvSpPr>
          <p:spPr>
            <a:xfrm>
              <a:off x="13747759" y="7189470"/>
              <a:ext cx="388620" cy="525780"/>
            </a:xfrm>
            <a:prstGeom prst="roundRect">
              <a:avLst>
                <a:gd name="adj" fmla="val 50000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1" name="圖說"/>
          <p:cNvSpPr/>
          <p:nvPr/>
        </p:nvSpPr>
        <p:spPr>
          <a:xfrm>
            <a:off x="12838829" y="7755255"/>
            <a:ext cx="16807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32" name="線條"/>
          <p:cNvSpPr/>
          <p:nvPr/>
        </p:nvSpPr>
        <p:spPr>
          <a:xfrm>
            <a:off x="2171700" y="2125980"/>
            <a:ext cx="0" cy="57835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4" name="Text 13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13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26885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937260" y="217170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798521"/>
            <a:ext cx="3278410" cy="1019099"/>
            <a:chOff x="685800" y="2798521"/>
            <a:chExt cx="3278410" cy="1019099"/>
          </a:xfrm>
        </p:grpSpPr>
        <p:sp>
          <p:nvSpPr>
            <p:cNvPr id="8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912571" y="2798521"/>
              <a:ext cx="392278" cy="392278"/>
            </a:xfrm>
            <a:prstGeom prst="ellipse">
              <a:avLst/>
            </a:prstGeom>
            <a:solidFill>
              <a:srgbClr val="E0F0F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960120" y="2846070"/>
              <a:ext cx="297180" cy="297180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2128866" y="2798521"/>
              <a:ext cx="392278" cy="392278"/>
            </a:xfrm>
            <a:prstGeom prst="ellipse">
              <a:avLst/>
            </a:prstGeom>
            <a:solidFill>
              <a:srgbClr val="E0F0F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2176415" y="2846070"/>
              <a:ext cx="297180" cy="297180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4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3345161" y="2798521"/>
              <a:ext cx="392278" cy="392278"/>
            </a:xfrm>
            <a:prstGeom prst="ellipse">
              <a:avLst/>
            </a:prstGeom>
            <a:solidFill>
              <a:srgbClr val="E0F0F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6" name="編號"/>
            <p:cNvSpPr/>
            <p:nvPr/>
          </p:nvSpPr>
          <p:spPr>
            <a:xfrm>
              <a:off x="3392710" y="2846070"/>
              <a:ext cx="297180" cy="297180"/>
            </a:xfrm>
            <a:prstGeom prst="ellipse">
              <a:avLst/>
            </a:prstGeom>
            <a:solidFill>
              <a:srgbClr val="0F7C8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7" name="連接線"/>
            <p:cNvCxnSpPr>
              <a:stCxn id="8" idx="3"/>
              <a:endCxn id="11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8" name="連接線"/>
            <p:cNvCxnSpPr>
              <a:stCxn id="11" idx="3"/>
              <a:endCxn id="14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19" name="Text 17"/>
          <p:cNvSpPr/>
          <p:nvPr/>
        </p:nvSpPr>
        <p:spPr>
          <a:xfrm>
            <a:off x="4215670" y="226885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組合名稱"/>
          <p:cNvSpPr/>
          <p:nvPr/>
        </p:nvSpPr>
        <p:spPr>
          <a:xfrm>
            <a:off x="4467130" y="217170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21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22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23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E0F0F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4" name="連接線"/>
            <p:cNvCxnSpPr>
              <a:stCxn id="22" idx="3"/>
              <a:endCxn id="23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25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6" name="連接線"/>
            <p:cNvCxnSpPr>
              <a:stCxn id="23" idx="3"/>
              <a:endCxn id="25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27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8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9" name="連接線"/>
            <p:cNvCxnSpPr>
              <a:stCxn id="23" idx="2"/>
              <a:endCxn id="28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30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31" name="Text 29"/>
          <p:cNvSpPr/>
          <p:nvPr/>
        </p:nvSpPr>
        <p:spPr>
          <a:xfrm>
            <a:off x="7745540" y="226885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組合名稱"/>
          <p:cNvSpPr/>
          <p:nvPr/>
        </p:nvSpPr>
        <p:spPr>
          <a:xfrm>
            <a:off x="7997000" y="217170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33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4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5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6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7" name="連接線"/>
            <p:cNvCxnSpPr>
              <a:stCxn id="34" idx="3"/>
              <a:endCxn id="35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38" name="連接線"/>
            <p:cNvCxnSpPr>
              <a:stCxn id="35" idx="3"/>
              <a:endCxn id="36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39" name="連接線"/>
            <p:cNvCxnSpPr>
              <a:stCxn id="35" idx="2"/>
              <a:endCxn id="34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F2A541"/>
              </a:solidFill>
              <a:prstDash val="sysDash"/>
              <a:tailEnd type="triangle"/>
            </a:ln>
          </p:spPr>
        </p:cxnSp>
        <p:sp>
          <p:nvSpPr>
            <p:cNvPr id="40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41" name="Text 39"/>
          <p:cNvSpPr/>
          <p:nvPr/>
        </p:nvSpPr>
        <p:spPr>
          <a:xfrm>
            <a:off x="11275409" y="226885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組合名稱"/>
          <p:cNvSpPr/>
          <p:nvPr/>
        </p:nvSpPr>
        <p:spPr>
          <a:xfrm>
            <a:off x="11526869" y="217170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43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4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5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E0F0F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6" name="連接線"/>
            <p:cNvCxnSpPr>
              <a:stCxn id="44" idx="3"/>
              <a:endCxn id="45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47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8" name="連接線"/>
            <p:cNvCxnSpPr>
              <a:stCxn id="45" idx="3"/>
              <a:endCxn id="47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49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50" name="連接線"/>
            <p:cNvCxnSpPr>
              <a:stCxn id="45" idx="0"/>
              <a:endCxn id="44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51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52" name="Text 50"/>
          <p:cNvSpPr/>
          <p:nvPr/>
        </p:nvSpPr>
        <p:spPr>
          <a:xfrm>
            <a:off x="685800" y="514921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組合名稱"/>
          <p:cNvSpPr/>
          <p:nvPr/>
        </p:nvSpPr>
        <p:spPr>
          <a:xfrm>
            <a:off x="937260" y="505206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4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5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7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8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62" name="連接線"/>
            <p:cNvCxnSpPr>
              <a:stCxn id="59" idx="3"/>
              <a:endCxn id="60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63" name="連接線"/>
            <p:cNvCxnSpPr>
              <a:stCxn id="60" idx="3"/>
              <a:endCxn id="61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64" name="Text 62"/>
          <p:cNvSpPr/>
          <p:nvPr/>
        </p:nvSpPr>
        <p:spPr>
          <a:xfrm>
            <a:off x="4215670" y="514921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組合名稱"/>
          <p:cNvSpPr/>
          <p:nvPr/>
        </p:nvSpPr>
        <p:spPr>
          <a:xfrm>
            <a:off x="4467130" y="505206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6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7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8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50000"/>
              </a:avLst>
            </a:prstGeom>
            <a:solidFill>
              <a:srgbClr val="E0F0F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71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73" name="連接線"/>
            <p:cNvCxnSpPr>
              <a:stCxn id="67" idx="3"/>
              <a:endCxn id="68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4" name="連接線"/>
            <p:cNvCxnSpPr>
              <a:endCxn id="69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5" name="連接線"/>
            <p:cNvCxnSpPr>
              <a:endCxn id="70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6" name="連接線"/>
            <p:cNvCxnSpPr>
              <a:stCxn id="69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7" name="連接線"/>
            <p:cNvCxnSpPr>
              <a:stCxn id="70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78" name="連接線"/>
            <p:cNvCxnSpPr>
              <a:stCxn id="71" idx="3"/>
              <a:endCxn id="72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79" name="Text 77"/>
          <p:cNvSpPr/>
          <p:nvPr/>
        </p:nvSpPr>
        <p:spPr>
          <a:xfrm>
            <a:off x="7745540" y="514921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7997000" y="505206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81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82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E0F0F0"/>
            </a:solidFill>
            <a:ln/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4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50000"/>
              </a:avLst>
            </a:prstGeom>
            <a:solidFill>
              <a:srgbClr val="0F7C80"/>
            </a:solidFill>
            <a:ln/>
            <a:effectLst>
              <a:outerShdw blurRad="95250" dist="23876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6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E0F0F0"/>
            </a:solidFill>
            <a:ln/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0B5E6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7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8" name="連接線"/>
            <p:cNvCxnSpPr>
              <a:stCxn id="82" idx="2"/>
              <a:endCxn id="84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89" name="連接線"/>
            <p:cNvCxnSpPr>
              <a:stCxn id="84" idx="3"/>
              <a:endCxn id="86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90" name="Text 88"/>
          <p:cNvSpPr/>
          <p:nvPr/>
        </p:nvSpPr>
        <p:spPr>
          <a:xfrm>
            <a:off x="11275409" y="514921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組合名稱"/>
          <p:cNvSpPr/>
          <p:nvPr/>
        </p:nvSpPr>
        <p:spPr>
          <a:xfrm>
            <a:off x="11526869" y="5052060"/>
            <a:ext cx="302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92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93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/>
            <a:effectLst>
              <a:outerShdw blurRad="158750" dist="47625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5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6" name="分隔"/>
            <p:cNvSpPr/>
            <p:nvPr/>
          </p:nvSpPr>
          <p:spPr>
            <a:xfrm>
              <a:off x="12851749" y="6355080"/>
              <a:ext cx="125730" cy="251460"/>
            </a:xfrm>
            <a:prstGeom prst="chevron">
              <a:avLst>
                <a:gd name="adj" fmla="val 68182"/>
              </a:avLst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18644"/>
              </a:avLst>
            </a:prstGeom>
            <a:solidFill>
              <a:srgbClr val="FFFFFF"/>
            </a:solidFill>
            <a:ln w="27813">
              <a:solidFill>
                <a:srgbClr val="0F7C80"/>
              </a:solidFill>
              <a:prstDash val="solid"/>
            </a:ln>
            <a:effectLst>
              <a:outerShdw blurRad="158750" dist="47625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1" name="Text 9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13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26885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937260" y="21717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0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5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7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29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1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5438013" y="226885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組合名稱"/>
          <p:cNvSpPr/>
          <p:nvPr/>
        </p:nvSpPr>
        <p:spPr>
          <a:xfrm>
            <a:off x="5689473" y="21717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5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0F7C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C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F7C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10190226" y="226885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10441686" y="21717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40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1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23876">
              <a:solidFill>
                <a:srgbClr val="F2A541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B67C31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2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F2F2F2"/>
            </a:solidFill>
            <a:ln/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3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0F7C80"/>
            </a:solidFill>
            <a:ln/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</p:grpSp>
      <p:sp>
        <p:nvSpPr>
          <p:cNvPr id="46" name="Text 42"/>
          <p:cNvSpPr/>
          <p:nvPr/>
        </p:nvSpPr>
        <p:spPr>
          <a:xfrm>
            <a:off x="685800" y="512635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組合名稱"/>
          <p:cNvSpPr/>
          <p:nvPr/>
        </p:nvSpPr>
        <p:spPr>
          <a:xfrm>
            <a:off x="937260" y="50292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8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49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4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5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6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7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8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7813">
              <a:solidFill>
                <a:srgbClr val="0F7C80"/>
              </a:solidFill>
              <a:prstDash val="solid"/>
            </a:ln>
            <a:effectLst>
              <a:outerShdw blurRad="158750" dist="47625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137160"/>
                  </a:lnTo>
                  <a:arcTo hR="137160" wR="137160" stAng="10800000" swAng="5400000"/>
                  <a:lnTo>
                    <a:pt x="1225931" y="0"/>
                  </a:lnTo>
                  <a:arcTo hR="137160" wR="13716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B7D8D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3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4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5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6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7" name="標籤"/>
            <p:cNvSpPr/>
            <p:nvPr/>
          </p:nvSpPr>
          <p:spPr>
            <a:xfrm>
              <a:off x="2592007" y="7520940"/>
              <a:ext cx="551180" cy="251460"/>
            </a:xfrm>
            <a:prstGeom prst="roundRect">
              <a:avLst>
                <a:gd name="adj" fmla="val 50000"/>
              </a:avLst>
            </a:prstGeom>
            <a:solidFill>
              <a:srgbClr val="FCEBD5"/>
            </a:solidFill>
            <a:ln/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855B2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8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7" name="Text 73"/>
          <p:cNvSpPr/>
          <p:nvPr/>
        </p:nvSpPr>
        <p:spPr>
          <a:xfrm>
            <a:off x="5438013" y="512635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5689473" y="50292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79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80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/>
            <a:effectLst>
              <a:outerShdw blurRad="158750" dist="47625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0F7C8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3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4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5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/>
            <a:effectLst>
              <a:outerShdw blurRad="158750" dist="47625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8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89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90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18656"/>
              </a:avLst>
            </a:prstGeom>
            <a:solidFill>
              <a:srgbClr val="FFFFFF"/>
            </a:solidFill>
            <a:ln/>
            <a:effectLst>
              <a:outerShdw blurRad="158750" dist="47625" dir="5400000" sx="100000" sy="100000" algn="ctr" rotWithShape="0">
                <a:srgbClr val="000000">
                  <a:alpha val="20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3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4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5" name="Text 91"/>
          <p:cNvSpPr/>
          <p:nvPr/>
        </p:nvSpPr>
        <p:spPr>
          <a:xfrm>
            <a:off x="10190226" y="512635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組合名稱"/>
          <p:cNvSpPr/>
          <p:nvPr/>
        </p:nvSpPr>
        <p:spPr>
          <a:xfrm>
            <a:off x="10441686" y="5029200"/>
            <a:ext cx="411213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7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8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/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99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/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100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/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1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E0F0F0"/>
            </a:solidFill>
            <a:ln/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2" name="連接線"/>
            <p:cNvCxnSpPr>
              <a:stCxn id="98" idx="3"/>
              <a:endCxn id="99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3" name="連接線"/>
            <p:cNvCxnSpPr>
              <a:stCxn id="99" idx="2"/>
              <a:endCxn id="100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4" name="連接線"/>
            <p:cNvCxnSpPr>
              <a:stCxn id="100" idx="1"/>
              <a:endCxn id="101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cxnSp>
          <p:nvCxnSpPr>
            <p:cNvPr id="105" name="連接線"/>
            <p:cNvCxnSpPr>
              <a:stCxn id="101" idx="0"/>
              <a:endCxn id="98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9812">
              <a:solidFill>
                <a:srgbClr val="8C8C8C"/>
              </a:solidFill>
              <a:prstDash val="solid"/>
              <a:tailEnd type="triangle" w="lg" len="lg"/>
            </a:ln>
          </p:spPr>
        </p:cxnSp>
        <p:sp>
          <p:nvSpPr>
            <p:cNvPr id="106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0F7C8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7" name="Text 103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8" name="Text 104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13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色彩、字級與元件語言一覽：全圓角膠囊與大圓角卡、較深柔和陰影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#0F7C80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0B5E6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#0B5E61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E0F0F0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#E0F0F0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F2A541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#F2A541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0649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85800" y="455485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937260" y="44348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4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36pt</a:t>
            </a:r>
            <a:endParaRPr lang="en-US" sz="1750" dirty="0"/>
          </a:p>
        </p:txBody>
      </p:sp>
      <p:sp>
        <p:nvSpPr>
          <p:cNvPr id="36" name="Text 34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715250" y="234886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966710" y="2228850"/>
            <a:ext cx="65871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2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白底無框＋陰影＋陰影</a:t>
            </a:r>
            <a:endParaRPr lang="en-US" sz="1250" dirty="0"/>
          </a:p>
        </p:txBody>
      </p:sp>
      <p:sp>
        <p:nvSpPr>
          <p:cNvPr id="45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/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42308"/>
            </a:avLst>
          </a:prstGeom>
          <a:solidFill>
            <a:srgbClr val="FFFFFF"/>
          </a:solidFill>
          <a:ln/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205740"/>
                </a:lnTo>
                <a:arcTo hR="205740" wR="205740" stAng="10800000" swAng="5400000"/>
                <a:lnTo>
                  <a:pt x="1280160" y="0"/>
                </a:lnTo>
                <a:arcTo hR="205740" wR="20574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淡色底膠囊</a:t>
            </a:r>
            <a:endParaRPr lang="en-US" sz="1250" dirty="0"/>
          </a:p>
        </p:txBody>
      </p:sp>
      <p:sp>
        <p:nvSpPr>
          <p:cNvPr id="51" name="標籤"/>
          <p:cNvSpPr/>
          <p:nvPr/>
        </p:nvSpPr>
        <p:spPr>
          <a:xfrm>
            <a:off x="8858250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2" name="標籤"/>
          <p:cNvSpPr/>
          <p:nvPr/>
        </p:nvSpPr>
        <p:spPr>
          <a:xfrm>
            <a:off x="9683648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3" name="標籤"/>
          <p:cNvSpPr/>
          <p:nvPr/>
        </p:nvSpPr>
        <p:spPr>
          <a:xfrm>
            <a:off x="10509047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4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實心圓＋光暈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8830818" y="4578858"/>
            <a:ext cx="603504" cy="60350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編號"/>
          <p:cNvSpPr/>
          <p:nvPr/>
        </p:nvSpPr>
        <p:spPr>
          <a:xfrm>
            <a:off x="8903970" y="4652010"/>
            <a:ext cx="457200" cy="45720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9539478" y="4578858"/>
            <a:ext cx="603504" cy="60350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9612630" y="4652010"/>
            <a:ext cx="457200" cy="45720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10248138" y="4578858"/>
            <a:ext cx="603504" cy="60350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編號"/>
          <p:cNvSpPr/>
          <p:nvPr/>
        </p:nvSpPr>
        <p:spPr>
          <a:xfrm>
            <a:off x="10321290" y="4652010"/>
            <a:ext cx="457200" cy="45720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4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66" name="Text 64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 V 形 ›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8" name="分隔"/>
          <p:cNvSpPr/>
          <p:nvPr/>
        </p:nvSpPr>
        <p:spPr>
          <a:xfrm>
            <a:off x="9824085" y="556641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70" name="分隔"/>
          <p:cNvSpPr/>
          <p:nvPr/>
        </p:nvSpPr>
        <p:spPr>
          <a:xfrm>
            <a:off x="11195685" y="556641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72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4" name="Text 72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實線＋三角箭頭</a:t>
            </a:r>
            <a:endParaRPr lang="en-US" sz="1250" dirty="0"/>
          </a:p>
        </p:txBody>
      </p:sp>
      <p:sp>
        <p:nvSpPr>
          <p:cNvPr id="75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sp>
      <p:sp>
        <p:nvSpPr>
          <p:cNvPr id="76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ln w="19812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9" name="Text 77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膠囊鏈</a:t>
            </a:r>
            <a:endParaRPr lang="en-US" sz="1250" dirty="0"/>
          </a:p>
        </p:txBody>
      </p:sp>
      <p:sp>
        <p:nvSpPr>
          <p:cNvPr id="80" name="流程鏈"/>
          <p:cNvSpPr/>
          <p:nvPr/>
        </p:nvSpPr>
        <p:spPr>
          <a:xfrm>
            <a:off x="8858250" y="7063740"/>
            <a:ext cx="838200" cy="50292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81" name="分隔"/>
          <p:cNvSpPr/>
          <p:nvPr/>
        </p:nvSpPr>
        <p:spPr>
          <a:xfrm>
            <a:off x="9862185" y="718947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流程鏈"/>
          <p:cNvSpPr/>
          <p:nvPr/>
        </p:nvSpPr>
        <p:spPr>
          <a:xfrm>
            <a:off x="10153650" y="7063740"/>
            <a:ext cx="838200" cy="50292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83" name="分隔"/>
          <p:cNvSpPr/>
          <p:nvPr/>
        </p:nvSpPr>
        <p:spPr>
          <a:xfrm>
            <a:off x="11157585" y="718947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流程鏈"/>
          <p:cNvSpPr/>
          <p:nvPr/>
        </p:nvSpPr>
        <p:spPr>
          <a:xfrm>
            <a:off x="11449050" y="7063740"/>
            <a:ext cx="838200" cy="50292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85" name="Text 83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6" name="Text 84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13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2000" dirty="0"/>
          </a:p>
        </p:txBody>
      </p:sp>
      <p:sp>
        <p:nvSpPr>
          <p:cNvPr id="5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/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8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/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1" name="標籤"/>
          <p:cNvSpPr/>
          <p:nvPr/>
        </p:nvSpPr>
        <p:spPr>
          <a:xfrm>
            <a:off x="8567865" y="2183130"/>
            <a:ext cx="932180" cy="32004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2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/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251460"/>
                </a:lnTo>
                <a:arcTo hR="251460" wR="251460" stAng="10800000" swAng="5400000"/>
                <a:lnTo>
                  <a:pt x="4011930" y="0"/>
                </a:lnTo>
                <a:arcTo hR="251460" wR="25146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583501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37260" y="5715000"/>
            <a:ext cx="77495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1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685800" y="637794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4" name="標籤"/>
          <p:cNvSpPr/>
          <p:nvPr/>
        </p:nvSpPr>
        <p:spPr>
          <a:xfrm>
            <a:off x="685800" y="685800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685800" y="733806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9144000" y="583501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9395460" y="5715000"/>
            <a:ext cx="51583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0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13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13616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685800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9" name="標籤"/>
          <p:cNvSpPr/>
          <p:nvPr/>
        </p:nvSpPr>
        <p:spPr>
          <a:xfrm>
            <a:off x="2219046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FCEBD5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855B2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3752291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1" name="標籤"/>
          <p:cNvSpPr/>
          <p:nvPr/>
        </p:nvSpPr>
        <p:spPr>
          <a:xfrm>
            <a:off x="5285537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3" name="標籤"/>
          <p:cNvSpPr/>
          <p:nvPr/>
        </p:nvSpPr>
        <p:spPr>
          <a:xfrm>
            <a:off x="807608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4" name="標籤"/>
          <p:cNvSpPr/>
          <p:nvPr/>
        </p:nvSpPr>
        <p:spPr>
          <a:xfrm>
            <a:off x="886221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964834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394906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37260" y="3829050"/>
            <a:ext cx="4080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8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685800" y="458343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20" name="標籤"/>
          <p:cNvSpPr/>
          <p:nvPr/>
        </p:nvSpPr>
        <p:spPr>
          <a:xfrm>
            <a:off x="685800" y="529209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600075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2" name="標籤"/>
          <p:cNvSpPr/>
          <p:nvPr/>
        </p:nvSpPr>
        <p:spPr>
          <a:xfrm>
            <a:off x="685800" y="670941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5453825" y="394906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705284" y="3829050"/>
            <a:ext cx="4080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22735" y="4518050"/>
            <a:ext cx="633679" cy="633679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編號"/>
          <p:cNvSpPr/>
          <p:nvPr/>
        </p:nvSpPr>
        <p:spPr>
          <a:xfrm>
            <a:off x="5499544" y="4594860"/>
            <a:ext cx="480060" cy="48006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6131395" y="4518050"/>
            <a:ext cx="633679" cy="633679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編號"/>
          <p:cNvSpPr/>
          <p:nvPr/>
        </p:nvSpPr>
        <p:spPr>
          <a:xfrm>
            <a:off x="6208205" y="4594860"/>
            <a:ext cx="480060" cy="48006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6840055" y="4518050"/>
            <a:ext cx="633679" cy="633679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編號"/>
          <p:cNvSpPr/>
          <p:nvPr/>
        </p:nvSpPr>
        <p:spPr>
          <a:xfrm>
            <a:off x="6916865" y="4594860"/>
            <a:ext cx="480060" cy="48006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7548715" y="4518050"/>
            <a:ext cx="633679" cy="633679"/>
          </a:xfrm>
          <a:prstGeom prst="ellipse">
            <a:avLst/>
          </a:prstGeom>
          <a:solidFill>
            <a:srgbClr val="FCE9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7625524" y="4594860"/>
            <a:ext cx="480060" cy="48006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5467998" y="5580583"/>
            <a:ext cx="543154" cy="54315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5533835" y="5646420"/>
            <a:ext cx="411480" cy="41148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67998" y="6289243"/>
            <a:ext cx="543154" cy="54315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編號"/>
          <p:cNvSpPr/>
          <p:nvPr/>
        </p:nvSpPr>
        <p:spPr>
          <a:xfrm>
            <a:off x="5533835" y="6355080"/>
            <a:ext cx="411480" cy="41148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467998" y="6997903"/>
            <a:ext cx="543154" cy="543154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5533835" y="7063740"/>
            <a:ext cx="411480" cy="41148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221849" y="394906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0473309" y="3829050"/>
            <a:ext cx="40805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48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50" name="Text 48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51" name="Text 49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52" name="Text 50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53" name="Text 51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13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61493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/>
          <a:effectLst>
            <a:outerShdw blurRad="285750" dist="3175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5150" dirty="0"/>
          </a:p>
        </p:txBody>
      </p:sp>
      <p:sp>
        <p:nvSpPr>
          <p:cNvPr id="10" name="Text 8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2060009" y="4897646"/>
            <a:ext cx="1132942" cy="1132942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0F7C8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319729" y="5525719"/>
            <a:ext cx="1132942" cy="1132942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0F7C8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9449" y="4897646"/>
            <a:ext cx="1132942" cy="1132942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0F7C8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886700" y="234886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138160" y="2228850"/>
            <a:ext cx="6415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流程鏈"/>
          <p:cNvSpPr/>
          <p:nvPr/>
        </p:nvSpPr>
        <p:spPr>
          <a:xfrm>
            <a:off x="7886700" y="2994660"/>
            <a:ext cx="1917573" cy="8229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21" name="分隔"/>
          <p:cNvSpPr/>
          <p:nvPr/>
        </p:nvSpPr>
        <p:spPr>
          <a:xfrm>
            <a:off x="9970008" y="328041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10261473" y="2994660"/>
            <a:ext cx="1917573" cy="8229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23" name="分隔"/>
          <p:cNvSpPr/>
          <p:nvPr/>
        </p:nvSpPr>
        <p:spPr>
          <a:xfrm>
            <a:off x="12344781" y="328041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流程鏈"/>
          <p:cNvSpPr/>
          <p:nvPr/>
        </p:nvSpPr>
        <p:spPr>
          <a:xfrm>
            <a:off x="12636246" y="2994660"/>
            <a:ext cx="1917573" cy="82296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5" name="流程鏈"/>
          <p:cNvSpPr/>
          <p:nvPr/>
        </p:nvSpPr>
        <p:spPr>
          <a:xfrm>
            <a:off x="7886700" y="4400550"/>
            <a:ext cx="1048131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6" name="分隔"/>
          <p:cNvSpPr/>
          <p:nvPr/>
        </p:nvSpPr>
        <p:spPr>
          <a:xfrm>
            <a:off x="9050274" y="45948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9291447" y="4400550"/>
            <a:ext cx="1048131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8" name="分隔"/>
          <p:cNvSpPr/>
          <p:nvPr/>
        </p:nvSpPr>
        <p:spPr>
          <a:xfrm>
            <a:off x="10455021" y="45948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0696194" y="4400550"/>
            <a:ext cx="1048131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30" name="分隔"/>
          <p:cNvSpPr/>
          <p:nvPr/>
        </p:nvSpPr>
        <p:spPr>
          <a:xfrm>
            <a:off x="11859768" y="45948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12100941" y="4400550"/>
            <a:ext cx="1048131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32" name="分隔"/>
          <p:cNvSpPr/>
          <p:nvPr/>
        </p:nvSpPr>
        <p:spPr>
          <a:xfrm>
            <a:off x="13264515" y="45948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流程鏈"/>
          <p:cNvSpPr/>
          <p:nvPr/>
        </p:nvSpPr>
        <p:spPr>
          <a:xfrm>
            <a:off x="13505688" y="4400550"/>
            <a:ext cx="1048131" cy="64008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34" name="流程鏈"/>
          <p:cNvSpPr/>
          <p:nvPr/>
        </p:nvSpPr>
        <p:spPr>
          <a:xfrm>
            <a:off x="7886700" y="5657850"/>
            <a:ext cx="1323880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35" name="分隔"/>
          <p:cNvSpPr/>
          <p:nvPr/>
        </p:nvSpPr>
        <p:spPr>
          <a:xfrm>
            <a:off x="9376315" y="58521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9667780" y="5657850"/>
            <a:ext cx="1323880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37" name="分隔"/>
          <p:cNvSpPr/>
          <p:nvPr/>
        </p:nvSpPr>
        <p:spPr>
          <a:xfrm>
            <a:off x="11157395" y="58521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流程鏈"/>
          <p:cNvSpPr/>
          <p:nvPr/>
        </p:nvSpPr>
        <p:spPr>
          <a:xfrm>
            <a:off x="11448860" y="5657850"/>
            <a:ext cx="1323880" cy="64008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39" name="分隔"/>
          <p:cNvSpPr/>
          <p:nvPr/>
        </p:nvSpPr>
        <p:spPr>
          <a:xfrm>
            <a:off x="12938474" y="585216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流程鏈"/>
          <p:cNvSpPr/>
          <p:nvPr/>
        </p:nvSpPr>
        <p:spPr>
          <a:xfrm>
            <a:off x="13229939" y="5657850"/>
            <a:ext cx="1323880" cy="64008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41" name="Text 39"/>
          <p:cNvSpPr/>
          <p:nvPr/>
        </p:nvSpPr>
        <p:spPr>
          <a:xfrm>
            <a:off x="7886700" y="6423660"/>
            <a:ext cx="13238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667780" y="6423660"/>
            <a:ext cx="13238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1448860" y="6423660"/>
            <a:ext cx="13238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3229939" y="6423660"/>
            <a:ext cx="13238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13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9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9812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cxnSp>
      <p:sp>
        <p:nvSpPr>
          <p:cNvPr id="11" name="Text 9"/>
          <p:cNvSpPr/>
          <p:nvPr/>
        </p:nvSpPr>
        <p:spPr>
          <a:xfrm>
            <a:off x="4244245" y="234886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95705" y="222885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3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5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9812">
            <a:solidFill>
              <a:srgbClr val="8C8C8C"/>
            </a:solidFill>
            <a:prstDash val="solid"/>
            <a:headEnd type="oval" w="lg" len="lg"/>
            <a:tailEnd type="triangle" w="lg" len="lg"/>
          </a:ln>
        </p:spPr>
      </p:cxnSp>
      <p:sp>
        <p:nvSpPr>
          <p:cNvPr id="17" name="Text 15"/>
          <p:cNvSpPr/>
          <p:nvPr/>
        </p:nvSpPr>
        <p:spPr>
          <a:xfrm>
            <a:off x="7802690" y="234886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54150" y="222885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1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8C8C8C"/>
            </a:solidFill>
            <a:prstDash val="sysDot"/>
            <a:headEnd type="oval" w="lg" len="lg"/>
            <a:tailEnd type="triangle" w="lg" len="lg"/>
          </a:ln>
        </p:spPr>
      </p:cxnSp>
      <p:sp>
        <p:nvSpPr>
          <p:cNvPr id="23" name="Text 21"/>
          <p:cNvSpPr/>
          <p:nvPr/>
        </p:nvSpPr>
        <p:spPr>
          <a:xfrm>
            <a:off x="11361134" y="234886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612594" y="222885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7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8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ln w="19812">
            <a:solidFill>
              <a:srgbClr val="8C8C8C"/>
            </a:solidFill>
            <a:prstDash val="sysDash"/>
            <a:headEnd type="oval" w="lg" len="lg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85800" y="503491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937260" y="491490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1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3" name="分隔"/>
          <p:cNvSpPr/>
          <p:nvPr/>
        </p:nvSpPr>
        <p:spPr>
          <a:xfrm>
            <a:off x="1598271" y="633222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5" name="分隔"/>
          <p:cNvSpPr/>
          <p:nvPr/>
        </p:nvSpPr>
        <p:spPr>
          <a:xfrm>
            <a:off x="2840284" y="633222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4244245" y="503491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495705" y="491490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39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1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2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7802690" y="503491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054150" y="491490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7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0F7C8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49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4B9DA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50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F2A541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1361134" y="503491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11612594" y="4914900"/>
            <a:ext cx="2941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3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55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56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47826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59" name="Text 57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13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2000" dirty="0"/>
          </a:p>
        </p:txBody>
      </p:sp>
      <p:sp>
        <p:nvSpPr>
          <p:cNvPr id="5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7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30556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9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FCE9D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1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3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E0F0F0"/>
          </a:solidFill>
          <a:ln/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5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E0F0F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6" name="Text 14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685800" y="482917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37260" y="4709160"/>
            <a:ext cx="13616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1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2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FCE9D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3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32353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4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E0F0F0"/>
          </a:solidFill>
          <a:ln/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5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31" name="Text 29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2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E0F0F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9812">
            <a:solidFill>
              <a:srgbClr val="8C8C8C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9812">
            <a:solidFill>
              <a:srgbClr val="8C8C8C"/>
            </a:solidFill>
            <a:prstDash val="solid"/>
            <a:tailEnd type="triangle" w="lg" len="lg"/>
          </a:ln>
        </p:spPr>
      </p:cxnSp>
      <p:sp>
        <p:nvSpPr>
          <p:cNvPr id="35" name="Text 33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13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7260" y="2228850"/>
            <a:ext cx="6263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9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0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44000"/>
            </a:avLst>
          </a:prstGeom>
          <a:solidFill>
            <a:srgbClr val="0F7C8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2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44000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5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715250" y="234886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66710" y="2228850"/>
            <a:ext cx="31203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4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0F7C80"/>
          </a:solidFill>
          <a:ln w="31750">
            <a:solidFill>
              <a:srgbClr val="FFFFFF"/>
            </a:solidFill>
            <a:prstDash val="solid"/>
          </a:ln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8" name="標籤"/>
          <p:cNvSpPr/>
          <p:nvPr/>
        </p:nvSpPr>
        <p:spPr>
          <a:xfrm>
            <a:off x="8186420" y="403479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29" name="標籤"/>
          <p:cNvSpPr/>
          <p:nvPr/>
        </p:nvSpPr>
        <p:spPr>
          <a:xfrm>
            <a:off x="9969500" y="403479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8186420" y="568071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9969500" y="568071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1544300" y="2348865"/>
            <a:ext cx="125730" cy="125730"/>
          </a:xfrm>
          <a:prstGeom prst="ellipse">
            <a:avLst/>
          </a:prstGeom>
          <a:solidFill>
            <a:srgbClr val="F2A54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1795760" y="2228850"/>
            <a:ext cx="27580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8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1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2694615" y="3653485"/>
            <a:ext cx="694030" cy="694030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12778740" y="3737610"/>
            <a:ext cx="525780" cy="52578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13666165" y="3653485"/>
            <a:ext cx="694030" cy="694030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編號"/>
          <p:cNvSpPr/>
          <p:nvPr/>
        </p:nvSpPr>
        <p:spPr>
          <a:xfrm>
            <a:off x="13750290" y="3737610"/>
            <a:ext cx="525780" cy="52578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2694615" y="4853635"/>
            <a:ext cx="694030" cy="694030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12778740" y="4937760"/>
            <a:ext cx="525780" cy="52578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3666165" y="4853635"/>
            <a:ext cx="694030" cy="694030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3750290" y="4937760"/>
            <a:ext cx="525780" cy="52578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2694615" y="6053785"/>
            <a:ext cx="694030" cy="694030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12778740" y="6137910"/>
            <a:ext cx="525780" cy="52578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13666165" y="6053785"/>
            <a:ext cx="694030" cy="694030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13750290" y="6137910"/>
            <a:ext cx="525780" cy="52578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13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2000" dirty="0"/>
          </a:p>
        </p:txBody>
      </p:sp>
      <p:sp>
        <p:nvSpPr>
          <p:cNvPr id="5" name="光暈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/>
          <a:effectLst>
            <a:outerShdw blurRad="285750" dist="3175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4900" dirty="0"/>
          </a:p>
        </p:txBody>
      </p:sp>
      <p:sp>
        <p:nvSpPr>
          <p:cNvPr id="7" name="Text 5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8" name="光暈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/>
          <a:effectLst>
            <a:outerShdw blurRad="285750" dist="3175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900" dirty="0"/>
          </a:p>
        </p:txBody>
      </p:sp>
      <p:sp>
        <p:nvSpPr>
          <p:cNvPr id="10" name="Text 8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1" name="光暈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/>
          <a:effectLst>
            <a:outerShdw blurRad="285750" dist="31750" dir="5400000" sx="102000" sy="10200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4900" dirty="0"/>
          </a:p>
        </p:txBody>
      </p:sp>
      <p:sp>
        <p:nvSpPr>
          <p:cNvPr id="13" name="Text 11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4" name="分隔"/>
          <p:cNvSpPr/>
          <p:nvPr/>
        </p:nvSpPr>
        <p:spPr>
          <a:xfrm>
            <a:off x="5233035" y="3621024"/>
            <a:ext cx="150876" cy="30175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分隔"/>
          <p:cNvSpPr/>
          <p:nvPr/>
        </p:nvSpPr>
        <p:spPr>
          <a:xfrm>
            <a:off x="9855708" y="3621024"/>
            <a:ext cx="150876" cy="301752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893621" y="4126641"/>
            <a:ext cx="1078992" cy="1078992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0F7C8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080313" y="4718304"/>
            <a:ext cx="1078992" cy="1078992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0F7C8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267006" y="4126641"/>
            <a:ext cx="1078992" cy="1078992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0F7C8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5" name="標籤"/>
          <p:cNvSpPr/>
          <p:nvPr/>
        </p:nvSpPr>
        <p:spPr>
          <a:xfrm>
            <a:off x="1682687" y="57150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1682687" y="634365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1682687" y="69723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10928033" y="57150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10928033" y="634365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30" name="標籤"/>
          <p:cNvSpPr/>
          <p:nvPr/>
        </p:nvSpPr>
        <p:spPr>
          <a:xfrm>
            <a:off x="10928033" y="69723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13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2000" dirty="0"/>
          </a:p>
        </p:txBody>
      </p:sp>
      <p:sp>
        <p:nvSpPr>
          <p:cNvPr id="5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7" name="分隔"/>
          <p:cNvSpPr/>
          <p:nvPr/>
        </p:nvSpPr>
        <p:spPr>
          <a:xfrm>
            <a:off x="3238805" y="531495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0" name="分隔"/>
          <p:cNvSpPr/>
          <p:nvPr/>
        </p:nvSpPr>
        <p:spPr>
          <a:xfrm>
            <a:off x="6117565" y="531495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23913"/>
            </a:avLst>
          </a:prstGeom>
          <a:solidFill>
            <a:srgbClr val="0F7C80"/>
          </a:solidFill>
          <a:ln/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B7D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2" name="分隔"/>
          <p:cNvSpPr/>
          <p:nvPr/>
        </p:nvSpPr>
        <p:spPr>
          <a:xfrm>
            <a:off x="8996324" y="531495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5" name="分隔"/>
          <p:cNvSpPr/>
          <p:nvPr/>
        </p:nvSpPr>
        <p:spPr>
          <a:xfrm>
            <a:off x="11875084" y="5314950"/>
            <a:ext cx="125730" cy="251460"/>
          </a:xfrm>
          <a:prstGeom prst="chevron">
            <a:avLst>
              <a:gd name="adj" fmla="val 68182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/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18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/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0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22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4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ln w="19812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ln w="19812">
            <a:solidFill>
              <a:srgbClr val="8C8C8C"/>
            </a:solidFill>
            <a:prstDash val="sysDash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9812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Text 25"/>
          <p:cNvSpPr/>
          <p:nvPr/>
        </p:nvSpPr>
        <p:spPr>
          <a:xfrm>
            <a:off x="623621" y="2269541"/>
            <a:ext cx="512978" cy="512978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編號"/>
          <p:cNvSpPr/>
          <p:nvPr/>
        </p:nvSpPr>
        <p:spPr>
          <a:xfrm>
            <a:off x="685800" y="2331720"/>
            <a:ext cx="388620" cy="38862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92251" y="2269541"/>
            <a:ext cx="512978" cy="512978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編號"/>
          <p:cNvSpPr/>
          <p:nvPr/>
        </p:nvSpPr>
        <p:spPr>
          <a:xfrm>
            <a:off x="1154430" y="2331720"/>
            <a:ext cx="388620" cy="38862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1657350" y="23431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23621" y="2841041"/>
            <a:ext cx="512978" cy="512978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編號"/>
          <p:cNvSpPr/>
          <p:nvPr/>
        </p:nvSpPr>
        <p:spPr>
          <a:xfrm>
            <a:off x="685800" y="2903220"/>
            <a:ext cx="388620" cy="38862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92251" y="2841041"/>
            <a:ext cx="512978" cy="512978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編號"/>
          <p:cNvSpPr/>
          <p:nvPr/>
        </p:nvSpPr>
        <p:spPr>
          <a:xfrm>
            <a:off x="1154430" y="2903220"/>
            <a:ext cx="388620" cy="38862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6" name="標籤"/>
          <p:cNvSpPr/>
          <p:nvPr/>
        </p:nvSpPr>
        <p:spPr>
          <a:xfrm>
            <a:off x="1657350" y="29146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024360" y="2269541"/>
            <a:ext cx="512978" cy="512978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編號"/>
          <p:cNvSpPr/>
          <p:nvPr/>
        </p:nvSpPr>
        <p:spPr>
          <a:xfrm>
            <a:off x="12086539" y="2331720"/>
            <a:ext cx="388620" cy="38862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2492990" y="2269541"/>
            <a:ext cx="512978" cy="512978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12555169" y="2331720"/>
            <a:ext cx="388620" cy="38862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41" name="標籤"/>
          <p:cNvSpPr/>
          <p:nvPr/>
        </p:nvSpPr>
        <p:spPr>
          <a:xfrm>
            <a:off x="13058089" y="23431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2024360" y="2841041"/>
            <a:ext cx="512978" cy="512978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編號"/>
          <p:cNvSpPr/>
          <p:nvPr/>
        </p:nvSpPr>
        <p:spPr>
          <a:xfrm>
            <a:off x="12086539" y="2903220"/>
            <a:ext cx="388620" cy="38862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2492990" y="2841041"/>
            <a:ext cx="512978" cy="512978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編號"/>
          <p:cNvSpPr/>
          <p:nvPr/>
        </p:nvSpPr>
        <p:spPr>
          <a:xfrm>
            <a:off x="12555169" y="2903220"/>
            <a:ext cx="388620" cy="38862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400" dirty="0"/>
          </a:p>
        </p:txBody>
      </p:sp>
      <p:sp>
        <p:nvSpPr>
          <p:cNvPr id="46" name="標籤"/>
          <p:cNvSpPr/>
          <p:nvPr/>
        </p:nvSpPr>
        <p:spPr>
          <a:xfrm>
            <a:off x="13058089" y="29146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7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36667"/>
            </a:avLst>
          </a:prstGeom>
          <a:solidFill>
            <a:srgbClr val="FFFFFF"/>
          </a:solidFill>
          <a:ln/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9" name="Text 47"/>
          <p:cNvSpPr/>
          <p:nvPr/>
        </p:nvSpPr>
        <p:spPr>
          <a:xfrm>
            <a:off x="1368479" y="7207301"/>
            <a:ext cx="512978" cy="512978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1430658" y="7269480"/>
            <a:ext cx="388620" cy="38862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837109" y="7207301"/>
            <a:ext cx="512978" cy="512978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編號"/>
          <p:cNvSpPr/>
          <p:nvPr/>
        </p:nvSpPr>
        <p:spPr>
          <a:xfrm>
            <a:off x="1899288" y="7269480"/>
            <a:ext cx="388620" cy="38862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400" dirty="0"/>
          </a:p>
        </p:txBody>
      </p:sp>
      <p:sp>
        <p:nvSpPr>
          <p:cNvPr id="53" name="標籤"/>
          <p:cNvSpPr/>
          <p:nvPr/>
        </p:nvSpPr>
        <p:spPr>
          <a:xfrm>
            <a:off x="2402208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4835484" y="7207301"/>
            <a:ext cx="512978" cy="512978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編號"/>
          <p:cNvSpPr/>
          <p:nvPr/>
        </p:nvSpPr>
        <p:spPr>
          <a:xfrm>
            <a:off x="4897663" y="7269480"/>
            <a:ext cx="388620" cy="38862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5304114" y="7207301"/>
            <a:ext cx="512978" cy="512978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5366293" y="7269480"/>
            <a:ext cx="388620" cy="38862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400" dirty="0"/>
          </a:p>
        </p:txBody>
      </p:sp>
      <p:sp>
        <p:nvSpPr>
          <p:cNvPr id="58" name="標籤"/>
          <p:cNvSpPr/>
          <p:nvPr/>
        </p:nvSpPr>
        <p:spPr>
          <a:xfrm>
            <a:off x="5869213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8536803" y="7207301"/>
            <a:ext cx="512978" cy="512978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編號"/>
          <p:cNvSpPr/>
          <p:nvPr/>
        </p:nvSpPr>
        <p:spPr>
          <a:xfrm>
            <a:off x="8598983" y="7269480"/>
            <a:ext cx="388620" cy="38862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400" dirty="0"/>
          </a:p>
        </p:txBody>
      </p:sp>
      <p:sp>
        <p:nvSpPr>
          <p:cNvPr id="61" name="標籤"/>
          <p:cNvSpPr/>
          <p:nvPr/>
        </p:nvSpPr>
        <p:spPr>
          <a:xfrm>
            <a:off x="9101903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11769493" y="7207301"/>
            <a:ext cx="512978" cy="512978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編號"/>
          <p:cNvSpPr/>
          <p:nvPr/>
        </p:nvSpPr>
        <p:spPr>
          <a:xfrm>
            <a:off x="11831672" y="7269480"/>
            <a:ext cx="388620" cy="38862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12238123" y="7207301"/>
            <a:ext cx="512978" cy="512978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編號"/>
          <p:cNvSpPr/>
          <p:nvPr/>
        </p:nvSpPr>
        <p:spPr>
          <a:xfrm>
            <a:off x="12300302" y="7269480"/>
            <a:ext cx="388620" cy="38862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400" dirty="0"/>
          </a:p>
        </p:txBody>
      </p:sp>
      <p:sp>
        <p:nvSpPr>
          <p:cNvPr id="66" name="標籤"/>
          <p:cNvSpPr/>
          <p:nvPr/>
        </p:nvSpPr>
        <p:spPr>
          <a:xfrm>
            <a:off x="12803222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13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80060"/>
            <a:ext cx="1257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685800" y="1451610"/>
            <a:ext cx="514350" cy="114300"/>
          </a:xfrm>
          <a:prstGeom prst="roundRect">
            <a:avLst>
              <a:gd name="adj" fmla="val 50000"/>
            </a:avLst>
          </a:prstGeom>
          <a:solidFill>
            <a:srgbClr val="0F7C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37310" y="1291590"/>
            <a:ext cx="12573000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C8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2000" dirty="0"/>
          </a:p>
        </p:txBody>
      </p:sp>
      <p:sp>
        <p:nvSpPr>
          <p:cNvPr id="5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F2A541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F2A541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36667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6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40741"/>
            </a:avLst>
          </a:prstGeom>
          <a:solidFill>
            <a:srgbClr val="E0F0F0"/>
          </a:solidFill>
          <a:ln/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19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36667"/>
            </a:avLst>
          </a:prstGeom>
          <a:solidFill>
            <a:srgbClr val="0F7C8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1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  <a:tailEnd type="triangle" w="lg" len="lg"/>
          </a:ln>
        </p:spPr>
      </p:sp>
      <p:sp>
        <p:nvSpPr>
          <p:cNvPr id="27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0" name="標籤"/>
          <p:cNvSpPr/>
          <p:nvPr/>
        </p:nvSpPr>
        <p:spPr>
          <a:xfrm>
            <a:off x="7500620" y="285750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1" name="標籤"/>
          <p:cNvSpPr/>
          <p:nvPr/>
        </p:nvSpPr>
        <p:spPr>
          <a:xfrm>
            <a:off x="6172200" y="368046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2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4" name="標籤"/>
          <p:cNvSpPr/>
          <p:nvPr/>
        </p:nvSpPr>
        <p:spPr>
          <a:xfrm>
            <a:off x="7500620" y="451485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5" name="標籤"/>
          <p:cNvSpPr/>
          <p:nvPr/>
        </p:nvSpPr>
        <p:spPr>
          <a:xfrm>
            <a:off x="6172200" y="533781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6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30556"/>
            </a:avLst>
          </a:prstGeom>
          <a:solidFill>
            <a:srgbClr val="FFFFFF"/>
          </a:solidFill>
          <a:ln/>
          <a:effectLst>
            <a:outerShdw blurRad="158750" dist="47625" dir="5400000" sx="100000" sy="100000" algn="ctr" rotWithShape="0">
              <a:srgbClr val="000000">
                <a:alpha val="2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5E6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8" name="標籤"/>
          <p:cNvSpPr/>
          <p:nvPr/>
        </p:nvSpPr>
        <p:spPr>
          <a:xfrm>
            <a:off x="7500620" y="617220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E0F0F0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C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39" name="標籤"/>
          <p:cNvSpPr/>
          <p:nvPr/>
        </p:nvSpPr>
        <p:spPr>
          <a:xfrm>
            <a:off x="6172200" y="699516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  <a:effectLst>
            <a:outerShdw blurRad="95250" dist="23876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0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5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839048" y="3066898"/>
            <a:ext cx="724205" cy="724205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8926830" y="3154680"/>
            <a:ext cx="548640" cy="54864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750" dirty="0"/>
          </a:p>
        </p:txBody>
      </p:sp>
      <p:sp>
        <p:nvSpPr>
          <p:cNvPr id="45" name="Text 43"/>
          <p:cNvSpPr/>
          <p:nvPr/>
        </p:nvSpPr>
        <p:spPr>
          <a:xfrm>
            <a:off x="9753448" y="3066898"/>
            <a:ext cx="724205" cy="724205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9841230" y="3154680"/>
            <a:ext cx="548640" cy="54864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750" dirty="0"/>
          </a:p>
        </p:txBody>
      </p:sp>
      <p:sp>
        <p:nvSpPr>
          <p:cNvPr id="47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839048" y="4724248"/>
            <a:ext cx="724205" cy="724205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編號"/>
          <p:cNvSpPr/>
          <p:nvPr/>
        </p:nvSpPr>
        <p:spPr>
          <a:xfrm>
            <a:off x="8926830" y="4812030"/>
            <a:ext cx="548640" cy="54864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750" dirty="0"/>
          </a:p>
        </p:txBody>
      </p:sp>
      <p:sp>
        <p:nvSpPr>
          <p:cNvPr id="50" name="Text 48"/>
          <p:cNvSpPr/>
          <p:nvPr/>
        </p:nvSpPr>
        <p:spPr>
          <a:xfrm>
            <a:off x="9753448" y="4724248"/>
            <a:ext cx="724205" cy="724205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編號"/>
          <p:cNvSpPr/>
          <p:nvPr/>
        </p:nvSpPr>
        <p:spPr>
          <a:xfrm>
            <a:off x="9841230" y="4812030"/>
            <a:ext cx="548640" cy="54864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839048" y="6381598"/>
            <a:ext cx="724205" cy="724205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8926830" y="6469380"/>
            <a:ext cx="548640" cy="54864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750" dirty="0"/>
          </a:p>
        </p:txBody>
      </p:sp>
      <p:sp>
        <p:nvSpPr>
          <p:cNvPr id="55" name="Text 53"/>
          <p:cNvSpPr/>
          <p:nvPr/>
        </p:nvSpPr>
        <p:spPr>
          <a:xfrm>
            <a:off x="9753448" y="6381598"/>
            <a:ext cx="724205" cy="724205"/>
          </a:xfrm>
          <a:prstGeom prst="ellipse">
            <a:avLst/>
          </a:prstGeom>
          <a:solidFill>
            <a:srgbClr val="E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編號"/>
          <p:cNvSpPr/>
          <p:nvPr/>
        </p:nvSpPr>
        <p:spPr>
          <a:xfrm>
            <a:off x="9841230" y="6469380"/>
            <a:ext cx="548640" cy="548640"/>
          </a:xfrm>
          <a:prstGeom prst="ellipse">
            <a:avLst/>
          </a:prstGeom>
          <a:solidFill>
            <a:srgbClr val="0F7C8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750" dirty="0"/>
          </a:p>
        </p:txBody>
      </p:sp>
      <p:sp>
        <p:nvSpPr>
          <p:cNvPr id="57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8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61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6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8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9812">
            <a:solidFill>
              <a:srgbClr val="8C8C8C"/>
            </a:solidFill>
            <a:prstDash val="solid"/>
          </a:ln>
        </p:spPr>
      </p:sp>
      <p:sp>
        <p:nvSpPr>
          <p:cNvPr id="69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71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ln w="19812">
            <a:solidFill>
              <a:srgbClr val="8C8C8C"/>
            </a:solidFill>
            <a:prstDash val="solid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73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82" name="Text 80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83" name="Text 8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青綠科技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4" name="Text 8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13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青綠科技</dc:title>
  <dc:subject>PptxGenJS Presentation</dc:subject>
  <dc:creator>PPT Style Studio</dc:creator>
  <cp:lastModifiedBy>PPT Style Studio</cp:lastModifiedBy>
  <cp:revision>1</cp:revision>
  <dcterms:created xsi:type="dcterms:W3CDTF">2026-10-09T02:33:48Z</dcterms:created>
  <dcterms:modified xsi:type="dcterms:W3CDTF">2026-10-09T02:33:48Z</dcterms:modified>
</cp:coreProperties>
</file>