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5239619" cy="8572500"/>
  <p:notesSz cx="8572500" cy="15239619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685800" y="48006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元件總表 Element Catalog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685800" y="1451610"/>
            <a:ext cx="514350" cy="11430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337310" y="1291590"/>
            <a:ext cx="12573000" cy="434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F7C8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一頁看完本風格的所有元件變化：挑好樣式，直接複製圖形使用</a:t>
            </a:r>
            <a:endParaRPr lang="en-US" sz="2000" dirty="0"/>
          </a:p>
        </p:txBody>
      </p:sp>
      <p:sp>
        <p:nvSpPr>
          <p:cNvPr id="5" name="類別"/>
          <p:cNvSpPr/>
          <p:nvPr/>
        </p:nvSpPr>
        <p:spPr>
          <a:xfrm>
            <a:off x="685800" y="2177415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流程方塊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</a:t>
            </a:r>
            <a:endParaRPr lang="en-US" sz="1750" dirty="0"/>
          </a:p>
        </p:txBody>
      </p:sp>
      <p:sp>
        <p:nvSpPr>
          <p:cNvPr id="6" name="流程方塊"/>
          <p:cNvSpPr/>
          <p:nvPr/>
        </p:nvSpPr>
        <p:spPr>
          <a:xfrm>
            <a:off x="2497700" y="2091690"/>
            <a:ext cx="1371600" cy="48006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5875">
            <a:solidFill>
              <a:srgbClr val="BFBFBF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7" name="圖說"/>
          <p:cNvSpPr/>
          <p:nvPr/>
        </p:nvSpPr>
        <p:spPr>
          <a:xfrm>
            <a:off x="2343150" y="26117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無陰影・外框</a:t>
            </a:r>
            <a:endParaRPr lang="en-US" sz="1050" dirty="0"/>
          </a:p>
        </p:txBody>
      </p:sp>
      <p:sp>
        <p:nvSpPr>
          <p:cNvPr id="8" name="流程方塊"/>
          <p:cNvSpPr/>
          <p:nvPr/>
        </p:nvSpPr>
        <p:spPr>
          <a:xfrm>
            <a:off x="4246980" y="2091690"/>
            <a:ext cx="1371600" cy="48006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8001">
            <a:solidFill>
              <a:srgbClr val="D9D9D9"/>
            </a:solidFill>
            <a:prstDash val="solid"/>
          </a:ln>
          <a:effectLst>
            <a:outerShdw blurRad="151638" dist="45466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9" name="圖說"/>
          <p:cNvSpPr/>
          <p:nvPr/>
        </p:nvSpPr>
        <p:spPr>
          <a:xfrm>
            <a:off x="4092430" y="26117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1050" dirty="0"/>
          </a:p>
        </p:txBody>
      </p:sp>
      <p:sp>
        <p:nvSpPr>
          <p:cNvPr id="10" name="流程方塊"/>
          <p:cNvSpPr/>
          <p:nvPr/>
        </p:nvSpPr>
        <p:spPr>
          <a:xfrm>
            <a:off x="5996260" y="2091690"/>
            <a:ext cx="1371600" cy="480060"/>
          </a:xfrm>
          <a:prstGeom prst="roundRect">
            <a:avLst>
              <a:gd name="adj" fmla="val 23810"/>
            </a:avLst>
          </a:prstGeom>
          <a:solidFill>
            <a:srgbClr val="E0F0F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11" name="圖說"/>
          <p:cNvSpPr/>
          <p:nvPr/>
        </p:nvSpPr>
        <p:spPr>
          <a:xfrm>
            <a:off x="5841710" y="26117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1050" dirty="0"/>
          </a:p>
        </p:txBody>
      </p:sp>
      <p:sp>
        <p:nvSpPr>
          <p:cNvPr id="12" name="流程方塊"/>
          <p:cNvSpPr/>
          <p:nvPr/>
        </p:nvSpPr>
        <p:spPr>
          <a:xfrm>
            <a:off x="7745540" y="2091690"/>
            <a:ext cx="1371600" cy="480060"/>
          </a:xfrm>
          <a:prstGeom prst="roundRect">
            <a:avLst>
              <a:gd name="adj" fmla="val 23810"/>
            </a:avLst>
          </a:prstGeom>
          <a:solidFill>
            <a:srgbClr val="F2F2F2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13" name="圖說"/>
          <p:cNvSpPr/>
          <p:nvPr/>
        </p:nvSpPr>
        <p:spPr>
          <a:xfrm>
            <a:off x="7590990" y="26117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1050" dirty="0"/>
          </a:p>
        </p:txBody>
      </p:sp>
      <p:sp>
        <p:nvSpPr>
          <p:cNvPr id="14" name="流程方塊"/>
          <p:cNvSpPr/>
          <p:nvPr/>
        </p:nvSpPr>
        <p:spPr>
          <a:xfrm>
            <a:off x="9494819" y="2091690"/>
            <a:ext cx="1371600" cy="48006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27813">
            <a:solidFill>
              <a:srgbClr val="0F7C80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15" name="圖說"/>
          <p:cNvSpPr/>
          <p:nvPr/>
        </p:nvSpPr>
        <p:spPr>
          <a:xfrm>
            <a:off x="9340269" y="26117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主色粗外框</a:t>
            </a:r>
            <a:endParaRPr lang="en-US" sz="1050" dirty="0"/>
          </a:p>
        </p:txBody>
      </p:sp>
      <p:sp>
        <p:nvSpPr>
          <p:cNvPr id="16" name="流程方塊"/>
          <p:cNvSpPr/>
          <p:nvPr/>
        </p:nvSpPr>
        <p:spPr>
          <a:xfrm>
            <a:off x="11244099" y="2091690"/>
            <a:ext cx="1371600" cy="480060"/>
          </a:xfrm>
          <a:prstGeom prst="roundRect">
            <a:avLst>
              <a:gd name="adj" fmla="val 23810"/>
            </a:avLst>
          </a:prstGeom>
          <a:solidFill>
            <a:srgbClr val="0F7C80"/>
          </a:solidFill>
          <a:ln>
            <a:noFill/>
          </a:ln>
          <a:effectLst>
            <a:outerShdw blurRad="95250" dist="23876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關鍵步驟</a:t>
            </a:r>
            <a:endParaRPr lang="en-US" sz="1450" dirty="0"/>
          </a:p>
        </p:txBody>
      </p:sp>
      <p:sp>
        <p:nvSpPr>
          <p:cNvPr id="17" name="圖說"/>
          <p:cNvSpPr/>
          <p:nvPr/>
        </p:nvSpPr>
        <p:spPr>
          <a:xfrm>
            <a:off x="11089549" y="26117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1050" dirty="0"/>
          </a:p>
        </p:txBody>
      </p:sp>
      <p:sp>
        <p:nvSpPr>
          <p:cNvPr id="18" name="流程方塊"/>
          <p:cNvSpPr/>
          <p:nvPr/>
        </p:nvSpPr>
        <p:spPr>
          <a:xfrm>
            <a:off x="12993379" y="2091690"/>
            <a:ext cx="1371600" cy="48006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待定步驟</a:t>
            </a:r>
            <a:endParaRPr lang="en-US" sz="1450" dirty="0"/>
          </a:p>
        </p:txBody>
      </p:sp>
      <p:sp>
        <p:nvSpPr>
          <p:cNvPr id="19" name="圖說"/>
          <p:cNvSpPr/>
          <p:nvPr/>
        </p:nvSpPr>
        <p:spPr>
          <a:xfrm>
            <a:off x="12838829" y="26117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虛線・待定</a:t>
            </a:r>
            <a:endParaRPr lang="en-US" sz="1050" dirty="0"/>
          </a:p>
        </p:txBody>
      </p:sp>
      <p:sp>
        <p:nvSpPr>
          <p:cNvPr id="20" name="線條"/>
          <p:cNvSpPr/>
          <p:nvPr/>
        </p:nvSpPr>
        <p:spPr>
          <a:xfrm>
            <a:off x="685800" y="282892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21" name="類別"/>
          <p:cNvSpPr/>
          <p:nvPr/>
        </p:nvSpPr>
        <p:spPr>
          <a:xfrm>
            <a:off x="685800" y="3034665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判斷菱形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</a:t>
            </a:r>
            <a:endParaRPr lang="en-US" sz="1750" dirty="0"/>
          </a:p>
        </p:txBody>
      </p:sp>
      <p:sp>
        <p:nvSpPr>
          <p:cNvPr id="22" name="判斷菱形"/>
          <p:cNvSpPr/>
          <p:nvPr/>
        </p:nvSpPr>
        <p:spPr>
          <a:xfrm>
            <a:off x="2583425" y="2891790"/>
            <a:ext cx="1200150" cy="5943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23" name="圖說"/>
          <p:cNvSpPr/>
          <p:nvPr/>
        </p:nvSpPr>
        <p:spPr>
          <a:xfrm>
            <a:off x="2343150" y="35261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1050" dirty="0"/>
          </a:p>
        </p:txBody>
      </p:sp>
      <p:sp>
        <p:nvSpPr>
          <p:cNvPr id="24" name="判斷菱形"/>
          <p:cNvSpPr/>
          <p:nvPr/>
        </p:nvSpPr>
        <p:spPr>
          <a:xfrm>
            <a:off x="4332705" y="2891790"/>
            <a:ext cx="1200150" cy="594360"/>
          </a:xfrm>
          <a:prstGeom prst="diamond">
            <a:avLst/>
          </a:prstGeom>
          <a:solidFill>
            <a:srgbClr val="FFFFFF"/>
          </a:solidFill>
          <a:ln w="8001">
            <a:solidFill>
              <a:srgbClr val="D9D9D9"/>
            </a:solidFill>
            <a:prstDash val="solid"/>
          </a:ln>
          <a:effectLst>
            <a:outerShdw blurRad="158750" dist="47625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25" name="圖說"/>
          <p:cNvSpPr/>
          <p:nvPr/>
        </p:nvSpPr>
        <p:spPr>
          <a:xfrm>
            <a:off x="4092430" y="35261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1050" dirty="0"/>
          </a:p>
        </p:txBody>
      </p:sp>
      <p:sp>
        <p:nvSpPr>
          <p:cNvPr id="26" name="判斷菱形"/>
          <p:cNvSpPr/>
          <p:nvPr/>
        </p:nvSpPr>
        <p:spPr>
          <a:xfrm>
            <a:off x="6081985" y="2891790"/>
            <a:ext cx="1200150" cy="594360"/>
          </a:xfrm>
          <a:prstGeom prst="diamond">
            <a:avLst/>
          </a:prstGeom>
          <a:solidFill>
            <a:srgbClr val="E0F0F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27" name="圖說"/>
          <p:cNvSpPr/>
          <p:nvPr/>
        </p:nvSpPr>
        <p:spPr>
          <a:xfrm>
            <a:off x="5841710" y="35261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1050" dirty="0"/>
          </a:p>
        </p:txBody>
      </p:sp>
      <p:sp>
        <p:nvSpPr>
          <p:cNvPr id="28" name="判斷菱形"/>
          <p:cNvSpPr/>
          <p:nvPr/>
        </p:nvSpPr>
        <p:spPr>
          <a:xfrm>
            <a:off x="7831265" y="2891790"/>
            <a:ext cx="1200150" cy="594360"/>
          </a:xfrm>
          <a:prstGeom prst="diamond">
            <a:avLst/>
          </a:prstGeom>
          <a:solidFill>
            <a:srgbClr val="FFFFFF"/>
          </a:solidFill>
          <a:ln w="23876">
            <a:solidFill>
              <a:srgbClr val="0F7C8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29" name="圖說"/>
          <p:cNvSpPr/>
          <p:nvPr/>
        </p:nvSpPr>
        <p:spPr>
          <a:xfrm>
            <a:off x="7590990" y="35261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主色外框</a:t>
            </a:r>
            <a:endParaRPr lang="en-US" sz="1050" dirty="0"/>
          </a:p>
        </p:txBody>
      </p:sp>
      <p:sp>
        <p:nvSpPr>
          <p:cNvPr id="30" name="判斷菱形"/>
          <p:cNvSpPr/>
          <p:nvPr/>
        </p:nvSpPr>
        <p:spPr>
          <a:xfrm>
            <a:off x="9580544" y="2891790"/>
            <a:ext cx="1200150" cy="594360"/>
          </a:xfrm>
          <a:prstGeom prst="diamond">
            <a:avLst/>
          </a:prstGeom>
          <a:solidFill>
            <a:srgbClr val="0F7C80"/>
          </a:solidFill>
          <a:ln>
            <a:noFill/>
          </a:ln>
          <a:effectLst>
            <a:outerShdw blurRad="95250" dist="23876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31" name="圖說"/>
          <p:cNvSpPr/>
          <p:nvPr/>
        </p:nvSpPr>
        <p:spPr>
          <a:xfrm>
            <a:off x="9340269" y="35261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1050" dirty="0"/>
          </a:p>
        </p:txBody>
      </p:sp>
      <p:sp>
        <p:nvSpPr>
          <p:cNvPr id="32" name="判斷菱形"/>
          <p:cNvSpPr/>
          <p:nvPr/>
        </p:nvSpPr>
        <p:spPr>
          <a:xfrm>
            <a:off x="11329824" y="2891790"/>
            <a:ext cx="1200150" cy="5943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33" name="圖說"/>
          <p:cNvSpPr/>
          <p:nvPr/>
        </p:nvSpPr>
        <p:spPr>
          <a:xfrm>
            <a:off x="11089549" y="35261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虛線・待確認</a:t>
            </a:r>
            <a:endParaRPr lang="en-US" sz="1050" dirty="0"/>
          </a:p>
        </p:txBody>
      </p:sp>
      <p:grpSp>
        <p:nvGrpSpPr>
          <p:cNvPr id="5000" name="判斷＋分岔箭頭"/>
          <p:cNvGrpSpPr/>
          <p:nvPr/>
        </p:nvGrpSpPr>
        <p:grpSpPr>
          <a:xfrm>
            <a:off x="12913369" y="2891790"/>
            <a:ext cx="1394460" cy="594360"/>
            <a:chOff x="12913369" y="2891790"/>
            <a:chExt cx="1394460" cy="594360"/>
          </a:xfrm>
        </p:grpSpPr>
        <p:sp>
          <p:nvSpPr>
            <p:cNvPr id="34" name="判斷菱形"/>
            <p:cNvSpPr/>
            <p:nvPr/>
          </p:nvSpPr>
          <p:spPr>
            <a:xfrm>
              <a:off x="12913369" y="2891790"/>
              <a:ext cx="708660" cy="594360"/>
            </a:xfrm>
            <a:prstGeom prst="diamond">
              <a:avLst/>
            </a:prstGeom>
            <a:solidFill>
              <a:srgbClr val="FFFFFF"/>
            </a:solidFill>
            <a:ln w="19812">
              <a:solidFill>
                <a:srgbClr val="0F7C80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35" name="線條"/>
            <p:cNvSpPr/>
            <p:nvPr/>
          </p:nvSpPr>
          <p:spPr>
            <a:xfrm>
              <a:off x="13622029" y="3188970"/>
              <a:ext cx="685800" cy="0"/>
            </a:xfrm>
            <a:prstGeom prst="line">
              <a:avLst/>
            </a:prstGeom>
            <a:noFill/>
            <a:ln w="19812">
              <a:solidFill>
                <a:srgbClr val="8C8C8C"/>
              </a:solidFill>
              <a:prstDash val="solid"/>
              <a:tailEnd type="triangle" w="lg" len="lg"/>
            </a:ln>
          </p:spPr>
        </p:sp>
        <p:sp>
          <p:nvSpPr>
            <p:cNvPr id="36" name="標註"/>
            <p:cNvSpPr/>
            <p:nvPr/>
          </p:nvSpPr>
          <p:spPr>
            <a:xfrm>
              <a:off x="13644889" y="2960370"/>
              <a:ext cx="342900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1000" dirty="0"/>
            </a:p>
          </p:txBody>
        </p:sp>
      </p:grpSp>
      <p:sp>
        <p:nvSpPr>
          <p:cNvPr id="37" name="圖說"/>
          <p:cNvSpPr/>
          <p:nvPr/>
        </p:nvSpPr>
        <p:spPr>
          <a:xfrm>
            <a:off x="12838829" y="35261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判斷＋分岔箭頭</a:t>
            </a:r>
            <a:endParaRPr lang="en-US" sz="1050" dirty="0"/>
          </a:p>
        </p:txBody>
      </p:sp>
      <p:sp>
        <p:nvSpPr>
          <p:cNvPr id="38" name="線條"/>
          <p:cNvSpPr/>
          <p:nvPr/>
        </p:nvSpPr>
        <p:spPr>
          <a:xfrm>
            <a:off x="685800" y="374332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39" name="類別"/>
          <p:cNvSpPr/>
          <p:nvPr/>
        </p:nvSpPr>
        <p:spPr>
          <a:xfrm>
            <a:off x="685800" y="3869055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Start / End</a:t>
            </a:r>
            <a:endParaRPr lang="en-US" sz="1750" dirty="0"/>
          </a:p>
        </p:txBody>
      </p:sp>
      <p:sp>
        <p:nvSpPr>
          <p:cNvPr id="40" name="開始／結束"/>
          <p:cNvSpPr/>
          <p:nvPr/>
        </p:nvSpPr>
        <p:spPr>
          <a:xfrm>
            <a:off x="2497700" y="38061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812">
            <a:solidFill>
              <a:srgbClr val="0F7C80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50" dirty="0"/>
          </a:p>
        </p:txBody>
      </p:sp>
      <p:sp>
        <p:nvSpPr>
          <p:cNvPr id="41" name="圖說"/>
          <p:cNvSpPr/>
          <p:nvPr/>
        </p:nvSpPr>
        <p:spPr>
          <a:xfrm>
            <a:off x="2343150" y="42805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1050" dirty="0"/>
          </a:p>
        </p:txBody>
      </p:sp>
      <p:sp>
        <p:nvSpPr>
          <p:cNvPr id="42" name="開始／結束"/>
          <p:cNvSpPr/>
          <p:nvPr/>
        </p:nvSpPr>
        <p:spPr>
          <a:xfrm>
            <a:off x="4246980" y="38061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50" dirty="0"/>
          </a:p>
        </p:txBody>
      </p:sp>
      <p:sp>
        <p:nvSpPr>
          <p:cNvPr id="43" name="圖說"/>
          <p:cNvSpPr/>
          <p:nvPr/>
        </p:nvSpPr>
        <p:spPr>
          <a:xfrm>
            <a:off x="4092430" y="42805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1050" dirty="0"/>
          </a:p>
        </p:txBody>
      </p:sp>
      <p:sp>
        <p:nvSpPr>
          <p:cNvPr id="44" name="開始／結束"/>
          <p:cNvSpPr/>
          <p:nvPr/>
        </p:nvSpPr>
        <p:spPr>
          <a:xfrm>
            <a:off x="5996260" y="38061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50" dirty="0"/>
          </a:p>
        </p:txBody>
      </p:sp>
      <p:sp>
        <p:nvSpPr>
          <p:cNvPr id="45" name="圖說"/>
          <p:cNvSpPr/>
          <p:nvPr/>
        </p:nvSpPr>
        <p:spPr>
          <a:xfrm>
            <a:off x="5841710" y="42805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1050" dirty="0"/>
          </a:p>
        </p:txBody>
      </p:sp>
      <p:sp>
        <p:nvSpPr>
          <p:cNvPr id="46" name="開始／結束"/>
          <p:cNvSpPr/>
          <p:nvPr/>
        </p:nvSpPr>
        <p:spPr>
          <a:xfrm>
            <a:off x="7745540" y="38061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001">
            <a:solidFill>
              <a:srgbClr val="D9D9D9"/>
            </a:solidFill>
            <a:prstDash val="solid"/>
          </a:ln>
          <a:effectLst>
            <a:outerShdw blurRad="137160" dist="41148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50" dirty="0"/>
          </a:p>
        </p:txBody>
      </p:sp>
      <p:sp>
        <p:nvSpPr>
          <p:cNvPr id="47" name="圖說"/>
          <p:cNvSpPr/>
          <p:nvPr/>
        </p:nvSpPr>
        <p:spPr>
          <a:xfrm>
            <a:off x="7590990" y="42805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1050" dirty="0"/>
          </a:p>
        </p:txBody>
      </p:sp>
      <p:sp>
        <p:nvSpPr>
          <p:cNvPr id="48" name="開始／結束"/>
          <p:cNvSpPr/>
          <p:nvPr/>
        </p:nvSpPr>
        <p:spPr>
          <a:xfrm>
            <a:off x="9494819" y="38061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  <a:effectLst>
            <a:outerShdw blurRad="95250" dist="23876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450" dirty="0"/>
          </a:p>
        </p:txBody>
      </p:sp>
      <p:sp>
        <p:nvSpPr>
          <p:cNvPr id="49" name="圖說"/>
          <p:cNvSpPr/>
          <p:nvPr/>
        </p:nvSpPr>
        <p:spPr>
          <a:xfrm>
            <a:off x="9340269" y="42805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1050" dirty="0"/>
          </a:p>
        </p:txBody>
      </p:sp>
      <p:sp>
        <p:nvSpPr>
          <p:cNvPr id="50" name="開始／結束"/>
          <p:cNvSpPr/>
          <p:nvPr/>
        </p:nvSpPr>
        <p:spPr>
          <a:xfrm>
            <a:off x="11244099" y="38061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450" dirty="0"/>
          </a:p>
        </p:txBody>
      </p:sp>
      <p:sp>
        <p:nvSpPr>
          <p:cNvPr id="51" name="圖說"/>
          <p:cNvSpPr/>
          <p:nvPr/>
        </p:nvSpPr>
        <p:spPr>
          <a:xfrm>
            <a:off x="11089549" y="42805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強調色</a:t>
            </a:r>
            <a:endParaRPr lang="en-US" sz="1050" dirty="0"/>
          </a:p>
        </p:txBody>
      </p:sp>
      <p:sp>
        <p:nvSpPr>
          <p:cNvPr id="52" name="線條"/>
          <p:cNvSpPr/>
          <p:nvPr/>
        </p:nvSpPr>
        <p:spPr>
          <a:xfrm>
            <a:off x="685800" y="449770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53" name="類別"/>
          <p:cNvSpPr/>
          <p:nvPr/>
        </p:nvSpPr>
        <p:spPr>
          <a:xfrm>
            <a:off x="685800" y="4634865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箭頭與連接線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Arrows</a:t>
            </a:r>
            <a:endParaRPr lang="en-US" sz="1750" dirty="0"/>
          </a:p>
        </p:txBody>
      </p:sp>
      <p:sp>
        <p:nvSpPr>
          <p:cNvPr id="54" name="線條"/>
          <p:cNvSpPr/>
          <p:nvPr/>
        </p:nvSpPr>
        <p:spPr>
          <a:xfrm>
            <a:off x="2520560" y="4789170"/>
            <a:ext cx="1325880" cy="0"/>
          </a:xfrm>
          <a:prstGeom prst="line">
            <a:avLst/>
          </a:prstGeom>
          <a:noFill/>
          <a:ln w="19812">
            <a:solidFill>
              <a:srgbClr val="8C8C8C"/>
            </a:solidFill>
            <a:prstDash val="solid"/>
            <a:tailEnd type="triangle" w="lg" len="lg"/>
          </a:ln>
        </p:spPr>
      </p:sp>
      <p:sp>
        <p:nvSpPr>
          <p:cNvPr id="55" name="圖說"/>
          <p:cNvSpPr/>
          <p:nvPr/>
        </p:nvSpPr>
        <p:spPr>
          <a:xfrm>
            <a:off x="2343150" y="505777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細直線箭頭</a:t>
            </a:r>
            <a:endParaRPr lang="en-US" sz="1050" dirty="0"/>
          </a:p>
        </p:txBody>
      </p:sp>
      <p:sp>
        <p:nvSpPr>
          <p:cNvPr id="56" name="線條"/>
          <p:cNvSpPr/>
          <p:nvPr/>
        </p:nvSpPr>
        <p:spPr>
          <a:xfrm>
            <a:off x="4269840" y="4789170"/>
            <a:ext cx="1325880" cy="0"/>
          </a:xfrm>
          <a:prstGeom prst="line">
            <a:avLst/>
          </a:prstGeom>
          <a:noFill/>
          <a:ln w="35687">
            <a:solidFill>
              <a:srgbClr val="0F7C80"/>
            </a:solidFill>
            <a:prstDash val="solid"/>
            <a:tailEnd type="triangle"/>
          </a:ln>
        </p:spPr>
      </p:sp>
      <p:sp>
        <p:nvSpPr>
          <p:cNvPr id="57" name="圖說"/>
          <p:cNvSpPr/>
          <p:nvPr/>
        </p:nvSpPr>
        <p:spPr>
          <a:xfrm>
            <a:off x="4092430" y="505777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粗箭頭</a:t>
            </a:r>
            <a:endParaRPr lang="en-US" sz="1050" dirty="0"/>
          </a:p>
        </p:txBody>
      </p:sp>
      <p:sp>
        <p:nvSpPr>
          <p:cNvPr id="58" name="連接線"/>
          <p:cNvSpPr/>
          <p:nvPr/>
        </p:nvSpPr>
        <p:spPr>
          <a:xfrm>
            <a:off x="6019120" y="4617720"/>
            <a:ext cx="1325880" cy="342900"/>
          </a:xfrm>
          <a:custGeom>
            <a:avLst/>
            <a:gdLst/>
            <a:ahLst/>
            <a:cxnLst/>
            <a:rect l="l" t="t" r="r" b="b"/>
            <a:pathLst>
              <a:path w="1325880" h="342900">
                <a:moveTo>
                  <a:pt x="0" y="0"/>
                </a:moveTo>
                <a:lnTo>
                  <a:pt x="662940" y="0"/>
                </a:lnTo>
                <a:lnTo>
                  <a:pt x="662940" y="342900"/>
                </a:lnTo>
                <a:lnTo>
                  <a:pt x="1325880" y="342900"/>
                </a:lnTo>
              </a:path>
            </a:pathLst>
          </a:custGeom>
          <a:noFill/>
          <a:ln w="19812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圖說"/>
          <p:cNvSpPr/>
          <p:nvPr/>
        </p:nvSpPr>
        <p:spPr>
          <a:xfrm>
            <a:off x="5841710" y="505777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折線連接</a:t>
            </a:r>
            <a:endParaRPr lang="en-US" sz="1050" dirty="0"/>
          </a:p>
        </p:txBody>
      </p:sp>
      <p:sp>
        <p:nvSpPr>
          <p:cNvPr id="60" name="線條"/>
          <p:cNvSpPr/>
          <p:nvPr/>
        </p:nvSpPr>
        <p:spPr>
          <a:xfrm>
            <a:off x="7768400" y="4789170"/>
            <a:ext cx="1325880" cy="0"/>
          </a:xfrm>
          <a:prstGeom prst="line">
            <a:avLst/>
          </a:prstGeom>
          <a:noFill/>
          <a:ln w="19812">
            <a:solidFill>
              <a:srgbClr val="707070"/>
            </a:solidFill>
            <a:prstDash val="sysDash"/>
            <a:tailEnd type="arrow"/>
          </a:ln>
        </p:spPr>
      </p:sp>
      <p:sp>
        <p:nvSpPr>
          <p:cNvPr id="61" name="圖說"/>
          <p:cNvSpPr/>
          <p:nvPr/>
        </p:nvSpPr>
        <p:spPr>
          <a:xfrm>
            <a:off x="7590990" y="505777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虛線（次要／回饋）</a:t>
            </a:r>
            <a:endParaRPr lang="en-US" sz="1050" dirty="0"/>
          </a:p>
        </p:txBody>
      </p:sp>
      <p:sp>
        <p:nvSpPr>
          <p:cNvPr id="62" name="線條"/>
          <p:cNvSpPr/>
          <p:nvPr/>
        </p:nvSpPr>
        <p:spPr>
          <a:xfrm>
            <a:off x="9517679" y="4789170"/>
            <a:ext cx="1325880" cy="0"/>
          </a:xfrm>
          <a:prstGeom prst="line">
            <a:avLst/>
          </a:prstGeom>
          <a:noFill/>
          <a:ln w="19812">
            <a:solidFill>
              <a:srgbClr val="8C8C8C"/>
            </a:solidFill>
            <a:prstDash val="solid"/>
            <a:headEnd type="triangle" w="lg" len="lg"/>
            <a:tailEnd type="triangle" w="lg" len="lg"/>
          </a:ln>
        </p:spPr>
      </p:sp>
      <p:sp>
        <p:nvSpPr>
          <p:cNvPr id="63" name="圖說"/>
          <p:cNvSpPr/>
          <p:nvPr/>
        </p:nvSpPr>
        <p:spPr>
          <a:xfrm>
            <a:off x="9340269" y="505777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雙向箭頭</a:t>
            </a:r>
            <a:endParaRPr lang="en-US" sz="1050" dirty="0"/>
          </a:p>
        </p:txBody>
      </p:sp>
      <p:grpSp>
        <p:nvGrpSpPr>
          <p:cNvPr id="5001" name="▶ 三角／V 形分隔"/>
          <p:cNvGrpSpPr/>
          <p:nvPr/>
        </p:nvGrpSpPr>
        <p:grpSpPr>
          <a:xfrm>
            <a:off x="11518419" y="4629150"/>
            <a:ext cx="800100" cy="320040"/>
            <a:chOff x="11518419" y="4629150"/>
            <a:chExt cx="800100" cy="320040"/>
          </a:xfrm>
        </p:grpSpPr>
        <p:sp>
          <p:nvSpPr>
            <p:cNvPr id="64" name="三角分隔"/>
            <p:cNvSpPr/>
            <p:nvPr/>
          </p:nvSpPr>
          <p:spPr>
            <a:xfrm>
              <a:off x="11518419" y="4663440"/>
              <a:ext cx="194310" cy="251460"/>
            </a:xfrm>
            <a:custGeom>
              <a:avLst/>
              <a:gdLst/>
              <a:ahLst/>
              <a:cxnLst/>
              <a:rect l="l" t="t" r="r" b="b"/>
              <a:pathLst>
                <a:path w="194310" h="251460">
                  <a:moveTo>
                    <a:pt x="0" y="0"/>
                  </a:moveTo>
                  <a:lnTo>
                    <a:pt x="194310" y="125730"/>
                  </a:lnTo>
                  <a:lnTo>
                    <a:pt x="0" y="25146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5" name="V 形分隔"/>
            <p:cNvSpPr/>
            <p:nvPr/>
          </p:nvSpPr>
          <p:spPr>
            <a:xfrm>
              <a:off x="12135639" y="4629150"/>
              <a:ext cx="182880" cy="320040"/>
            </a:xfrm>
            <a:prstGeom prst="chevron">
              <a:avLst>
                <a:gd name="adj" fmla="val 62500"/>
              </a:avLst>
            </a:prstGeom>
            <a:solidFill>
              <a:srgbClr val="0F7C8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66" name="圖說"/>
          <p:cNvSpPr/>
          <p:nvPr/>
        </p:nvSpPr>
        <p:spPr>
          <a:xfrm>
            <a:off x="11089549" y="505777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三角／V 形分隔</a:t>
            </a:r>
            <a:endParaRPr lang="en-US" sz="1050" dirty="0"/>
          </a:p>
        </p:txBody>
      </p:sp>
      <p:sp>
        <p:nvSpPr>
          <p:cNvPr id="67" name="區塊箭頭"/>
          <p:cNvSpPr/>
          <p:nvPr/>
        </p:nvSpPr>
        <p:spPr>
          <a:xfrm>
            <a:off x="13050529" y="4560570"/>
            <a:ext cx="1257300" cy="457200"/>
          </a:xfrm>
          <a:custGeom>
            <a:avLst/>
            <a:gdLst/>
            <a:ahLst/>
            <a:cxnLst/>
            <a:rect l="l" t="t" r="r" b="b"/>
            <a:pathLst>
              <a:path w="1257300" h="457200">
                <a:moveTo>
                  <a:pt x="0" y="137160"/>
                </a:moveTo>
                <a:lnTo>
                  <a:pt x="982980" y="137160"/>
                </a:lnTo>
                <a:lnTo>
                  <a:pt x="982980" y="0"/>
                </a:lnTo>
                <a:lnTo>
                  <a:pt x="1257300" y="228600"/>
                </a:lnTo>
                <a:lnTo>
                  <a:pt x="982980" y="457200"/>
                </a:lnTo>
                <a:lnTo>
                  <a:pt x="982980" y="320040"/>
                </a:lnTo>
                <a:lnTo>
                  <a:pt x="0" y="320040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圖說"/>
          <p:cNvSpPr/>
          <p:nvPr/>
        </p:nvSpPr>
        <p:spPr>
          <a:xfrm>
            <a:off x="12838829" y="505777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區塊箭頭</a:t>
            </a:r>
            <a:endParaRPr lang="en-US" sz="1050" dirty="0"/>
          </a:p>
        </p:txBody>
      </p:sp>
      <p:sp>
        <p:nvSpPr>
          <p:cNvPr id="69" name="線條"/>
          <p:cNvSpPr/>
          <p:nvPr/>
        </p:nvSpPr>
        <p:spPr>
          <a:xfrm>
            <a:off x="685800" y="527494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70" name="類別"/>
          <p:cNvSpPr/>
          <p:nvPr/>
        </p:nvSpPr>
        <p:spPr>
          <a:xfrm>
            <a:off x="685800" y="5434965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例外與警示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Exception</a:t>
            </a:r>
            <a:endParaRPr lang="en-US" sz="1750" dirty="0"/>
          </a:p>
        </p:txBody>
      </p:sp>
      <p:sp>
        <p:nvSpPr>
          <p:cNvPr id="71" name="警示方塊"/>
          <p:cNvSpPr/>
          <p:nvPr/>
        </p:nvSpPr>
        <p:spPr>
          <a:xfrm>
            <a:off x="2497700" y="5337810"/>
            <a:ext cx="1371600" cy="50292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23876">
            <a:solidFill>
              <a:srgbClr val="F2A541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B67C3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例外狀況</a:t>
            </a:r>
            <a:endParaRPr lang="en-US" sz="1450" dirty="0"/>
          </a:p>
        </p:txBody>
      </p:sp>
      <p:sp>
        <p:nvSpPr>
          <p:cNvPr id="72" name="圖說"/>
          <p:cNvSpPr/>
          <p:nvPr/>
        </p:nvSpPr>
        <p:spPr>
          <a:xfrm>
            <a:off x="2343150" y="58807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警示外框</a:t>
            </a:r>
            <a:endParaRPr lang="en-US" sz="1050" dirty="0"/>
          </a:p>
        </p:txBody>
      </p:sp>
      <p:sp>
        <p:nvSpPr>
          <p:cNvPr id="73" name="警示方塊"/>
          <p:cNvSpPr/>
          <p:nvPr/>
        </p:nvSpPr>
        <p:spPr>
          <a:xfrm>
            <a:off x="4246980" y="5337810"/>
            <a:ext cx="1371600" cy="502920"/>
          </a:xfrm>
          <a:prstGeom prst="roundRect">
            <a:avLst>
              <a:gd name="adj" fmla="val 22727"/>
            </a:avLst>
          </a:prstGeom>
          <a:solidFill>
            <a:srgbClr val="FDF2E4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B67C3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注意事項</a:t>
            </a:r>
            <a:endParaRPr lang="en-US" sz="1450" dirty="0"/>
          </a:p>
        </p:txBody>
      </p:sp>
      <p:sp>
        <p:nvSpPr>
          <p:cNvPr id="74" name="圖說"/>
          <p:cNvSpPr/>
          <p:nvPr/>
        </p:nvSpPr>
        <p:spPr>
          <a:xfrm>
            <a:off x="4092430" y="58807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警示淺底</a:t>
            </a:r>
            <a:endParaRPr lang="en-US" sz="1050" dirty="0"/>
          </a:p>
        </p:txBody>
      </p:sp>
      <p:sp>
        <p:nvSpPr>
          <p:cNvPr id="75" name="警示方塊"/>
          <p:cNvSpPr/>
          <p:nvPr/>
        </p:nvSpPr>
        <p:spPr>
          <a:xfrm>
            <a:off x="5996260" y="5337810"/>
            <a:ext cx="1371600" cy="502920"/>
          </a:xfrm>
          <a:prstGeom prst="roundRect">
            <a:avLst>
              <a:gd name="adj" fmla="val 22727"/>
            </a:avLst>
          </a:prstGeom>
          <a:solidFill>
            <a:srgbClr val="F2A541"/>
          </a:solidFill>
          <a:ln>
            <a:noFill/>
          </a:ln>
          <a:effectLst>
            <a:outerShdw blurRad="95250" dist="23876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中止</a:t>
            </a:r>
            <a:endParaRPr lang="en-US" sz="1450" dirty="0"/>
          </a:p>
        </p:txBody>
      </p:sp>
      <p:sp>
        <p:nvSpPr>
          <p:cNvPr id="76" name="圖說"/>
          <p:cNvSpPr/>
          <p:nvPr/>
        </p:nvSpPr>
        <p:spPr>
          <a:xfrm>
            <a:off x="5841710" y="58807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深底警示</a:t>
            </a:r>
            <a:endParaRPr lang="en-US" sz="1050" dirty="0"/>
          </a:p>
        </p:txBody>
      </p:sp>
      <p:grpSp>
        <p:nvGrpSpPr>
          <p:cNvPr id="5002" name="警告三角"/>
          <p:cNvGrpSpPr/>
          <p:nvPr/>
        </p:nvGrpSpPr>
        <p:grpSpPr>
          <a:xfrm>
            <a:off x="8133812" y="5332781"/>
            <a:ext cx="595055" cy="512978"/>
            <a:chOff x="8133812" y="5332781"/>
            <a:chExt cx="595055" cy="512978"/>
          </a:xfrm>
        </p:grpSpPr>
        <p:sp>
          <p:nvSpPr>
            <p:cNvPr id="77" name="警告三角"/>
            <p:cNvSpPr/>
            <p:nvPr/>
          </p:nvSpPr>
          <p:spPr>
            <a:xfrm>
              <a:off x="8133812" y="5332781"/>
              <a:ext cx="595055" cy="512978"/>
            </a:xfrm>
            <a:custGeom>
              <a:avLst/>
              <a:gdLst/>
              <a:ahLst/>
              <a:cxnLst/>
              <a:rect l="l" t="t" r="r" b="b"/>
              <a:pathLst>
                <a:path w="595055" h="512978">
                  <a:moveTo>
                    <a:pt x="0" y="512978"/>
                  </a:moveTo>
                  <a:lnTo>
                    <a:pt x="297527" y="0"/>
                  </a:lnTo>
                  <a:lnTo>
                    <a:pt x="595055" y="512978"/>
                  </a:lnTo>
                  <a:close/>
                </a:path>
              </a:pathLst>
            </a:custGeom>
            <a:solidFill>
              <a:srgbClr val="F2A541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8" name="驚嘆號"/>
            <p:cNvSpPr/>
            <p:nvPr/>
          </p:nvSpPr>
          <p:spPr>
            <a:xfrm>
              <a:off x="8133812" y="5486674"/>
              <a:ext cx="595055" cy="3488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15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!</a:t>
              </a:r>
              <a:endParaRPr lang="en-US" sz="2150" dirty="0"/>
            </a:p>
          </p:txBody>
        </p:sp>
      </p:grpSp>
      <p:sp>
        <p:nvSpPr>
          <p:cNvPr id="79" name="圖說"/>
          <p:cNvSpPr/>
          <p:nvPr/>
        </p:nvSpPr>
        <p:spPr>
          <a:xfrm>
            <a:off x="7590990" y="58807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警告三角</a:t>
            </a:r>
            <a:endParaRPr lang="en-US" sz="1050" dirty="0"/>
          </a:p>
        </p:txBody>
      </p:sp>
      <p:sp>
        <p:nvSpPr>
          <p:cNvPr id="80" name="錯誤標記"/>
          <p:cNvSpPr/>
          <p:nvPr/>
        </p:nvSpPr>
        <p:spPr>
          <a:xfrm>
            <a:off x="9974422" y="5383073"/>
            <a:ext cx="412394" cy="41239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000" dirty="0"/>
          </a:p>
        </p:txBody>
      </p:sp>
      <p:sp>
        <p:nvSpPr>
          <p:cNvPr id="81" name="圖說"/>
          <p:cNvSpPr/>
          <p:nvPr/>
        </p:nvSpPr>
        <p:spPr>
          <a:xfrm>
            <a:off x="9340269" y="58807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錯誤標記</a:t>
            </a:r>
            <a:endParaRPr lang="en-US" sz="1050" dirty="0"/>
          </a:p>
        </p:txBody>
      </p:sp>
      <p:grpSp>
        <p:nvGrpSpPr>
          <p:cNvPr id="5003" name="紅點提示"/>
          <p:cNvGrpSpPr/>
          <p:nvPr/>
        </p:nvGrpSpPr>
        <p:grpSpPr>
          <a:xfrm>
            <a:off x="11244099" y="5263515"/>
            <a:ext cx="1445895" cy="577215"/>
            <a:chOff x="11244099" y="5263515"/>
            <a:chExt cx="1445895" cy="577215"/>
          </a:xfrm>
        </p:grpSpPr>
        <p:sp>
          <p:nvSpPr>
            <p:cNvPr id="82" name="流程方塊"/>
            <p:cNvSpPr/>
            <p:nvPr/>
          </p:nvSpPr>
          <p:spPr>
            <a:xfrm>
              <a:off x="11244099" y="5337810"/>
              <a:ext cx="1371600" cy="50292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15875">
              <a:solidFill>
                <a:srgbClr val="BFBFBF"/>
              </a:solidFill>
              <a:prstDash val="solid"/>
            </a:ln>
          </p:spPr>
          <p:txBody>
            <a:bodyPr wrap="square" lIns="31750" tIns="0" rIns="31750" bIns="0" rtlCol="0" anchor="ctr"/>
            <a:lstStyle/>
            <a:p>
              <a:pPr algn="ctr" indent="0" marL="0">
                <a:buNone/>
              </a:pPr>
              <a:r>
                <a:rPr lang="en-US" sz="14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待處理</a:t>
              </a:r>
              <a:endParaRPr lang="en-US" sz="1450" dirty="0"/>
            </a:p>
          </p:txBody>
        </p:sp>
        <p:sp>
          <p:nvSpPr>
            <p:cNvPr id="83" name="提示紅點"/>
            <p:cNvSpPr/>
            <p:nvPr/>
          </p:nvSpPr>
          <p:spPr>
            <a:xfrm>
              <a:off x="12495684" y="5263515"/>
              <a:ext cx="194310" cy="194310"/>
            </a:xfrm>
            <a:prstGeom prst="ellipse">
              <a:avLst/>
            </a:prstGeom>
            <a:solidFill>
              <a:srgbClr val="F2A541"/>
            </a:solidFill>
            <a:ln w="19812">
              <a:solidFill>
                <a:srgbClr val="FFFFF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84" name="圖說"/>
          <p:cNvSpPr/>
          <p:nvPr/>
        </p:nvSpPr>
        <p:spPr>
          <a:xfrm>
            <a:off x="11089549" y="58807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紅點提示</a:t>
            </a:r>
            <a:endParaRPr lang="en-US" sz="1050" dirty="0"/>
          </a:p>
        </p:txBody>
      </p:sp>
      <p:sp>
        <p:nvSpPr>
          <p:cNvPr id="85" name="連接線"/>
          <p:cNvSpPr/>
          <p:nvPr/>
        </p:nvSpPr>
        <p:spPr>
          <a:xfrm>
            <a:off x="13016239" y="5406390"/>
            <a:ext cx="1325880" cy="365760"/>
          </a:xfrm>
          <a:custGeom>
            <a:avLst/>
            <a:gdLst/>
            <a:ahLst/>
            <a:cxnLst/>
            <a:rect l="l" t="t" r="r" b="b"/>
            <a:pathLst>
              <a:path w="1325880" h="365760">
                <a:moveTo>
                  <a:pt x="0" y="0"/>
                </a:moveTo>
                <a:lnTo>
                  <a:pt x="548640" y="0"/>
                </a:lnTo>
                <a:lnTo>
                  <a:pt x="548640" y="365760"/>
                </a:lnTo>
                <a:lnTo>
                  <a:pt x="1325880" y="365760"/>
                </a:lnTo>
              </a:path>
            </a:pathLst>
          </a:custGeom>
          <a:noFill/>
          <a:ln w="19812">
            <a:solidFill>
              <a:srgbClr val="F2A541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圖說"/>
          <p:cNvSpPr/>
          <p:nvPr/>
        </p:nvSpPr>
        <p:spPr>
          <a:xfrm>
            <a:off x="12838829" y="58807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例外路徑（虛線）</a:t>
            </a:r>
            <a:endParaRPr lang="en-US" sz="1050" dirty="0"/>
          </a:p>
        </p:txBody>
      </p:sp>
      <p:sp>
        <p:nvSpPr>
          <p:cNvPr id="87" name="線條"/>
          <p:cNvSpPr/>
          <p:nvPr/>
        </p:nvSpPr>
        <p:spPr>
          <a:xfrm>
            <a:off x="685800" y="609790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88" name="類別"/>
          <p:cNvSpPr/>
          <p:nvPr/>
        </p:nvSpPr>
        <p:spPr>
          <a:xfrm>
            <a:off x="685800" y="6360795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圓形・編號・標籤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Circle / Badge / Tag</a:t>
            </a:r>
            <a:endParaRPr lang="en-US" sz="1750" dirty="0"/>
          </a:p>
        </p:txBody>
      </p:sp>
      <p:sp>
        <p:nvSpPr>
          <p:cNvPr id="89" name="光暈大圓"/>
          <p:cNvSpPr/>
          <p:nvPr/>
        </p:nvSpPr>
        <p:spPr>
          <a:xfrm>
            <a:off x="2829170" y="6160770"/>
            <a:ext cx="708660" cy="70866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120015" dist="19050" dir="5400000" sx="100840" sy="10084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0" name="圖說"/>
          <p:cNvSpPr/>
          <p:nvPr/>
        </p:nvSpPr>
        <p:spPr>
          <a:xfrm>
            <a:off x="2343150" y="69094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光暈大圓</a:t>
            </a:r>
            <a:endParaRPr lang="en-US" sz="1050" dirty="0"/>
          </a:p>
        </p:txBody>
      </p:sp>
      <p:grpSp>
        <p:nvGrpSpPr>
          <p:cNvPr id="5004" name="光暈＋外圈細環"/>
          <p:cNvGrpSpPr/>
          <p:nvPr/>
        </p:nvGrpSpPr>
        <p:grpSpPr>
          <a:xfrm>
            <a:off x="4509870" y="6092190"/>
            <a:ext cx="845820" cy="845820"/>
            <a:chOff x="4509870" y="6092190"/>
            <a:chExt cx="845820" cy="845820"/>
          </a:xfrm>
        </p:grpSpPr>
        <p:sp>
          <p:nvSpPr>
            <p:cNvPr id="91" name="外圈細環"/>
            <p:cNvSpPr/>
            <p:nvPr/>
          </p:nvSpPr>
          <p:spPr>
            <a:xfrm>
              <a:off x="4509870" y="6092190"/>
              <a:ext cx="845820" cy="845820"/>
            </a:xfrm>
            <a:prstGeom prst="ellipse">
              <a:avLst/>
            </a:prstGeom>
            <a:noFill/>
            <a:ln w="11938">
              <a:solidFill>
                <a:srgbClr val="E6E6E6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2" name="光暈大圓"/>
            <p:cNvSpPr/>
            <p:nvPr/>
          </p:nvSpPr>
          <p:spPr>
            <a:xfrm>
              <a:off x="4578450" y="6160770"/>
              <a:ext cx="708660" cy="7086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120015" dist="19050" dir="5400000" sx="100840" sy="100840" algn="ctr" rotWithShape="0">
                <a:srgbClr val="000000">
                  <a:alpha val="25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93" name="圖說"/>
          <p:cNvSpPr/>
          <p:nvPr/>
        </p:nvSpPr>
        <p:spPr>
          <a:xfrm>
            <a:off x="4092430" y="69094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光暈＋外圈細環</a:t>
            </a:r>
            <a:endParaRPr lang="en-US" sz="1050" dirty="0"/>
          </a:p>
        </p:txBody>
      </p:sp>
      <p:sp>
        <p:nvSpPr>
          <p:cNvPr id="94" name="外框圓"/>
          <p:cNvSpPr/>
          <p:nvPr/>
        </p:nvSpPr>
        <p:spPr>
          <a:xfrm>
            <a:off x="6327730" y="6160770"/>
            <a:ext cx="708660" cy="70866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圖說"/>
          <p:cNvSpPr/>
          <p:nvPr/>
        </p:nvSpPr>
        <p:spPr>
          <a:xfrm>
            <a:off x="5841710" y="69094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無陰影外框圓</a:t>
            </a:r>
            <a:endParaRPr lang="en-US" sz="1050" dirty="0"/>
          </a:p>
        </p:txBody>
      </p:sp>
      <p:grpSp>
        <p:nvGrpSpPr>
          <p:cNvPr id="5005" name="編號徽章"/>
          <p:cNvGrpSpPr/>
          <p:nvPr/>
        </p:nvGrpSpPr>
        <p:grpSpPr>
          <a:xfrm>
            <a:off x="7694790" y="6258611"/>
            <a:ext cx="1473098" cy="512978"/>
            <a:chOff x="7694790" y="6258611"/>
            <a:chExt cx="1473098" cy="512978"/>
          </a:xfrm>
        </p:grpSpPr>
        <p:sp>
          <p:nvSpPr>
            <p:cNvPr id="96" name="Text 94"/>
            <p:cNvSpPr/>
            <p:nvPr/>
          </p:nvSpPr>
          <p:spPr>
            <a:xfrm>
              <a:off x="7694790" y="6258611"/>
              <a:ext cx="512978" cy="512978"/>
            </a:xfrm>
            <a:prstGeom prst="ellipse">
              <a:avLst/>
            </a:prstGeom>
            <a:solidFill>
              <a:srgbClr val="E0F0F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7" name="編號"/>
            <p:cNvSpPr/>
            <p:nvPr/>
          </p:nvSpPr>
          <p:spPr>
            <a:xfrm>
              <a:off x="7756970" y="6320790"/>
              <a:ext cx="388620" cy="388620"/>
            </a:xfrm>
            <a:prstGeom prst="ellipse">
              <a:avLst/>
            </a:prstGeom>
            <a:solidFill>
              <a:srgbClr val="0F7C80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2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1</a:t>
              </a:r>
              <a:endParaRPr lang="en-US" sz="1250" dirty="0"/>
            </a:p>
          </p:txBody>
        </p:sp>
        <p:sp>
          <p:nvSpPr>
            <p:cNvPr id="98" name="Text 96"/>
            <p:cNvSpPr/>
            <p:nvPr/>
          </p:nvSpPr>
          <p:spPr>
            <a:xfrm>
              <a:off x="8174850" y="6258611"/>
              <a:ext cx="512978" cy="512978"/>
            </a:xfrm>
            <a:prstGeom prst="ellipse">
              <a:avLst/>
            </a:prstGeom>
            <a:solidFill>
              <a:srgbClr val="E0F0F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9" name="編號"/>
            <p:cNvSpPr/>
            <p:nvPr/>
          </p:nvSpPr>
          <p:spPr>
            <a:xfrm>
              <a:off x="8237030" y="6320790"/>
              <a:ext cx="388620" cy="388620"/>
            </a:xfrm>
            <a:prstGeom prst="ellipse">
              <a:avLst/>
            </a:prstGeom>
            <a:solidFill>
              <a:srgbClr val="0F7C80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2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endParaRPr lang="en-US" sz="1250" dirty="0"/>
            </a:p>
          </p:txBody>
        </p:sp>
        <p:sp>
          <p:nvSpPr>
            <p:cNvPr id="100" name="Text 98"/>
            <p:cNvSpPr/>
            <p:nvPr/>
          </p:nvSpPr>
          <p:spPr>
            <a:xfrm>
              <a:off x="8654910" y="6258611"/>
              <a:ext cx="512978" cy="512978"/>
            </a:xfrm>
            <a:prstGeom prst="ellipse">
              <a:avLst/>
            </a:prstGeom>
            <a:solidFill>
              <a:srgbClr val="FCE9D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1" name="編號"/>
            <p:cNvSpPr/>
            <p:nvPr/>
          </p:nvSpPr>
          <p:spPr>
            <a:xfrm>
              <a:off x="8717090" y="6320790"/>
              <a:ext cx="388620" cy="388620"/>
            </a:xfrm>
            <a:prstGeom prst="ellipse">
              <a:avLst/>
            </a:prstGeom>
            <a:solidFill>
              <a:srgbClr val="F2A541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2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3</a:t>
              </a:r>
              <a:endParaRPr lang="en-US" sz="1250" dirty="0"/>
            </a:p>
          </p:txBody>
        </p:sp>
      </p:grpSp>
      <p:sp>
        <p:nvSpPr>
          <p:cNvPr id="102" name="圖說"/>
          <p:cNvSpPr/>
          <p:nvPr/>
        </p:nvSpPr>
        <p:spPr>
          <a:xfrm>
            <a:off x="7590990" y="69094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編號徽章</a:t>
            </a:r>
            <a:endParaRPr lang="en-US" sz="1050" dirty="0"/>
          </a:p>
        </p:txBody>
      </p:sp>
      <p:sp>
        <p:nvSpPr>
          <p:cNvPr id="103" name="標籤"/>
          <p:cNvSpPr/>
          <p:nvPr/>
        </p:nvSpPr>
        <p:spPr>
          <a:xfrm>
            <a:off x="9677750" y="6332220"/>
            <a:ext cx="1005738" cy="365760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  <a:effectLst>
            <a:outerShdw blurRad="95250" dist="23876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1400" dirty="0"/>
          </a:p>
        </p:txBody>
      </p:sp>
      <p:sp>
        <p:nvSpPr>
          <p:cNvPr id="104" name="圖說"/>
          <p:cNvSpPr/>
          <p:nvPr/>
        </p:nvSpPr>
        <p:spPr>
          <a:xfrm>
            <a:off x="9340269" y="69094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深色標籤</a:t>
            </a:r>
            <a:endParaRPr lang="en-US" sz="1050" dirty="0"/>
          </a:p>
        </p:txBody>
      </p:sp>
      <p:grpSp>
        <p:nvGrpSpPr>
          <p:cNvPr id="5006" name="淺色／灰階標籤"/>
          <p:cNvGrpSpPr/>
          <p:nvPr/>
        </p:nvGrpSpPr>
        <p:grpSpPr>
          <a:xfrm>
            <a:off x="11237749" y="6343650"/>
            <a:ext cx="1384300" cy="342900"/>
            <a:chOff x="11237749" y="6343650"/>
            <a:chExt cx="1384300" cy="342900"/>
          </a:xfrm>
        </p:grpSpPr>
        <p:sp>
          <p:nvSpPr>
            <p:cNvPr id="105" name="標籤"/>
            <p:cNvSpPr/>
            <p:nvPr/>
          </p:nvSpPr>
          <p:spPr>
            <a:xfrm>
              <a:off x="11237749" y="6343650"/>
              <a:ext cx="646430" cy="342900"/>
            </a:xfrm>
            <a:prstGeom prst="roundRect">
              <a:avLst>
                <a:gd name="adj" fmla="val 50000"/>
              </a:avLst>
            </a:prstGeom>
            <a:solidFill>
              <a:srgbClr val="FCEBD5"/>
            </a:solidFill>
            <a:ln>
              <a:noFill/>
            </a:ln>
          </p:spPr>
          <p:txBody>
            <a:bodyPr wrap="square" lIns="31750" tIns="0" rIns="31750" bIns="0" rtlCol="0" anchor="ctr"/>
            <a:lstStyle/>
            <a:p>
              <a:pPr algn="ctr" indent="0" marL="0">
                <a:buNone/>
              </a:pPr>
              <a:r>
                <a:rPr lang="en-US" sz="1400" b="1" dirty="0">
                  <a:solidFill>
                    <a:srgbClr val="855B24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輔助</a:t>
              </a:r>
              <a:endParaRPr lang="en-US" sz="1400" dirty="0"/>
            </a:p>
          </p:txBody>
        </p:sp>
        <p:sp>
          <p:nvSpPr>
            <p:cNvPr id="106" name="標籤"/>
            <p:cNvSpPr/>
            <p:nvPr/>
          </p:nvSpPr>
          <p:spPr>
            <a:xfrm>
              <a:off x="11975619" y="6343650"/>
              <a:ext cx="646430" cy="342900"/>
            </a:xfrm>
            <a:prstGeom prst="roundRect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lIns="31750" tIns="0" rIns="31750" bIns="0" rtlCol="0" anchor="ctr"/>
            <a:lstStyle/>
            <a:p>
              <a:pPr algn="ctr" indent="0" marL="0">
                <a:buNone/>
              </a:pPr>
              <a:r>
                <a:rPr lang="en-US" sz="14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灰階</a:t>
              </a:r>
              <a:endParaRPr lang="en-US" sz="1400" dirty="0"/>
            </a:p>
          </p:txBody>
        </p:sp>
      </p:grpSp>
      <p:sp>
        <p:nvSpPr>
          <p:cNvPr id="107" name="圖說"/>
          <p:cNvSpPr/>
          <p:nvPr/>
        </p:nvSpPr>
        <p:spPr>
          <a:xfrm>
            <a:off x="11089549" y="69094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淺色／灰階標籤</a:t>
            </a:r>
            <a:endParaRPr lang="en-US" sz="1050" dirty="0"/>
          </a:p>
        </p:txBody>
      </p:sp>
      <p:grpSp>
        <p:nvGrpSpPr>
          <p:cNvPr id="5007" name="小圓點"/>
          <p:cNvGrpSpPr/>
          <p:nvPr/>
        </p:nvGrpSpPr>
        <p:grpSpPr>
          <a:xfrm>
            <a:off x="13250554" y="6429375"/>
            <a:ext cx="857250" cy="171450"/>
            <a:chOff x="13250554" y="6429375"/>
            <a:chExt cx="857250" cy="171450"/>
          </a:xfrm>
        </p:grpSpPr>
        <p:sp>
          <p:nvSpPr>
            <p:cNvPr id="108" name="圓點"/>
            <p:cNvSpPr/>
            <p:nvPr/>
          </p:nvSpPr>
          <p:spPr>
            <a:xfrm>
              <a:off x="13250554" y="6429375"/>
              <a:ext cx="171450" cy="171450"/>
            </a:xfrm>
            <a:prstGeom prst="ellipse">
              <a:avLst/>
            </a:prstGeom>
            <a:solidFill>
              <a:srgbClr val="0F7C8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9" name="圓點"/>
            <p:cNvSpPr/>
            <p:nvPr/>
          </p:nvSpPr>
          <p:spPr>
            <a:xfrm>
              <a:off x="13593454" y="6429375"/>
              <a:ext cx="171450" cy="171450"/>
            </a:xfrm>
            <a:prstGeom prst="ellipse">
              <a:avLst/>
            </a:prstGeom>
            <a:solidFill>
              <a:srgbClr val="F2A541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10" name="圓點"/>
            <p:cNvSpPr/>
            <p:nvPr/>
          </p:nvSpPr>
          <p:spPr>
            <a:xfrm>
              <a:off x="13936354" y="6429375"/>
              <a:ext cx="171450" cy="17145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11" name="圖說"/>
          <p:cNvSpPr/>
          <p:nvPr/>
        </p:nvSpPr>
        <p:spPr>
          <a:xfrm>
            <a:off x="12838829" y="69094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小圓點</a:t>
            </a:r>
            <a:endParaRPr lang="en-US" sz="1050" dirty="0"/>
          </a:p>
        </p:txBody>
      </p:sp>
      <p:sp>
        <p:nvSpPr>
          <p:cNvPr id="112" name="線條"/>
          <p:cNvSpPr/>
          <p:nvPr/>
        </p:nvSpPr>
        <p:spPr>
          <a:xfrm>
            <a:off x="685800" y="712660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113" name="類別"/>
          <p:cNvSpPr/>
          <p:nvPr/>
        </p:nvSpPr>
        <p:spPr>
          <a:xfrm>
            <a:off x="685800" y="7298055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容器與群組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Container</a:t>
            </a:r>
            <a:endParaRPr lang="en-US" sz="1750" dirty="0"/>
          </a:p>
        </p:txBody>
      </p:sp>
      <p:grpSp>
        <p:nvGrpSpPr>
          <p:cNvPr id="5008" name="虛線群組框"/>
          <p:cNvGrpSpPr/>
          <p:nvPr/>
        </p:nvGrpSpPr>
        <p:grpSpPr>
          <a:xfrm>
            <a:off x="2497700" y="7155180"/>
            <a:ext cx="1371600" cy="560070"/>
            <a:chOff x="2497700" y="7155180"/>
            <a:chExt cx="1371600" cy="560070"/>
          </a:xfrm>
        </p:grpSpPr>
        <p:sp>
          <p:nvSpPr>
            <p:cNvPr id="114" name="群組框"/>
            <p:cNvSpPr/>
            <p:nvPr/>
          </p:nvSpPr>
          <p:spPr>
            <a:xfrm>
              <a:off x="2497700" y="7258050"/>
              <a:ext cx="1371600" cy="457200"/>
            </a:xfrm>
            <a:prstGeom prst="roundRect">
              <a:avLst>
                <a:gd name="adj" fmla="val 25000"/>
              </a:avLst>
            </a:prstGeom>
            <a:noFill/>
            <a:ln w="11938">
              <a:solidFill>
                <a:srgbClr val="8C8C8C"/>
              </a:solidFill>
              <a:prstDash val="dash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15" name="群組名稱"/>
            <p:cNvSpPr/>
            <p:nvPr/>
          </p:nvSpPr>
          <p:spPr>
            <a:xfrm>
              <a:off x="2612000" y="7155180"/>
              <a:ext cx="708660" cy="2057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群組 A</a:t>
              </a:r>
              <a:endParaRPr lang="en-US" sz="1000" dirty="0"/>
            </a:p>
          </p:txBody>
        </p:sp>
      </p:grpSp>
      <p:sp>
        <p:nvSpPr>
          <p:cNvPr id="116" name="圖說"/>
          <p:cNvSpPr/>
          <p:nvPr/>
        </p:nvSpPr>
        <p:spPr>
          <a:xfrm>
            <a:off x="2343150" y="77552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虛線群組框</a:t>
            </a:r>
            <a:endParaRPr lang="en-US" sz="1050" dirty="0"/>
          </a:p>
        </p:txBody>
      </p:sp>
      <p:sp>
        <p:nvSpPr>
          <p:cNvPr id="117" name="淺灰面板"/>
          <p:cNvSpPr/>
          <p:nvPr/>
        </p:nvSpPr>
        <p:spPr>
          <a:xfrm>
            <a:off x="4246980" y="7189470"/>
            <a:ext cx="1371600" cy="525780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8" name="圖說"/>
          <p:cNvSpPr/>
          <p:nvPr/>
        </p:nvSpPr>
        <p:spPr>
          <a:xfrm>
            <a:off x="4092430" y="77552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淺灰面板</a:t>
            </a:r>
            <a:endParaRPr lang="en-US" sz="1050" dirty="0"/>
          </a:p>
        </p:txBody>
      </p:sp>
      <p:sp>
        <p:nvSpPr>
          <p:cNvPr id="119" name="卡片"/>
          <p:cNvSpPr/>
          <p:nvPr/>
        </p:nvSpPr>
        <p:spPr>
          <a:xfrm>
            <a:off x="5996260" y="7189470"/>
            <a:ext cx="1371600" cy="525780"/>
          </a:xfrm>
          <a:prstGeom prst="roundRect">
            <a:avLst>
              <a:gd name="adj" fmla="val 47826"/>
            </a:avLst>
          </a:prstGeom>
          <a:solidFill>
            <a:srgbClr val="FFFFFF"/>
          </a:solidFill>
          <a:ln>
            <a:noFill/>
          </a:ln>
          <a:effectLst>
            <a:outerShdw blurRad="158750" dist="47625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0" name="圖說"/>
          <p:cNvSpPr/>
          <p:nvPr/>
        </p:nvSpPr>
        <p:spPr>
          <a:xfrm>
            <a:off x="5841710" y="77552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本風格卡片</a:t>
            </a:r>
            <a:endParaRPr lang="en-US" sz="1050" dirty="0"/>
          </a:p>
        </p:txBody>
      </p:sp>
      <p:sp>
        <p:nvSpPr>
          <p:cNvPr id="121" name="卡片"/>
          <p:cNvSpPr/>
          <p:nvPr/>
        </p:nvSpPr>
        <p:spPr>
          <a:xfrm>
            <a:off x="7745540" y="7189470"/>
            <a:ext cx="1371600" cy="525780"/>
          </a:xfrm>
          <a:prstGeom prst="roundRect">
            <a:avLst>
              <a:gd name="adj" fmla="val 47826"/>
            </a:avLst>
          </a:prstGeom>
          <a:solidFill>
            <a:srgbClr val="FFFFFF"/>
          </a:solidFill>
          <a:ln>
            <a:noFill/>
          </a:ln>
          <a:effectLst>
            <a:outerShdw blurRad="158750" dist="47625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2" name="圖說"/>
          <p:cNvSpPr/>
          <p:nvPr/>
        </p:nvSpPr>
        <p:spPr>
          <a:xfrm>
            <a:off x="7590990" y="77552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卡片＋陰影</a:t>
            </a:r>
            <a:endParaRPr lang="en-US" sz="1050" dirty="0"/>
          </a:p>
        </p:txBody>
      </p:sp>
      <p:grpSp>
        <p:nvGrpSpPr>
          <p:cNvPr id="5009" name="表頭色帶卡"/>
          <p:cNvGrpSpPr/>
          <p:nvPr/>
        </p:nvGrpSpPr>
        <p:grpSpPr>
          <a:xfrm>
            <a:off x="9494819" y="7189470"/>
            <a:ext cx="1371600" cy="525780"/>
            <a:chOff x="9494819" y="7189470"/>
            <a:chExt cx="1371600" cy="525780"/>
          </a:xfrm>
        </p:grpSpPr>
        <p:sp>
          <p:nvSpPr>
            <p:cNvPr id="123" name="卡片"/>
            <p:cNvSpPr/>
            <p:nvPr/>
          </p:nvSpPr>
          <p:spPr>
            <a:xfrm>
              <a:off x="9494819" y="7189470"/>
              <a:ext cx="1371600" cy="52578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4" name="表頭"/>
            <p:cNvSpPr/>
            <p:nvPr/>
          </p:nvSpPr>
          <p:spPr>
            <a:xfrm>
              <a:off x="9494819" y="7189470"/>
              <a:ext cx="1371600" cy="182880"/>
            </a:xfrm>
            <a:custGeom>
              <a:avLst/>
              <a:gdLst/>
              <a:ahLst/>
              <a:cxnLst/>
              <a:rect l="l" t="t" r="r" b="b"/>
              <a:pathLst>
                <a:path w="1371600" h="182880">
                  <a:moveTo>
                    <a:pt x="0" y="182880"/>
                  </a:moveTo>
                  <a:lnTo>
                    <a:pt x="0" y="114300"/>
                  </a:lnTo>
                  <a:arcTo hR="114300" wR="114300" stAng="10800000" swAng="5400000"/>
                  <a:lnTo>
                    <a:pt x="1257300" y="0"/>
                  </a:lnTo>
                  <a:arcTo hR="114300" wR="114300" stAng="16200000" swAng="5400000"/>
                  <a:lnTo>
                    <a:pt x="1371600" y="182880"/>
                  </a:lnTo>
                  <a:close/>
                </a:path>
              </a:pathLst>
            </a:custGeom>
            <a:solidFill>
              <a:srgbClr val="0F7C8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5" name="圖說"/>
          <p:cNvSpPr/>
          <p:nvPr/>
        </p:nvSpPr>
        <p:spPr>
          <a:xfrm>
            <a:off x="9340269" y="77552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表頭色帶卡</a:t>
            </a:r>
            <a:endParaRPr lang="en-US" sz="1050" dirty="0"/>
          </a:p>
        </p:txBody>
      </p:sp>
      <p:grpSp>
        <p:nvGrpSpPr>
          <p:cNvPr id="5010" name="頂邊／側邊色條"/>
          <p:cNvGrpSpPr/>
          <p:nvPr/>
        </p:nvGrpSpPr>
        <p:grpSpPr>
          <a:xfrm>
            <a:off x="11244099" y="7189470"/>
            <a:ext cx="1371600" cy="525780"/>
            <a:chOff x="11244099" y="7189470"/>
            <a:chExt cx="1371600" cy="525780"/>
          </a:xfrm>
        </p:grpSpPr>
        <p:sp>
          <p:nvSpPr>
            <p:cNvPr id="126" name="卡片"/>
            <p:cNvSpPr/>
            <p:nvPr/>
          </p:nvSpPr>
          <p:spPr>
            <a:xfrm>
              <a:off x="11244099" y="7189470"/>
              <a:ext cx="1371600" cy="52578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7" name="側邊色條"/>
            <p:cNvSpPr/>
            <p:nvPr/>
          </p:nvSpPr>
          <p:spPr>
            <a:xfrm>
              <a:off x="11244099" y="7189470"/>
              <a:ext cx="68580" cy="525780"/>
            </a:xfrm>
            <a:prstGeom prst="rect">
              <a:avLst/>
            </a:prstGeom>
            <a:solidFill>
              <a:srgbClr val="F2A541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8" name="圖說"/>
          <p:cNvSpPr/>
          <p:nvPr/>
        </p:nvSpPr>
        <p:spPr>
          <a:xfrm>
            <a:off x="11089549" y="77552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頂邊／側邊色條</a:t>
            </a:r>
            <a:endParaRPr lang="en-US" sz="1050" dirty="0"/>
          </a:p>
        </p:txBody>
      </p:sp>
      <p:grpSp>
        <p:nvGrpSpPr>
          <p:cNvPr id="5011" name="半透明寬欄條"/>
          <p:cNvGrpSpPr/>
          <p:nvPr/>
        </p:nvGrpSpPr>
        <p:grpSpPr>
          <a:xfrm>
            <a:off x="13221979" y="7189470"/>
            <a:ext cx="914400" cy="525780"/>
            <a:chOff x="13221979" y="7189470"/>
            <a:chExt cx="914400" cy="525780"/>
          </a:xfrm>
        </p:grpSpPr>
        <p:sp>
          <p:nvSpPr>
            <p:cNvPr id="129" name="寬欄條"/>
            <p:cNvSpPr/>
            <p:nvPr/>
          </p:nvSpPr>
          <p:spPr>
            <a:xfrm>
              <a:off x="13221979" y="7189470"/>
              <a:ext cx="388620" cy="525780"/>
            </a:xfrm>
            <a:prstGeom prst="roundRect">
              <a:avLst>
                <a:gd name="adj" fmla="val 50000"/>
              </a:avLst>
            </a:prstGeom>
            <a:solidFill>
              <a:srgbClr val="A6A6A6">
                <a:alpha val="38000"/>
              </a:srgbClr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0" name="寬欄條"/>
            <p:cNvSpPr/>
            <p:nvPr/>
          </p:nvSpPr>
          <p:spPr>
            <a:xfrm>
              <a:off x="13747759" y="7189470"/>
              <a:ext cx="388620" cy="525780"/>
            </a:xfrm>
            <a:prstGeom prst="roundRect">
              <a:avLst>
                <a:gd name="adj" fmla="val 50000"/>
              </a:avLst>
            </a:prstGeom>
            <a:solidFill>
              <a:srgbClr val="A6A6A6">
                <a:alpha val="38000"/>
              </a:srgbClr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31" name="圖說"/>
          <p:cNvSpPr/>
          <p:nvPr/>
        </p:nvSpPr>
        <p:spPr>
          <a:xfrm>
            <a:off x="12838829" y="77552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半透明寬欄條</a:t>
            </a:r>
            <a:endParaRPr lang="en-US" sz="1050" dirty="0"/>
          </a:p>
        </p:txBody>
      </p:sp>
      <p:sp>
        <p:nvSpPr>
          <p:cNvPr id="132" name="線條"/>
          <p:cNvSpPr/>
          <p:nvPr/>
        </p:nvSpPr>
        <p:spPr>
          <a:xfrm>
            <a:off x="2171700" y="2125980"/>
            <a:ext cx="0" cy="5783580"/>
          </a:xfrm>
          <a:prstGeom prst="line">
            <a:avLst/>
          </a:prstGeom>
          <a:noFill/>
          <a:ln w="8001">
            <a:solidFill>
              <a:srgbClr val="E4E4E4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青綠科技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134" name="Text 132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/ 14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685800" y="48006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常見組合 Common Patterns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685800" y="1451610"/>
            <a:ext cx="514350" cy="11430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337310" y="1291590"/>
            <a:ext cx="12573000" cy="434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F7C8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已排好、已連線的流程小組合：整組複製即可使用（純流程圖語意）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2268855"/>
            <a:ext cx="125730" cy="12573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組合名稱"/>
          <p:cNvSpPr/>
          <p:nvPr/>
        </p:nvSpPr>
        <p:spPr>
          <a:xfrm>
            <a:off x="937260" y="2171700"/>
            <a:ext cx="30269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三步驟流程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Linear Process</a:t>
            </a:r>
            <a:endParaRPr lang="en-US" sz="1750" dirty="0"/>
          </a:p>
        </p:txBody>
      </p:sp>
      <p:sp>
        <p:nvSpPr>
          <p:cNvPr id="7" name="線條"/>
          <p:cNvSpPr/>
          <p:nvPr/>
        </p:nvSpPr>
        <p:spPr>
          <a:xfrm>
            <a:off x="685800" y="256032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0" name="三步驟流程"/>
          <p:cNvGrpSpPr/>
          <p:nvPr/>
        </p:nvGrpSpPr>
        <p:grpSpPr>
          <a:xfrm>
            <a:off x="685800" y="2798521"/>
            <a:ext cx="3278410" cy="1019099"/>
            <a:chOff x="685800" y="2798521"/>
            <a:chExt cx="3278410" cy="1019099"/>
          </a:xfrm>
        </p:grpSpPr>
        <p:sp>
          <p:nvSpPr>
            <p:cNvPr id="8" name="處理"/>
            <p:cNvSpPr/>
            <p:nvPr/>
          </p:nvSpPr>
          <p:spPr>
            <a:xfrm>
              <a:off x="685800" y="3337560"/>
              <a:ext cx="845820" cy="480060"/>
            </a:xfrm>
            <a:prstGeom prst="roundRect">
              <a:avLst>
                <a:gd name="adj" fmla="val 50000"/>
              </a:avLst>
            </a:prstGeom>
            <a:solidFill>
              <a:srgbClr val="E0F0F0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步驟一</a:t>
              </a:r>
              <a:endParaRPr lang="en-US" sz="13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912571" y="2798521"/>
              <a:ext cx="392278" cy="392278"/>
            </a:xfrm>
            <a:prstGeom prst="ellipse">
              <a:avLst/>
            </a:prstGeom>
            <a:solidFill>
              <a:srgbClr val="E0F0F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" name="編號"/>
            <p:cNvSpPr/>
            <p:nvPr/>
          </p:nvSpPr>
          <p:spPr>
            <a:xfrm>
              <a:off x="960120" y="2846070"/>
              <a:ext cx="297180" cy="297180"/>
            </a:xfrm>
            <a:prstGeom prst="ellipse">
              <a:avLst/>
            </a:prstGeom>
            <a:solidFill>
              <a:srgbClr val="0F7C80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1</a:t>
              </a:r>
              <a:endParaRPr lang="en-US" sz="1150" dirty="0"/>
            </a:p>
          </p:txBody>
        </p:sp>
        <p:sp>
          <p:nvSpPr>
            <p:cNvPr id="11" name="處理"/>
            <p:cNvSpPr/>
            <p:nvPr/>
          </p:nvSpPr>
          <p:spPr>
            <a:xfrm>
              <a:off x="1902095" y="3337560"/>
              <a:ext cx="845820" cy="480060"/>
            </a:xfrm>
            <a:prstGeom prst="roundRect">
              <a:avLst>
                <a:gd name="adj" fmla="val 50000"/>
              </a:avLst>
            </a:prstGeom>
            <a:solidFill>
              <a:srgbClr val="E0F0F0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步驟二</a:t>
              </a:r>
              <a:endParaRPr lang="en-US" sz="13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2128866" y="2798521"/>
              <a:ext cx="392278" cy="392278"/>
            </a:xfrm>
            <a:prstGeom prst="ellipse">
              <a:avLst/>
            </a:prstGeom>
            <a:solidFill>
              <a:srgbClr val="E0F0F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" name="編號"/>
            <p:cNvSpPr/>
            <p:nvPr/>
          </p:nvSpPr>
          <p:spPr>
            <a:xfrm>
              <a:off x="2176415" y="2846070"/>
              <a:ext cx="297180" cy="297180"/>
            </a:xfrm>
            <a:prstGeom prst="ellipse">
              <a:avLst/>
            </a:prstGeom>
            <a:solidFill>
              <a:srgbClr val="0F7C80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endParaRPr lang="en-US" sz="1150" dirty="0"/>
            </a:p>
          </p:txBody>
        </p:sp>
        <p:sp>
          <p:nvSpPr>
            <p:cNvPr id="14" name="處理"/>
            <p:cNvSpPr/>
            <p:nvPr/>
          </p:nvSpPr>
          <p:spPr>
            <a:xfrm>
              <a:off x="3118390" y="3337560"/>
              <a:ext cx="845820" cy="480060"/>
            </a:xfrm>
            <a:prstGeom prst="roundRect">
              <a:avLst>
                <a:gd name="adj" fmla="val 50000"/>
              </a:avLst>
            </a:prstGeom>
            <a:solidFill>
              <a:srgbClr val="0F7C80"/>
            </a:solidFill>
            <a:ln>
              <a:noFill/>
            </a:ln>
            <a:effectLst>
              <a:outerShdw blurRad="95250" dist="23876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步驟三</a:t>
              </a:r>
              <a:endParaRPr lang="en-US" sz="13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345161" y="2798521"/>
              <a:ext cx="392278" cy="392278"/>
            </a:xfrm>
            <a:prstGeom prst="ellipse">
              <a:avLst/>
            </a:prstGeom>
            <a:solidFill>
              <a:srgbClr val="E0F0F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6" name="編號"/>
            <p:cNvSpPr/>
            <p:nvPr/>
          </p:nvSpPr>
          <p:spPr>
            <a:xfrm>
              <a:off x="3392710" y="2846070"/>
              <a:ext cx="297180" cy="297180"/>
            </a:xfrm>
            <a:prstGeom prst="ellipse">
              <a:avLst/>
            </a:prstGeom>
            <a:solidFill>
              <a:srgbClr val="0F7C80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3</a:t>
              </a:r>
              <a:endParaRPr lang="en-US" sz="1150" dirty="0"/>
            </a:p>
          </p:txBody>
        </p:sp>
        <p:cxnSp>
          <p:nvCxnSpPr>
            <p:cNvPr id="17" name="連接線"/>
            <p:cNvCxnSpPr>
              <a:stCxn id="8" idx="3"/>
              <a:endCxn id="11" idx="1"/>
            </p:cNvCxnSpPr>
            <p:nvPr/>
          </p:nvCxnSpPr>
          <p:spPr>
            <a:xfrm>
              <a:off x="1531620" y="3577590"/>
              <a:ext cx="370475" cy="0"/>
            </a:xfrm>
            <a:prstGeom prst="straightConnector1">
              <a:avLst/>
            </a:prstGeom>
            <a:ln w="19812">
              <a:solidFill>
                <a:srgbClr val="8C8C8C"/>
              </a:solidFill>
              <a:prstDash val="solid"/>
              <a:tailEnd type="triangle" w="lg" len="lg"/>
            </a:ln>
          </p:spPr>
        </p:cxnSp>
        <p:cxnSp>
          <p:nvCxnSpPr>
            <p:cNvPr id="18" name="連接線"/>
            <p:cNvCxnSpPr>
              <a:stCxn id="11" idx="3"/>
              <a:endCxn id="14" idx="1"/>
            </p:cNvCxnSpPr>
            <p:nvPr/>
          </p:nvCxnSpPr>
          <p:spPr>
            <a:xfrm>
              <a:off x="2747915" y="3577590"/>
              <a:ext cx="370475" cy="0"/>
            </a:xfrm>
            <a:prstGeom prst="straightConnector1">
              <a:avLst/>
            </a:prstGeom>
            <a:ln w="19812">
              <a:solidFill>
                <a:srgbClr val="8C8C8C"/>
              </a:solidFill>
              <a:prstDash val="solid"/>
              <a:tailEnd type="triangle" w="lg" len="lg"/>
            </a:ln>
          </p:spPr>
        </p:cxnSp>
      </p:grpSp>
      <p:sp>
        <p:nvSpPr>
          <p:cNvPr id="19" name="Text 17"/>
          <p:cNvSpPr/>
          <p:nvPr/>
        </p:nvSpPr>
        <p:spPr>
          <a:xfrm>
            <a:off x="4215670" y="2268855"/>
            <a:ext cx="125730" cy="12573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組合名稱"/>
          <p:cNvSpPr/>
          <p:nvPr/>
        </p:nvSpPr>
        <p:spPr>
          <a:xfrm>
            <a:off x="4467130" y="2171700"/>
            <a:ext cx="30269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判斷分岔（是／否）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Decision Branch</a:t>
            </a:r>
            <a:endParaRPr lang="en-US" sz="1750" dirty="0"/>
          </a:p>
        </p:txBody>
      </p:sp>
      <p:sp>
        <p:nvSpPr>
          <p:cNvPr id="21" name="線條"/>
          <p:cNvSpPr/>
          <p:nvPr/>
        </p:nvSpPr>
        <p:spPr>
          <a:xfrm>
            <a:off x="4215670" y="256032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1" name="判斷分岔（是／否）"/>
          <p:cNvGrpSpPr/>
          <p:nvPr/>
        </p:nvGrpSpPr>
        <p:grpSpPr>
          <a:xfrm>
            <a:off x="4215670" y="2777490"/>
            <a:ext cx="3278410" cy="1771650"/>
            <a:chOff x="4215670" y="2777490"/>
            <a:chExt cx="3278410" cy="1771650"/>
          </a:xfrm>
        </p:grpSpPr>
        <p:sp>
          <p:nvSpPr>
            <p:cNvPr id="22" name="處理"/>
            <p:cNvSpPr/>
            <p:nvPr/>
          </p:nvSpPr>
          <p:spPr>
            <a:xfrm>
              <a:off x="4215670" y="2903220"/>
              <a:ext cx="822960" cy="480060"/>
            </a:xfrm>
            <a:prstGeom prst="roundRect">
              <a:avLst>
                <a:gd name="adj" fmla="val 50000"/>
              </a:avLst>
            </a:prstGeom>
            <a:solidFill>
              <a:srgbClr val="E0F0F0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檢查</a:t>
              </a:r>
              <a:endParaRPr lang="en-US" sz="1300" dirty="0"/>
            </a:p>
          </p:txBody>
        </p:sp>
        <p:sp>
          <p:nvSpPr>
            <p:cNvPr id="23" name="判斷"/>
            <p:cNvSpPr/>
            <p:nvPr/>
          </p:nvSpPr>
          <p:spPr>
            <a:xfrm>
              <a:off x="5335810" y="2777490"/>
              <a:ext cx="960120" cy="731520"/>
            </a:xfrm>
            <a:prstGeom prst="diamond">
              <a:avLst/>
            </a:prstGeom>
            <a:solidFill>
              <a:srgbClr val="E0F0F0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20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通過？</a:t>
              </a:r>
              <a:endParaRPr lang="en-US" sz="1200" dirty="0"/>
            </a:p>
          </p:txBody>
        </p:sp>
        <p:cxnSp>
          <p:nvCxnSpPr>
            <p:cNvPr id="24" name="連接線"/>
            <p:cNvCxnSpPr>
              <a:stCxn id="22" idx="3"/>
              <a:endCxn id="23" idx="1"/>
            </p:cNvCxnSpPr>
            <p:nvPr/>
          </p:nvCxnSpPr>
          <p:spPr>
            <a:xfrm>
              <a:off x="5038630" y="3143250"/>
              <a:ext cx="297180" cy="0"/>
            </a:xfrm>
            <a:prstGeom prst="straightConnector1">
              <a:avLst/>
            </a:prstGeom>
            <a:ln w="19812">
              <a:solidFill>
                <a:srgbClr val="8C8C8C"/>
              </a:solidFill>
              <a:prstDash val="solid"/>
              <a:tailEnd type="triangle" w="lg" len="lg"/>
            </a:ln>
          </p:spPr>
        </p:cxnSp>
        <p:sp>
          <p:nvSpPr>
            <p:cNvPr id="25" name="處理"/>
            <p:cNvSpPr/>
            <p:nvPr/>
          </p:nvSpPr>
          <p:spPr>
            <a:xfrm>
              <a:off x="6648260" y="2903220"/>
              <a:ext cx="845820" cy="480060"/>
            </a:xfrm>
            <a:prstGeom prst="roundRect">
              <a:avLst>
                <a:gd name="adj" fmla="val 50000"/>
              </a:avLst>
            </a:prstGeom>
            <a:solidFill>
              <a:srgbClr val="0F7C80"/>
            </a:solidFill>
            <a:ln>
              <a:noFill/>
            </a:ln>
            <a:effectLst>
              <a:outerShdw blurRad="95250" dist="23876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執行</a:t>
              </a:r>
              <a:endParaRPr lang="en-US" sz="1300" dirty="0"/>
            </a:p>
          </p:txBody>
        </p:sp>
        <p:cxnSp>
          <p:nvCxnSpPr>
            <p:cNvPr id="26" name="連接線"/>
            <p:cNvCxnSpPr>
              <a:stCxn id="23" idx="3"/>
              <a:endCxn id="25" idx="1"/>
            </p:cNvCxnSpPr>
            <p:nvPr/>
          </p:nvCxnSpPr>
          <p:spPr>
            <a:xfrm>
              <a:off x="6295930" y="3143250"/>
              <a:ext cx="352330" cy="0"/>
            </a:xfrm>
            <a:prstGeom prst="straightConnector1">
              <a:avLst/>
            </a:prstGeom>
            <a:ln w="19812">
              <a:solidFill>
                <a:srgbClr val="8C8C8C"/>
              </a:solidFill>
              <a:prstDash val="solid"/>
              <a:tailEnd type="triangle" w="lg" len="lg"/>
            </a:ln>
          </p:spPr>
        </p:cxnSp>
        <p:sp>
          <p:nvSpPr>
            <p:cNvPr id="27" name="標註"/>
            <p:cNvSpPr/>
            <p:nvPr/>
          </p:nvSpPr>
          <p:spPr>
            <a:xfrm>
              <a:off x="6295930" y="2868930"/>
              <a:ext cx="457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1050" dirty="0"/>
            </a:p>
          </p:txBody>
        </p:sp>
        <p:sp>
          <p:nvSpPr>
            <p:cNvPr id="28" name="處理"/>
            <p:cNvSpPr/>
            <p:nvPr/>
          </p:nvSpPr>
          <p:spPr>
            <a:xfrm>
              <a:off x="5392960" y="4069080"/>
              <a:ext cx="845820" cy="480060"/>
            </a:xfrm>
            <a:prstGeom prst="roundRect">
              <a:avLst>
                <a:gd name="adj" fmla="val 50000"/>
              </a:avLst>
            </a:prstGeom>
            <a:solidFill>
              <a:srgbClr val="E0F0F0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修正</a:t>
              </a:r>
              <a:endParaRPr lang="en-US" sz="1300" dirty="0"/>
            </a:p>
          </p:txBody>
        </p:sp>
        <p:cxnSp>
          <p:nvCxnSpPr>
            <p:cNvPr id="29" name="連接線"/>
            <p:cNvCxnSpPr>
              <a:stCxn id="23" idx="2"/>
              <a:endCxn id="28" idx="0"/>
            </p:cNvCxnSpPr>
            <p:nvPr/>
          </p:nvCxnSpPr>
          <p:spPr>
            <a:xfrm>
              <a:off x="5815870" y="3509010"/>
              <a:ext cx="0" cy="560070"/>
            </a:xfrm>
            <a:prstGeom prst="straightConnector1">
              <a:avLst/>
            </a:prstGeom>
            <a:ln w="19812">
              <a:solidFill>
                <a:srgbClr val="8C8C8C"/>
              </a:solidFill>
              <a:prstDash val="solid"/>
              <a:tailEnd type="triangle" w="lg" len="lg"/>
            </a:ln>
          </p:spPr>
        </p:cxnSp>
        <p:sp>
          <p:nvSpPr>
            <p:cNvPr id="30" name="標註"/>
            <p:cNvSpPr/>
            <p:nvPr/>
          </p:nvSpPr>
          <p:spPr>
            <a:xfrm>
              <a:off x="5838730" y="3554730"/>
              <a:ext cx="342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否</a:t>
              </a:r>
              <a:endParaRPr lang="en-US" sz="1050" dirty="0"/>
            </a:p>
          </p:txBody>
        </p:sp>
      </p:grpSp>
      <p:sp>
        <p:nvSpPr>
          <p:cNvPr id="31" name="Text 29"/>
          <p:cNvSpPr/>
          <p:nvPr/>
        </p:nvSpPr>
        <p:spPr>
          <a:xfrm>
            <a:off x="7745540" y="2268855"/>
            <a:ext cx="125730" cy="12573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組合名稱"/>
          <p:cNvSpPr/>
          <p:nvPr/>
        </p:nvSpPr>
        <p:spPr>
          <a:xfrm>
            <a:off x="7997000" y="2171700"/>
            <a:ext cx="30269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例外退回路徑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Exception Return</a:t>
            </a:r>
            <a:endParaRPr lang="en-US" sz="1750" dirty="0"/>
          </a:p>
        </p:txBody>
      </p:sp>
      <p:sp>
        <p:nvSpPr>
          <p:cNvPr id="33" name="線條"/>
          <p:cNvSpPr/>
          <p:nvPr/>
        </p:nvSpPr>
        <p:spPr>
          <a:xfrm>
            <a:off x="7745540" y="256032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2" name="例外退回路徑"/>
          <p:cNvGrpSpPr/>
          <p:nvPr/>
        </p:nvGrpSpPr>
        <p:grpSpPr>
          <a:xfrm>
            <a:off x="7745540" y="3040380"/>
            <a:ext cx="3278410" cy="1234440"/>
            <a:chOff x="7745540" y="3040380"/>
            <a:chExt cx="3278410" cy="1234440"/>
          </a:xfrm>
        </p:grpSpPr>
        <p:sp>
          <p:nvSpPr>
            <p:cNvPr id="34" name="處理"/>
            <p:cNvSpPr/>
            <p:nvPr/>
          </p:nvSpPr>
          <p:spPr>
            <a:xfrm>
              <a:off x="7745540" y="3040380"/>
              <a:ext cx="845820" cy="480060"/>
            </a:xfrm>
            <a:prstGeom prst="roundRect">
              <a:avLst>
                <a:gd name="adj" fmla="val 50000"/>
              </a:avLst>
            </a:prstGeom>
            <a:solidFill>
              <a:srgbClr val="E0F0F0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受理</a:t>
              </a:r>
              <a:endParaRPr lang="en-US" sz="1300" dirty="0"/>
            </a:p>
          </p:txBody>
        </p:sp>
        <p:sp>
          <p:nvSpPr>
            <p:cNvPr id="35" name="處理"/>
            <p:cNvSpPr/>
            <p:nvPr/>
          </p:nvSpPr>
          <p:spPr>
            <a:xfrm>
              <a:off x="8961834" y="3040380"/>
              <a:ext cx="845820" cy="480060"/>
            </a:xfrm>
            <a:prstGeom prst="roundRect">
              <a:avLst>
                <a:gd name="adj" fmla="val 50000"/>
              </a:avLst>
            </a:prstGeom>
            <a:solidFill>
              <a:srgbClr val="E0F0F0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審查</a:t>
              </a:r>
              <a:endParaRPr lang="en-US" sz="1300" dirty="0"/>
            </a:p>
          </p:txBody>
        </p:sp>
        <p:sp>
          <p:nvSpPr>
            <p:cNvPr id="36" name="處理"/>
            <p:cNvSpPr/>
            <p:nvPr/>
          </p:nvSpPr>
          <p:spPr>
            <a:xfrm>
              <a:off x="10178129" y="3040380"/>
              <a:ext cx="845820" cy="480060"/>
            </a:xfrm>
            <a:prstGeom prst="roundRect">
              <a:avLst>
                <a:gd name="adj" fmla="val 50000"/>
              </a:avLst>
            </a:prstGeom>
            <a:solidFill>
              <a:srgbClr val="0F7C80"/>
            </a:solidFill>
            <a:ln>
              <a:noFill/>
            </a:ln>
            <a:effectLst>
              <a:outerShdw blurRad="95250" dist="23876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完成</a:t>
              </a:r>
              <a:endParaRPr lang="en-US" sz="1300" dirty="0"/>
            </a:p>
          </p:txBody>
        </p:sp>
        <p:cxnSp>
          <p:nvCxnSpPr>
            <p:cNvPr id="37" name="連接線"/>
            <p:cNvCxnSpPr>
              <a:stCxn id="34" idx="3"/>
              <a:endCxn id="35" idx="1"/>
            </p:cNvCxnSpPr>
            <p:nvPr/>
          </p:nvCxnSpPr>
          <p:spPr>
            <a:xfrm>
              <a:off x="8591360" y="3280410"/>
              <a:ext cx="370475" cy="0"/>
            </a:xfrm>
            <a:prstGeom prst="straightConnector1">
              <a:avLst/>
            </a:prstGeom>
            <a:ln w="19812">
              <a:solidFill>
                <a:srgbClr val="8C8C8C"/>
              </a:solidFill>
              <a:prstDash val="solid"/>
              <a:tailEnd type="triangle" w="lg" len="lg"/>
            </a:ln>
          </p:spPr>
        </p:cxnSp>
        <p:cxnSp>
          <p:nvCxnSpPr>
            <p:cNvPr id="38" name="連接線"/>
            <p:cNvCxnSpPr>
              <a:stCxn id="35" idx="3"/>
              <a:endCxn id="36" idx="1"/>
            </p:cNvCxnSpPr>
            <p:nvPr/>
          </p:nvCxnSpPr>
          <p:spPr>
            <a:xfrm>
              <a:off x="9807654" y="3280410"/>
              <a:ext cx="370475" cy="0"/>
            </a:xfrm>
            <a:prstGeom prst="straightConnector1">
              <a:avLst/>
            </a:prstGeom>
            <a:ln w="19812">
              <a:solidFill>
                <a:srgbClr val="8C8C8C"/>
              </a:solidFill>
              <a:prstDash val="solid"/>
              <a:tailEnd type="triangle" w="lg" len="lg"/>
            </a:ln>
          </p:spPr>
        </p:cxnSp>
        <p:cxnSp>
          <p:nvCxnSpPr>
            <p:cNvPr id="39" name="連接線"/>
            <p:cNvCxnSpPr>
              <a:stCxn id="35" idx="2"/>
              <a:endCxn id="34" idx="2"/>
            </p:cNvCxnSpPr>
            <p:nvPr/>
          </p:nvCxnSpPr>
          <p:spPr>
            <a:xfrm rot="5400000">
              <a:off x="8773854" y="2915036"/>
              <a:ext cx="5486" cy="1216295"/>
            </a:xfrm>
            <a:prstGeom prst="bentConnector3">
              <a:avLst>
                <a:gd name="adj1" fmla="val 8750000"/>
              </a:avLst>
            </a:prstGeom>
            <a:ln w="19812">
              <a:solidFill>
                <a:srgbClr val="F2A541"/>
              </a:solidFill>
              <a:prstDash val="sysDash"/>
              <a:tailEnd type="triangle"/>
            </a:ln>
          </p:spPr>
        </p:cxnSp>
        <p:sp>
          <p:nvSpPr>
            <p:cNvPr id="40" name="標註"/>
            <p:cNvSpPr/>
            <p:nvPr/>
          </p:nvSpPr>
          <p:spPr>
            <a:xfrm>
              <a:off x="8168450" y="4046220"/>
              <a:ext cx="12162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B67C3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例外：退回補件</a:t>
              </a:r>
              <a:endParaRPr lang="en-US" sz="1050" dirty="0"/>
            </a:p>
          </p:txBody>
        </p:sp>
      </p:grpSp>
      <p:sp>
        <p:nvSpPr>
          <p:cNvPr id="41" name="Text 39"/>
          <p:cNvSpPr/>
          <p:nvPr/>
        </p:nvSpPr>
        <p:spPr>
          <a:xfrm>
            <a:off x="11275409" y="2268855"/>
            <a:ext cx="125730" cy="12573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組合名稱"/>
          <p:cNvSpPr/>
          <p:nvPr/>
        </p:nvSpPr>
        <p:spPr>
          <a:xfrm>
            <a:off x="11526869" y="2171700"/>
            <a:ext cx="30269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審核迴圈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Approval Loop</a:t>
            </a:r>
            <a:endParaRPr lang="en-US" sz="1750" dirty="0"/>
          </a:p>
        </p:txBody>
      </p:sp>
      <p:sp>
        <p:nvSpPr>
          <p:cNvPr id="43" name="線條"/>
          <p:cNvSpPr/>
          <p:nvPr/>
        </p:nvSpPr>
        <p:spPr>
          <a:xfrm>
            <a:off x="11275409" y="256032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3" name="審核迴圈"/>
          <p:cNvGrpSpPr/>
          <p:nvPr/>
        </p:nvGrpSpPr>
        <p:grpSpPr>
          <a:xfrm>
            <a:off x="11275409" y="2651760"/>
            <a:ext cx="3278410" cy="1451610"/>
            <a:chOff x="11275409" y="2651760"/>
            <a:chExt cx="3278410" cy="1451610"/>
          </a:xfrm>
        </p:grpSpPr>
        <p:sp>
          <p:nvSpPr>
            <p:cNvPr id="44" name="處理"/>
            <p:cNvSpPr/>
            <p:nvPr/>
          </p:nvSpPr>
          <p:spPr>
            <a:xfrm>
              <a:off x="11275409" y="3520440"/>
              <a:ext cx="914400" cy="480060"/>
            </a:xfrm>
            <a:prstGeom prst="roundRect">
              <a:avLst>
                <a:gd name="adj" fmla="val 50000"/>
              </a:avLst>
            </a:prstGeom>
            <a:solidFill>
              <a:srgbClr val="E0F0F0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提出申請</a:t>
              </a:r>
              <a:endParaRPr lang="en-US" sz="1300" dirty="0"/>
            </a:p>
          </p:txBody>
        </p:sp>
        <p:sp>
          <p:nvSpPr>
            <p:cNvPr id="45" name="判斷"/>
            <p:cNvSpPr/>
            <p:nvPr/>
          </p:nvSpPr>
          <p:spPr>
            <a:xfrm>
              <a:off x="12418409" y="3417570"/>
              <a:ext cx="845820" cy="685800"/>
            </a:xfrm>
            <a:prstGeom prst="diamond">
              <a:avLst/>
            </a:prstGeom>
            <a:solidFill>
              <a:srgbClr val="E0F0F0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20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1200" dirty="0"/>
            </a:p>
          </p:txBody>
        </p:sp>
        <p:cxnSp>
          <p:nvCxnSpPr>
            <p:cNvPr id="46" name="連接線"/>
            <p:cNvCxnSpPr>
              <a:stCxn id="44" idx="3"/>
              <a:endCxn id="45" idx="1"/>
            </p:cNvCxnSpPr>
            <p:nvPr/>
          </p:nvCxnSpPr>
          <p:spPr>
            <a:xfrm>
              <a:off x="12189809" y="3760470"/>
              <a:ext cx="228600" cy="0"/>
            </a:xfrm>
            <a:prstGeom prst="straightConnector1">
              <a:avLst/>
            </a:prstGeom>
            <a:ln w="19812">
              <a:solidFill>
                <a:srgbClr val="8C8C8C"/>
              </a:solidFill>
              <a:prstDash val="solid"/>
              <a:tailEnd type="triangle" w="lg" len="lg"/>
            </a:ln>
          </p:spPr>
        </p:cxnSp>
        <p:sp>
          <p:nvSpPr>
            <p:cNvPr id="47" name="處理"/>
            <p:cNvSpPr/>
            <p:nvPr/>
          </p:nvSpPr>
          <p:spPr>
            <a:xfrm>
              <a:off x="13845159" y="3520440"/>
              <a:ext cx="708660" cy="480060"/>
            </a:xfrm>
            <a:prstGeom prst="roundRect">
              <a:avLst>
                <a:gd name="adj" fmla="val 50000"/>
              </a:avLst>
            </a:prstGeom>
            <a:solidFill>
              <a:srgbClr val="0F7C80"/>
            </a:solidFill>
            <a:ln>
              <a:noFill/>
            </a:ln>
            <a:effectLst>
              <a:outerShdw blurRad="95250" dist="23876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核准</a:t>
              </a:r>
              <a:endParaRPr lang="en-US" sz="1300" dirty="0"/>
            </a:p>
          </p:txBody>
        </p:sp>
        <p:cxnSp>
          <p:nvCxnSpPr>
            <p:cNvPr id="48" name="連接線"/>
            <p:cNvCxnSpPr>
              <a:stCxn id="45" idx="3"/>
              <a:endCxn id="47" idx="1"/>
            </p:cNvCxnSpPr>
            <p:nvPr/>
          </p:nvCxnSpPr>
          <p:spPr>
            <a:xfrm>
              <a:off x="13264229" y="3760470"/>
              <a:ext cx="580930" cy="0"/>
            </a:xfrm>
            <a:prstGeom prst="straightConnector1">
              <a:avLst/>
            </a:prstGeom>
            <a:ln w="19812">
              <a:solidFill>
                <a:srgbClr val="8C8C8C"/>
              </a:solidFill>
              <a:prstDash val="solid"/>
              <a:tailEnd type="triangle" w="lg" len="lg"/>
            </a:ln>
          </p:spPr>
        </p:cxnSp>
        <p:sp>
          <p:nvSpPr>
            <p:cNvPr id="49" name="標註"/>
            <p:cNvSpPr/>
            <p:nvPr/>
          </p:nvSpPr>
          <p:spPr>
            <a:xfrm>
              <a:off x="13264229" y="3486150"/>
              <a:ext cx="5809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</a:t>
              </a:r>
              <a:endParaRPr lang="en-US" sz="1050" dirty="0"/>
            </a:p>
          </p:txBody>
        </p:sp>
        <p:cxnSp>
          <p:nvCxnSpPr>
            <p:cNvPr id="50" name="連接線"/>
            <p:cNvCxnSpPr>
              <a:stCxn id="45" idx="0"/>
              <a:endCxn id="44" idx="0"/>
            </p:cNvCxnSpPr>
            <p:nvPr/>
          </p:nvCxnSpPr>
          <p:spPr>
            <a:xfrm rot="5400000">
              <a:off x="12235529" y="2914650"/>
              <a:ext cx="102870" cy="1108710"/>
            </a:xfrm>
            <a:prstGeom prst="bentConnector3">
              <a:avLst>
                <a:gd name="adj1" fmla="val -500000"/>
              </a:avLst>
            </a:prstGeom>
            <a:ln w="19812">
              <a:solidFill>
                <a:srgbClr val="8C8C8C"/>
              </a:solidFill>
              <a:prstDash val="solid"/>
              <a:tailEnd type="triangle" w="lg" len="lg"/>
            </a:ln>
          </p:spPr>
        </p:cxnSp>
        <p:sp>
          <p:nvSpPr>
            <p:cNvPr id="51" name="標註"/>
            <p:cNvSpPr/>
            <p:nvPr/>
          </p:nvSpPr>
          <p:spPr>
            <a:xfrm>
              <a:off x="11755469" y="2651760"/>
              <a:ext cx="10858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退回修改後重送</a:t>
              </a:r>
              <a:endParaRPr lang="en-US" sz="1050" dirty="0"/>
            </a:p>
          </p:txBody>
        </p:sp>
      </p:grpSp>
      <p:sp>
        <p:nvSpPr>
          <p:cNvPr id="52" name="Text 50"/>
          <p:cNvSpPr/>
          <p:nvPr/>
        </p:nvSpPr>
        <p:spPr>
          <a:xfrm>
            <a:off x="685800" y="5149215"/>
            <a:ext cx="125730" cy="12573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組合名稱"/>
          <p:cNvSpPr/>
          <p:nvPr/>
        </p:nvSpPr>
        <p:spPr>
          <a:xfrm>
            <a:off x="937260" y="5052060"/>
            <a:ext cx="30269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泳道（雙道）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Swimlane</a:t>
            </a:r>
            <a:endParaRPr lang="en-US" sz="1750" dirty="0"/>
          </a:p>
        </p:txBody>
      </p:sp>
      <p:sp>
        <p:nvSpPr>
          <p:cNvPr id="54" name="線條"/>
          <p:cNvSpPr/>
          <p:nvPr/>
        </p:nvSpPr>
        <p:spPr>
          <a:xfrm>
            <a:off x="685800" y="544068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4" name="泳道（雙道）"/>
          <p:cNvGrpSpPr/>
          <p:nvPr/>
        </p:nvGrpSpPr>
        <p:grpSpPr>
          <a:xfrm>
            <a:off x="685800" y="5554980"/>
            <a:ext cx="3278410" cy="1897380"/>
            <a:chOff x="685800" y="5554980"/>
            <a:chExt cx="3278410" cy="1897380"/>
          </a:xfrm>
        </p:grpSpPr>
        <p:sp>
          <p:nvSpPr>
            <p:cNvPr id="55" name="泳道"/>
            <p:cNvSpPr/>
            <p:nvPr/>
          </p:nvSpPr>
          <p:spPr>
            <a:xfrm>
              <a:off x="685800" y="5554980"/>
              <a:ext cx="3278410" cy="91440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6" name="泳道標題"/>
            <p:cNvSpPr/>
            <p:nvPr/>
          </p:nvSpPr>
          <p:spPr>
            <a:xfrm>
              <a:off x="685800" y="5554980"/>
              <a:ext cx="525780" cy="9144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申</a:t>
              </a:r>
              <a:endParaRPr lang="en-US" sz="10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請</a:t>
              </a:r>
              <a:endParaRPr lang="en-US" sz="10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人</a:t>
              </a:r>
              <a:endParaRPr lang="en-US" sz="1050" dirty="0"/>
            </a:p>
          </p:txBody>
        </p:sp>
        <p:sp>
          <p:nvSpPr>
            <p:cNvPr id="57" name="泳道"/>
            <p:cNvSpPr/>
            <p:nvPr/>
          </p:nvSpPr>
          <p:spPr>
            <a:xfrm>
              <a:off x="685800" y="6537960"/>
              <a:ext cx="3278410" cy="91440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8" name="泳道標題"/>
            <p:cNvSpPr/>
            <p:nvPr/>
          </p:nvSpPr>
          <p:spPr>
            <a:xfrm>
              <a:off x="685800" y="6537960"/>
              <a:ext cx="525780" cy="9144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主</a:t>
              </a:r>
              <a:endParaRPr lang="en-US" sz="10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管</a:t>
              </a:r>
              <a:endParaRPr lang="en-US" sz="1050" dirty="0"/>
            </a:p>
          </p:txBody>
        </p:sp>
        <p:sp>
          <p:nvSpPr>
            <p:cNvPr id="59" name="處理"/>
            <p:cNvSpPr/>
            <p:nvPr/>
          </p:nvSpPr>
          <p:spPr>
            <a:xfrm>
              <a:off x="1371600" y="5772150"/>
              <a:ext cx="800100" cy="480060"/>
            </a:xfrm>
            <a:prstGeom prst="roundRect">
              <a:avLst>
                <a:gd name="adj" fmla="val 50000"/>
              </a:avLst>
            </a:prstGeom>
            <a:solidFill>
              <a:srgbClr val="E0F0F0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填寫</a:t>
              </a:r>
              <a:endParaRPr lang="en-US" sz="1300" dirty="0"/>
            </a:p>
          </p:txBody>
        </p:sp>
        <p:sp>
          <p:nvSpPr>
            <p:cNvPr id="60" name="處理"/>
            <p:cNvSpPr/>
            <p:nvPr/>
          </p:nvSpPr>
          <p:spPr>
            <a:xfrm>
              <a:off x="2514600" y="6755130"/>
              <a:ext cx="800100" cy="480060"/>
            </a:xfrm>
            <a:prstGeom prst="roundRect">
              <a:avLst>
                <a:gd name="adj" fmla="val 50000"/>
              </a:avLst>
            </a:prstGeom>
            <a:solidFill>
              <a:srgbClr val="E0F0F0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1300" dirty="0"/>
            </a:p>
          </p:txBody>
        </p:sp>
        <p:sp>
          <p:nvSpPr>
            <p:cNvPr id="61" name="處理"/>
            <p:cNvSpPr/>
            <p:nvPr/>
          </p:nvSpPr>
          <p:spPr>
            <a:xfrm>
              <a:off x="3072670" y="5772150"/>
              <a:ext cx="800100" cy="480060"/>
            </a:xfrm>
            <a:prstGeom prst="roundRect">
              <a:avLst>
                <a:gd name="adj" fmla="val 50000"/>
              </a:avLst>
            </a:prstGeom>
            <a:solidFill>
              <a:srgbClr val="0F7C80"/>
            </a:solidFill>
            <a:ln>
              <a:noFill/>
            </a:ln>
            <a:effectLst>
              <a:outerShdw blurRad="95250" dist="23876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歸檔</a:t>
              </a:r>
              <a:endParaRPr lang="en-US" sz="1300" dirty="0"/>
            </a:p>
          </p:txBody>
        </p:sp>
        <p:cxnSp>
          <p:nvCxnSpPr>
            <p:cNvPr id="62" name="連接線"/>
            <p:cNvCxnSpPr>
              <a:stCxn id="59" idx="3"/>
              <a:endCxn id="60" idx="0"/>
            </p:cNvCxnSpPr>
            <p:nvPr/>
          </p:nvCxnSpPr>
          <p:spPr>
            <a:xfrm>
              <a:off x="2171700" y="6012180"/>
              <a:ext cx="742950" cy="742950"/>
            </a:xfrm>
            <a:prstGeom prst="bentConnector2">
              <a:avLst/>
            </a:prstGeom>
            <a:ln w="19812">
              <a:solidFill>
                <a:srgbClr val="8C8C8C"/>
              </a:solidFill>
              <a:prstDash val="solid"/>
              <a:tailEnd type="triangle" w="lg" len="lg"/>
            </a:ln>
          </p:spPr>
        </p:cxnSp>
        <p:cxnSp>
          <p:nvCxnSpPr>
            <p:cNvPr id="63" name="連接線"/>
            <p:cNvCxnSpPr>
              <a:stCxn id="60" idx="3"/>
              <a:endCxn id="61" idx="2"/>
            </p:cNvCxnSpPr>
            <p:nvPr/>
          </p:nvCxnSpPr>
          <p:spPr>
            <a:xfrm flipV="1">
              <a:off x="3314700" y="6252210"/>
              <a:ext cx="158020" cy="742950"/>
            </a:xfrm>
            <a:prstGeom prst="bentConnector2">
              <a:avLst/>
            </a:prstGeom>
            <a:ln w="19812">
              <a:solidFill>
                <a:srgbClr val="8C8C8C"/>
              </a:solidFill>
              <a:prstDash val="solid"/>
              <a:tailEnd type="triangle" w="lg" len="lg"/>
            </a:ln>
          </p:spPr>
        </p:cxnSp>
      </p:grpSp>
      <p:sp>
        <p:nvSpPr>
          <p:cNvPr id="64" name="Text 62"/>
          <p:cNvSpPr/>
          <p:nvPr/>
        </p:nvSpPr>
        <p:spPr>
          <a:xfrm>
            <a:off x="4215670" y="5149215"/>
            <a:ext cx="125730" cy="12573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組合名稱"/>
          <p:cNvSpPr/>
          <p:nvPr/>
        </p:nvSpPr>
        <p:spPr>
          <a:xfrm>
            <a:off x="4467130" y="5052060"/>
            <a:ext cx="30269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平行分流／合流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Parallel Split / Merge</a:t>
            </a:r>
            <a:endParaRPr lang="en-US" sz="1750" dirty="0"/>
          </a:p>
        </p:txBody>
      </p:sp>
      <p:sp>
        <p:nvSpPr>
          <p:cNvPr id="66" name="線條"/>
          <p:cNvSpPr/>
          <p:nvPr/>
        </p:nvSpPr>
        <p:spPr>
          <a:xfrm>
            <a:off x="4215670" y="544068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5" name="平行分流／合流"/>
          <p:cNvGrpSpPr/>
          <p:nvPr/>
        </p:nvGrpSpPr>
        <p:grpSpPr>
          <a:xfrm>
            <a:off x="4215670" y="5623560"/>
            <a:ext cx="3278410" cy="1691640"/>
            <a:chOff x="4215670" y="5623560"/>
            <a:chExt cx="3278410" cy="1691640"/>
          </a:xfrm>
        </p:grpSpPr>
        <p:sp>
          <p:nvSpPr>
            <p:cNvPr id="67" name="處理"/>
            <p:cNvSpPr/>
            <p:nvPr/>
          </p:nvSpPr>
          <p:spPr>
            <a:xfrm>
              <a:off x="4215670" y="6229350"/>
              <a:ext cx="640080" cy="480060"/>
            </a:xfrm>
            <a:prstGeom prst="roundRect">
              <a:avLst>
                <a:gd name="adj" fmla="val 50000"/>
              </a:avLst>
            </a:prstGeom>
            <a:solidFill>
              <a:srgbClr val="E0F0F0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開始</a:t>
              </a:r>
              <a:endParaRPr lang="en-US" sz="1300" dirty="0"/>
            </a:p>
          </p:txBody>
        </p:sp>
        <p:sp>
          <p:nvSpPr>
            <p:cNvPr id="68" name="分流"/>
            <p:cNvSpPr/>
            <p:nvPr/>
          </p:nvSpPr>
          <p:spPr>
            <a:xfrm>
              <a:off x="5084350" y="5623560"/>
              <a:ext cx="80010" cy="1691640"/>
            </a:xfrm>
            <a:prstGeom prst="rect">
              <a:avLst/>
            </a:prstGeom>
            <a:solidFill>
              <a:srgbClr val="0F7C8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9" name="處理"/>
            <p:cNvSpPr/>
            <p:nvPr/>
          </p:nvSpPr>
          <p:spPr>
            <a:xfrm>
              <a:off x="5404390" y="5703570"/>
              <a:ext cx="845820" cy="480060"/>
            </a:xfrm>
            <a:prstGeom prst="roundRect">
              <a:avLst>
                <a:gd name="adj" fmla="val 50000"/>
              </a:avLst>
            </a:prstGeom>
            <a:solidFill>
              <a:srgbClr val="E0F0F0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A</a:t>
              </a:r>
              <a:endParaRPr lang="en-US" sz="1300" dirty="0"/>
            </a:p>
          </p:txBody>
        </p:sp>
        <p:sp>
          <p:nvSpPr>
            <p:cNvPr id="70" name="處理"/>
            <p:cNvSpPr/>
            <p:nvPr/>
          </p:nvSpPr>
          <p:spPr>
            <a:xfrm>
              <a:off x="5404390" y="6755130"/>
              <a:ext cx="845820" cy="480060"/>
            </a:xfrm>
            <a:prstGeom prst="roundRect">
              <a:avLst>
                <a:gd name="adj" fmla="val 50000"/>
              </a:avLst>
            </a:prstGeom>
            <a:solidFill>
              <a:srgbClr val="E0F0F0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B</a:t>
              </a:r>
              <a:endParaRPr lang="en-US" sz="1300" dirty="0"/>
            </a:p>
          </p:txBody>
        </p:sp>
        <p:sp>
          <p:nvSpPr>
            <p:cNvPr id="71" name="合流"/>
            <p:cNvSpPr/>
            <p:nvPr/>
          </p:nvSpPr>
          <p:spPr>
            <a:xfrm>
              <a:off x="6282500" y="5623560"/>
              <a:ext cx="80010" cy="1691640"/>
            </a:xfrm>
            <a:prstGeom prst="rect">
              <a:avLst/>
            </a:prstGeom>
            <a:solidFill>
              <a:srgbClr val="0F7C8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2" name="處理"/>
            <p:cNvSpPr/>
            <p:nvPr/>
          </p:nvSpPr>
          <p:spPr>
            <a:xfrm>
              <a:off x="6785420" y="6229350"/>
              <a:ext cx="708660" cy="480060"/>
            </a:xfrm>
            <a:prstGeom prst="roundRect">
              <a:avLst>
                <a:gd name="adj" fmla="val 50000"/>
              </a:avLst>
            </a:prstGeom>
            <a:solidFill>
              <a:srgbClr val="0F7C80"/>
            </a:solidFill>
            <a:ln>
              <a:noFill/>
            </a:ln>
            <a:effectLst>
              <a:outerShdw blurRad="95250" dist="23876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彙整</a:t>
              </a:r>
              <a:endParaRPr lang="en-US" sz="1300" dirty="0"/>
            </a:p>
          </p:txBody>
        </p:sp>
        <p:cxnSp>
          <p:nvCxnSpPr>
            <p:cNvPr id="73" name="連接線"/>
            <p:cNvCxnSpPr>
              <a:stCxn id="67" idx="3"/>
              <a:endCxn id="68" idx="1"/>
            </p:cNvCxnSpPr>
            <p:nvPr/>
          </p:nvCxnSpPr>
          <p:spPr>
            <a:xfrm>
              <a:off x="4855750" y="6469380"/>
              <a:ext cx="228600" cy="0"/>
            </a:xfrm>
            <a:prstGeom prst="straightConnector1">
              <a:avLst/>
            </a:prstGeom>
            <a:ln w="19812">
              <a:solidFill>
                <a:srgbClr val="8C8C8C"/>
              </a:solidFill>
              <a:prstDash val="solid"/>
              <a:tailEnd type="triangle" w="lg" len="lg"/>
            </a:ln>
          </p:spPr>
        </p:cxnSp>
        <p:cxnSp>
          <p:nvCxnSpPr>
            <p:cNvPr id="74" name="連接線"/>
            <p:cNvCxnSpPr>
              <a:endCxn id="69" idx="1"/>
            </p:cNvCxnSpPr>
            <p:nvPr/>
          </p:nvCxnSpPr>
          <p:spPr>
            <a:xfrm>
              <a:off x="5164360" y="5943600"/>
              <a:ext cx="240030" cy="0"/>
            </a:xfrm>
            <a:prstGeom prst="straightConnector1">
              <a:avLst/>
            </a:prstGeom>
            <a:ln w="19812">
              <a:solidFill>
                <a:srgbClr val="8C8C8C"/>
              </a:solidFill>
              <a:prstDash val="solid"/>
              <a:tailEnd type="triangle" w="lg" len="lg"/>
            </a:ln>
          </p:spPr>
        </p:cxnSp>
        <p:cxnSp>
          <p:nvCxnSpPr>
            <p:cNvPr id="75" name="連接線"/>
            <p:cNvCxnSpPr>
              <a:endCxn id="70" idx="1"/>
            </p:cNvCxnSpPr>
            <p:nvPr/>
          </p:nvCxnSpPr>
          <p:spPr>
            <a:xfrm>
              <a:off x="5164360" y="6995160"/>
              <a:ext cx="240030" cy="0"/>
            </a:xfrm>
            <a:prstGeom prst="straightConnector1">
              <a:avLst/>
            </a:prstGeom>
            <a:ln w="19812">
              <a:solidFill>
                <a:srgbClr val="8C8C8C"/>
              </a:solidFill>
              <a:prstDash val="solid"/>
              <a:tailEnd type="triangle" w="lg" len="lg"/>
            </a:ln>
          </p:spPr>
        </p:cxnSp>
        <p:cxnSp>
          <p:nvCxnSpPr>
            <p:cNvPr id="76" name="連接線"/>
            <p:cNvCxnSpPr>
              <a:stCxn id="69" idx="3"/>
            </p:cNvCxnSpPr>
            <p:nvPr/>
          </p:nvCxnSpPr>
          <p:spPr>
            <a:xfrm>
              <a:off x="6250210" y="5943600"/>
              <a:ext cx="32290" cy="0"/>
            </a:xfrm>
            <a:prstGeom prst="straightConnector1">
              <a:avLst/>
            </a:prstGeom>
            <a:ln w="19812">
              <a:solidFill>
                <a:srgbClr val="8C8C8C"/>
              </a:solidFill>
              <a:prstDash val="solid"/>
              <a:tailEnd type="triangle" w="lg" len="lg"/>
            </a:ln>
          </p:spPr>
        </p:cxnSp>
        <p:cxnSp>
          <p:nvCxnSpPr>
            <p:cNvPr id="77" name="連接線"/>
            <p:cNvCxnSpPr>
              <a:stCxn id="70" idx="3"/>
            </p:cNvCxnSpPr>
            <p:nvPr/>
          </p:nvCxnSpPr>
          <p:spPr>
            <a:xfrm>
              <a:off x="6250210" y="6995160"/>
              <a:ext cx="32290" cy="0"/>
            </a:xfrm>
            <a:prstGeom prst="straightConnector1">
              <a:avLst/>
            </a:prstGeom>
            <a:ln w="19812">
              <a:solidFill>
                <a:srgbClr val="8C8C8C"/>
              </a:solidFill>
              <a:prstDash val="solid"/>
              <a:tailEnd type="triangle" w="lg" len="lg"/>
            </a:ln>
          </p:spPr>
        </p:cxnSp>
        <p:cxnSp>
          <p:nvCxnSpPr>
            <p:cNvPr id="78" name="連接線"/>
            <p:cNvCxnSpPr>
              <a:stCxn id="71" idx="3"/>
              <a:endCxn id="72" idx="1"/>
            </p:cNvCxnSpPr>
            <p:nvPr/>
          </p:nvCxnSpPr>
          <p:spPr>
            <a:xfrm>
              <a:off x="6362510" y="6469380"/>
              <a:ext cx="422910" cy="0"/>
            </a:xfrm>
            <a:prstGeom prst="straightConnector1">
              <a:avLst/>
            </a:prstGeom>
            <a:ln w="19812">
              <a:solidFill>
                <a:srgbClr val="8C8C8C"/>
              </a:solidFill>
              <a:prstDash val="solid"/>
              <a:tailEnd type="triangle" w="lg" len="lg"/>
            </a:ln>
          </p:spPr>
        </p:cxnSp>
      </p:grpSp>
      <p:sp>
        <p:nvSpPr>
          <p:cNvPr id="79" name="Text 77"/>
          <p:cNvSpPr/>
          <p:nvPr/>
        </p:nvSpPr>
        <p:spPr>
          <a:xfrm>
            <a:off x="7745540" y="5149215"/>
            <a:ext cx="125730" cy="12573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組合名稱"/>
          <p:cNvSpPr/>
          <p:nvPr/>
        </p:nvSpPr>
        <p:spPr>
          <a:xfrm>
            <a:off x="7997000" y="5052060"/>
            <a:ext cx="30269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輸入→處理→輸出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Input / Process / Output</a:t>
            </a:r>
            <a:endParaRPr lang="en-US" sz="1750" dirty="0"/>
          </a:p>
        </p:txBody>
      </p:sp>
      <p:sp>
        <p:nvSpPr>
          <p:cNvPr id="81" name="線條"/>
          <p:cNvSpPr/>
          <p:nvPr/>
        </p:nvSpPr>
        <p:spPr>
          <a:xfrm>
            <a:off x="7745540" y="544068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6" name="輸入→處理→輸出"/>
          <p:cNvGrpSpPr/>
          <p:nvPr/>
        </p:nvGrpSpPr>
        <p:grpSpPr>
          <a:xfrm>
            <a:off x="7688390" y="6023610"/>
            <a:ext cx="3392710" cy="971550"/>
            <a:chOff x="7688390" y="6023610"/>
            <a:chExt cx="3392710" cy="971550"/>
          </a:xfrm>
        </p:grpSpPr>
        <p:sp>
          <p:nvSpPr>
            <p:cNvPr id="82" name="輸入輸出"/>
            <p:cNvSpPr/>
            <p:nvPr/>
          </p:nvSpPr>
          <p:spPr>
            <a:xfrm>
              <a:off x="7745540" y="6080760"/>
              <a:ext cx="937260" cy="480060"/>
            </a:xfrm>
            <a:prstGeom prst="parallelogram">
              <a:avLst>
                <a:gd name="adj" fmla="val 42000"/>
              </a:avLst>
            </a:prstGeom>
            <a:solidFill>
              <a:srgbClr val="E0F0F0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輸入</a:t>
              </a:r>
              <a:endParaRPr lang="en-US" sz="1300" dirty="0"/>
            </a:p>
          </p:txBody>
        </p:sp>
        <p:sp>
          <p:nvSpPr>
            <p:cNvPr id="83" name="標註"/>
            <p:cNvSpPr/>
            <p:nvPr/>
          </p:nvSpPr>
          <p:spPr>
            <a:xfrm>
              <a:off x="7688390" y="6766560"/>
              <a:ext cx="10515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資料來源</a:t>
              </a:r>
              <a:endParaRPr lang="en-US" sz="1050" dirty="0"/>
            </a:p>
          </p:txBody>
        </p:sp>
        <p:sp>
          <p:nvSpPr>
            <p:cNvPr id="84" name="處理"/>
            <p:cNvSpPr/>
            <p:nvPr/>
          </p:nvSpPr>
          <p:spPr>
            <a:xfrm>
              <a:off x="8984694" y="6080760"/>
              <a:ext cx="800100" cy="480060"/>
            </a:xfrm>
            <a:prstGeom prst="roundRect">
              <a:avLst>
                <a:gd name="adj" fmla="val 50000"/>
              </a:avLst>
            </a:prstGeom>
            <a:solidFill>
              <a:srgbClr val="0F7C80"/>
            </a:solidFill>
            <a:ln>
              <a:noFill/>
            </a:ln>
            <a:effectLst>
              <a:outerShdw blurRad="95250" dist="23876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處理</a:t>
              </a:r>
              <a:endParaRPr lang="en-US" sz="1300" dirty="0"/>
            </a:p>
          </p:txBody>
        </p:sp>
        <p:sp>
          <p:nvSpPr>
            <p:cNvPr id="85" name="標註"/>
            <p:cNvSpPr/>
            <p:nvPr/>
          </p:nvSpPr>
          <p:spPr>
            <a:xfrm>
              <a:off x="8927544" y="6766560"/>
              <a:ext cx="914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整理運算</a:t>
              </a:r>
              <a:endParaRPr lang="en-US" sz="1050" dirty="0"/>
            </a:p>
          </p:txBody>
        </p:sp>
        <p:sp>
          <p:nvSpPr>
            <p:cNvPr id="86" name="文件"/>
            <p:cNvSpPr/>
            <p:nvPr/>
          </p:nvSpPr>
          <p:spPr>
            <a:xfrm>
              <a:off x="10086689" y="6023610"/>
              <a:ext cx="937260" cy="594360"/>
            </a:xfrm>
            <a:prstGeom prst="flowChartDocument">
              <a:avLst/>
            </a:prstGeom>
            <a:solidFill>
              <a:srgbClr val="E0F0F0"/>
            </a:solidFill>
            <a:ln>
              <a:noFill/>
            </a:ln>
          </p:spPr>
          <p:txBody>
            <a:bodyPr wrap="square" lIns="47625" tIns="0" rIns="47625" bIns="0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報表</a:t>
              </a:r>
              <a:endParaRPr lang="en-US" sz="1300" dirty="0"/>
            </a:p>
          </p:txBody>
        </p:sp>
        <p:sp>
          <p:nvSpPr>
            <p:cNvPr id="87" name="標註"/>
            <p:cNvSpPr/>
            <p:nvPr/>
          </p:nvSpPr>
          <p:spPr>
            <a:xfrm>
              <a:off x="10029539" y="6766560"/>
              <a:ext cx="10515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產出結果</a:t>
              </a:r>
              <a:endParaRPr lang="en-US" sz="1050" dirty="0"/>
            </a:p>
          </p:txBody>
        </p:sp>
        <p:cxnSp>
          <p:nvCxnSpPr>
            <p:cNvPr id="88" name="連接線"/>
            <p:cNvCxnSpPr>
              <a:stCxn id="82" idx="2"/>
              <a:endCxn id="84" idx="1"/>
            </p:cNvCxnSpPr>
            <p:nvPr/>
          </p:nvCxnSpPr>
          <p:spPr>
            <a:xfrm>
              <a:off x="8581987" y="6320790"/>
              <a:ext cx="402707" cy="0"/>
            </a:xfrm>
            <a:prstGeom prst="straightConnector1">
              <a:avLst/>
            </a:prstGeom>
            <a:ln w="19812">
              <a:solidFill>
                <a:srgbClr val="8C8C8C"/>
              </a:solidFill>
              <a:prstDash val="solid"/>
              <a:tailEnd type="triangle" w="lg" len="lg"/>
            </a:ln>
          </p:spPr>
        </p:cxnSp>
        <p:cxnSp>
          <p:nvCxnSpPr>
            <p:cNvPr id="89" name="連接線"/>
            <p:cNvCxnSpPr>
              <a:stCxn id="84" idx="3"/>
              <a:endCxn id="86" idx="1"/>
            </p:cNvCxnSpPr>
            <p:nvPr/>
          </p:nvCxnSpPr>
          <p:spPr>
            <a:xfrm>
              <a:off x="9784794" y="6320790"/>
              <a:ext cx="301895" cy="0"/>
            </a:xfrm>
            <a:prstGeom prst="straightConnector1">
              <a:avLst/>
            </a:prstGeom>
            <a:ln w="19812">
              <a:solidFill>
                <a:srgbClr val="8C8C8C"/>
              </a:solidFill>
              <a:prstDash val="solid"/>
              <a:tailEnd type="triangle" w="lg" len="lg"/>
            </a:ln>
          </p:spPr>
        </p:cxnSp>
      </p:grpSp>
      <p:sp>
        <p:nvSpPr>
          <p:cNvPr id="90" name="Text 88"/>
          <p:cNvSpPr/>
          <p:nvPr/>
        </p:nvSpPr>
        <p:spPr>
          <a:xfrm>
            <a:off x="11275409" y="5149215"/>
            <a:ext cx="125730" cy="12573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組合名稱"/>
          <p:cNvSpPr/>
          <p:nvPr/>
        </p:nvSpPr>
        <p:spPr>
          <a:xfrm>
            <a:off x="11526869" y="5052060"/>
            <a:ext cx="30269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前後對照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Before / After</a:t>
            </a:r>
            <a:endParaRPr lang="en-US" sz="1750" dirty="0"/>
          </a:p>
        </p:txBody>
      </p:sp>
      <p:sp>
        <p:nvSpPr>
          <p:cNvPr id="92" name="線條"/>
          <p:cNvSpPr/>
          <p:nvPr/>
        </p:nvSpPr>
        <p:spPr>
          <a:xfrm>
            <a:off x="11275409" y="544068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7" name="前後對照"/>
          <p:cNvGrpSpPr/>
          <p:nvPr/>
        </p:nvGrpSpPr>
        <p:grpSpPr>
          <a:xfrm>
            <a:off x="11275409" y="5737860"/>
            <a:ext cx="3278410" cy="1485900"/>
            <a:chOff x="11275409" y="5737860"/>
            <a:chExt cx="3278410" cy="1485900"/>
          </a:xfrm>
        </p:grpSpPr>
        <p:sp>
          <p:nvSpPr>
            <p:cNvPr id="93" name="卡片"/>
            <p:cNvSpPr/>
            <p:nvPr/>
          </p:nvSpPr>
          <p:spPr>
            <a:xfrm>
              <a:off x="11275409" y="5737860"/>
              <a:ext cx="1348740" cy="1485900"/>
            </a:xfrm>
            <a:prstGeom prst="roundRect">
              <a:avLst>
                <a:gd name="adj" fmla="val 18644"/>
              </a:avLst>
            </a:prstGeom>
            <a:solidFill>
              <a:srgbClr val="FFFFFF"/>
            </a:solidFill>
            <a:ln>
              <a:noFill/>
            </a:ln>
            <a:effectLst>
              <a:outerShdw blurRad="158750" dist="47625" dir="5400000" sx="100000" sy="100000" algn="ctr" rotWithShape="0">
                <a:srgbClr val="000000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4" name="卡片標題"/>
            <p:cNvSpPr/>
            <p:nvPr/>
          </p:nvSpPr>
          <p:spPr>
            <a:xfrm>
              <a:off x="11435429" y="5875020"/>
              <a:ext cx="10287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4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現況 </a:t>
              </a:r>
              <a:r>
                <a:rPr lang="en-US" sz="10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Before</a:t>
              </a:r>
              <a:endParaRPr lang="en-US" sz="1400" dirty="0"/>
            </a:p>
          </p:txBody>
        </p:sp>
        <p:sp>
          <p:nvSpPr>
            <p:cNvPr id="95" name="卡片內文"/>
            <p:cNvSpPr/>
            <p:nvPr/>
          </p:nvSpPr>
          <p:spPr>
            <a:xfrm>
              <a:off x="11435429" y="6286500"/>
              <a:ext cx="10287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流程分散</a:t>
              </a:r>
              <a:endParaRPr lang="en-US" sz="120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交接常出錯</a:t>
              </a:r>
              <a:endParaRPr lang="en-US" sz="1200" dirty="0"/>
            </a:p>
          </p:txBody>
        </p:sp>
        <p:sp>
          <p:nvSpPr>
            <p:cNvPr id="96" name="分隔"/>
            <p:cNvSpPr/>
            <p:nvPr/>
          </p:nvSpPr>
          <p:spPr>
            <a:xfrm>
              <a:off x="12851749" y="6355080"/>
              <a:ext cx="125730" cy="251460"/>
            </a:xfrm>
            <a:prstGeom prst="chevron">
              <a:avLst>
                <a:gd name="adj" fmla="val 68182"/>
              </a:avLst>
            </a:prstGeom>
            <a:solidFill>
              <a:srgbClr val="0F7C8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7" name="強調卡片"/>
            <p:cNvSpPr/>
            <p:nvPr/>
          </p:nvSpPr>
          <p:spPr>
            <a:xfrm>
              <a:off x="13205079" y="5737860"/>
              <a:ext cx="1348740" cy="1485900"/>
            </a:xfrm>
            <a:prstGeom prst="roundRect">
              <a:avLst>
                <a:gd name="adj" fmla="val 18644"/>
              </a:avLst>
            </a:prstGeom>
            <a:solidFill>
              <a:srgbClr val="FFFFFF"/>
            </a:solidFill>
            <a:ln w="27813">
              <a:solidFill>
                <a:srgbClr val="0F7C80"/>
              </a:solidFill>
              <a:prstDash val="solid"/>
            </a:ln>
            <a:effectLst>
              <a:outerShdw blurRad="158750" dist="47625" dir="5400000" sx="100000" sy="100000" algn="ctr" rotWithShape="0">
                <a:srgbClr val="000000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8" name="卡片標題"/>
            <p:cNvSpPr/>
            <p:nvPr/>
          </p:nvSpPr>
          <p:spPr>
            <a:xfrm>
              <a:off x="13365099" y="5875020"/>
              <a:ext cx="10287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400" b="1" dirty="0">
                  <a:solidFill>
                    <a:srgbClr val="0F7C8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改善後 </a:t>
              </a:r>
              <a:r>
                <a:rPr lang="en-US" sz="10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After</a:t>
              </a:r>
              <a:endParaRPr lang="en-US" sz="1400" dirty="0"/>
            </a:p>
          </p:txBody>
        </p:sp>
        <p:sp>
          <p:nvSpPr>
            <p:cNvPr id="99" name="卡片內文"/>
            <p:cNvSpPr/>
            <p:nvPr/>
          </p:nvSpPr>
          <p:spPr>
            <a:xfrm>
              <a:off x="13365099" y="6286500"/>
              <a:ext cx="10287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單一窗口</a:t>
              </a:r>
              <a:endParaRPr lang="en-US" sz="120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進度一目了然</a:t>
              </a:r>
              <a:endParaRPr lang="en-US" sz="1200" dirty="0"/>
            </a:p>
          </p:txBody>
        </p:sp>
      </p:grpSp>
      <p:sp>
        <p:nvSpPr>
          <p:cNvPr id="100" name="Text 98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青綠科技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101" name="Text 99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/ 14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685800" y="48006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常見組合（二）Common Patterns II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685800" y="1451610"/>
            <a:ext cx="514350" cy="11430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337310" y="1291590"/>
            <a:ext cx="12573000" cy="434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F7C8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分工表、前後對照、問題對策、方案比較、KPI 數字卡與 PDCA：整組複製即可使用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2268855"/>
            <a:ext cx="125730" cy="12573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組合名稱"/>
          <p:cNvSpPr/>
          <p:nvPr/>
        </p:nvSpPr>
        <p:spPr>
          <a:xfrm>
            <a:off x="937260" y="2171700"/>
            <a:ext cx="4112133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責任分工 RACI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RACI Matrix</a:t>
            </a:r>
            <a:endParaRPr lang="en-US" sz="1750" dirty="0"/>
          </a:p>
        </p:txBody>
      </p:sp>
      <p:sp>
        <p:nvSpPr>
          <p:cNvPr id="7" name="線條"/>
          <p:cNvSpPr/>
          <p:nvPr/>
        </p:nvSpPr>
        <p:spPr>
          <a:xfrm>
            <a:off x="685800" y="25603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628900"/>
          <a:ext cx="4363593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759428"/>
                <a:gridCol w="759428"/>
                <a:gridCol w="759428"/>
                <a:gridCol w="759428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工作項目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0F7C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PM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0F7C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設計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0F7C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工程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0F7C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業務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0F7C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需求定義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方案設計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開發測試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上線推廣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RACI 標記"/>
          <p:cNvSpPr/>
          <p:nvPr/>
        </p:nvSpPr>
        <p:spPr>
          <a:xfrm>
            <a:off x="2197084" y="306895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00" dirty="0"/>
          </a:p>
        </p:txBody>
      </p:sp>
      <p:sp>
        <p:nvSpPr>
          <p:cNvPr id="10" name="RACI 標記"/>
          <p:cNvSpPr/>
          <p:nvPr/>
        </p:nvSpPr>
        <p:spPr>
          <a:xfrm>
            <a:off x="2956512" y="306895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000" dirty="0"/>
          </a:p>
        </p:txBody>
      </p:sp>
      <p:sp>
        <p:nvSpPr>
          <p:cNvPr id="11" name="RACI 標記"/>
          <p:cNvSpPr/>
          <p:nvPr/>
        </p:nvSpPr>
        <p:spPr>
          <a:xfrm>
            <a:off x="3715941" y="306895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000" dirty="0"/>
          </a:p>
        </p:txBody>
      </p:sp>
      <p:sp>
        <p:nvSpPr>
          <p:cNvPr id="12" name="RACI 標記"/>
          <p:cNvSpPr/>
          <p:nvPr/>
        </p:nvSpPr>
        <p:spPr>
          <a:xfrm>
            <a:off x="4475369" y="306895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1000" dirty="0"/>
          </a:p>
        </p:txBody>
      </p:sp>
      <p:sp>
        <p:nvSpPr>
          <p:cNvPr id="13" name="RACI 標記"/>
          <p:cNvSpPr/>
          <p:nvPr/>
        </p:nvSpPr>
        <p:spPr>
          <a:xfrm>
            <a:off x="2197084" y="345757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00" dirty="0"/>
          </a:p>
        </p:txBody>
      </p:sp>
      <p:sp>
        <p:nvSpPr>
          <p:cNvPr id="14" name="RACI 標記"/>
          <p:cNvSpPr/>
          <p:nvPr/>
        </p:nvSpPr>
        <p:spPr>
          <a:xfrm>
            <a:off x="2956512" y="345757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1000" dirty="0"/>
          </a:p>
        </p:txBody>
      </p:sp>
      <p:sp>
        <p:nvSpPr>
          <p:cNvPr id="15" name="RACI 標記"/>
          <p:cNvSpPr/>
          <p:nvPr/>
        </p:nvSpPr>
        <p:spPr>
          <a:xfrm>
            <a:off x="3715941" y="345757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000" dirty="0"/>
          </a:p>
        </p:txBody>
      </p:sp>
      <p:sp>
        <p:nvSpPr>
          <p:cNvPr id="16" name="RACI 標記"/>
          <p:cNvSpPr/>
          <p:nvPr/>
        </p:nvSpPr>
        <p:spPr>
          <a:xfrm>
            <a:off x="4475369" y="345757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38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1000" dirty="0"/>
          </a:p>
        </p:txBody>
      </p:sp>
      <p:sp>
        <p:nvSpPr>
          <p:cNvPr id="17" name="RACI 標記"/>
          <p:cNvSpPr/>
          <p:nvPr/>
        </p:nvSpPr>
        <p:spPr>
          <a:xfrm>
            <a:off x="2197084" y="384619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00" dirty="0"/>
          </a:p>
        </p:txBody>
      </p:sp>
      <p:sp>
        <p:nvSpPr>
          <p:cNvPr id="18" name="RACI 標記"/>
          <p:cNvSpPr/>
          <p:nvPr/>
        </p:nvSpPr>
        <p:spPr>
          <a:xfrm>
            <a:off x="2956512" y="384619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000" dirty="0"/>
          </a:p>
        </p:txBody>
      </p:sp>
      <p:sp>
        <p:nvSpPr>
          <p:cNvPr id="19" name="RACI 標記"/>
          <p:cNvSpPr/>
          <p:nvPr/>
        </p:nvSpPr>
        <p:spPr>
          <a:xfrm>
            <a:off x="3715941" y="384619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1000" dirty="0"/>
          </a:p>
        </p:txBody>
      </p:sp>
      <p:sp>
        <p:nvSpPr>
          <p:cNvPr id="20" name="RACI 標記"/>
          <p:cNvSpPr/>
          <p:nvPr/>
        </p:nvSpPr>
        <p:spPr>
          <a:xfrm>
            <a:off x="4475369" y="384619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38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1000" dirty="0"/>
          </a:p>
        </p:txBody>
      </p:sp>
      <p:sp>
        <p:nvSpPr>
          <p:cNvPr id="21" name="RACI 標記"/>
          <p:cNvSpPr/>
          <p:nvPr/>
        </p:nvSpPr>
        <p:spPr>
          <a:xfrm>
            <a:off x="2197084" y="423481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00" dirty="0"/>
          </a:p>
        </p:txBody>
      </p:sp>
      <p:sp>
        <p:nvSpPr>
          <p:cNvPr id="22" name="RACI 標記"/>
          <p:cNvSpPr/>
          <p:nvPr/>
        </p:nvSpPr>
        <p:spPr>
          <a:xfrm>
            <a:off x="2956512" y="423481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38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1000" dirty="0"/>
          </a:p>
        </p:txBody>
      </p:sp>
      <p:sp>
        <p:nvSpPr>
          <p:cNvPr id="23" name="RACI 標記"/>
          <p:cNvSpPr/>
          <p:nvPr/>
        </p:nvSpPr>
        <p:spPr>
          <a:xfrm>
            <a:off x="3715941" y="423481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000" dirty="0"/>
          </a:p>
        </p:txBody>
      </p:sp>
      <p:sp>
        <p:nvSpPr>
          <p:cNvPr id="24" name="RACI 標記"/>
          <p:cNvSpPr/>
          <p:nvPr/>
        </p:nvSpPr>
        <p:spPr>
          <a:xfrm>
            <a:off x="4475369" y="423481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1000" dirty="0"/>
          </a:p>
        </p:txBody>
      </p:sp>
      <p:sp>
        <p:nvSpPr>
          <p:cNvPr id="25" name="圖例"/>
          <p:cNvSpPr/>
          <p:nvPr/>
        </p:nvSpPr>
        <p:spPr>
          <a:xfrm>
            <a:off x="685800" y="4663440"/>
            <a:ext cx="251460" cy="18288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800" dirty="0"/>
          </a:p>
        </p:txBody>
      </p:sp>
      <p:sp>
        <p:nvSpPr>
          <p:cNvPr id="26" name="圖例"/>
          <p:cNvSpPr/>
          <p:nvPr/>
        </p:nvSpPr>
        <p:spPr>
          <a:xfrm>
            <a:off x="982980" y="464058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000" dirty="0"/>
          </a:p>
        </p:txBody>
      </p:sp>
      <p:sp>
        <p:nvSpPr>
          <p:cNvPr id="27" name="圖例"/>
          <p:cNvSpPr/>
          <p:nvPr/>
        </p:nvSpPr>
        <p:spPr>
          <a:xfrm>
            <a:off x="1668780" y="4663440"/>
            <a:ext cx="251460" cy="18288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800" dirty="0"/>
          </a:p>
        </p:txBody>
      </p:sp>
      <p:sp>
        <p:nvSpPr>
          <p:cNvPr id="28" name="圖例"/>
          <p:cNvSpPr/>
          <p:nvPr/>
        </p:nvSpPr>
        <p:spPr>
          <a:xfrm>
            <a:off x="1965960" y="464058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當責</a:t>
            </a:r>
            <a:endParaRPr lang="en-US" sz="1000" dirty="0"/>
          </a:p>
        </p:txBody>
      </p:sp>
      <p:sp>
        <p:nvSpPr>
          <p:cNvPr id="29" name="圖例"/>
          <p:cNvSpPr/>
          <p:nvPr/>
        </p:nvSpPr>
        <p:spPr>
          <a:xfrm>
            <a:off x="2651760" y="4663440"/>
            <a:ext cx="251460" cy="182880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800" dirty="0"/>
          </a:p>
        </p:txBody>
      </p:sp>
      <p:sp>
        <p:nvSpPr>
          <p:cNvPr id="30" name="圖例"/>
          <p:cNvSpPr/>
          <p:nvPr/>
        </p:nvSpPr>
        <p:spPr>
          <a:xfrm>
            <a:off x="2948940" y="464058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諮詢</a:t>
            </a:r>
            <a:endParaRPr lang="en-US" sz="1000" dirty="0"/>
          </a:p>
        </p:txBody>
      </p:sp>
      <p:sp>
        <p:nvSpPr>
          <p:cNvPr id="31" name="圖例"/>
          <p:cNvSpPr/>
          <p:nvPr/>
        </p:nvSpPr>
        <p:spPr>
          <a:xfrm>
            <a:off x="3634740" y="4663440"/>
            <a:ext cx="2514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001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800" dirty="0"/>
          </a:p>
        </p:txBody>
      </p:sp>
      <p:sp>
        <p:nvSpPr>
          <p:cNvPr id="32" name="圖例"/>
          <p:cNvSpPr/>
          <p:nvPr/>
        </p:nvSpPr>
        <p:spPr>
          <a:xfrm>
            <a:off x="3931920" y="464058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知會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438013" y="2268855"/>
            <a:ext cx="125730" cy="12573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組合名稱"/>
          <p:cNvSpPr/>
          <p:nvPr/>
        </p:nvSpPr>
        <p:spPr>
          <a:xfrm>
            <a:off x="5689473" y="2171700"/>
            <a:ext cx="4112133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改善前後對照表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Before / After Table</a:t>
            </a:r>
            <a:endParaRPr lang="en-US" sz="1750" dirty="0"/>
          </a:p>
        </p:txBody>
      </p:sp>
      <p:sp>
        <p:nvSpPr>
          <p:cNvPr id="35" name="線條"/>
          <p:cNvSpPr/>
          <p:nvPr/>
        </p:nvSpPr>
        <p:spPr>
          <a:xfrm>
            <a:off x="5438013" y="25603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aphicFrame>
        <p:nvGraphicFramePr>
          <p:cNvPr id="3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38013" y="2628900"/>
          <a:ext cx="4363593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610297"/>
                <a:gridCol w="1610297"/>
              </a:tblGrid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0F7C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改善前 Before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改善後 After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0F7C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C8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交期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 天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7C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 天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不良率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3.2%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7C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1.1%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人力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人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7C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人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客訴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 件／月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7C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件／月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7" name="Text 33"/>
          <p:cNvSpPr/>
          <p:nvPr/>
        </p:nvSpPr>
        <p:spPr>
          <a:xfrm>
            <a:off x="5438013" y="4732020"/>
            <a:ext cx="4363593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改善後一欄以主色粗體標示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10190226" y="2268855"/>
            <a:ext cx="125730" cy="12573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組合名稱"/>
          <p:cNvSpPr/>
          <p:nvPr/>
        </p:nvSpPr>
        <p:spPr>
          <a:xfrm>
            <a:off x="10441686" y="2171700"/>
            <a:ext cx="4112133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 → 原因 → 對策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Problem / Cause / Countermeasure</a:t>
            </a:r>
            <a:endParaRPr lang="en-US" sz="1750" dirty="0"/>
          </a:p>
        </p:txBody>
      </p:sp>
      <p:sp>
        <p:nvSpPr>
          <p:cNvPr id="40" name="線條"/>
          <p:cNvSpPr/>
          <p:nvPr/>
        </p:nvSpPr>
        <p:spPr>
          <a:xfrm>
            <a:off x="10190226" y="25603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2" name="問題 → 原因 → 對策"/>
          <p:cNvGrpSpPr/>
          <p:nvPr/>
        </p:nvGrpSpPr>
        <p:grpSpPr>
          <a:xfrm>
            <a:off x="10190226" y="2880360"/>
            <a:ext cx="4363593" cy="1325880"/>
            <a:chOff x="10190226" y="2880360"/>
            <a:chExt cx="4363593" cy="1325880"/>
          </a:xfrm>
        </p:grpSpPr>
        <p:sp>
          <p:nvSpPr>
            <p:cNvPr id="41" name="問題"/>
            <p:cNvSpPr/>
            <p:nvPr/>
          </p:nvSpPr>
          <p:spPr>
            <a:xfrm>
              <a:off x="10190226" y="2880360"/>
              <a:ext cx="1165860" cy="1325880"/>
            </a:xfrm>
            <a:prstGeom prst="roundRect">
              <a:avLst>
                <a:gd name="adj" fmla="val 11765"/>
              </a:avLst>
            </a:prstGeom>
            <a:solidFill>
              <a:srgbClr val="FFFFFF"/>
            </a:solidFill>
            <a:ln w="23876">
              <a:solidFill>
                <a:srgbClr val="F2A541"/>
              </a:solidFill>
              <a:prstDash val="solid"/>
            </a:ln>
          </p:spPr>
          <p:txBody>
            <a:bodyPr wrap="square" lIns="111125" tIns="127000" rIns="79375" bIns="635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450" b="1" dirty="0">
                  <a:solidFill>
                    <a:srgbClr val="B67C3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問題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Problem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交期常延誤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客戶抱怨增加</a:t>
              </a:r>
              <a:endParaRPr lang="en-US" sz="1050" dirty="0"/>
            </a:p>
          </p:txBody>
        </p:sp>
        <p:sp>
          <p:nvSpPr>
            <p:cNvPr id="42" name="原因"/>
            <p:cNvSpPr/>
            <p:nvPr/>
          </p:nvSpPr>
          <p:spPr>
            <a:xfrm>
              <a:off x="11789093" y="2880360"/>
              <a:ext cx="1165860" cy="1325880"/>
            </a:xfrm>
            <a:prstGeom prst="roundRect">
              <a:avLst>
                <a:gd name="adj" fmla="val 11765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lIns="111125" tIns="127000" rIns="79375" bIns="635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4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原因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Cause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需求變更頻繁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排程未同步</a:t>
              </a:r>
              <a:endParaRPr lang="en-US" sz="1050" dirty="0"/>
            </a:p>
          </p:txBody>
        </p:sp>
        <p:sp>
          <p:nvSpPr>
            <p:cNvPr id="43" name="對策"/>
            <p:cNvSpPr/>
            <p:nvPr/>
          </p:nvSpPr>
          <p:spPr>
            <a:xfrm>
              <a:off x="13387959" y="2880360"/>
              <a:ext cx="1165860" cy="1325880"/>
            </a:xfrm>
            <a:prstGeom prst="roundRect">
              <a:avLst>
                <a:gd name="adj" fmla="val 11765"/>
              </a:avLst>
            </a:prstGeom>
            <a:solidFill>
              <a:srgbClr val="0F7C80"/>
            </a:solidFill>
            <a:ln>
              <a:noFill/>
            </a:ln>
          </p:spPr>
          <p:txBody>
            <a:bodyPr wrap="square" lIns="111125" tIns="127000" rIns="79375" bIns="635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4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對策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dirty="0">
                  <a:solidFill>
                    <a:srgbClr val="B7D8D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Countermeasure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需求凍結點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每週排程會議</a:t>
              </a:r>
              <a:endParaRPr lang="en-US" sz="1050" dirty="0"/>
            </a:p>
          </p:txBody>
        </p:sp>
        <p:cxnSp>
          <p:nvCxnSpPr>
            <p:cNvPr id="44" name="連接線"/>
            <p:cNvCxnSpPr>
              <a:stCxn id="41" idx="3"/>
              <a:endCxn id="42" idx="1"/>
            </p:cNvCxnSpPr>
            <p:nvPr/>
          </p:nvCxnSpPr>
          <p:spPr>
            <a:xfrm>
              <a:off x="11356086" y="3543300"/>
              <a:ext cx="433007" cy="0"/>
            </a:xfrm>
            <a:prstGeom prst="straightConnector1">
              <a:avLst/>
            </a:prstGeom>
            <a:ln w="19812">
              <a:solidFill>
                <a:srgbClr val="8C8C8C"/>
              </a:solidFill>
              <a:prstDash val="solid"/>
              <a:tailEnd type="triangle" w="lg" len="lg"/>
            </a:ln>
          </p:spPr>
        </p:cxnSp>
        <p:cxnSp>
          <p:nvCxnSpPr>
            <p:cNvPr id="45" name="連接線"/>
            <p:cNvCxnSpPr>
              <a:stCxn id="42" idx="3"/>
              <a:endCxn id="43" idx="1"/>
            </p:cNvCxnSpPr>
            <p:nvPr/>
          </p:nvCxnSpPr>
          <p:spPr>
            <a:xfrm>
              <a:off x="12954953" y="3543300"/>
              <a:ext cx="433006" cy="0"/>
            </a:xfrm>
            <a:prstGeom prst="straightConnector1">
              <a:avLst/>
            </a:prstGeom>
            <a:ln w="19812">
              <a:solidFill>
                <a:srgbClr val="8C8C8C"/>
              </a:solidFill>
              <a:prstDash val="solid"/>
              <a:tailEnd type="triangle" w="lg" len="lg"/>
            </a:ln>
          </p:spPr>
        </p:cxnSp>
      </p:grpSp>
      <p:sp>
        <p:nvSpPr>
          <p:cNvPr id="46" name="Text 42"/>
          <p:cNvSpPr/>
          <p:nvPr/>
        </p:nvSpPr>
        <p:spPr>
          <a:xfrm>
            <a:off x="685800" y="5126355"/>
            <a:ext cx="125730" cy="12573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組合名稱"/>
          <p:cNvSpPr/>
          <p:nvPr/>
        </p:nvSpPr>
        <p:spPr>
          <a:xfrm>
            <a:off x="937260" y="5029200"/>
            <a:ext cx="4112133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三方案比較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3-Column Comparison</a:t>
            </a:r>
            <a:endParaRPr lang="en-US" sz="1750" dirty="0"/>
          </a:p>
        </p:txBody>
      </p:sp>
      <p:sp>
        <p:nvSpPr>
          <p:cNvPr id="48" name="線條"/>
          <p:cNvSpPr/>
          <p:nvPr/>
        </p:nvSpPr>
        <p:spPr>
          <a:xfrm>
            <a:off x="685800" y="54178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3" name="三方案比較"/>
          <p:cNvGrpSpPr/>
          <p:nvPr/>
        </p:nvGrpSpPr>
        <p:grpSpPr>
          <a:xfrm>
            <a:off x="685800" y="5554980"/>
            <a:ext cx="4363593" cy="2217420"/>
            <a:chOff x="685800" y="5554980"/>
            <a:chExt cx="4363593" cy="2217420"/>
          </a:xfrm>
        </p:grpSpPr>
        <p:sp>
          <p:nvSpPr>
            <p:cNvPr id="49" name="方案"/>
            <p:cNvSpPr/>
            <p:nvPr/>
          </p:nvSpPr>
          <p:spPr>
            <a:xfrm>
              <a:off x="685800" y="5554980"/>
              <a:ext cx="1363091" cy="2057400"/>
            </a:xfrm>
            <a:prstGeom prst="roundRect">
              <a:avLst>
                <a:gd name="adj" fmla="val 10062"/>
              </a:avLst>
            </a:prstGeom>
            <a:solidFill>
              <a:srgbClr val="FFFFFF"/>
            </a:solidFill>
            <a:ln w="1587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0" name="表頭底"/>
            <p:cNvSpPr/>
            <p:nvPr/>
          </p:nvSpPr>
          <p:spPr>
            <a:xfrm>
              <a:off x="686943" y="5556123"/>
              <a:ext cx="1360805" cy="4572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1" name="方案名稱"/>
            <p:cNvSpPr/>
            <p:nvPr/>
          </p:nvSpPr>
          <p:spPr>
            <a:xfrm>
              <a:off x="685800" y="5554980"/>
              <a:ext cx="136309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A</a:t>
              </a:r>
              <a:endParaRPr lang="en-US" sz="17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A</a:t>
              </a:r>
              <a:endParaRPr lang="en-US" sz="1750" dirty="0"/>
            </a:p>
          </p:txBody>
        </p:sp>
        <p:sp>
          <p:nvSpPr>
            <p:cNvPr id="52" name="項目"/>
            <p:cNvSpPr/>
            <p:nvPr/>
          </p:nvSpPr>
          <p:spPr>
            <a:xfrm>
              <a:off x="822960" y="617220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950" dirty="0"/>
            </a:p>
          </p:txBody>
        </p:sp>
        <p:sp>
          <p:nvSpPr>
            <p:cNvPr id="53" name="內容"/>
            <p:cNvSpPr/>
            <p:nvPr/>
          </p:nvSpPr>
          <p:spPr>
            <a:xfrm>
              <a:off x="822960" y="634365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低</a:t>
              </a:r>
              <a:endParaRPr lang="en-US" sz="1200" dirty="0"/>
            </a:p>
          </p:txBody>
        </p:sp>
        <p:sp>
          <p:nvSpPr>
            <p:cNvPr id="54" name="項目"/>
            <p:cNvSpPr/>
            <p:nvPr/>
          </p:nvSpPr>
          <p:spPr>
            <a:xfrm>
              <a:off x="822960" y="658368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950" dirty="0"/>
            </a:p>
          </p:txBody>
        </p:sp>
        <p:sp>
          <p:nvSpPr>
            <p:cNvPr id="55" name="內容"/>
            <p:cNvSpPr/>
            <p:nvPr/>
          </p:nvSpPr>
          <p:spPr>
            <a:xfrm>
              <a:off x="822960" y="675513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 週</a:t>
              </a:r>
              <a:endParaRPr lang="en-US" sz="1200" dirty="0"/>
            </a:p>
          </p:txBody>
        </p:sp>
        <p:sp>
          <p:nvSpPr>
            <p:cNvPr id="56" name="項目"/>
            <p:cNvSpPr/>
            <p:nvPr/>
          </p:nvSpPr>
          <p:spPr>
            <a:xfrm>
              <a:off x="822960" y="699516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950" dirty="0"/>
            </a:p>
          </p:txBody>
        </p:sp>
        <p:sp>
          <p:nvSpPr>
            <p:cNvPr id="57" name="內容"/>
            <p:cNvSpPr/>
            <p:nvPr/>
          </p:nvSpPr>
          <p:spPr>
            <a:xfrm>
              <a:off x="822960" y="716661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有限</a:t>
              </a:r>
              <a:endParaRPr lang="en-US" sz="1200" dirty="0"/>
            </a:p>
          </p:txBody>
        </p:sp>
        <p:sp>
          <p:nvSpPr>
            <p:cNvPr id="58" name="推薦方案"/>
            <p:cNvSpPr/>
            <p:nvPr/>
          </p:nvSpPr>
          <p:spPr>
            <a:xfrm>
              <a:off x="2186051" y="5554980"/>
              <a:ext cx="1363091" cy="2057400"/>
            </a:xfrm>
            <a:prstGeom prst="roundRect">
              <a:avLst>
                <a:gd name="adj" fmla="val 10062"/>
              </a:avLst>
            </a:prstGeom>
            <a:solidFill>
              <a:srgbClr val="FFFFFF"/>
            </a:solidFill>
            <a:ln w="27813">
              <a:solidFill>
                <a:srgbClr val="0F7C80"/>
              </a:solidFill>
              <a:prstDash val="solid"/>
            </a:ln>
            <a:effectLst>
              <a:outerShdw blurRad="158750" dist="47625" dir="5400000" sx="100000" sy="100000" algn="ctr" rotWithShape="0">
                <a:srgbClr val="000000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9" name="表頭"/>
            <p:cNvSpPr/>
            <p:nvPr/>
          </p:nvSpPr>
          <p:spPr>
            <a:xfrm>
              <a:off x="2186051" y="5554980"/>
              <a:ext cx="1363091" cy="457200"/>
            </a:xfrm>
            <a:custGeom>
              <a:avLst/>
              <a:gdLst/>
              <a:ahLst/>
              <a:cxnLst/>
              <a:rect l="l" t="t" r="r" b="b"/>
              <a:pathLst>
                <a:path w="1363091" h="457200">
                  <a:moveTo>
                    <a:pt x="0" y="457200"/>
                  </a:moveTo>
                  <a:lnTo>
                    <a:pt x="0" y="137160"/>
                  </a:lnTo>
                  <a:arcTo hR="137160" wR="137160" stAng="10800000" swAng="5400000"/>
                  <a:lnTo>
                    <a:pt x="1225931" y="0"/>
                  </a:lnTo>
                  <a:arcTo hR="137160" wR="137160" stAng="16200000" swAng="5400000"/>
                  <a:lnTo>
                    <a:pt x="1363091" y="457200"/>
                  </a:lnTo>
                  <a:close/>
                </a:path>
              </a:pathLst>
            </a:custGeom>
            <a:solidFill>
              <a:srgbClr val="0F7C8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0" name="方案名稱"/>
            <p:cNvSpPr/>
            <p:nvPr/>
          </p:nvSpPr>
          <p:spPr>
            <a:xfrm>
              <a:off x="2186051" y="5554980"/>
              <a:ext cx="136309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B</a:t>
              </a:r>
              <a:endParaRPr lang="en-US" sz="17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900" dirty="0">
                  <a:solidFill>
                    <a:srgbClr val="B7D8D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B</a:t>
              </a:r>
              <a:endParaRPr lang="en-US" sz="1750" dirty="0"/>
            </a:p>
          </p:txBody>
        </p:sp>
        <p:sp>
          <p:nvSpPr>
            <p:cNvPr id="61" name="項目"/>
            <p:cNvSpPr/>
            <p:nvPr/>
          </p:nvSpPr>
          <p:spPr>
            <a:xfrm>
              <a:off x="2323211" y="617220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950" dirty="0"/>
            </a:p>
          </p:txBody>
        </p:sp>
        <p:sp>
          <p:nvSpPr>
            <p:cNvPr id="62" name="內容"/>
            <p:cNvSpPr/>
            <p:nvPr/>
          </p:nvSpPr>
          <p:spPr>
            <a:xfrm>
              <a:off x="2323211" y="634365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F7C8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中</a:t>
              </a:r>
              <a:endParaRPr lang="en-US" sz="1200" dirty="0"/>
            </a:p>
          </p:txBody>
        </p:sp>
        <p:sp>
          <p:nvSpPr>
            <p:cNvPr id="63" name="項目"/>
            <p:cNvSpPr/>
            <p:nvPr/>
          </p:nvSpPr>
          <p:spPr>
            <a:xfrm>
              <a:off x="2323211" y="658368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950" dirty="0"/>
            </a:p>
          </p:txBody>
        </p:sp>
        <p:sp>
          <p:nvSpPr>
            <p:cNvPr id="64" name="內容"/>
            <p:cNvSpPr/>
            <p:nvPr/>
          </p:nvSpPr>
          <p:spPr>
            <a:xfrm>
              <a:off x="2323211" y="675513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F7C8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4 週</a:t>
              </a:r>
              <a:endParaRPr lang="en-US" sz="1200" dirty="0"/>
            </a:p>
          </p:txBody>
        </p:sp>
        <p:sp>
          <p:nvSpPr>
            <p:cNvPr id="65" name="項目"/>
            <p:cNvSpPr/>
            <p:nvPr/>
          </p:nvSpPr>
          <p:spPr>
            <a:xfrm>
              <a:off x="2323211" y="699516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950" dirty="0"/>
            </a:p>
          </p:txBody>
        </p:sp>
        <p:sp>
          <p:nvSpPr>
            <p:cNvPr id="66" name="內容"/>
            <p:cNvSpPr/>
            <p:nvPr/>
          </p:nvSpPr>
          <p:spPr>
            <a:xfrm>
              <a:off x="2323211" y="716661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F7C8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佳</a:t>
              </a:r>
              <a:endParaRPr lang="en-US" sz="1200" dirty="0"/>
            </a:p>
          </p:txBody>
        </p:sp>
        <p:sp>
          <p:nvSpPr>
            <p:cNvPr id="67" name="標籤"/>
            <p:cNvSpPr/>
            <p:nvPr/>
          </p:nvSpPr>
          <p:spPr>
            <a:xfrm>
              <a:off x="2592007" y="7520940"/>
              <a:ext cx="551180" cy="251460"/>
            </a:xfrm>
            <a:prstGeom prst="roundRect">
              <a:avLst>
                <a:gd name="adj" fmla="val 50000"/>
              </a:avLst>
            </a:prstGeom>
            <a:solidFill>
              <a:srgbClr val="FCEBD5"/>
            </a:solidFill>
            <a:ln>
              <a:noFill/>
            </a:ln>
          </p:spPr>
          <p:txBody>
            <a:bodyPr wrap="square" lIns="31750" tIns="0" rIns="3175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855B24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推薦</a:t>
              </a:r>
              <a:endParaRPr lang="en-US" sz="1000" dirty="0"/>
            </a:p>
          </p:txBody>
        </p:sp>
        <p:sp>
          <p:nvSpPr>
            <p:cNvPr id="68" name="方案"/>
            <p:cNvSpPr/>
            <p:nvPr/>
          </p:nvSpPr>
          <p:spPr>
            <a:xfrm>
              <a:off x="3686302" y="5554980"/>
              <a:ext cx="1363091" cy="2057400"/>
            </a:xfrm>
            <a:prstGeom prst="roundRect">
              <a:avLst>
                <a:gd name="adj" fmla="val 10062"/>
              </a:avLst>
            </a:prstGeom>
            <a:solidFill>
              <a:srgbClr val="FFFFFF"/>
            </a:solidFill>
            <a:ln w="1587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9" name="表頭底"/>
            <p:cNvSpPr/>
            <p:nvPr/>
          </p:nvSpPr>
          <p:spPr>
            <a:xfrm>
              <a:off x="3687445" y="5556123"/>
              <a:ext cx="1360805" cy="4572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0" name="方案名稱"/>
            <p:cNvSpPr/>
            <p:nvPr/>
          </p:nvSpPr>
          <p:spPr>
            <a:xfrm>
              <a:off x="3686302" y="5554980"/>
              <a:ext cx="136309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C</a:t>
              </a:r>
              <a:endParaRPr lang="en-US" sz="17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C</a:t>
              </a:r>
              <a:endParaRPr lang="en-US" sz="1750" dirty="0"/>
            </a:p>
          </p:txBody>
        </p:sp>
        <p:sp>
          <p:nvSpPr>
            <p:cNvPr id="71" name="項目"/>
            <p:cNvSpPr/>
            <p:nvPr/>
          </p:nvSpPr>
          <p:spPr>
            <a:xfrm>
              <a:off x="3823462" y="617220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950" dirty="0"/>
            </a:p>
          </p:txBody>
        </p:sp>
        <p:sp>
          <p:nvSpPr>
            <p:cNvPr id="72" name="內容"/>
            <p:cNvSpPr/>
            <p:nvPr/>
          </p:nvSpPr>
          <p:spPr>
            <a:xfrm>
              <a:off x="3823462" y="634365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高</a:t>
              </a:r>
              <a:endParaRPr lang="en-US" sz="1200" dirty="0"/>
            </a:p>
          </p:txBody>
        </p:sp>
        <p:sp>
          <p:nvSpPr>
            <p:cNvPr id="73" name="項目"/>
            <p:cNvSpPr/>
            <p:nvPr/>
          </p:nvSpPr>
          <p:spPr>
            <a:xfrm>
              <a:off x="3823462" y="658368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950" dirty="0"/>
            </a:p>
          </p:txBody>
        </p:sp>
        <p:sp>
          <p:nvSpPr>
            <p:cNvPr id="74" name="內容"/>
            <p:cNvSpPr/>
            <p:nvPr/>
          </p:nvSpPr>
          <p:spPr>
            <a:xfrm>
              <a:off x="3823462" y="675513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8 週</a:t>
              </a:r>
              <a:endParaRPr lang="en-US" sz="1200" dirty="0"/>
            </a:p>
          </p:txBody>
        </p:sp>
        <p:sp>
          <p:nvSpPr>
            <p:cNvPr id="75" name="項目"/>
            <p:cNvSpPr/>
            <p:nvPr/>
          </p:nvSpPr>
          <p:spPr>
            <a:xfrm>
              <a:off x="3823462" y="699516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950" dirty="0"/>
            </a:p>
          </p:txBody>
        </p:sp>
        <p:sp>
          <p:nvSpPr>
            <p:cNvPr id="76" name="內容"/>
            <p:cNvSpPr/>
            <p:nvPr/>
          </p:nvSpPr>
          <p:spPr>
            <a:xfrm>
              <a:off x="3823462" y="716661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最佳</a:t>
              </a:r>
              <a:endParaRPr lang="en-US" sz="1200" dirty="0"/>
            </a:p>
          </p:txBody>
        </p:sp>
      </p:grpSp>
      <p:sp>
        <p:nvSpPr>
          <p:cNvPr id="77" name="Text 73"/>
          <p:cNvSpPr/>
          <p:nvPr/>
        </p:nvSpPr>
        <p:spPr>
          <a:xfrm>
            <a:off x="5438013" y="5126355"/>
            <a:ext cx="125730" cy="12573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組合名稱"/>
          <p:cNvSpPr/>
          <p:nvPr/>
        </p:nvSpPr>
        <p:spPr>
          <a:xfrm>
            <a:off x="5689473" y="5029200"/>
            <a:ext cx="4112133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KPI 數字卡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KPI Cards</a:t>
            </a:r>
            <a:endParaRPr lang="en-US" sz="1750" dirty="0"/>
          </a:p>
        </p:txBody>
      </p:sp>
      <p:sp>
        <p:nvSpPr>
          <p:cNvPr id="79" name="線條"/>
          <p:cNvSpPr/>
          <p:nvPr/>
        </p:nvSpPr>
        <p:spPr>
          <a:xfrm>
            <a:off x="5438013" y="54178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4" name="KPI 數字卡"/>
          <p:cNvGrpSpPr/>
          <p:nvPr/>
        </p:nvGrpSpPr>
        <p:grpSpPr>
          <a:xfrm>
            <a:off x="5438013" y="5737860"/>
            <a:ext cx="4363593" cy="1554480"/>
            <a:chOff x="5438013" y="5737860"/>
            <a:chExt cx="4363593" cy="1554480"/>
          </a:xfrm>
        </p:grpSpPr>
        <p:sp>
          <p:nvSpPr>
            <p:cNvPr id="80" name="卡片"/>
            <p:cNvSpPr/>
            <p:nvPr/>
          </p:nvSpPr>
          <p:spPr>
            <a:xfrm>
              <a:off x="5438013" y="5737860"/>
              <a:ext cx="1347851" cy="1554480"/>
            </a:xfrm>
            <a:prstGeom prst="roundRect">
              <a:avLst>
                <a:gd name="adj" fmla="val 18656"/>
              </a:avLst>
            </a:prstGeom>
            <a:solidFill>
              <a:srgbClr val="FFFFFF"/>
            </a:solidFill>
            <a:ln>
              <a:noFill/>
            </a:ln>
            <a:effectLst>
              <a:outerShdw blurRad="158750" dist="47625" dir="5400000" sx="100000" sy="100000" algn="ctr" rotWithShape="0">
                <a:srgbClr val="000000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1" name="色條"/>
            <p:cNvSpPr/>
            <p:nvPr/>
          </p:nvSpPr>
          <p:spPr>
            <a:xfrm>
              <a:off x="5598033" y="5920740"/>
              <a:ext cx="274320" cy="45720"/>
            </a:xfrm>
            <a:prstGeom prst="rect">
              <a:avLst/>
            </a:prstGeom>
            <a:solidFill>
              <a:srgbClr val="0F7C8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2" name="指標名稱"/>
            <p:cNvSpPr/>
            <p:nvPr/>
          </p:nvSpPr>
          <p:spPr>
            <a:xfrm>
              <a:off x="5598033" y="6035040"/>
              <a:ext cx="1119251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準時交貨率</a:t>
              </a:r>
              <a:endParaRPr lang="en-US" sz="1050" dirty="0"/>
            </a:p>
          </p:txBody>
        </p:sp>
        <p:sp>
          <p:nvSpPr>
            <p:cNvPr id="83" name="數值"/>
            <p:cNvSpPr/>
            <p:nvPr/>
          </p:nvSpPr>
          <p:spPr>
            <a:xfrm>
              <a:off x="5575173" y="6309360"/>
              <a:ext cx="1142111" cy="5257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3000" b="1" dirty="0">
                  <a:solidFill>
                    <a:srgbClr val="0F7C8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98.6</a:t>
              </a: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%</a:t>
              </a:r>
              <a:endParaRPr lang="en-US" sz="1750" dirty="0"/>
            </a:p>
          </p:txBody>
        </p:sp>
        <p:sp>
          <p:nvSpPr>
            <p:cNvPr id="84" name="變化"/>
            <p:cNvSpPr/>
            <p:nvPr/>
          </p:nvSpPr>
          <p:spPr>
            <a:xfrm>
              <a:off x="5598033" y="6880860"/>
              <a:ext cx="11192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0F7C8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▲ 2.1 pt</a:t>
              </a: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750" dirty="0"/>
            </a:p>
          </p:txBody>
        </p:sp>
        <p:sp>
          <p:nvSpPr>
            <p:cNvPr id="85" name="卡片"/>
            <p:cNvSpPr/>
            <p:nvPr/>
          </p:nvSpPr>
          <p:spPr>
            <a:xfrm>
              <a:off x="6945884" y="5737860"/>
              <a:ext cx="1347851" cy="1554480"/>
            </a:xfrm>
            <a:prstGeom prst="roundRect">
              <a:avLst>
                <a:gd name="adj" fmla="val 18656"/>
              </a:avLst>
            </a:prstGeom>
            <a:solidFill>
              <a:srgbClr val="FFFFFF"/>
            </a:solidFill>
            <a:ln>
              <a:noFill/>
            </a:ln>
            <a:effectLst>
              <a:outerShdw blurRad="158750" dist="47625" dir="5400000" sx="100000" sy="100000" algn="ctr" rotWithShape="0">
                <a:srgbClr val="000000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6" name="色條"/>
            <p:cNvSpPr/>
            <p:nvPr/>
          </p:nvSpPr>
          <p:spPr>
            <a:xfrm>
              <a:off x="7105904" y="5920740"/>
              <a:ext cx="274320" cy="4572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7" name="指標名稱"/>
            <p:cNvSpPr/>
            <p:nvPr/>
          </p:nvSpPr>
          <p:spPr>
            <a:xfrm>
              <a:off x="7105904" y="6035040"/>
              <a:ext cx="1119251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平均交期</a:t>
              </a:r>
              <a:endParaRPr lang="en-US" sz="1050" dirty="0"/>
            </a:p>
          </p:txBody>
        </p:sp>
        <p:sp>
          <p:nvSpPr>
            <p:cNvPr id="88" name="數值"/>
            <p:cNvSpPr/>
            <p:nvPr/>
          </p:nvSpPr>
          <p:spPr>
            <a:xfrm>
              <a:off x="7083044" y="6309360"/>
              <a:ext cx="1142111" cy="5257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30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6.2</a:t>
              </a: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天</a:t>
              </a:r>
              <a:endParaRPr lang="en-US" sz="1750" dirty="0"/>
            </a:p>
          </p:txBody>
        </p:sp>
        <p:sp>
          <p:nvSpPr>
            <p:cNvPr id="89" name="變化"/>
            <p:cNvSpPr/>
            <p:nvPr/>
          </p:nvSpPr>
          <p:spPr>
            <a:xfrm>
              <a:off x="7105904" y="6880860"/>
              <a:ext cx="11192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0F7C8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1.8 天</a:t>
              </a: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750" dirty="0"/>
            </a:p>
          </p:txBody>
        </p:sp>
        <p:sp>
          <p:nvSpPr>
            <p:cNvPr id="90" name="卡片"/>
            <p:cNvSpPr/>
            <p:nvPr/>
          </p:nvSpPr>
          <p:spPr>
            <a:xfrm>
              <a:off x="8453755" y="5737860"/>
              <a:ext cx="1347851" cy="1554480"/>
            </a:xfrm>
            <a:prstGeom prst="roundRect">
              <a:avLst>
                <a:gd name="adj" fmla="val 18656"/>
              </a:avLst>
            </a:prstGeom>
            <a:solidFill>
              <a:srgbClr val="FFFFFF"/>
            </a:solidFill>
            <a:ln>
              <a:noFill/>
            </a:ln>
            <a:effectLst>
              <a:outerShdw blurRad="158750" dist="47625" dir="5400000" sx="100000" sy="100000" algn="ctr" rotWithShape="0">
                <a:srgbClr val="000000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1" name="色條"/>
            <p:cNvSpPr/>
            <p:nvPr/>
          </p:nvSpPr>
          <p:spPr>
            <a:xfrm>
              <a:off x="8613775" y="5920740"/>
              <a:ext cx="274320" cy="4572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2" name="指標名稱"/>
            <p:cNvSpPr/>
            <p:nvPr/>
          </p:nvSpPr>
          <p:spPr>
            <a:xfrm>
              <a:off x="8613775" y="6035040"/>
              <a:ext cx="1119251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客訴件數</a:t>
              </a:r>
              <a:endParaRPr lang="en-US" sz="1050" dirty="0"/>
            </a:p>
          </p:txBody>
        </p:sp>
        <p:sp>
          <p:nvSpPr>
            <p:cNvPr id="93" name="數值"/>
            <p:cNvSpPr/>
            <p:nvPr/>
          </p:nvSpPr>
          <p:spPr>
            <a:xfrm>
              <a:off x="8590915" y="6309360"/>
              <a:ext cx="1142111" cy="5257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30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件／月</a:t>
              </a:r>
              <a:endParaRPr lang="en-US" sz="1750" dirty="0"/>
            </a:p>
          </p:txBody>
        </p:sp>
        <p:sp>
          <p:nvSpPr>
            <p:cNvPr id="94" name="變化"/>
            <p:cNvSpPr/>
            <p:nvPr/>
          </p:nvSpPr>
          <p:spPr>
            <a:xfrm>
              <a:off x="8613775" y="6880860"/>
              <a:ext cx="11192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0F7C8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75%</a:t>
              </a: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750" dirty="0"/>
            </a:p>
          </p:txBody>
        </p:sp>
      </p:grpSp>
      <p:sp>
        <p:nvSpPr>
          <p:cNvPr id="95" name="Text 91"/>
          <p:cNvSpPr/>
          <p:nvPr/>
        </p:nvSpPr>
        <p:spPr>
          <a:xfrm>
            <a:off x="10190226" y="5126355"/>
            <a:ext cx="125730" cy="12573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組合名稱"/>
          <p:cNvSpPr/>
          <p:nvPr/>
        </p:nvSpPr>
        <p:spPr>
          <a:xfrm>
            <a:off x="10441686" y="5029200"/>
            <a:ext cx="4112133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PDCA 循環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PDCA Cycle</a:t>
            </a:r>
            <a:endParaRPr lang="en-US" sz="1750" dirty="0"/>
          </a:p>
        </p:txBody>
      </p:sp>
      <p:sp>
        <p:nvSpPr>
          <p:cNvPr id="97" name="線條"/>
          <p:cNvSpPr/>
          <p:nvPr/>
        </p:nvSpPr>
        <p:spPr>
          <a:xfrm>
            <a:off x="10190226" y="54178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5" name="PDCA 循環"/>
          <p:cNvGrpSpPr/>
          <p:nvPr/>
        </p:nvGrpSpPr>
        <p:grpSpPr>
          <a:xfrm>
            <a:off x="10190226" y="5554980"/>
            <a:ext cx="4363593" cy="2057400"/>
            <a:chOff x="10190226" y="5554980"/>
            <a:chExt cx="4363593" cy="2057400"/>
          </a:xfrm>
        </p:grpSpPr>
        <p:sp>
          <p:nvSpPr>
            <p:cNvPr id="98" name="PDCA Plan"/>
            <p:cNvSpPr/>
            <p:nvPr/>
          </p:nvSpPr>
          <p:spPr>
            <a:xfrm>
              <a:off x="10190226" y="5554980"/>
              <a:ext cx="1645920" cy="777240"/>
            </a:xfrm>
            <a:prstGeom prst="roundRect">
              <a:avLst>
                <a:gd name="adj" fmla="val 17647"/>
              </a:avLst>
            </a:prstGeom>
            <a:solidFill>
              <a:srgbClr val="E0F0F0"/>
            </a:solidFill>
            <a:ln>
              <a:noFill/>
            </a:ln>
          </p:spPr>
          <p:txBody>
            <a:bodyPr wrap="square" lIns="127000" tIns="0" rIns="635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900" b="1" dirty="0">
                  <a:solidFill>
                    <a:srgbClr val="0F7C8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</a:t>
              </a: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計畫 </a:t>
              </a: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Plan</a:t>
              </a:r>
              <a:endParaRPr lang="en-US" sz="10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設定目標與做法</a:t>
              </a:r>
              <a:endParaRPr lang="en-US" sz="1050" dirty="0"/>
            </a:p>
          </p:txBody>
        </p:sp>
        <p:sp>
          <p:nvSpPr>
            <p:cNvPr id="99" name="PDCA Do"/>
            <p:cNvSpPr/>
            <p:nvPr/>
          </p:nvSpPr>
          <p:spPr>
            <a:xfrm>
              <a:off x="12907899" y="5554980"/>
              <a:ext cx="1645920" cy="777240"/>
            </a:xfrm>
            <a:prstGeom prst="roundRect">
              <a:avLst>
                <a:gd name="adj" fmla="val 17647"/>
              </a:avLst>
            </a:prstGeom>
            <a:solidFill>
              <a:srgbClr val="E0F0F0"/>
            </a:solidFill>
            <a:ln>
              <a:noFill/>
            </a:ln>
          </p:spPr>
          <p:txBody>
            <a:bodyPr wrap="square" lIns="127000" tIns="0" rIns="635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900" b="1" dirty="0">
                  <a:solidFill>
                    <a:srgbClr val="0F7C8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D</a:t>
              </a: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執行 </a:t>
              </a: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Do</a:t>
              </a:r>
              <a:endParaRPr lang="en-US" sz="10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依計畫小步執行</a:t>
              </a:r>
              <a:endParaRPr lang="en-US" sz="1050" dirty="0"/>
            </a:p>
          </p:txBody>
        </p:sp>
        <p:sp>
          <p:nvSpPr>
            <p:cNvPr id="100" name="PDCA Check"/>
            <p:cNvSpPr/>
            <p:nvPr/>
          </p:nvSpPr>
          <p:spPr>
            <a:xfrm>
              <a:off x="12907899" y="6835140"/>
              <a:ext cx="1645920" cy="777240"/>
            </a:xfrm>
            <a:prstGeom prst="roundRect">
              <a:avLst>
                <a:gd name="adj" fmla="val 17647"/>
              </a:avLst>
            </a:prstGeom>
            <a:solidFill>
              <a:srgbClr val="E0F0F0"/>
            </a:solidFill>
            <a:ln>
              <a:noFill/>
            </a:ln>
          </p:spPr>
          <p:txBody>
            <a:bodyPr wrap="square" lIns="127000" tIns="0" rIns="635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900" b="1" dirty="0">
                  <a:solidFill>
                    <a:srgbClr val="0F7C8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</a:t>
              </a: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查核 </a:t>
              </a: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Check</a:t>
              </a:r>
              <a:endParaRPr lang="en-US" sz="10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量測結果與差異</a:t>
              </a:r>
              <a:endParaRPr lang="en-US" sz="1050" dirty="0"/>
            </a:p>
          </p:txBody>
        </p:sp>
        <p:sp>
          <p:nvSpPr>
            <p:cNvPr id="101" name="PDCA Act"/>
            <p:cNvSpPr/>
            <p:nvPr/>
          </p:nvSpPr>
          <p:spPr>
            <a:xfrm>
              <a:off x="10190226" y="6835140"/>
              <a:ext cx="1645920" cy="777240"/>
            </a:xfrm>
            <a:prstGeom prst="roundRect">
              <a:avLst>
                <a:gd name="adj" fmla="val 17647"/>
              </a:avLst>
            </a:prstGeom>
            <a:solidFill>
              <a:srgbClr val="E0F0F0"/>
            </a:solidFill>
            <a:ln>
              <a:noFill/>
            </a:ln>
          </p:spPr>
          <p:txBody>
            <a:bodyPr wrap="square" lIns="127000" tIns="0" rIns="635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900" b="1" dirty="0">
                  <a:solidFill>
                    <a:srgbClr val="0F7C8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</a:t>
              </a: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行動 </a:t>
              </a: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Act</a:t>
              </a:r>
              <a:endParaRPr lang="en-US" sz="10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標準化並修正</a:t>
              </a:r>
              <a:endParaRPr lang="en-US" sz="1050" dirty="0"/>
            </a:p>
          </p:txBody>
        </p:sp>
        <p:cxnSp>
          <p:nvCxnSpPr>
            <p:cNvPr id="102" name="連接線"/>
            <p:cNvCxnSpPr>
              <a:stCxn id="98" idx="3"/>
              <a:endCxn id="99" idx="1"/>
            </p:cNvCxnSpPr>
            <p:nvPr/>
          </p:nvCxnSpPr>
          <p:spPr>
            <a:xfrm>
              <a:off x="11836146" y="5943600"/>
              <a:ext cx="1071753" cy="0"/>
            </a:xfrm>
            <a:prstGeom prst="straightConnector1">
              <a:avLst/>
            </a:prstGeom>
            <a:ln w="19812">
              <a:solidFill>
                <a:srgbClr val="8C8C8C"/>
              </a:solidFill>
              <a:prstDash val="solid"/>
              <a:tailEnd type="triangle" w="lg" len="lg"/>
            </a:ln>
          </p:spPr>
        </p:cxnSp>
        <p:cxnSp>
          <p:nvCxnSpPr>
            <p:cNvPr id="103" name="連接線"/>
            <p:cNvCxnSpPr>
              <a:stCxn id="99" idx="2"/>
              <a:endCxn id="100" idx="0"/>
            </p:cNvCxnSpPr>
            <p:nvPr/>
          </p:nvCxnSpPr>
          <p:spPr>
            <a:xfrm>
              <a:off x="13730859" y="6332220"/>
              <a:ext cx="0" cy="502920"/>
            </a:xfrm>
            <a:prstGeom prst="straightConnector1">
              <a:avLst/>
            </a:prstGeom>
            <a:ln w="19812">
              <a:solidFill>
                <a:srgbClr val="8C8C8C"/>
              </a:solidFill>
              <a:prstDash val="solid"/>
              <a:tailEnd type="triangle" w="lg" len="lg"/>
            </a:ln>
          </p:spPr>
        </p:cxnSp>
        <p:cxnSp>
          <p:nvCxnSpPr>
            <p:cNvPr id="104" name="連接線"/>
            <p:cNvCxnSpPr>
              <a:stCxn id="100" idx="1"/>
              <a:endCxn id="101" idx="3"/>
            </p:cNvCxnSpPr>
            <p:nvPr/>
          </p:nvCxnSpPr>
          <p:spPr>
            <a:xfrm flipH="1">
              <a:off x="11836146" y="7223760"/>
              <a:ext cx="1071753" cy="0"/>
            </a:xfrm>
            <a:prstGeom prst="straightConnector1">
              <a:avLst/>
            </a:prstGeom>
            <a:ln w="19812">
              <a:solidFill>
                <a:srgbClr val="8C8C8C"/>
              </a:solidFill>
              <a:prstDash val="solid"/>
              <a:tailEnd type="triangle" w="lg" len="lg"/>
            </a:ln>
          </p:spPr>
        </p:cxnSp>
        <p:cxnSp>
          <p:nvCxnSpPr>
            <p:cNvPr id="105" name="連接線"/>
            <p:cNvCxnSpPr>
              <a:stCxn id="101" idx="0"/>
              <a:endCxn id="98" idx="2"/>
            </p:cNvCxnSpPr>
            <p:nvPr/>
          </p:nvCxnSpPr>
          <p:spPr>
            <a:xfrm flipV="1">
              <a:off x="11013186" y="6332220"/>
              <a:ext cx="0" cy="502920"/>
            </a:xfrm>
            <a:prstGeom prst="straightConnector1">
              <a:avLst/>
            </a:prstGeom>
            <a:ln w="19812">
              <a:solidFill>
                <a:srgbClr val="8C8C8C"/>
              </a:solidFill>
              <a:prstDash val="solid"/>
              <a:tailEnd type="triangle" w="lg" len="lg"/>
            </a:ln>
          </p:spPr>
        </p:cxnSp>
        <p:sp>
          <p:nvSpPr>
            <p:cNvPr id="106" name="中心標籤"/>
            <p:cNvSpPr/>
            <p:nvPr/>
          </p:nvSpPr>
          <p:spPr>
            <a:xfrm>
              <a:off x="11800523" y="6435090"/>
              <a:ext cx="1143000" cy="29718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F7C8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PDCA</a:t>
              </a:r>
              <a:r>
                <a:rPr lang="en-US" sz="9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持續改善</a:t>
              </a:r>
              <a:endParaRPr lang="en-US" sz="1000" dirty="0"/>
            </a:p>
          </p:txBody>
        </p:sp>
      </p:grpSp>
      <p:sp>
        <p:nvSpPr>
          <p:cNvPr id="107" name="Text 103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青綠科技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108" name="Text 104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/ 14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685800" y="48006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圖示庫 Icon Library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685800" y="1451610"/>
            <a:ext cx="514350" cy="11430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337310" y="1291590"/>
            <a:ext cx="12573000" cy="434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F7C8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精選 118 個 Material Symbols（Studio 共 521 個）：顏色、粗細跟著風格；每個都是可編輯圖案</a:t>
            </a:r>
            <a:endParaRPr lang="en-US" sz="2000" dirty="0"/>
          </a:p>
        </p:txBody>
      </p:sp>
      <p:sp>
        <p:nvSpPr>
          <p:cNvPr id="5" name="圖示 人員"/>
          <p:cNvSpPr/>
          <p:nvPr/>
        </p:nvSpPr>
        <p:spPr>
          <a:xfrm>
            <a:off x="843905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46167" y="171701"/>
                </a:moveTo>
                <a:cubicBezTo>
                  <a:pt x="135160" y="160694"/>
                  <a:pt x="129662" y="146555"/>
                  <a:pt x="129662" y="129262"/>
                </a:cubicBezTo>
                <a:cubicBezTo>
                  <a:pt x="129662" y="111980"/>
                  <a:pt x="135160" y="97829"/>
                  <a:pt x="146167" y="86834"/>
                </a:cubicBezTo>
                <a:cubicBezTo>
                  <a:pt x="157163" y="75827"/>
                  <a:pt x="171313" y="70329"/>
                  <a:pt x="188595" y="70329"/>
                </a:cubicBezTo>
                <a:cubicBezTo>
                  <a:pt x="205889" y="70329"/>
                  <a:pt x="220028" y="75827"/>
                  <a:pt x="231035" y="86834"/>
                </a:cubicBezTo>
                <a:cubicBezTo>
                  <a:pt x="242030" y="97829"/>
                  <a:pt x="247528" y="111980"/>
                  <a:pt x="247528" y="129262"/>
                </a:cubicBezTo>
                <a:cubicBezTo>
                  <a:pt x="247528" y="146555"/>
                  <a:pt x="242030" y="160694"/>
                  <a:pt x="231035" y="171701"/>
                </a:cubicBezTo>
                <a:cubicBezTo>
                  <a:pt x="220028" y="182697"/>
                  <a:pt x="205889" y="188206"/>
                  <a:pt x="188595" y="188206"/>
                </a:cubicBezTo>
                <a:cubicBezTo>
                  <a:pt x="171313" y="188206"/>
                  <a:pt x="157163" y="182697"/>
                  <a:pt x="146167" y="171701"/>
                </a:cubicBezTo>
                <a:close/>
                <a:moveTo>
                  <a:pt x="62865" y="290756"/>
                </a:moveTo>
                <a:lnTo>
                  <a:pt x="62865" y="277395"/>
                </a:lnTo>
                <a:cubicBezTo>
                  <a:pt x="62865" y="267439"/>
                  <a:pt x="65357" y="258924"/>
                  <a:pt x="70329" y="251849"/>
                </a:cubicBezTo>
                <a:cubicBezTo>
                  <a:pt x="75312" y="244785"/>
                  <a:pt x="81725" y="239413"/>
                  <a:pt x="89588" y="235744"/>
                </a:cubicBezTo>
                <a:cubicBezTo>
                  <a:pt x="107133" y="227891"/>
                  <a:pt x="124027" y="221993"/>
                  <a:pt x="140269" y="218062"/>
                </a:cubicBezTo>
                <a:cubicBezTo>
                  <a:pt x="156248" y="214130"/>
                  <a:pt x="172353" y="212175"/>
                  <a:pt x="188595" y="212175"/>
                </a:cubicBezTo>
                <a:cubicBezTo>
                  <a:pt x="204837" y="212175"/>
                  <a:pt x="220942" y="214267"/>
                  <a:pt x="236921" y="218462"/>
                </a:cubicBezTo>
                <a:cubicBezTo>
                  <a:pt x="252900" y="222382"/>
                  <a:pt x="269668" y="228143"/>
                  <a:pt x="287213" y="235744"/>
                </a:cubicBezTo>
                <a:cubicBezTo>
                  <a:pt x="295340" y="239413"/>
                  <a:pt x="301878" y="244785"/>
                  <a:pt x="306861" y="251849"/>
                </a:cubicBezTo>
                <a:cubicBezTo>
                  <a:pt x="311833" y="258924"/>
                  <a:pt x="314325" y="267439"/>
                  <a:pt x="314325" y="277395"/>
                </a:cubicBezTo>
                <a:lnTo>
                  <a:pt x="314325" y="290756"/>
                </a:lnTo>
                <a:cubicBezTo>
                  <a:pt x="314325" y="297294"/>
                  <a:pt x="312096" y="302929"/>
                  <a:pt x="307650" y="307650"/>
                </a:cubicBezTo>
                <a:cubicBezTo>
                  <a:pt x="302929" y="312096"/>
                  <a:pt x="297294" y="314325"/>
                  <a:pt x="290756" y="314325"/>
                </a:cubicBezTo>
                <a:lnTo>
                  <a:pt x="86445" y="314325"/>
                </a:lnTo>
                <a:cubicBezTo>
                  <a:pt x="79896" y="314325"/>
                  <a:pt x="74386" y="312096"/>
                  <a:pt x="69940" y="307650"/>
                </a:cubicBezTo>
                <a:cubicBezTo>
                  <a:pt x="65220" y="302929"/>
                  <a:pt x="62865" y="297294"/>
                  <a:pt x="62865" y="290756"/>
                </a:cubicBezTo>
                <a:close/>
                <a:moveTo>
                  <a:pt x="86445" y="290756"/>
                </a:moveTo>
                <a:lnTo>
                  <a:pt x="290756" y="290756"/>
                </a:lnTo>
                <a:lnTo>
                  <a:pt x="290756" y="277395"/>
                </a:lnTo>
                <a:cubicBezTo>
                  <a:pt x="290756" y="273200"/>
                  <a:pt x="289568" y="269268"/>
                  <a:pt x="287213" y="265610"/>
                </a:cubicBezTo>
                <a:cubicBezTo>
                  <a:pt x="284596" y="261678"/>
                  <a:pt x="281452" y="258798"/>
                  <a:pt x="277783" y="256958"/>
                </a:cubicBezTo>
                <a:cubicBezTo>
                  <a:pt x="261015" y="248843"/>
                  <a:pt x="245699" y="243345"/>
                  <a:pt x="231812" y="240464"/>
                </a:cubicBezTo>
                <a:cubicBezTo>
                  <a:pt x="217936" y="237321"/>
                  <a:pt x="203523" y="235744"/>
                  <a:pt x="188595" y="235744"/>
                </a:cubicBezTo>
                <a:cubicBezTo>
                  <a:pt x="173667" y="235744"/>
                  <a:pt x="159128" y="237321"/>
                  <a:pt x="144978" y="240464"/>
                </a:cubicBezTo>
                <a:cubicBezTo>
                  <a:pt x="130839" y="243345"/>
                  <a:pt x="115512" y="248843"/>
                  <a:pt x="99018" y="256958"/>
                </a:cubicBezTo>
                <a:cubicBezTo>
                  <a:pt x="95349" y="258798"/>
                  <a:pt x="92332" y="261678"/>
                  <a:pt x="89977" y="265610"/>
                </a:cubicBezTo>
                <a:cubicBezTo>
                  <a:pt x="87622" y="269268"/>
                  <a:pt x="86445" y="273200"/>
                  <a:pt x="86445" y="277395"/>
                </a:cubicBezTo>
                <a:lnTo>
                  <a:pt x="86445" y="290756"/>
                </a:lnTo>
                <a:close/>
                <a:moveTo>
                  <a:pt x="214130" y="154808"/>
                </a:moveTo>
                <a:cubicBezTo>
                  <a:pt x="220679" y="147996"/>
                  <a:pt x="223959" y="139480"/>
                  <a:pt x="223959" y="129262"/>
                </a:cubicBezTo>
                <a:cubicBezTo>
                  <a:pt x="223959" y="119055"/>
                  <a:pt x="220679" y="110665"/>
                  <a:pt x="214130" y="104116"/>
                </a:cubicBezTo>
                <a:cubicBezTo>
                  <a:pt x="207329" y="97315"/>
                  <a:pt x="198813" y="93909"/>
                  <a:pt x="188595" y="93909"/>
                </a:cubicBezTo>
                <a:cubicBezTo>
                  <a:pt x="178377" y="93909"/>
                  <a:pt x="169998" y="97315"/>
                  <a:pt x="163449" y="104116"/>
                </a:cubicBezTo>
                <a:cubicBezTo>
                  <a:pt x="156637" y="110665"/>
                  <a:pt x="153231" y="119055"/>
                  <a:pt x="153231" y="129262"/>
                </a:cubicBezTo>
                <a:cubicBezTo>
                  <a:pt x="153231" y="139480"/>
                  <a:pt x="156637" y="147996"/>
                  <a:pt x="163449" y="154808"/>
                </a:cubicBezTo>
                <a:cubicBezTo>
                  <a:pt x="169998" y="161357"/>
                  <a:pt x="178377" y="164626"/>
                  <a:pt x="188595" y="164626"/>
                </a:cubicBezTo>
                <a:cubicBezTo>
                  <a:pt x="198813" y="164626"/>
                  <a:pt x="207329" y="161357"/>
                  <a:pt x="214130" y="154808"/>
                </a:cubicBezTo>
                <a:close/>
                <a:moveTo>
                  <a:pt x="188595" y="129262"/>
                </a:moveTo>
                <a:close/>
                <a:moveTo>
                  <a:pt x="188595" y="290756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圖說"/>
          <p:cNvSpPr/>
          <p:nvPr/>
        </p:nvSpPr>
        <p:spPr>
          <a:xfrm>
            <a:off x="662940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人員</a:t>
            </a:r>
            <a:endParaRPr lang="en-US" sz="950" dirty="0"/>
          </a:p>
        </p:txBody>
      </p:sp>
      <p:sp>
        <p:nvSpPr>
          <p:cNvPr id="7" name="圖示 團隊"/>
          <p:cNvSpPr/>
          <p:nvPr/>
        </p:nvSpPr>
        <p:spPr>
          <a:xfrm>
            <a:off x="1537306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4928" y="277395"/>
                </a:moveTo>
                <a:cubicBezTo>
                  <a:pt x="14928" y="268228"/>
                  <a:pt x="17294" y="259975"/>
                  <a:pt x="22003" y="252637"/>
                </a:cubicBezTo>
                <a:cubicBezTo>
                  <a:pt x="26723" y="245048"/>
                  <a:pt x="33261" y="239413"/>
                  <a:pt x="41651" y="235744"/>
                </a:cubicBezTo>
                <a:cubicBezTo>
                  <a:pt x="60773" y="227366"/>
                  <a:pt x="78055" y="221342"/>
                  <a:pt x="93509" y="217673"/>
                </a:cubicBezTo>
                <a:cubicBezTo>
                  <a:pt x="108699" y="214004"/>
                  <a:pt x="124416" y="212175"/>
                  <a:pt x="140658" y="212175"/>
                </a:cubicBezTo>
                <a:cubicBezTo>
                  <a:pt x="156900" y="212175"/>
                  <a:pt x="172616" y="214004"/>
                  <a:pt x="187806" y="217673"/>
                </a:cubicBezTo>
                <a:cubicBezTo>
                  <a:pt x="202997" y="221342"/>
                  <a:pt x="220153" y="227366"/>
                  <a:pt x="239276" y="235744"/>
                </a:cubicBezTo>
                <a:cubicBezTo>
                  <a:pt x="247665" y="239413"/>
                  <a:pt x="254340" y="245048"/>
                  <a:pt x="259324" y="252637"/>
                </a:cubicBezTo>
                <a:cubicBezTo>
                  <a:pt x="264033" y="259975"/>
                  <a:pt x="266388" y="268228"/>
                  <a:pt x="266388" y="277395"/>
                </a:cubicBezTo>
                <a:lnTo>
                  <a:pt x="266388" y="290756"/>
                </a:lnTo>
                <a:cubicBezTo>
                  <a:pt x="266388" y="297294"/>
                  <a:pt x="264159" y="302929"/>
                  <a:pt x="259712" y="307650"/>
                </a:cubicBezTo>
                <a:cubicBezTo>
                  <a:pt x="254992" y="312096"/>
                  <a:pt x="249368" y="314325"/>
                  <a:pt x="242819" y="314325"/>
                </a:cubicBezTo>
                <a:lnTo>
                  <a:pt x="38508" y="314325"/>
                </a:lnTo>
                <a:cubicBezTo>
                  <a:pt x="31958" y="314325"/>
                  <a:pt x="26460" y="312096"/>
                  <a:pt x="22003" y="307650"/>
                </a:cubicBezTo>
                <a:cubicBezTo>
                  <a:pt x="17294" y="302929"/>
                  <a:pt x="14928" y="297294"/>
                  <a:pt x="14928" y="290756"/>
                </a:cubicBezTo>
                <a:lnTo>
                  <a:pt x="14928" y="277395"/>
                </a:lnTo>
                <a:close/>
                <a:moveTo>
                  <a:pt x="338682" y="314325"/>
                </a:moveTo>
                <a:lnTo>
                  <a:pt x="284470" y="314325"/>
                </a:lnTo>
                <a:cubicBezTo>
                  <a:pt x="285773" y="310393"/>
                  <a:pt x="287087" y="306598"/>
                  <a:pt x="288390" y="302929"/>
                </a:cubicBezTo>
                <a:cubicBezTo>
                  <a:pt x="289442" y="298997"/>
                  <a:pt x="289968" y="294940"/>
                  <a:pt x="289968" y="290756"/>
                </a:cubicBezTo>
                <a:lnTo>
                  <a:pt x="289968" y="277395"/>
                </a:lnTo>
                <a:cubicBezTo>
                  <a:pt x="289968" y="260890"/>
                  <a:pt x="286161" y="247665"/>
                  <a:pt x="278572" y="237710"/>
                </a:cubicBezTo>
                <a:cubicBezTo>
                  <a:pt x="270971" y="227491"/>
                  <a:pt x="259575" y="218976"/>
                  <a:pt x="244385" y="212175"/>
                </a:cubicBezTo>
                <a:cubicBezTo>
                  <a:pt x="262467" y="214267"/>
                  <a:pt x="279486" y="217147"/>
                  <a:pt x="295466" y="220816"/>
                </a:cubicBezTo>
                <a:cubicBezTo>
                  <a:pt x="311445" y="224485"/>
                  <a:pt x="324406" y="228931"/>
                  <a:pt x="334362" y="234178"/>
                </a:cubicBezTo>
                <a:cubicBezTo>
                  <a:pt x="343003" y="239150"/>
                  <a:pt x="349815" y="245299"/>
                  <a:pt x="354799" y="252637"/>
                </a:cubicBezTo>
                <a:cubicBezTo>
                  <a:pt x="359771" y="259975"/>
                  <a:pt x="362262" y="268228"/>
                  <a:pt x="362262" y="277395"/>
                </a:cubicBezTo>
                <a:lnTo>
                  <a:pt x="362262" y="290756"/>
                </a:lnTo>
                <a:cubicBezTo>
                  <a:pt x="362262" y="297294"/>
                  <a:pt x="360034" y="302929"/>
                  <a:pt x="355576" y="307650"/>
                </a:cubicBezTo>
                <a:cubicBezTo>
                  <a:pt x="350867" y="312096"/>
                  <a:pt x="345232" y="314325"/>
                  <a:pt x="338682" y="314325"/>
                </a:cubicBezTo>
                <a:close/>
                <a:moveTo>
                  <a:pt x="98229" y="171701"/>
                </a:moveTo>
                <a:cubicBezTo>
                  <a:pt x="87222" y="160694"/>
                  <a:pt x="81725" y="146555"/>
                  <a:pt x="81725" y="129262"/>
                </a:cubicBezTo>
                <a:cubicBezTo>
                  <a:pt x="81725" y="111980"/>
                  <a:pt x="87222" y="97829"/>
                  <a:pt x="98229" y="86834"/>
                </a:cubicBezTo>
                <a:cubicBezTo>
                  <a:pt x="109225" y="75827"/>
                  <a:pt x="123375" y="70329"/>
                  <a:pt x="140658" y="70329"/>
                </a:cubicBezTo>
                <a:cubicBezTo>
                  <a:pt x="157951" y="70329"/>
                  <a:pt x="172090" y="75827"/>
                  <a:pt x="183097" y="86834"/>
                </a:cubicBezTo>
                <a:cubicBezTo>
                  <a:pt x="194093" y="97829"/>
                  <a:pt x="199602" y="111980"/>
                  <a:pt x="199602" y="129262"/>
                </a:cubicBezTo>
                <a:cubicBezTo>
                  <a:pt x="199602" y="146555"/>
                  <a:pt x="194093" y="160694"/>
                  <a:pt x="183097" y="171701"/>
                </a:cubicBezTo>
                <a:cubicBezTo>
                  <a:pt x="172090" y="182697"/>
                  <a:pt x="157951" y="188206"/>
                  <a:pt x="140658" y="188206"/>
                </a:cubicBezTo>
                <a:cubicBezTo>
                  <a:pt x="123375" y="188206"/>
                  <a:pt x="109225" y="182697"/>
                  <a:pt x="98229" y="171701"/>
                </a:cubicBezTo>
                <a:close/>
                <a:moveTo>
                  <a:pt x="265610" y="171701"/>
                </a:moveTo>
                <a:cubicBezTo>
                  <a:pt x="254603" y="182697"/>
                  <a:pt x="240464" y="188206"/>
                  <a:pt x="223171" y="188206"/>
                </a:cubicBezTo>
                <a:cubicBezTo>
                  <a:pt x="220290" y="188206"/>
                  <a:pt x="217147" y="188069"/>
                  <a:pt x="213741" y="187806"/>
                </a:cubicBezTo>
                <a:cubicBezTo>
                  <a:pt x="210072" y="187281"/>
                  <a:pt x="206803" y="186503"/>
                  <a:pt x="203923" y="185452"/>
                </a:cubicBezTo>
                <a:cubicBezTo>
                  <a:pt x="210209" y="178902"/>
                  <a:pt x="215055" y="170913"/>
                  <a:pt x="218462" y="161483"/>
                </a:cubicBezTo>
                <a:cubicBezTo>
                  <a:pt x="221605" y="151790"/>
                  <a:pt x="223171" y="141058"/>
                  <a:pt x="223171" y="129262"/>
                </a:cubicBezTo>
                <a:cubicBezTo>
                  <a:pt x="223171" y="117478"/>
                  <a:pt x="221605" y="107133"/>
                  <a:pt x="218462" y="98229"/>
                </a:cubicBezTo>
                <a:cubicBezTo>
                  <a:pt x="215055" y="89063"/>
                  <a:pt x="210209" y="80673"/>
                  <a:pt x="203923" y="73083"/>
                </a:cubicBezTo>
                <a:cubicBezTo>
                  <a:pt x="206803" y="72295"/>
                  <a:pt x="210072" y="71643"/>
                  <a:pt x="213741" y="71117"/>
                </a:cubicBezTo>
                <a:cubicBezTo>
                  <a:pt x="217147" y="70592"/>
                  <a:pt x="220290" y="70329"/>
                  <a:pt x="223171" y="70329"/>
                </a:cubicBezTo>
                <a:cubicBezTo>
                  <a:pt x="240464" y="70329"/>
                  <a:pt x="254603" y="75827"/>
                  <a:pt x="265610" y="86834"/>
                </a:cubicBezTo>
                <a:cubicBezTo>
                  <a:pt x="276606" y="97829"/>
                  <a:pt x="282104" y="111980"/>
                  <a:pt x="282104" y="129262"/>
                </a:cubicBezTo>
                <a:cubicBezTo>
                  <a:pt x="282104" y="146555"/>
                  <a:pt x="276606" y="160694"/>
                  <a:pt x="265610" y="171701"/>
                </a:cubicBezTo>
                <a:close/>
                <a:moveTo>
                  <a:pt x="38508" y="290756"/>
                </a:moveTo>
                <a:lnTo>
                  <a:pt x="242819" y="290756"/>
                </a:lnTo>
                <a:lnTo>
                  <a:pt x="242819" y="277395"/>
                </a:lnTo>
                <a:cubicBezTo>
                  <a:pt x="242819" y="273200"/>
                  <a:pt x="241642" y="269142"/>
                  <a:pt x="239276" y="265210"/>
                </a:cubicBezTo>
                <a:cubicBezTo>
                  <a:pt x="236658" y="261278"/>
                  <a:pt x="233515" y="258535"/>
                  <a:pt x="229846" y="256958"/>
                </a:cubicBezTo>
                <a:cubicBezTo>
                  <a:pt x="210986" y="248580"/>
                  <a:pt x="195144" y="242945"/>
                  <a:pt x="182309" y="240064"/>
                </a:cubicBezTo>
                <a:cubicBezTo>
                  <a:pt x="169473" y="237184"/>
                  <a:pt x="155597" y="235744"/>
                  <a:pt x="140658" y="235744"/>
                </a:cubicBezTo>
                <a:cubicBezTo>
                  <a:pt x="125730" y="235744"/>
                  <a:pt x="111843" y="237184"/>
                  <a:pt x="99018" y="240064"/>
                </a:cubicBezTo>
                <a:cubicBezTo>
                  <a:pt x="85919" y="242945"/>
                  <a:pt x="69940" y="248580"/>
                  <a:pt x="51081" y="256958"/>
                </a:cubicBezTo>
                <a:cubicBezTo>
                  <a:pt x="47412" y="258535"/>
                  <a:pt x="44394" y="261278"/>
                  <a:pt x="42040" y="265210"/>
                </a:cubicBezTo>
                <a:cubicBezTo>
                  <a:pt x="39685" y="269142"/>
                  <a:pt x="38508" y="273200"/>
                  <a:pt x="38508" y="277395"/>
                </a:cubicBezTo>
                <a:lnTo>
                  <a:pt x="38508" y="290756"/>
                </a:lnTo>
                <a:close/>
                <a:moveTo>
                  <a:pt x="166204" y="154808"/>
                </a:moveTo>
                <a:cubicBezTo>
                  <a:pt x="172753" y="147996"/>
                  <a:pt x="176022" y="139480"/>
                  <a:pt x="176022" y="129262"/>
                </a:cubicBezTo>
                <a:cubicBezTo>
                  <a:pt x="176022" y="119055"/>
                  <a:pt x="172753" y="110665"/>
                  <a:pt x="166204" y="104116"/>
                </a:cubicBezTo>
                <a:cubicBezTo>
                  <a:pt x="159391" y="97315"/>
                  <a:pt x="150876" y="93909"/>
                  <a:pt x="140658" y="93909"/>
                </a:cubicBezTo>
                <a:cubicBezTo>
                  <a:pt x="130451" y="93909"/>
                  <a:pt x="122061" y="97315"/>
                  <a:pt x="115512" y="104116"/>
                </a:cubicBezTo>
                <a:cubicBezTo>
                  <a:pt x="108699" y="110665"/>
                  <a:pt x="105305" y="119055"/>
                  <a:pt x="105305" y="129262"/>
                </a:cubicBezTo>
                <a:cubicBezTo>
                  <a:pt x="105305" y="139480"/>
                  <a:pt x="108699" y="147996"/>
                  <a:pt x="115512" y="154808"/>
                </a:cubicBezTo>
                <a:cubicBezTo>
                  <a:pt x="122061" y="161357"/>
                  <a:pt x="130451" y="164626"/>
                  <a:pt x="140658" y="164626"/>
                </a:cubicBezTo>
                <a:cubicBezTo>
                  <a:pt x="150876" y="164626"/>
                  <a:pt x="159391" y="161357"/>
                  <a:pt x="166204" y="154808"/>
                </a:cubicBezTo>
                <a:close/>
                <a:moveTo>
                  <a:pt x="140658" y="290756"/>
                </a:moveTo>
                <a:close/>
                <a:moveTo>
                  <a:pt x="140658" y="129262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圖說"/>
          <p:cNvSpPr/>
          <p:nvPr/>
        </p:nvSpPr>
        <p:spPr>
          <a:xfrm>
            <a:off x="1356341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團隊</a:t>
            </a:r>
            <a:endParaRPr lang="en-US" sz="950" dirty="0"/>
          </a:p>
        </p:txBody>
      </p:sp>
      <p:sp>
        <p:nvSpPr>
          <p:cNvPr id="9" name="圖示 部門"/>
          <p:cNvSpPr/>
          <p:nvPr/>
        </p:nvSpPr>
        <p:spPr>
          <a:xfrm>
            <a:off x="2230707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1784" y="282893"/>
                </a:moveTo>
                <a:cubicBezTo>
                  <a:pt x="8378" y="282893"/>
                  <a:pt x="5635" y="281715"/>
                  <a:pt x="3532" y="279361"/>
                </a:cubicBezTo>
                <a:cubicBezTo>
                  <a:pt x="1177" y="277258"/>
                  <a:pt x="0" y="274514"/>
                  <a:pt x="0" y="271108"/>
                </a:cubicBezTo>
                <a:lnTo>
                  <a:pt x="0" y="262067"/>
                </a:lnTo>
                <a:cubicBezTo>
                  <a:pt x="0" y="251849"/>
                  <a:pt x="5498" y="243608"/>
                  <a:pt x="16505" y="237321"/>
                </a:cubicBezTo>
                <a:cubicBezTo>
                  <a:pt x="27238" y="231035"/>
                  <a:pt x="41388" y="227891"/>
                  <a:pt x="58933" y="227891"/>
                </a:cubicBezTo>
                <a:cubicBezTo>
                  <a:pt x="62339" y="227891"/>
                  <a:pt x="65482" y="228017"/>
                  <a:pt x="68363" y="228280"/>
                </a:cubicBezTo>
                <a:cubicBezTo>
                  <a:pt x="71243" y="228280"/>
                  <a:pt x="74124" y="228543"/>
                  <a:pt x="77015" y="229069"/>
                </a:cubicBezTo>
                <a:cubicBezTo>
                  <a:pt x="74912" y="233515"/>
                  <a:pt x="73346" y="238098"/>
                  <a:pt x="72295" y="242819"/>
                </a:cubicBezTo>
                <a:cubicBezTo>
                  <a:pt x="71243" y="247528"/>
                  <a:pt x="70729" y="252374"/>
                  <a:pt x="70729" y="257358"/>
                </a:cubicBezTo>
                <a:lnTo>
                  <a:pt x="70729" y="282893"/>
                </a:lnTo>
                <a:lnTo>
                  <a:pt x="11784" y="282893"/>
                </a:lnTo>
                <a:close/>
                <a:moveTo>
                  <a:pt x="106082" y="282893"/>
                </a:moveTo>
                <a:cubicBezTo>
                  <a:pt x="102676" y="282893"/>
                  <a:pt x="99932" y="281715"/>
                  <a:pt x="97829" y="279361"/>
                </a:cubicBezTo>
                <a:cubicBezTo>
                  <a:pt x="95475" y="277258"/>
                  <a:pt x="94298" y="274514"/>
                  <a:pt x="94298" y="271108"/>
                </a:cubicBezTo>
                <a:lnTo>
                  <a:pt x="94298" y="257358"/>
                </a:lnTo>
                <a:cubicBezTo>
                  <a:pt x="94298" y="248968"/>
                  <a:pt x="96652" y="241379"/>
                  <a:pt x="101373" y="234566"/>
                </a:cubicBezTo>
                <a:cubicBezTo>
                  <a:pt x="105819" y="227491"/>
                  <a:pt x="112243" y="221342"/>
                  <a:pt x="120621" y="216096"/>
                </a:cubicBezTo>
                <a:cubicBezTo>
                  <a:pt x="128999" y="210861"/>
                  <a:pt x="139092" y="206929"/>
                  <a:pt x="150876" y="204311"/>
                </a:cubicBezTo>
                <a:cubicBezTo>
                  <a:pt x="162397" y="201694"/>
                  <a:pt x="174970" y="200379"/>
                  <a:pt x="188595" y="200379"/>
                </a:cubicBezTo>
                <a:cubicBezTo>
                  <a:pt x="202482" y="200379"/>
                  <a:pt x="215318" y="201694"/>
                  <a:pt x="227103" y="204311"/>
                </a:cubicBezTo>
                <a:cubicBezTo>
                  <a:pt x="238624" y="206929"/>
                  <a:pt x="248580" y="210861"/>
                  <a:pt x="256958" y="216096"/>
                </a:cubicBezTo>
                <a:cubicBezTo>
                  <a:pt x="265347" y="221342"/>
                  <a:pt x="271760" y="227491"/>
                  <a:pt x="276217" y="234566"/>
                </a:cubicBezTo>
                <a:cubicBezTo>
                  <a:pt x="280664" y="241379"/>
                  <a:pt x="282893" y="248968"/>
                  <a:pt x="282893" y="257358"/>
                </a:cubicBezTo>
                <a:lnTo>
                  <a:pt x="282893" y="271108"/>
                </a:lnTo>
                <a:cubicBezTo>
                  <a:pt x="282893" y="274514"/>
                  <a:pt x="281715" y="277258"/>
                  <a:pt x="279361" y="279361"/>
                </a:cubicBezTo>
                <a:cubicBezTo>
                  <a:pt x="277258" y="281715"/>
                  <a:pt x="274514" y="282893"/>
                  <a:pt x="271108" y="282893"/>
                </a:cubicBezTo>
                <a:lnTo>
                  <a:pt x="106082" y="282893"/>
                </a:lnTo>
                <a:close/>
                <a:moveTo>
                  <a:pt x="306473" y="282893"/>
                </a:moveTo>
                <a:lnTo>
                  <a:pt x="306473" y="257358"/>
                </a:lnTo>
                <a:cubicBezTo>
                  <a:pt x="306473" y="252112"/>
                  <a:pt x="306073" y="247265"/>
                  <a:pt x="305284" y="242819"/>
                </a:cubicBezTo>
                <a:cubicBezTo>
                  <a:pt x="304244" y="238098"/>
                  <a:pt x="302666" y="233515"/>
                  <a:pt x="300575" y="229069"/>
                </a:cubicBezTo>
                <a:cubicBezTo>
                  <a:pt x="303455" y="228543"/>
                  <a:pt x="306335" y="228280"/>
                  <a:pt x="309216" y="228280"/>
                </a:cubicBezTo>
                <a:cubicBezTo>
                  <a:pt x="312096" y="228017"/>
                  <a:pt x="315114" y="227891"/>
                  <a:pt x="318257" y="227891"/>
                </a:cubicBezTo>
                <a:cubicBezTo>
                  <a:pt x="336065" y="227891"/>
                  <a:pt x="350341" y="231035"/>
                  <a:pt x="361085" y="237321"/>
                </a:cubicBezTo>
                <a:cubicBezTo>
                  <a:pt x="371818" y="243608"/>
                  <a:pt x="377190" y="251849"/>
                  <a:pt x="377190" y="262067"/>
                </a:cubicBezTo>
                <a:lnTo>
                  <a:pt x="377190" y="271108"/>
                </a:lnTo>
                <a:cubicBezTo>
                  <a:pt x="377190" y="274514"/>
                  <a:pt x="376013" y="277258"/>
                  <a:pt x="373658" y="279361"/>
                </a:cubicBezTo>
                <a:cubicBezTo>
                  <a:pt x="371555" y="281715"/>
                  <a:pt x="368812" y="282893"/>
                  <a:pt x="365406" y="282893"/>
                </a:cubicBezTo>
                <a:lnTo>
                  <a:pt x="306473" y="282893"/>
                </a:lnTo>
                <a:close/>
                <a:moveTo>
                  <a:pt x="117878" y="259324"/>
                </a:moveTo>
                <a:lnTo>
                  <a:pt x="259324" y="259324"/>
                </a:lnTo>
                <a:lnTo>
                  <a:pt x="259324" y="256958"/>
                </a:lnTo>
                <a:cubicBezTo>
                  <a:pt x="259324" y="247265"/>
                  <a:pt x="252774" y="239413"/>
                  <a:pt x="239676" y="233389"/>
                </a:cubicBezTo>
                <a:cubicBezTo>
                  <a:pt x="226314" y="227103"/>
                  <a:pt x="209283" y="223959"/>
                  <a:pt x="188595" y="223959"/>
                </a:cubicBezTo>
                <a:cubicBezTo>
                  <a:pt x="167907" y="223959"/>
                  <a:pt x="151002" y="227103"/>
                  <a:pt x="137914" y="233389"/>
                </a:cubicBezTo>
                <a:cubicBezTo>
                  <a:pt x="124553" y="239413"/>
                  <a:pt x="117878" y="247402"/>
                  <a:pt x="117878" y="257358"/>
                </a:cubicBezTo>
                <a:lnTo>
                  <a:pt x="117878" y="259324"/>
                </a:lnTo>
                <a:close/>
                <a:moveTo>
                  <a:pt x="58933" y="216096"/>
                </a:moveTo>
                <a:cubicBezTo>
                  <a:pt x="51344" y="216096"/>
                  <a:pt x="44920" y="213352"/>
                  <a:pt x="39685" y="207843"/>
                </a:cubicBezTo>
                <a:cubicBezTo>
                  <a:pt x="34187" y="202608"/>
                  <a:pt x="31433" y="196196"/>
                  <a:pt x="31433" y="188595"/>
                </a:cubicBezTo>
                <a:cubicBezTo>
                  <a:pt x="31433" y="180994"/>
                  <a:pt x="34187" y="174582"/>
                  <a:pt x="39685" y="169347"/>
                </a:cubicBezTo>
                <a:cubicBezTo>
                  <a:pt x="44920" y="163838"/>
                  <a:pt x="51344" y="161094"/>
                  <a:pt x="58933" y="161094"/>
                </a:cubicBezTo>
                <a:cubicBezTo>
                  <a:pt x="66534" y="161094"/>
                  <a:pt x="73083" y="163838"/>
                  <a:pt x="78581" y="169347"/>
                </a:cubicBezTo>
                <a:cubicBezTo>
                  <a:pt x="83816" y="174582"/>
                  <a:pt x="86445" y="180994"/>
                  <a:pt x="86445" y="188595"/>
                </a:cubicBezTo>
                <a:cubicBezTo>
                  <a:pt x="86445" y="196196"/>
                  <a:pt x="83816" y="202745"/>
                  <a:pt x="78581" y="208243"/>
                </a:cubicBezTo>
                <a:cubicBezTo>
                  <a:pt x="73083" y="213478"/>
                  <a:pt x="66534" y="216096"/>
                  <a:pt x="58933" y="216096"/>
                </a:cubicBezTo>
                <a:close/>
                <a:moveTo>
                  <a:pt x="318257" y="216096"/>
                </a:moveTo>
                <a:cubicBezTo>
                  <a:pt x="310656" y="216096"/>
                  <a:pt x="304107" y="213352"/>
                  <a:pt x="298609" y="207843"/>
                </a:cubicBezTo>
                <a:cubicBezTo>
                  <a:pt x="293374" y="202608"/>
                  <a:pt x="290756" y="196196"/>
                  <a:pt x="290756" y="188595"/>
                </a:cubicBezTo>
                <a:cubicBezTo>
                  <a:pt x="290756" y="180994"/>
                  <a:pt x="293500" y="174582"/>
                  <a:pt x="298997" y="169347"/>
                </a:cubicBezTo>
                <a:cubicBezTo>
                  <a:pt x="304244" y="163838"/>
                  <a:pt x="310656" y="161094"/>
                  <a:pt x="318257" y="161094"/>
                </a:cubicBezTo>
                <a:cubicBezTo>
                  <a:pt x="325846" y="161094"/>
                  <a:pt x="332396" y="163838"/>
                  <a:pt x="337905" y="169347"/>
                </a:cubicBezTo>
                <a:cubicBezTo>
                  <a:pt x="343140" y="174582"/>
                  <a:pt x="345758" y="180994"/>
                  <a:pt x="345758" y="188595"/>
                </a:cubicBezTo>
                <a:cubicBezTo>
                  <a:pt x="345758" y="196196"/>
                  <a:pt x="343140" y="202745"/>
                  <a:pt x="337905" y="208243"/>
                </a:cubicBezTo>
                <a:cubicBezTo>
                  <a:pt x="332396" y="213478"/>
                  <a:pt x="325846" y="216096"/>
                  <a:pt x="318257" y="216096"/>
                </a:cubicBezTo>
                <a:close/>
                <a:moveTo>
                  <a:pt x="188595" y="188595"/>
                </a:moveTo>
                <a:cubicBezTo>
                  <a:pt x="175496" y="188595"/>
                  <a:pt x="164363" y="184012"/>
                  <a:pt x="155197" y="174845"/>
                </a:cubicBezTo>
                <a:cubicBezTo>
                  <a:pt x="146030" y="165678"/>
                  <a:pt x="141446" y="154545"/>
                  <a:pt x="141446" y="141446"/>
                </a:cubicBezTo>
                <a:cubicBezTo>
                  <a:pt x="141446" y="128085"/>
                  <a:pt x="146030" y="116952"/>
                  <a:pt x="155197" y="108048"/>
                </a:cubicBezTo>
                <a:cubicBezTo>
                  <a:pt x="164363" y="98881"/>
                  <a:pt x="175496" y="94298"/>
                  <a:pt x="188595" y="94298"/>
                </a:cubicBezTo>
                <a:cubicBezTo>
                  <a:pt x="201957" y="94298"/>
                  <a:pt x="213215" y="98881"/>
                  <a:pt x="222382" y="108048"/>
                </a:cubicBezTo>
                <a:cubicBezTo>
                  <a:pt x="231286" y="116952"/>
                  <a:pt x="235744" y="128085"/>
                  <a:pt x="235744" y="141446"/>
                </a:cubicBezTo>
                <a:cubicBezTo>
                  <a:pt x="235744" y="154545"/>
                  <a:pt x="231286" y="165678"/>
                  <a:pt x="222382" y="174845"/>
                </a:cubicBezTo>
                <a:cubicBezTo>
                  <a:pt x="213215" y="184012"/>
                  <a:pt x="201957" y="188595"/>
                  <a:pt x="188595" y="188595"/>
                </a:cubicBezTo>
                <a:close/>
                <a:moveTo>
                  <a:pt x="188595" y="165026"/>
                </a:moveTo>
                <a:cubicBezTo>
                  <a:pt x="195407" y="165026"/>
                  <a:pt x="201042" y="162797"/>
                  <a:pt x="205489" y="158340"/>
                </a:cubicBezTo>
                <a:cubicBezTo>
                  <a:pt x="209946" y="153631"/>
                  <a:pt x="212175" y="147996"/>
                  <a:pt x="212175" y="141446"/>
                </a:cubicBezTo>
                <a:cubicBezTo>
                  <a:pt x="212175" y="134634"/>
                  <a:pt x="209946" y="128999"/>
                  <a:pt x="205489" y="124553"/>
                </a:cubicBezTo>
                <a:cubicBezTo>
                  <a:pt x="201042" y="120095"/>
                  <a:pt x="195407" y="117878"/>
                  <a:pt x="188595" y="117878"/>
                </a:cubicBezTo>
                <a:cubicBezTo>
                  <a:pt x="182046" y="117878"/>
                  <a:pt x="176548" y="120095"/>
                  <a:pt x="172090" y="124553"/>
                </a:cubicBezTo>
                <a:cubicBezTo>
                  <a:pt x="167381" y="128999"/>
                  <a:pt x="165026" y="134634"/>
                  <a:pt x="165026" y="141446"/>
                </a:cubicBezTo>
                <a:cubicBezTo>
                  <a:pt x="165026" y="147996"/>
                  <a:pt x="167244" y="153631"/>
                  <a:pt x="171701" y="158340"/>
                </a:cubicBezTo>
                <a:cubicBezTo>
                  <a:pt x="176411" y="162797"/>
                  <a:pt x="182046" y="165026"/>
                  <a:pt x="188595" y="165026"/>
                </a:cubicBezTo>
                <a:close/>
                <a:moveTo>
                  <a:pt x="188595" y="259324"/>
                </a:moveTo>
                <a:close/>
                <a:moveTo>
                  <a:pt x="188595" y="141446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圖說"/>
          <p:cNvSpPr/>
          <p:nvPr/>
        </p:nvSpPr>
        <p:spPr>
          <a:xfrm>
            <a:off x="2049742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</a:t>
            </a:r>
            <a:endParaRPr lang="en-US" sz="950" dirty="0"/>
          </a:p>
        </p:txBody>
      </p:sp>
      <p:sp>
        <p:nvSpPr>
          <p:cNvPr id="11" name="圖示 員工"/>
          <p:cNvSpPr/>
          <p:nvPr/>
        </p:nvSpPr>
        <p:spPr>
          <a:xfrm>
            <a:off x="2924108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91154" y="280138"/>
                </a:moveTo>
                <a:lnTo>
                  <a:pt x="185063" y="280138"/>
                </a:lnTo>
                <a:lnTo>
                  <a:pt x="185063" y="274640"/>
                </a:lnTo>
                <a:cubicBezTo>
                  <a:pt x="185063" y="269931"/>
                  <a:pt x="183886" y="265736"/>
                  <a:pt x="181520" y="262067"/>
                </a:cubicBezTo>
                <a:cubicBezTo>
                  <a:pt x="179165" y="258398"/>
                  <a:pt x="176148" y="255918"/>
                  <a:pt x="172490" y="254603"/>
                </a:cubicBezTo>
                <a:cubicBezTo>
                  <a:pt x="164101" y="251723"/>
                  <a:pt x="157551" y="249894"/>
                  <a:pt x="152842" y="249105"/>
                </a:cubicBezTo>
                <a:cubicBezTo>
                  <a:pt x="148121" y="248054"/>
                  <a:pt x="143538" y="247528"/>
                  <a:pt x="139092" y="247528"/>
                </a:cubicBezTo>
                <a:cubicBezTo>
                  <a:pt x="134108" y="247528"/>
                  <a:pt x="128873" y="248191"/>
                  <a:pt x="123375" y="249494"/>
                </a:cubicBezTo>
                <a:cubicBezTo>
                  <a:pt x="117615" y="250546"/>
                  <a:pt x="111191" y="252249"/>
                  <a:pt x="104116" y="254603"/>
                </a:cubicBezTo>
                <a:cubicBezTo>
                  <a:pt x="100195" y="255918"/>
                  <a:pt x="97052" y="258398"/>
                  <a:pt x="94686" y="262067"/>
                </a:cubicBezTo>
                <a:cubicBezTo>
                  <a:pt x="92332" y="265736"/>
                  <a:pt x="91154" y="269931"/>
                  <a:pt x="91154" y="274640"/>
                </a:cubicBezTo>
                <a:lnTo>
                  <a:pt x="91154" y="280138"/>
                </a:lnTo>
                <a:close/>
                <a:moveTo>
                  <a:pt x="232989" y="253815"/>
                </a:moveTo>
                <a:lnTo>
                  <a:pt x="280138" y="253815"/>
                </a:lnTo>
                <a:cubicBezTo>
                  <a:pt x="283018" y="253815"/>
                  <a:pt x="285384" y="252900"/>
                  <a:pt x="287213" y="251071"/>
                </a:cubicBezTo>
                <a:cubicBezTo>
                  <a:pt x="289053" y="249231"/>
                  <a:pt x="289968" y="246877"/>
                  <a:pt x="289968" y="243996"/>
                </a:cubicBezTo>
                <a:cubicBezTo>
                  <a:pt x="289968" y="241116"/>
                  <a:pt x="289053" y="238761"/>
                  <a:pt x="287213" y="236921"/>
                </a:cubicBezTo>
                <a:cubicBezTo>
                  <a:pt x="285384" y="235092"/>
                  <a:pt x="283018" y="234178"/>
                  <a:pt x="280138" y="234178"/>
                </a:cubicBezTo>
                <a:lnTo>
                  <a:pt x="232989" y="234178"/>
                </a:lnTo>
                <a:cubicBezTo>
                  <a:pt x="230109" y="234178"/>
                  <a:pt x="227754" y="235092"/>
                  <a:pt x="225925" y="236921"/>
                </a:cubicBezTo>
                <a:cubicBezTo>
                  <a:pt x="224085" y="238761"/>
                  <a:pt x="223171" y="241116"/>
                  <a:pt x="223171" y="243996"/>
                </a:cubicBezTo>
                <a:cubicBezTo>
                  <a:pt x="223171" y="246877"/>
                  <a:pt x="224085" y="249231"/>
                  <a:pt x="225925" y="251071"/>
                </a:cubicBezTo>
                <a:cubicBezTo>
                  <a:pt x="227754" y="252900"/>
                  <a:pt x="230109" y="253815"/>
                  <a:pt x="232989" y="253815"/>
                </a:cubicBezTo>
                <a:close/>
                <a:moveTo>
                  <a:pt x="154408" y="228280"/>
                </a:moveTo>
                <a:cubicBezTo>
                  <a:pt x="158340" y="224085"/>
                  <a:pt x="160306" y="218976"/>
                  <a:pt x="160306" y="212952"/>
                </a:cubicBezTo>
                <a:cubicBezTo>
                  <a:pt x="160306" y="206929"/>
                  <a:pt x="158340" y="201957"/>
                  <a:pt x="154408" y="198025"/>
                </a:cubicBezTo>
                <a:cubicBezTo>
                  <a:pt x="150224" y="193830"/>
                  <a:pt x="145115" y="191738"/>
                  <a:pt x="139092" y="191738"/>
                </a:cubicBezTo>
                <a:cubicBezTo>
                  <a:pt x="133068" y="191738"/>
                  <a:pt x="128085" y="193830"/>
                  <a:pt x="124164" y="198025"/>
                </a:cubicBezTo>
                <a:cubicBezTo>
                  <a:pt x="119969" y="201957"/>
                  <a:pt x="117878" y="206929"/>
                  <a:pt x="117878" y="212952"/>
                </a:cubicBezTo>
                <a:cubicBezTo>
                  <a:pt x="117878" y="218976"/>
                  <a:pt x="119969" y="224085"/>
                  <a:pt x="124164" y="228280"/>
                </a:cubicBezTo>
                <a:cubicBezTo>
                  <a:pt x="128085" y="232212"/>
                  <a:pt x="133068" y="234178"/>
                  <a:pt x="139092" y="234178"/>
                </a:cubicBezTo>
                <a:cubicBezTo>
                  <a:pt x="145115" y="234178"/>
                  <a:pt x="150224" y="232212"/>
                  <a:pt x="154408" y="228280"/>
                </a:cubicBezTo>
                <a:close/>
                <a:moveTo>
                  <a:pt x="232989" y="209420"/>
                </a:moveTo>
                <a:lnTo>
                  <a:pt x="280138" y="209420"/>
                </a:lnTo>
                <a:cubicBezTo>
                  <a:pt x="283018" y="209420"/>
                  <a:pt x="285384" y="208506"/>
                  <a:pt x="287213" y="206666"/>
                </a:cubicBezTo>
                <a:cubicBezTo>
                  <a:pt x="289053" y="204837"/>
                  <a:pt x="289968" y="202482"/>
                  <a:pt x="289968" y="199602"/>
                </a:cubicBezTo>
                <a:cubicBezTo>
                  <a:pt x="289968" y="196710"/>
                  <a:pt x="289053" y="194356"/>
                  <a:pt x="287213" y="192527"/>
                </a:cubicBezTo>
                <a:cubicBezTo>
                  <a:pt x="285384" y="190687"/>
                  <a:pt x="283018" y="189772"/>
                  <a:pt x="280138" y="189772"/>
                </a:cubicBezTo>
                <a:lnTo>
                  <a:pt x="232989" y="189772"/>
                </a:lnTo>
                <a:cubicBezTo>
                  <a:pt x="230109" y="189772"/>
                  <a:pt x="227754" y="190687"/>
                  <a:pt x="225925" y="192527"/>
                </a:cubicBezTo>
                <a:cubicBezTo>
                  <a:pt x="224085" y="194356"/>
                  <a:pt x="223171" y="196710"/>
                  <a:pt x="223171" y="199602"/>
                </a:cubicBezTo>
                <a:cubicBezTo>
                  <a:pt x="223171" y="202482"/>
                  <a:pt x="224085" y="204837"/>
                  <a:pt x="225925" y="206666"/>
                </a:cubicBezTo>
                <a:cubicBezTo>
                  <a:pt x="227754" y="208506"/>
                  <a:pt x="230109" y="209420"/>
                  <a:pt x="232989" y="209420"/>
                </a:cubicBezTo>
                <a:close/>
                <a:moveTo>
                  <a:pt x="55013" y="345758"/>
                </a:moveTo>
                <a:cubicBezTo>
                  <a:pt x="48726" y="345758"/>
                  <a:pt x="43217" y="343403"/>
                  <a:pt x="38508" y="338682"/>
                </a:cubicBezTo>
                <a:cubicBezTo>
                  <a:pt x="33787" y="333973"/>
                  <a:pt x="31433" y="328475"/>
                  <a:pt x="31433" y="322189"/>
                </a:cubicBezTo>
                <a:lnTo>
                  <a:pt x="31433" y="133594"/>
                </a:lnTo>
                <a:cubicBezTo>
                  <a:pt x="31433" y="127307"/>
                  <a:pt x="33787" y="121798"/>
                  <a:pt x="38508" y="117089"/>
                </a:cubicBezTo>
                <a:cubicBezTo>
                  <a:pt x="43217" y="112368"/>
                  <a:pt x="48726" y="110014"/>
                  <a:pt x="55013" y="110014"/>
                </a:cubicBezTo>
                <a:lnTo>
                  <a:pt x="153231" y="110014"/>
                </a:lnTo>
                <a:lnTo>
                  <a:pt x="153231" y="55013"/>
                </a:lnTo>
                <a:cubicBezTo>
                  <a:pt x="153231" y="48726"/>
                  <a:pt x="155597" y="43217"/>
                  <a:pt x="160306" y="38508"/>
                </a:cubicBezTo>
                <a:cubicBezTo>
                  <a:pt x="165026" y="33787"/>
                  <a:pt x="170524" y="31433"/>
                  <a:pt x="176811" y="31433"/>
                </a:cubicBezTo>
                <a:lnTo>
                  <a:pt x="200379" y="31433"/>
                </a:lnTo>
                <a:cubicBezTo>
                  <a:pt x="206666" y="31433"/>
                  <a:pt x="212175" y="33787"/>
                  <a:pt x="216884" y="38508"/>
                </a:cubicBezTo>
                <a:cubicBezTo>
                  <a:pt x="221605" y="43217"/>
                  <a:pt x="223959" y="48726"/>
                  <a:pt x="223959" y="55013"/>
                </a:cubicBezTo>
                <a:lnTo>
                  <a:pt x="223959" y="110014"/>
                </a:lnTo>
                <a:lnTo>
                  <a:pt x="322189" y="110014"/>
                </a:lnTo>
                <a:cubicBezTo>
                  <a:pt x="328475" y="110014"/>
                  <a:pt x="333973" y="112368"/>
                  <a:pt x="338682" y="117089"/>
                </a:cubicBezTo>
                <a:cubicBezTo>
                  <a:pt x="343403" y="121798"/>
                  <a:pt x="345758" y="127307"/>
                  <a:pt x="345758" y="133594"/>
                </a:cubicBezTo>
                <a:lnTo>
                  <a:pt x="345758" y="322189"/>
                </a:lnTo>
                <a:cubicBezTo>
                  <a:pt x="345758" y="328475"/>
                  <a:pt x="343403" y="333973"/>
                  <a:pt x="338682" y="338682"/>
                </a:cubicBezTo>
                <a:cubicBezTo>
                  <a:pt x="333973" y="343403"/>
                  <a:pt x="328475" y="345758"/>
                  <a:pt x="322189" y="345758"/>
                </a:cubicBezTo>
                <a:lnTo>
                  <a:pt x="55013" y="345758"/>
                </a:lnTo>
                <a:close/>
                <a:moveTo>
                  <a:pt x="55013" y="322189"/>
                </a:moveTo>
                <a:lnTo>
                  <a:pt x="322189" y="322189"/>
                </a:lnTo>
                <a:lnTo>
                  <a:pt x="322189" y="133594"/>
                </a:lnTo>
                <a:lnTo>
                  <a:pt x="223959" y="133594"/>
                </a:lnTo>
                <a:lnTo>
                  <a:pt x="223959" y="145378"/>
                </a:lnTo>
                <a:cubicBezTo>
                  <a:pt x="223959" y="152705"/>
                  <a:pt x="221605" y="158477"/>
                  <a:pt x="216884" y="162660"/>
                </a:cubicBezTo>
                <a:cubicBezTo>
                  <a:pt x="212175" y="166855"/>
                  <a:pt x="206666" y="168947"/>
                  <a:pt x="200379" y="168947"/>
                </a:cubicBezTo>
                <a:lnTo>
                  <a:pt x="176811" y="168947"/>
                </a:lnTo>
                <a:cubicBezTo>
                  <a:pt x="170524" y="168947"/>
                  <a:pt x="165026" y="166855"/>
                  <a:pt x="160306" y="162660"/>
                </a:cubicBezTo>
                <a:cubicBezTo>
                  <a:pt x="155597" y="158477"/>
                  <a:pt x="153231" y="152705"/>
                  <a:pt x="153231" y="145378"/>
                </a:cubicBezTo>
                <a:lnTo>
                  <a:pt x="153231" y="133594"/>
                </a:lnTo>
                <a:lnTo>
                  <a:pt x="55013" y="133594"/>
                </a:lnTo>
                <a:lnTo>
                  <a:pt x="55013" y="322189"/>
                </a:lnTo>
                <a:close/>
                <a:moveTo>
                  <a:pt x="176811" y="145378"/>
                </a:moveTo>
                <a:lnTo>
                  <a:pt x="200379" y="145378"/>
                </a:lnTo>
                <a:lnTo>
                  <a:pt x="200379" y="55013"/>
                </a:lnTo>
                <a:lnTo>
                  <a:pt x="176811" y="55013"/>
                </a:lnTo>
                <a:lnTo>
                  <a:pt x="176811" y="145378"/>
                </a:lnTo>
                <a:close/>
                <a:moveTo>
                  <a:pt x="188595" y="227891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圖說"/>
          <p:cNvSpPr/>
          <p:nvPr/>
        </p:nvSpPr>
        <p:spPr>
          <a:xfrm>
            <a:off x="2743143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</a:t>
            </a:r>
            <a:endParaRPr lang="en-US" sz="950" dirty="0"/>
          </a:p>
        </p:txBody>
      </p:sp>
      <p:sp>
        <p:nvSpPr>
          <p:cNvPr id="13" name="圖示 組織架構"/>
          <p:cNvSpPr/>
          <p:nvPr/>
        </p:nvSpPr>
        <p:spPr>
          <a:xfrm>
            <a:off x="3617509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237321" y="306473"/>
                </a:moveTo>
                <a:lnTo>
                  <a:pt x="237321" y="280927"/>
                </a:lnTo>
                <a:lnTo>
                  <a:pt x="200379" y="280927"/>
                </a:lnTo>
                <a:cubicBezTo>
                  <a:pt x="193830" y="280927"/>
                  <a:pt x="188332" y="278572"/>
                  <a:pt x="183886" y="273851"/>
                </a:cubicBezTo>
                <a:cubicBezTo>
                  <a:pt x="179165" y="269405"/>
                  <a:pt x="176811" y="263907"/>
                  <a:pt x="176811" y="257358"/>
                </a:cubicBezTo>
                <a:lnTo>
                  <a:pt x="176811" y="119832"/>
                </a:lnTo>
                <a:lnTo>
                  <a:pt x="140269" y="119832"/>
                </a:lnTo>
                <a:lnTo>
                  <a:pt x="140269" y="147344"/>
                </a:lnTo>
                <a:cubicBezTo>
                  <a:pt x="140269" y="153894"/>
                  <a:pt x="137914" y="159391"/>
                  <a:pt x="133194" y="163838"/>
                </a:cubicBezTo>
                <a:cubicBezTo>
                  <a:pt x="128748" y="168558"/>
                  <a:pt x="123238" y="170913"/>
                  <a:pt x="116689" y="170913"/>
                </a:cubicBezTo>
                <a:lnTo>
                  <a:pt x="55013" y="170913"/>
                </a:lnTo>
                <a:cubicBezTo>
                  <a:pt x="48463" y="170913"/>
                  <a:pt x="42954" y="168558"/>
                  <a:pt x="38508" y="163838"/>
                </a:cubicBezTo>
                <a:cubicBezTo>
                  <a:pt x="33787" y="159391"/>
                  <a:pt x="31433" y="153894"/>
                  <a:pt x="31433" y="147344"/>
                </a:cubicBezTo>
                <a:lnTo>
                  <a:pt x="31433" y="70729"/>
                </a:lnTo>
                <a:cubicBezTo>
                  <a:pt x="31433" y="64179"/>
                  <a:pt x="33787" y="58670"/>
                  <a:pt x="38508" y="54224"/>
                </a:cubicBezTo>
                <a:cubicBezTo>
                  <a:pt x="42954" y="49503"/>
                  <a:pt x="48463" y="47149"/>
                  <a:pt x="55013" y="47149"/>
                </a:cubicBezTo>
                <a:lnTo>
                  <a:pt x="116689" y="47149"/>
                </a:lnTo>
                <a:cubicBezTo>
                  <a:pt x="123238" y="47149"/>
                  <a:pt x="128748" y="49503"/>
                  <a:pt x="133194" y="54224"/>
                </a:cubicBezTo>
                <a:cubicBezTo>
                  <a:pt x="137914" y="58670"/>
                  <a:pt x="140269" y="64179"/>
                  <a:pt x="140269" y="70729"/>
                </a:cubicBezTo>
                <a:lnTo>
                  <a:pt x="140269" y="96263"/>
                </a:lnTo>
                <a:lnTo>
                  <a:pt x="237321" y="96263"/>
                </a:lnTo>
                <a:lnTo>
                  <a:pt x="237321" y="70729"/>
                </a:lnTo>
                <a:cubicBezTo>
                  <a:pt x="237321" y="64179"/>
                  <a:pt x="239676" y="58670"/>
                  <a:pt x="244385" y="54224"/>
                </a:cubicBezTo>
                <a:cubicBezTo>
                  <a:pt x="248843" y="49503"/>
                  <a:pt x="254340" y="47149"/>
                  <a:pt x="260890" y="47149"/>
                </a:cubicBezTo>
                <a:lnTo>
                  <a:pt x="322189" y="47149"/>
                </a:lnTo>
                <a:cubicBezTo>
                  <a:pt x="328727" y="47149"/>
                  <a:pt x="334236" y="49503"/>
                  <a:pt x="338682" y="54224"/>
                </a:cubicBezTo>
                <a:cubicBezTo>
                  <a:pt x="343403" y="58670"/>
                  <a:pt x="345758" y="64179"/>
                  <a:pt x="345758" y="70729"/>
                </a:cubicBezTo>
                <a:lnTo>
                  <a:pt x="345758" y="147344"/>
                </a:lnTo>
                <a:cubicBezTo>
                  <a:pt x="345758" y="153894"/>
                  <a:pt x="343403" y="159391"/>
                  <a:pt x="338682" y="163838"/>
                </a:cubicBezTo>
                <a:cubicBezTo>
                  <a:pt x="334236" y="168558"/>
                  <a:pt x="328727" y="170913"/>
                  <a:pt x="322189" y="170913"/>
                </a:cubicBezTo>
                <a:lnTo>
                  <a:pt x="260890" y="170913"/>
                </a:lnTo>
                <a:cubicBezTo>
                  <a:pt x="254340" y="170913"/>
                  <a:pt x="248843" y="168558"/>
                  <a:pt x="244385" y="163838"/>
                </a:cubicBezTo>
                <a:cubicBezTo>
                  <a:pt x="239676" y="159391"/>
                  <a:pt x="237321" y="153894"/>
                  <a:pt x="237321" y="147344"/>
                </a:cubicBezTo>
                <a:lnTo>
                  <a:pt x="237321" y="119832"/>
                </a:lnTo>
                <a:lnTo>
                  <a:pt x="200379" y="119832"/>
                </a:lnTo>
                <a:lnTo>
                  <a:pt x="200379" y="257358"/>
                </a:lnTo>
                <a:lnTo>
                  <a:pt x="237321" y="257358"/>
                </a:lnTo>
                <a:lnTo>
                  <a:pt x="237321" y="229846"/>
                </a:lnTo>
                <a:cubicBezTo>
                  <a:pt x="237321" y="223296"/>
                  <a:pt x="239676" y="217799"/>
                  <a:pt x="244385" y="213352"/>
                </a:cubicBezTo>
                <a:cubicBezTo>
                  <a:pt x="248843" y="208632"/>
                  <a:pt x="254340" y="206277"/>
                  <a:pt x="260890" y="206277"/>
                </a:cubicBezTo>
                <a:lnTo>
                  <a:pt x="322189" y="206277"/>
                </a:lnTo>
                <a:cubicBezTo>
                  <a:pt x="328727" y="206277"/>
                  <a:pt x="334236" y="208632"/>
                  <a:pt x="338682" y="213352"/>
                </a:cubicBezTo>
                <a:cubicBezTo>
                  <a:pt x="343403" y="217799"/>
                  <a:pt x="345758" y="223296"/>
                  <a:pt x="345758" y="229846"/>
                </a:cubicBezTo>
                <a:lnTo>
                  <a:pt x="345758" y="306473"/>
                </a:lnTo>
                <a:cubicBezTo>
                  <a:pt x="345758" y="313011"/>
                  <a:pt x="343403" y="318520"/>
                  <a:pt x="338682" y="322966"/>
                </a:cubicBezTo>
                <a:cubicBezTo>
                  <a:pt x="334236" y="327687"/>
                  <a:pt x="328727" y="330041"/>
                  <a:pt x="322189" y="330041"/>
                </a:cubicBezTo>
                <a:lnTo>
                  <a:pt x="260890" y="330041"/>
                </a:lnTo>
                <a:cubicBezTo>
                  <a:pt x="254340" y="330041"/>
                  <a:pt x="248843" y="327687"/>
                  <a:pt x="244385" y="322966"/>
                </a:cubicBezTo>
                <a:cubicBezTo>
                  <a:pt x="239676" y="318520"/>
                  <a:pt x="237321" y="313011"/>
                  <a:pt x="237321" y="306473"/>
                </a:cubicBezTo>
                <a:close/>
                <a:moveTo>
                  <a:pt x="55013" y="70729"/>
                </a:moveTo>
                <a:lnTo>
                  <a:pt x="55013" y="147344"/>
                </a:lnTo>
                <a:lnTo>
                  <a:pt x="55013" y="70729"/>
                </a:lnTo>
                <a:close/>
                <a:moveTo>
                  <a:pt x="260890" y="229846"/>
                </a:moveTo>
                <a:lnTo>
                  <a:pt x="260890" y="306473"/>
                </a:lnTo>
                <a:lnTo>
                  <a:pt x="260890" y="229846"/>
                </a:lnTo>
                <a:close/>
                <a:moveTo>
                  <a:pt x="260890" y="70729"/>
                </a:moveTo>
                <a:lnTo>
                  <a:pt x="260890" y="147344"/>
                </a:lnTo>
                <a:lnTo>
                  <a:pt x="260890" y="70729"/>
                </a:lnTo>
                <a:close/>
                <a:moveTo>
                  <a:pt x="260890" y="147344"/>
                </a:moveTo>
                <a:lnTo>
                  <a:pt x="322189" y="147344"/>
                </a:lnTo>
                <a:lnTo>
                  <a:pt x="322189" y="70729"/>
                </a:lnTo>
                <a:lnTo>
                  <a:pt x="260890" y="70729"/>
                </a:lnTo>
                <a:lnTo>
                  <a:pt x="260890" y="147344"/>
                </a:lnTo>
                <a:close/>
                <a:moveTo>
                  <a:pt x="260890" y="306473"/>
                </a:moveTo>
                <a:lnTo>
                  <a:pt x="322189" y="306473"/>
                </a:lnTo>
                <a:lnTo>
                  <a:pt x="322189" y="229846"/>
                </a:lnTo>
                <a:lnTo>
                  <a:pt x="260890" y="229846"/>
                </a:lnTo>
                <a:lnTo>
                  <a:pt x="260890" y="306473"/>
                </a:lnTo>
                <a:close/>
                <a:moveTo>
                  <a:pt x="55013" y="147344"/>
                </a:moveTo>
                <a:lnTo>
                  <a:pt x="116689" y="147344"/>
                </a:lnTo>
                <a:lnTo>
                  <a:pt x="116689" y="70729"/>
                </a:lnTo>
                <a:lnTo>
                  <a:pt x="55013" y="70729"/>
                </a:lnTo>
                <a:lnTo>
                  <a:pt x="55013" y="147344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圖說"/>
          <p:cNvSpPr/>
          <p:nvPr/>
        </p:nvSpPr>
        <p:spPr>
          <a:xfrm>
            <a:off x="3436544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組織架構</a:t>
            </a:r>
            <a:endParaRPr lang="en-US" sz="950" dirty="0"/>
          </a:p>
        </p:txBody>
      </p:sp>
      <p:sp>
        <p:nvSpPr>
          <p:cNvPr id="15" name="圖示 工程師"/>
          <p:cNvSpPr/>
          <p:nvPr/>
        </p:nvSpPr>
        <p:spPr>
          <a:xfrm>
            <a:off x="4310910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6505" y="318257"/>
                </a:moveTo>
                <a:lnTo>
                  <a:pt x="16505" y="293900"/>
                </a:lnTo>
                <a:cubicBezTo>
                  <a:pt x="16505" y="284984"/>
                  <a:pt x="18597" y="277658"/>
                  <a:pt x="22791" y="271897"/>
                </a:cubicBezTo>
                <a:cubicBezTo>
                  <a:pt x="26975" y="265862"/>
                  <a:pt x="32873" y="261015"/>
                  <a:pt x="40474" y="257358"/>
                </a:cubicBezTo>
                <a:cubicBezTo>
                  <a:pt x="54613" y="250546"/>
                  <a:pt x="69803" y="244911"/>
                  <a:pt x="86045" y="240464"/>
                </a:cubicBezTo>
                <a:cubicBezTo>
                  <a:pt x="102024" y="236007"/>
                  <a:pt x="120232" y="233778"/>
                  <a:pt x="140658" y="233778"/>
                </a:cubicBezTo>
                <a:cubicBezTo>
                  <a:pt x="161094" y="233778"/>
                  <a:pt x="179428" y="236007"/>
                  <a:pt x="195670" y="240464"/>
                </a:cubicBezTo>
                <a:cubicBezTo>
                  <a:pt x="211649" y="244911"/>
                  <a:pt x="226703" y="250546"/>
                  <a:pt x="240853" y="257358"/>
                </a:cubicBezTo>
                <a:cubicBezTo>
                  <a:pt x="248442" y="261015"/>
                  <a:pt x="254340" y="265862"/>
                  <a:pt x="258535" y="271897"/>
                </a:cubicBezTo>
                <a:cubicBezTo>
                  <a:pt x="262719" y="277658"/>
                  <a:pt x="264822" y="284984"/>
                  <a:pt x="264822" y="293900"/>
                </a:cubicBezTo>
                <a:lnTo>
                  <a:pt x="264822" y="318257"/>
                </a:lnTo>
                <a:cubicBezTo>
                  <a:pt x="264822" y="321663"/>
                  <a:pt x="263770" y="324543"/>
                  <a:pt x="261678" y="326898"/>
                </a:cubicBezTo>
                <a:cubicBezTo>
                  <a:pt x="259324" y="328990"/>
                  <a:pt x="256432" y="330041"/>
                  <a:pt x="253037" y="330041"/>
                </a:cubicBezTo>
                <a:lnTo>
                  <a:pt x="28289" y="330041"/>
                </a:lnTo>
                <a:cubicBezTo>
                  <a:pt x="24883" y="330041"/>
                  <a:pt x="22128" y="328990"/>
                  <a:pt x="20037" y="326898"/>
                </a:cubicBezTo>
                <a:cubicBezTo>
                  <a:pt x="17682" y="324543"/>
                  <a:pt x="16505" y="321663"/>
                  <a:pt x="16505" y="318257"/>
                </a:cubicBezTo>
                <a:close/>
                <a:moveTo>
                  <a:pt x="40074" y="306473"/>
                </a:moveTo>
                <a:lnTo>
                  <a:pt x="241242" y="306473"/>
                </a:lnTo>
                <a:lnTo>
                  <a:pt x="241242" y="293900"/>
                </a:lnTo>
                <a:cubicBezTo>
                  <a:pt x="241242" y="289968"/>
                  <a:pt x="240201" y="286824"/>
                  <a:pt x="238098" y="284470"/>
                </a:cubicBezTo>
                <a:cubicBezTo>
                  <a:pt x="235744" y="281841"/>
                  <a:pt x="232989" y="279875"/>
                  <a:pt x="229846" y="278572"/>
                </a:cubicBezTo>
                <a:cubicBezTo>
                  <a:pt x="218587" y="273588"/>
                  <a:pt x="206014" y="268879"/>
                  <a:pt x="192127" y="264422"/>
                </a:cubicBezTo>
                <a:cubicBezTo>
                  <a:pt x="178251" y="259712"/>
                  <a:pt x="161094" y="257358"/>
                  <a:pt x="140658" y="257358"/>
                </a:cubicBezTo>
                <a:cubicBezTo>
                  <a:pt x="120232" y="257358"/>
                  <a:pt x="103076" y="259712"/>
                  <a:pt x="89188" y="264422"/>
                </a:cubicBezTo>
                <a:cubicBezTo>
                  <a:pt x="75312" y="268879"/>
                  <a:pt x="62739" y="273588"/>
                  <a:pt x="51469" y="278572"/>
                </a:cubicBezTo>
                <a:cubicBezTo>
                  <a:pt x="48326" y="279875"/>
                  <a:pt x="45709" y="281841"/>
                  <a:pt x="43617" y="284470"/>
                </a:cubicBezTo>
                <a:cubicBezTo>
                  <a:pt x="41251" y="286824"/>
                  <a:pt x="40074" y="289968"/>
                  <a:pt x="40074" y="293900"/>
                </a:cubicBezTo>
                <a:lnTo>
                  <a:pt x="40074" y="306473"/>
                </a:lnTo>
                <a:close/>
                <a:moveTo>
                  <a:pt x="98229" y="193316"/>
                </a:moveTo>
                <a:cubicBezTo>
                  <a:pt x="87222" y="182046"/>
                  <a:pt x="81725" y="168032"/>
                  <a:pt x="81725" y="151265"/>
                </a:cubicBezTo>
                <a:lnTo>
                  <a:pt x="77793" y="151265"/>
                </a:lnTo>
                <a:cubicBezTo>
                  <a:pt x="75701" y="151265"/>
                  <a:pt x="73872" y="150487"/>
                  <a:pt x="72295" y="148910"/>
                </a:cubicBezTo>
                <a:cubicBezTo>
                  <a:pt x="70729" y="147344"/>
                  <a:pt x="69940" y="145504"/>
                  <a:pt x="69940" y="143412"/>
                </a:cubicBezTo>
                <a:cubicBezTo>
                  <a:pt x="69940" y="141321"/>
                  <a:pt x="70729" y="139480"/>
                  <a:pt x="72295" y="137914"/>
                </a:cubicBezTo>
                <a:cubicBezTo>
                  <a:pt x="73872" y="136337"/>
                  <a:pt x="75701" y="135548"/>
                  <a:pt x="77793" y="135548"/>
                </a:cubicBezTo>
                <a:lnTo>
                  <a:pt x="81725" y="135548"/>
                </a:lnTo>
                <a:cubicBezTo>
                  <a:pt x="81725" y="125078"/>
                  <a:pt x="84342" y="115649"/>
                  <a:pt x="89588" y="107259"/>
                </a:cubicBezTo>
                <a:cubicBezTo>
                  <a:pt x="94823" y="98881"/>
                  <a:pt x="101636" y="92069"/>
                  <a:pt x="110014" y="86834"/>
                </a:cubicBezTo>
                <a:lnTo>
                  <a:pt x="110014" y="102161"/>
                </a:lnTo>
                <a:cubicBezTo>
                  <a:pt x="110014" y="103727"/>
                  <a:pt x="110665" y="105167"/>
                  <a:pt x="111980" y="106482"/>
                </a:cubicBezTo>
                <a:cubicBezTo>
                  <a:pt x="113031" y="107522"/>
                  <a:pt x="114334" y="108048"/>
                  <a:pt x="115912" y="108048"/>
                </a:cubicBezTo>
                <a:cubicBezTo>
                  <a:pt x="117740" y="108048"/>
                  <a:pt x="119181" y="107522"/>
                  <a:pt x="120232" y="106482"/>
                </a:cubicBezTo>
                <a:cubicBezTo>
                  <a:pt x="121272" y="105167"/>
                  <a:pt x="121798" y="103727"/>
                  <a:pt x="121798" y="102161"/>
                </a:cubicBezTo>
                <a:lnTo>
                  <a:pt x="121798" y="81725"/>
                </a:lnTo>
                <a:cubicBezTo>
                  <a:pt x="123901" y="81199"/>
                  <a:pt x="126782" y="80810"/>
                  <a:pt x="130451" y="80547"/>
                </a:cubicBezTo>
                <a:cubicBezTo>
                  <a:pt x="134108" y="80021"/>
                  <a:pt x="137651" y="79759"/>
                  <a:pt x="141058" y="79759"/>
                </a:cubicBezTo>
                <a:cubicBezTo>
                  <a:pt x="144464" y="79759"/>
                  <a:pt x="147996" y="80021"/>
                  <a:pt x="151665" y="80547"/>
                </a:cubicBezTo>
                <a:cubicBezTo>
                  <a:pt x="155334" y="80810"/>
                  <a:pt x="158214" y="81199"/>
                  <a:pt x="160306" y="81725"/>
                </a:cubicBezTo>
                <a:lnTo>
                  <a:pt x="160306" y="102161"/>
                </a:lnTo>
                <a:cubicBezTo>
                  <a:pt x="160306" y="103727"/>
                  <a:pt x="160832" y="105167"/>
                  <a:pt x="161883" y="106482"/>
                </a:cubicBezTo>
                <a:cubicBezTo>
                  <a:pt x="162923" y="107522"/>
                  <a:pt x="164363" y="108048"/>
                  <a:pt x="166204" y="108048"/>
                </a:cubicBezTo>
                <a:cubicBezTo>
                  <a:pt x="167770" y="108048"/>
                  <a:pt x="169210" y="107522"/>
                  <a:pt x="170524" y="106482"/>
                </a:cubicBezTo>
                <a:cubicBezTo>
                  <a:pt x="171564" y="105167"/>
                  <a:pt x="172090" y="103727"/>
                  <a:pt x="172090" y="102161"/>
                </a:cubicBezTo>
                <a:lnTo>
                  <a:pt x="172090" y="86834"/>
                </a:lnTo>
                <a:cubicBezTo>
                  <a:pt x="180480" y="92069"/>
                  <a:pt x="187155" y="98881"/>
                  <a:pt x="192127" y="107259"/>
                </a:cubicBezTo>
                <a:cubicBezTo>
                  <a:pt x="197110" y="115649"/>
                  <a:pt x="199602" y="125078"/>
                  <a:pt x="199602" y="135548"/>
                </a:cubicBezTo>
                <a:lnTo>
                  <a:pt x="203523" y="135548"/>
                </a:lnTo>
                <a:cubicBezTo>
                  <a:pt x="205626" y="135548"/>
                  <a:pt x="207455" y="136337"/>
                  <a:pt x="209032" y="137914"/>
                </a:cubicBezTo>
                <a:cubicBezTo>
                  <a:pt x="210598" y="139480"/>
                  <a:pt x="211386" y="141321"/>
                  <a:pt x="211386" y="143412"/>
                </a:cubicBezTo>
                <a:cubicBezTo>
                  <a:pt x="211386" y="145504"/>
                  <a:pt x="210598" y="147344"/>
                  <a:pt x="209032" y="148910"/>
                </a:cubicBezTo>
                <a:cubicBezTo>
                  <a:pt x="207455" y="150487"/>
                  <a:pt x="205626" y="151265"/>
                  <a:pt x="203523" y="151265"/>
                </a:cubicBezTo>
                <a:lnTo>
                  <a:pt x="199602" y="151265"/>
                </a:lnTo>
                <a:cubicBezTo>
                  <a:pt x="199602" y="168032"/>
                  <a:pt x="194093" y="182046"/>
                  <a:pt x="183097" y="193316"/>
                </a:cubicBezTo>
                <a:cubicBezTo>
                  <a:pt x="172090" y="204574"/>
                  <a:pt x="157951" y="210209"/>
                  <a:pt x="140658" y="210209"/>
                </a:cubicBezTo>
                <a:cubicBezTo>
                  <a:pt x="123375" y="210209"/>
                  <a:pt x="109225" y="204574"/>
                  <a:pt x="98229" y="193316"/>
                </a:cubicBezTo>
                <a:close/>
                <a:moveTo>
                  <a:pt x="166592" y="176811"/>
                </a:moveTo>
                <a:cubicBezTo>
                  <a:pt x="172879" y="170261"/>
                  <a:pt x="176022" y="161746"/>
                  <a:pt x="176022" y="151265"/>
                </a:cubicBezTo>
                <a:lnTo>
                  <a:pt x="105305" y="151265"/>
                </a:lnTo>
                <a:cubicBezTo>
                  <a:pt x="105305" y="161746"/>
                  <a:pt x="108448" y="170261"/>
                  <a:pt x="114734" y="176811"/>
                </a:cubicBezTo>
                <a:cubicBezTo>
                  <a:pt x="121021" y="183360"/>
                  <a:pt x="129662" y="186629"/>
                  <a:pt x="140658" y="186629"/>
                </a:cubicBezTo>
                <a:cubicBezTo>
                  <a:pt x="151665" y="186629"/>
                  <a:pt x="160306" y="183360"/>
                  <a:pt x="166592" y="176811"/>
                </a:cubicBezTo>
                <a:close/>
                <a:moveTo>
                  <a:pt x="258924" y="227891"/>
                </a:moveTo>
                <a:lnTo>
                  <a:pt x="258535" y="223959"/>
                </a:lnTo>
                <a:cubicBezTo>
                  <a:pt x="256695" y="222908"/>
                  <a:pt x="254866" y="221731"/>
                  <a:pt x="253037" y="220416"/>
                </a:cubicBezTo>
                <a:cubicBezTo>
                  <a:pt x="250934" y="219113"/>
                  <a:pt x="249105" y="217799"/>
                  <a:pt x="247528" y="216496"/>
                </a:cubicBezTo>
                <a:lnTo>
                  <a:pt x="243208" y="218850"/>
                </a:lnTo>
                <a:cubicBezTo>
                  <a:pt x="241379" y="219902"/>
                  <a:pt x="239676" y="220153"/>
                  <a:pt x="238098" y="219639"/>
                </a:cubicBezTo>
                <a:cubicBezTo>
                  <a:pt x="236270" y="219113"/>
                  <a:pt x="234692" y="218062"/>
                  <a:pt x="233389" y="216496"/>
                </a:cubicBezTo>
                <a:lnTo>
                  <a:pt x="232989" y="215707"/>
                </a:lnTo>
                <a:cubicBezTo>
                  <a:pt x="231686" y="213867"/>
                  <a:pt x="231286" y="212038"/>
                  <a:pt x="231812" y="210209"/>
                </a:cubicBezTo>
                <a:cubicBezTo>
                  <a:pt x="232075" y="208106"/>
                  <a:pt x="232989" y="206403"/>
                  <a:pt x="234566" y="205100"/>
                </a:cubicBezTo>
                <a:lnTo>
                  <a:pt x="238887" y="201957"/>
                </a:lnTo>
                <a:cubicBezTo>
                  <a:pt x="238361" y="200905"/>
                  <a:pt x="238098" y="199991"/>
                  <a:pt x="238098" y="199202"/>
                </a:cubicBezTo>
                <a:lnTo>
                  <a:pt x="238098" y="193316"/>
                </a:lnTo>
                <a:cubicBezTo>
                  <a:pt x="238098" y="192264"/>
                  <a:pt x="238361" y="191212"/>
                  <a:pt x="238887" y="190172"/>
                </a:cubicBezTo>
                <a:lnTo>
                  <a:pt x="234566" y="187029"/>
                </a:lnTo>
                <a:cubicBezTo>
                  <a:pt x="232989" y="185715"/>
                  <a:pt x="232075" y="184137"/>
                  <a:pt x="231812" y="182309"/>
                </a:cubicBezTo>
                <a:cubicBezTo>
                  <a:pt x="231286" y="180480"/>
                  <a:pt x="231686" y="178639"/>
                  <a:pt x="232989" y="176811"/>
                </a:cubicBezTo>
                <a:lnTo>
                  <a:pt x="233389" y="175633"/>
                </a:lnTo>
                <a:cubicBezTo>
                  <a:pt x="234692" y="174056"/>
                  <a:pt x="236270" y="173004"/>
                  <a:pt x="238098" y="172490"/>
                </a:cubicBezTo>
                <a:cubicBezTo>
                  <a:pt x="239676" y="171964"/>
                  <a:pt x="241379" y="172227"/>
                  <a:pt x="243208" y="173267"/>
                </a:cubicBezTo>
                <a:lnTo>
                  <a:pt x="247528" y="175633"/>
                </a:lnTo>
                <a:lnTo>
                  <a:pt x="253037" y="171701"/>
                </a:lnTo>
                <a:cubicBezTo>
                  <a:pt x="254866" y="170387"/>
                  <a:pt x="256695" y="169210"/>
                  <a:pt x="258535" y="168170"/>
                </a:cubicBezTo>
                <a:lnTo>
                  <a:pt x="258924" y="163838"/>
                </a:lnTo>
                <a:cubicBezTo>
                  <a:pt x="259187" y="161746"/>
                  <a:pt x="260101" y="160043"/>
                  <a:pt x="261678" y="158740"/>
                </a:cubicBezTo>
                <a:cubicBezTo>
                  <a:pt x="262981" y="157425"/>
                  <a:pt x="264685" y="156774"/>
                  <a:pt x="266788" y="156774"/>
                </a:cubicBezTo>
                <a:lnTo>
                  <a:pt x="267565" y="156774"/>
                </a:lnTo>
                <a:cubicBezTo>
                  <a:pt x="269668" y="156774"/>
                  <a:pt x="271497" y="157551"/>
                  <a:pt x="273074" y="159128"/>
                </a:cubicBezTo>
                <a:cubicBezTo>
                  <a:pt x="274377" y="160431"/>
                  <a:pt x="275166" y="162135"/>
                  <a:pt x="275429" y="164238"/>
                </a:cubicBezTo>
                <a:lnTo>
                  <a:pt x="275817" y="168170"/>
                </a:lnTo>
                <a:cubicBezTo>
                  <a:pt x="277658" y="169210"/>
                  <a:pt x="279486" y="170387"/>
                  <a:pt x="281327" y="171701"/>
                </a:cubicBezTo>
                <a:lnTo>
                  <a:pt x="286824" y="175633"/>
                </a:lnTo>
                <a:lnTo>
                  <a:pt x="291145" y="173267"/>
                </a:lnTo>
                <a:cubicBezTo>
                  <a:pt x="292974" y="172227"/>
                  <a:pt x="294814" y="171964"/>
                  <a:pt x="296643" y="172490"/>
                </a:cubicBezTo>
                <a:cubicBezTo>
                  <a:pt x="298220" y="173004"/>
                  <a:pt x="299660" y="174056"/>
                  <a:pt x="300963" y="175633"/>
                </a:cubicBezTo>
                <a:lnTo>
                  <a:pt x="301363" y="176411"/>
                </a:lnTo>
                <a:cubicBezTo>
                  <a:pt x="302666" y="178251"/>
                  <a:pt x="303192" y="180217"/>
                  <a:pt x="302929" y="182309"/>
                </a:cubicBezTo>
                <a:cubicBezTo>
                  <a:pt x="302404" y="184137"/>
                  <a:pt x="301363" y="185715"/>
                  <a:pt x="299786" y="187029"/>
                </a:cubicBezTo>
                <a:lnTo>
                  <a:pt x="295466" y="190172"/>
                </a:lnTo>
                <a:cubicBezTo>
                  <a:pt x="295991" y="191212"/>
                  <a:pt x="296254" y="192264"/>
                  <a:pt x="296254" y="193316"/>
                </a:cubicBezTo>
                <a:lnTo>
                  <a:pt x="296254" y="199202"/>
                </a:lnTo>
                <a:cubicBezTo>
                  <a:pt x="296254" y="199991"/>
                  <a:pt x="295991" y="200905"/>
                  <a:pt x="295466" y="201957"/>
                </a:cubicBezTo>
                <a:lnTo>
                  <a:pt x="299786" y="205100"/>
                </a:lnTo>
                <a:cubicBezTo>
                  <a:pt x="301363" y="206403"/>
                  <a:pt x="302404" y="207980"/>
                  <a:pt x="302929" y="209809"/>
                </a:cubicBezTo>
                <a:cubicBezTo>
                  <a:pt x="303192" y="211649"/>
                  <a:pt x="302666" y="213478"/>
                  <a:pt x="301363" y="215318"/>
                </a:cubicBezTo>
                <a:lnTo>
                  <a:pt x="300963" y="216496"/>
                </a:lnTo>
                <a:cubicBezTo>
                  <a:pt x="299660" y="218062"/>
                  <a:pt x="298220" y="219113"/>
                  <a:pt x="296643" y="219639"/>
                </a:cubicBezTo>
                <a:cubicBezTo>
                  <a:pt x="294814" y="220153"/>
                  <a:pt x="292974" y="219902"/>
                  <a:pt x="291145" y="218850"/>
                </a:cubicBezTo>
                <a:lnTo>
                  <a:pt x="286824" y="216496"/>
                </a:lnTo>
                <a:cubicBezTo>
                  <a:pt x="285247" y="217799"/>
                  <a:pt x="283544" y="219113"/>
                  <a:pt x="281715" y="220416"/>
                </a:cubicBezTo>
                <a:cubicBezTo>
                  <a:pt x="279624" y="221731"/>
                  <a:pt x="277658" y="222908"/>
                  <a:pt x="275817" y="223959"/>
                </a:cubicBezTo>
                <a:lnTo>
                  <a:pt x="275429" y="228280"/>
                </a:lnTo>
                <a:cubicBezTo>
                  <a:pt x="275166" y="230372"/>
                  <a:pt x="274377" y="232075"/>
                  <a:pt x="273074" y="233389"/>
                </a:cubicBezTo>
                <a:cubicBezTo>
                  <a:pt x="271497" y="234692"/>
                  <a:pt x="269668" y="235355"/>
                  <a:pt x="267565" y="235355"/>
                </a:cubicBezTo>
                <a:lnTo>
                  <a:pt x="266788" y="235355"/>
                </a:lnTo>
                <a:cubicBezTo>
                  <a:pt x="264685" y="235355"/>
                  <a:pt x="262981" y="234692"/>
                  <a:pt x="261678" y="233389"/>
                </a:cubicBezTo>
                <a:cubicBezTo>
                  <a:pt x="260101" y="231812"/>
                  <a:pt x="259187" y="229983"/>
                  <a:pt x="258924" y="227891"/>
                </a:cubicBezTo>
                <a:close/>
                <a:moveTo>
                  <a:pt x="277783" y="206666"/>
                </a:moveTo>
                <a:cubicBezTo>
                  <a:pt x="280664" y="203785"/>
                  <a:pt x="282104" y="200254"/>
                  <a:pt x="282104" y="196059"/>
                </a:cubicBezTo>
                <a:cubicBezTo>
                  <a:pt x="282104" y="191864"/>
                  <a:pt x="280664" y="188332"/>
                  <a:pt x="277783" y="185452"/>
                </a:cubicBezTo>
                <a:cubicBezTo>
                  <a:pt x="274903" y="182571"/>
                  <a:pt x="271371" y="181131"/>
                  <a:pt x="267176" y="181131"/>
                </a:cubicBezTo>
                <a:cubicBezTo>
                  <a:pt x="262981" y="181131"/>
                  <a:pt x="259450" y="182571"/>
                  <a:pt x="256569" y="185452"/>
                </a:cubicBezTo>
                <a:cubicBezTo>
                  <a:pt x="253689" y="188332"/>
                  <a:pt x="252249" y="191864"/>
                  <a:pt x="252249" y="196059"/>
                </a:cubicBezTo>
                <a:cubicBezTo>
                  <a:pt x="252249" y="200254"/>
                  <a:pt x="253689" y="203785"/>
                  <a:pt x="256569" y="206666"/>
                </a:cubicBezTo>
                <a:cubicBezTo>
                  <a:pt x="259450" y="209546"/>
                  <a:pt x="262981" y="210986"/>
                  <a:pt x="267176" y="210986"/>
                </a:cubicBezTo>
                <a:cubicBezTo>
                  <a:pt x="271371" y="210986"/>
                  <a:pt x="274903" y="209546"/>
                  <a:pt x="277783" y="206666"/>
                </a:cubicBezTo>
                <a:close/>
                <a:moveTo>
                  <a:pt x="300186" y="144590"/>
                </a:moveTo>
                <a:lnTo>
                  <a:pt x="298220" y="136337"/>
                </a:lnTo>
                <a:cubicBezTo>
                  <a:pt x="295591" y="135285"/>
                  <a:pt x="292974" y="133845"/>
                  <a:pt x="290356" y="132017"/>
                </a:cubicBezTo>
                <a:cubicBezTo>
                  <a:pt x="287476" y="130188"/>
                  <a:pt x="285121" y="128222"/>
                  <a:pt x="283281" y="126119"/>
                </a:cubicBezTo>
                <a:lnTo>
                  <a:pt x="272285" y="130051"/>
                </a:lnTo>
                <a:cubicBezTo>
                  <a:pt x="270445" y="130576"/>
                  <a:pt x="268754" y="130576"/>
                  <a:pt x="267176" y="130051"/>
                </a:cubicBezTo>
                <a:cubicBezTo>
                  <a:pt x="265347" y="129525"/>
                  <a:pt x="263907" y="128485"/>
                  <a:pt x="262856" y="126907"/>
                </a:cubicBezTo>
                <a:lnTo>
                  <a:pt x="261278" y="124553"/>
                </a:lnTo>
                <a:cubicBezTo>
                  <a:pt x="260238" y="122712"/>
                  <a:pt x="259975" y="120884"/>
                  <a:pt x="260501" y="119055"/>
                </a:cubicBezTo>
                <a:cubicBezTo>
                  <a:pt x="260764" y="117215"/>
                  <a:pt x="261678" y="115649"/>
                  <a:pt x="263244" y="114334"/>
                </a:cubicBezTo>
                <a:lnTo>
                  <a:pt x="271897" y="107659"/>
                </a:lnTo>
                <a:cubicBezTo>
                  <a:pt x="271371" y="106345"/>
                  <a:pt x="270971" y="104905"/>
                  <a:pt x="270708" y="103339"/>
                </a:cubicBezTo>
                <a:cubicBezTo>
                  <a:pt x="270194" y="101761"/>
                  <a:pt x="269931" y="100195"/>
                  <a:pt x="269931" y="98618"/>
                </a:cubicBezTo>
                <a:cubicBezTo>
                  <a:pt x="269931" y="97052"/>
                  <a:pt x="270194" y="95475"/>
                  <a:pt x="270708" y="93909"/>
                </a:cubicBezTo>
                <a:cubicBezTo>
                  <a:pt x="270971" y="92332"/>
                  <a:pt x="271371" y="90891"/>
                  <a:pt x="271897" y="89588"/>
                </a:cubicBezTo>
                <a:lnTo>
                  <a:pt x="263244" y="82902"/>
                </a:lnTo>
                <a:cubicBezTo>
                  <a:pt x="261678" y="81599"/>
                  <a:pt x="260764" y="80021"/>
                  <a:pt x="260501" y="78193"/>
                </a:cubicBezTo>
                <a:cubicBezTo>
                  <a:pt x="259975" y="76090"/>
                  <a:pt x="260238" y="74261"/>
                  <a:pt x="261278" y="72683"/>
                </a:cubicBezTo>
                <a:lnTo>
                  <a:pt x="262856" y="70729"/>
                </a:lnTo>
                <a:cubicBezTo>
                  <a:pt x="263907" y="69152"/>
                  <a:pt x="265347" y="68100"/>
                  <a:pt x="267176" y="67586"/>
                </a:cubicBezTo>
                <a:cubicBezTo>
                  <a:pt x="268754" y="66797"/>
                  <a:pt x="270445" y="66660"/>
                  <a:pt x="272285" y="67186"/>
                </a:cubicBezTo>
                <a:lnTo>
                  <a:pt x="283281" y="71117"/>
                </a:lnTo>
                <a:cubicBezTo>
                  <a:pt x="285121" y="69026"/>
                  <a:pt x="287476" y="67060"/>
                  <a:pt x="290356" y="65220"/>
                </a:cubicBezTo>
                <a:cubicBezTo>
                  <a:pt x="292974" y="63128"/>
                  <a:pt x="295591" y="61688"/>
                  <a:pt x="298220" y="60899"/>
                </a:cubicBezTo>
                <a:lnTo>
                  <a:pt x="300186" y="52647"/>
                </a:lnTo>
                <a:cubicBezTo>
                  <a:pt x="300700" y="51081"/>
                  <a:pt x="301626" y="49766"/>
                  <a:pt x="302929" y="48726"/>
                </a:cubicBezTo>
                <a:cubicBezTo>
                  <a:pt x="304244" y="47675"/>
                  <a:pt x="305684" y="47149"/>
                  <a:pt x="307250" y="47149"/>
                </a:cubicBezTo>
                <a:lnTo>
                  <a:pt x="311182" y="47149"/>
                </a:lnTo>
                <a:cubicBezTo>
                  <a:pt x="312759" y="47149"/>
                  <a:pt x="314199" y="47675"/>
                  <a:pt x="315502" y="48726"/>
                </a:cubicBezTo>
                <a:cubicBezTo>
                  <a:pt x="316817" y="49766"/>
                  <a:pt x="317731" y="51081"/>
                  <a:pt x="318257" y="52647"/>
                </a:cubicBezTo>
                <a:lnTo>
                  <a:pt x="320223" y="60899"/>
                </a:lnTo>
                <a:cubicBezTo>
                  <a:pt x="322840" y="61688"/>
                  <a:pt x="325584" y="63128"/>
                  <a:pt x="328475" y="65220"/>
                </a:cubicBezTo>
                <a:cubicBezTo>
                  <a:pt x="331093" y="67060"/>
                  <a:pt x="333310" y="69026"/>
                  <a:pt x="335150" y="71117"/>
                </a:cubicBezTo>
                <a:lnTo>
                  <a:pt x="346146" y="67186"/>
                </a:lnTo>
                <a:cubicBezTo>
                  <a:pt x="347986" y="66660"/>
                  <a:pt x="349815" y="66660"/>
                  <a:pt x="351655" y="67186"/>
                </a:cubicBezTo>
                <a:cubicBezTo>
                  <a:pt x="353221" y="67711"/>
                  <a:pt x="354536" y="68763"/>
                  <a:pt x="355576" y="70329"/>
                </a:cubicBezTo>
                <a:lnTo>
                  <a:pt x="357153" y="72683"/>
                </a:lnTo>
                <a:cubicBezTo>
                  <a:pt x="358205" y="74524"/>
                  <a:pt x="358593" y="76352"/>
                  <a:pt x="358331" y="78193"/>
                </a:cubicBezTo>
                <a:cubicBezTo>
                  <a:pt x="357805" y="80021"/>
                  <a:pt x="356765" y="81599"/>
                  <a:pt x="355187" y="82902"/>
                </a:cubicBezTo>
                <a:lnTo>
                  <a:pt x="346546" y="89588"/>
                </a:lnTo>
                <a:cubicBezTo>
                  <a:pt x="347072" y="90891"/>
                  <a:pt x="347586" y="92332"/>
                  <a:pt x="348112" y="93909"/>
                </a:cubicBezTo>
                <a:cubicBezTo>
                  <a:pt x="348375" y="95475"/>
                  <a:pt x="348512" y="97052"/>
                  <a:pt x="348512" y="98618"/>
                </a:cubicBezTo>
                <a:cubicBezTo>
                  <a:pt x="348512" y="100195"/>
                  <a:pt x="348375" y="101761"/>
                  <a:pt x="348112" y="103339"/>
                </a:cubicBezTo>
                <a:cubicBezTo>
                  <a:pt x="347586" y="104905"/>
                  <a:pt x="347072" y="106345"/>
                  <a:pt x="346546" y="107659"/>
                </a:cubicBezTo>
                <a:lnTo>
                  <a:pt x="355187" y="114334"/>
                </a:lnTo>
                <a:cubicBezTo>
                  <a:pt x="356765" y="115649"/>
                  <a:pt x="357805" y="117352"/>
                  <a:pt x="358331" y="119443"/>
                </a:cubicBezTo>
                <a:cubicBezTo>
                  <a:pt x="358593" y="121272"/>
                  <a:pt x="358205" y="122975"/>
                  <a:pt x="357153" y="124553"/>
                </a:cubicBezTo>
                <a:lnTo>
                  <a:pt x="355576" y="126519"/>
                </a:lnTo>
                <a:cubicBezTo>
                  <a:pt x="354536" y="128085"/>
                  <a:pt x="353221" y="129262"/>
                  <a:pt x="351655" y="130051"/>
                </a:cubicBezTo>
                <a:cubicBezTo>
                  <a:pt x="349815" y="130576"/>
                  <a:pt x="347986" y="130576"/>
                  <a:pt x="346146" y="130051"/>
                </a:cubicBezTo>
                <a:lnTo>
                  <a:pt x="335150" y="126119"/>
                </a:lnTo>
                <a:cubicBezTo>
                  <a:pt x="333310" y="128222"/>
                  <a:pt x="331093" y="130188"/>
                  <a:pt x="328475" y="132017"/>
                </a:cubicBezTo>
                <a:cubicBezTo>
                  <a:pt x="325584" y="133845"/>
                  <a:pt x="322840" y="135285"/>
                  <a:pt x="320223" y="136337"/>
                </a:cubicBezTo>
                <a:lnTo>
                  <a:pt x="318257" y="144590"/>
                </a:lnTo>
                <a:cubicBezTo>
                  <a:pt x="317731" y="146167"/>
                  <a:pt x="316817" y="147470"/>
                  <a:pt x="315502" y="148521"/>
                </a:cubicBezTo>
                <a:cubicBezTo>
                  <a:pt x="314199" y="149562"/>
                  <a:pt x="312759" y="150087"/>
                  <a:pt x="311182" y="150087"/>
                </a:cubicBezTo>
                <a:lnTo>
                  <a:pt x="307250" y="150087"/>
                </a:lnTo>
                <a:cubicBezTo>
                  <a:pt x="305684" y="150087"/>
                  <a:pt x="304244" y="149562"/>
                  <a:pt x="302929" y="148521"/>
                </a:cubicBezTo>
                <a:cubicBezTo>
                  <a:pt x="301626" y="147470"/>
                  <a:pt x="300700" y="146167"/>
                  <a:pt x="300186" y="144590"/>
                </a:cubicBezTo>
                <a:close/>
                <a:moveTo>
                  <a:pt x="325721" y="115123"/>
                </a:moveTo>
                <a:cubicBezTo>
                  <a:pt x="329916" y="110665"/>
                  <a:pt x="332007" y="105167"/>
                  <a:pt x="332007" y="98618"/>
                </a:cubicBezTo>
                <a:cubicBezTo>
                  <a:pt x="332007" y="92069"/>
                  <a:pt x="329916" y="86697"/>
                  <a:pt x="325721" y="82513"/>
                </a:cubicBezTo>
                <a:cubicBezTo>
                  <a:pt x="321263" y="78055"/>
                  <a:pt x="315765" y="75827"/>
                  <a:pt x="309216" y="75827"/>
                </a:cubicBezTo>
                <a:cubicBezTo>
                  <a:pt x="302666" y="75827"/>
                  <a:pt x="297294" y="78055"/>
                  <a:pt x="293111" y="82513"/>
                </a:cubicBezTo>
                <a:cubicBezTo>
                  <a:pt x="288653" y="86697"/>
                  <a:pt x="286424" y="92069"/>
                  <a:pt x="286424" y="98618"/>
                </a:cubicBezTo>
                <a:cubicBezTo>
                  <a:pt x="286424" y="105167"/>
                  <a:pt x="288653" y="110665"/>
                  <a:pt x="293111" y="115123"/>
                </a:cubicBezTo>
                <a:cubicBezTo>
                  <a:pt x="297294" y="119318"/>
                  <a:pt x="302666" y="121409"/>
                  <a:pt x="309216" y="121409"/>
                </a:cubicBezTo>
                <a:cubicBezTo>
                  <a:pt x="315765" y="121409"/>
                  <a:pt x="321263" y="119318"/>
                  <a:pt x="325721" y="115123"/>
                </a:cubicBezTo>
                <a:close/>
                <a:moveTo>
                  <a:pt x="140658" y="306473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圖說"/>
          <p:cNvSpPr/>
          <p:nvPr/>
        </p:nvSpPr>
        <p:spPr>
          <a:xfrm>
            <a:off x="4129945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工程師</a:t>
            </a:r>
            <a:endParaRPr lang="en-US" sz="950" dirty="0"/>
          </a:p>
        </p:txBody>
      </p:sp>
      <p:sp>
        <p:nvSpPr>
          <p:cNvPr id="17" name="圖示 客服"/>
          <p:cNvSpPr/>
          <p:nvPr/>
        </p:nvSpPr>
        <p:spPr>
          <a:xfrm>
            <a:off x="5004311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4663" y="330041"/>
                </a:moveTo>
                <a:cubicBezTo>
                  <a:pt x="181257" y="330041"/>
                  <a:pt x="178514" y="328864"/>
                  <a:pt x="176411" y="326509"/>
                </a:cubicBezTo>
                <a:cubicBezTo>
                  <a:pt x="174056" y="324406"/>
                  <a:pt x="172879" y="321663"/>
                  <a:pt x="172879" y="318257"/>
                </a:cubicBezTo>
                <a:cubicBezTo>
                  <a:pt x="172879" y="314851"/>
                  <a:pt x="174056" y="312096"/>
                  <a:pt x="176411" y="310004"/>
                </a:cubicBezTo>
                <a:cubicBezTo>
                  <a:pt x="178514" y="307650"/>
                  <a:pt x="181257" y="306473"/>
                  <a:pt x="184663" y="306473"/>
                </a:cubicBezTo>
                <a:lnTo>
                  <a:pt x="306473" y="306473"/>
                </a:lnTo>
                <a:lnTo>
                  <a:pt x="306473" y="187029"/>
                </a:lnTo>
                <a:cubicBezTo>
                  <a:pt x="306473" y="154545"/>
                  <a:pt x="295077" y="127044"/>
                  <a:pt x="272285" y="104516"/>
                </a:cubicBezTo>
                <a:cubicBezTo>
                  <a:pt x="249231" y="81987"/>
                  <a:pt x="221342" y="70729"/>
                  <a:pt x="188595" y="70729"/>
                </a:cubicBezTo>
                <a:cubicBezTo>
                  <a:pt x="155848" y="70729"/>
                  <a:pt x="127959" y="81987"/>
                  <a:pt x="104905" y="104516"/>
                </a:cubicBezTo>
                <a:cubicBezTo>
                  <a:pt x="82113" y="127044"/>
                  <a:pt x="70729" y="154545"/>
                  <a:pt x="70729" y="187029"/>
                </a:cubicBezTo>
                <a:lnTo>
                  <a:pt x="70729" y="275040"/>
                </a:lnTo>
                <a:cubicBezTo>
                  <a:pt x="70729" y="277395"/>
                  <a:pt x="69940" y="279223"/>
                  <a:pt x="68363" y="280538"/>
                </a:cubicBezTo>
                <a:cubicBezTo>
                  <a:pt x="67060" y="282104"/>
                  <a:pt x="65220" y="282893"/>
                  <a:pt x="62865" y="282893"/>
                </a:cubicBezTo>
                <a:cubicBezTo>
                  <a:pt x="54224" y="282893"/>
                  <a:pt x="46886" y="279875"/>
                  <a:pt x="40862" y="273851"/>
                </a:cubicBezTo>
                <a:cubicBezTo>
                  <a:pt x="34576" y="267565"/>
                  <a:pt x="31433" y="260101"/>
                  <a:pt x="31433" y="251460"/>
                </a:cubicBezTo>
                <a:lnTo>
                  <a:pt x="31433" y="220028"/>
                </a:lnTo>
                <a:cubicBezTo>
                  <a:pt x="31433" y="214530"/>
                  <a:pt x="32873" y="209420"/>
                  <a:pt x="35753" y="204700"/>
                </a:cubicBezTo>
                <a:cubicBezTo>
                  <a:pt x="38371" y="199728"/>
                  <a:pt x="42177" y="195796"/>
                  <a:pt x="47149" y="192916"/>
                </a:cubicBezTo>
                <a:lnTo>
                  <a:pt x="48326" y="172090"/>
                </a:lnTo>
                <a:cubicBezTo>
                  <a:pt x="50418" y="154282"/>
                  <a:pt x="55664" y="137777"/>
                  <a:pt x="64042" y="122587"/>
                </a:cubicBezTo>
                <a:cubicBezTo>
                  <a:pt x="72169" y="107396"/>
                  <a:pt x="82513" y="94172"/>
                  <a:pt x="95086" y="82902"/>
                </a:cubicBezTo>
                <a:cubicBezTo>
                  <a:pt x="107396" y="71643"/>
                  <a:pt x="121672" y="62865"/>
                  <a:pt x="137914" y="56579"/>
                </a:cubicBezTo>
                <a:cubicBezTo>
                  <a:pt x="153894" y="50292"/>
                  <a:pt x="170787" y="47149"/>
                  <a:pt x="188595" y="47149"/>
                </a:cubicBezTo>
                <a:cubicBezTo>
                  <a:pt x="206403" y="47149"/>
                  <a:pt x="223296" y="50292"/>
                  <a:pt x="239276" y="56579"/>
                </a:cubicBezTo>
                <a:cubicBezTo>
                  <a:pt x="255255" y="62865"/>
                  <a:pt x="269531" y="71643"/>
                  <a:pt x="282104" y="82902"/>
                </a:cubicBezTo>
                <a:cubicBezTo>
                  <a:pt x="294677" y="93909"/>
                  <a:pt x="305021" y="106996"/>
                  <a:pt x="313148" y="122198"/>
                </a:cubicBezTo>
                <a:cubicBezTo>
                  <a:pt x="321263" y="137389"/>
                  <a:pt x="326509" y="153894"/>
                  <a:pt x="328864" y="171701"/>
                </a:cubicBezTo>
                <a:lnTo>
                  <a:pt x="330041" y="192127"/>
                </a:lnTo>
                <a:cubicBezTo>
                  <a:pt x="335013" y="194493"/>
                  <a:pt x="338945" y="198025"/>
                  <a:pt x="341826" y="202745"/>
                </a:cubicBezTo>
                <a:cubicBezTo>
                  <a:pt x="344443" y="207455"/>
                  <a:pt x="345758" y="212427"/>
                  <a:pt x="345758" y="217673"/>
                </a:cubicBezTo>
                <a:lnTo>
                  <a:pt x="345758" y="253815"/>
                </a:lnTo>
                <a:cubicBezTo>
                  <a:pt x="345758" y="259061"/>
                  <a:pt x="344443" y="264033"/>
                  <a:pt x="341826" y="268754"/>
                </a:cubicBezTo>
                <a:cubicBezTo>
                  <a:pt x="338945" y="273463"/>
                  <a:pt x="335013" y="276995"/>
                  <a:pt x="330041" y="279361"/>
                </a:cubicBezTo>
                <a:lnTo>
                  <a:pt x="330041" y="306473"/>
                </a:lnTo>
                <a:cubicBezTo>
                  <a:pt x="330041" y="313011"/>
                  <a:pt x="327687" y="318520"/>
                  <a:pt x="322966" y="322966"/>
                </a:cubicBezTo>
                <a:cubicBezTo>
                  <a:pt x="318520" y="327687"/>
                  <a:pt x="313011" y="330041"/>
                  <a:pt x="306473" y="330041"/>
                </a:cubicBezTo>
                <a:lnTo>
                  <a:pt x="184663" y="330041"/>
                </a:lnTo>
                <a:close/>
                <a:moveTo>
                  <a:pt x="133194" y="212564"/>
                </a:moveTo>
                <a:cubicBezTo>
                  <a:pt x="130839" y="210472"/>
                  <a:pt x="129662" y="207717"/>
                  <a:pt x="129662" y="204311"/>
                </a:cubicBezTo>
                <a:cubicBezTo>
                  <a:pt x="129662" y="200905"/>
                  <a:pt x="130839" y="198150"/>
                  <a:pt x="133194" y="196059"/>
                </a:cubicBezTo>
                <a:cubicBezTo>
                  <a:pt x="135285" y="193704"/>
                  <a:pt x="138040" y="192527"/>
                  <a:pt x="141446" y="192527"/>
                </a:cubicBezTo>
                <a:cubicBezTo>
                  <a:pt x="144852" y="192527"/>
                  <a:pt x="147733" y="193704"/>
                  <a:pt x="150087" y="196059"/>
                </a:cubicBezTo>
                <a:cubicBezTo>
                  <a:pt x="152190" y="198150"/>
                  <a:pt x="153231" y="200905"/>
                  <a:pt x="153231" y="204311"/>
                </a:cubicBezTo>
                <a:cubicBezTo>
                  <a:pt x="153231" y="207717"/>
                  <a:pt x="152053" y="210598"/>
                  <a:pt x="149699" y="212952"/>
                </a:cubicBezTo>
                <a:cubicBezTo>
                  <a:pt x="147607" y="215055"/>
                  <a:pt x="144852" y="216096"/>
                  <a:pt x="141446" y="216096"/>
                </a:cubicBezTo>
                <a:cubicBezTo>
                  <a:pt x="138040" y="216096"/>
                  <a:pt x="135285" y="214918"/>
                  <a:pt x="133194" y="212564"/>
                </a:cubicBezTo>
                <a:close/>
                <a:moveTo>
                  <a:pt x="227491" y="212564"/>
                </a:moveTo>
                <a:cubicBezTo>
                  <a:pt x="225137" y="210472"/>
                  <a:pt x="223959" y="207717"/>
                  <a:pt x="223959" y="204311"/>
                </a:cubicBezTo>
                <a:cubicBezTo>
                  <a:pt x="223959" y="200905"/>
                  <a:pt x="225137" y="198150"/>
                  <a:pt x="227491" y="196059"/>
                </a:cubicBezTo>
                <a:cubicBezTo>
                  <a:pt x="229583" y="193704"/>
                  <a:pt x="232338" y="192527"/>
                  <a:pt x="235744" y="192527"/>
                </a:cubicBezTo>
                <a:cubicBezTo>
                  <a:pt x="239150" y="192527"/>
                  <a:pt x="242030" y="193704"/>
                  <a:pt x="244385" y="196059"/>
                </a:cubicBezTo>
                <a:cubicBezTo>
                  <a:pt x="246488" y="198150"/>
                  <a:pt x="247528" y="200905"/>
                  <a:pt x="247528" y="204311"/>
                </a:cubicBezTo>
                <a:cubicBezTo>
                  <a:pt x="247528" y="207717"/>
                  <a:pt x="246351" y="210598"/>
                  <a:pt x="243996" y="212952"/>
                </a:cubicBezTo>
                <a:cubicBezTo>
                  <a:pt x="241905" y="215055"/>
                  <a:pt x="239150" y="216096"/>
                  <a:pt x="235744" y="216096"/>
                </a:cubicBezTo>
                <a:cubicBezTo>
                  <a:pt x="232338" y="216096"/>
                  <a:pt x="229583" y="214918"/>
                  <a:pt x="227491" y="212564"/>
                </a:cubicBezTo>
                <a:close/>
                <a:moveTo>
                  <a:pt x="94686" y="195670"/>
                </a:moveTo>
                <a:cubicBezTo>
                  <a:pt x="92857" y="167907"/>
                  <a:pt x="101236" y="144064"/>
                  <a:pt x="119832" y="124164"/>
                </a:cubicBezTo>
                <a:cubicBezTo>
                  <a:pt x="138429" y="104253"/>
                  <a:pt x="161620" y="94298"/>
                  <a:pt x="189384" y="94298"/>
                </a:cubicBezTo>
                <a:cubicBezTo>
                  <a:pt x="212175" y="94298"/>
                  <a:pt x="231949" y="101898"/>
                  <a:pt x="248705" y="117089"/>
                </a:cubicBezTo>
                <a:cubicBezTo>
                  <a:pt x="265473" y="132017"/>
                  <a:pt x="275692" y="150750"/>
                  <a:pt x="279361" y="173267"/>
                </a:cubicBezTo>
                <a:cubicBezTo>
                  <a:pt x="256043" y="173004"/>
                  <a:pt x="234829" y="166467"/>
                  <a:pt x="215707" y="153631"/>
                </a:cubicBezTo>
                <a:cubicBezTo>
                  <a:pt x="196322" y="140795"/>
                  <a:pt x="181394" y="123901"/>
                  <a:pt x="170913" y="102939"/>
                </a:cubicBezTo>
                <a:cubicBezTo>
                  <a:pt x="166718" y="123901"/>
                  <a:pt x="157951" y="142624"/>
                  <a:pt x="144590" y="159128"/>
                </a:cubicBezTo>
                <a:cubicBezTo>
                  <a:pt x="130965" y="175370"/>
                  <a:pt x="114334" y="187543"/>
                  <a:pt x="94686" y="195670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圖說"/>
          <p:cNvSpPr/>
          <p:nvPr/>
        </p:nvSpPr>
        <p:spPr>
          <a:xfrm>
            <a:off x="4823346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客服</a:t>
            </a:r>
            <a:endParaRPr lang="en-US" sz="950" dirty="0"/>
          </a:p>
        </p:txBody>
      </p:sp>
      <p:sp>
        <p:nvSpPr>
          <p:cNvPr id="19" name="圖示 訓練"/>
          <p:cNvSpPr/>
          <p:nvPr/>
        </p:nvSpPr>
        <p:spPr>
          <a:xfrm>
            <a:off x="5697712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86445" y="274251"/>
                </a:moveTo>
                <a:cubicBezTo>
                  <a:pt x="82776" y="272148"/>
                  <a:pt x="79896" y="269268"/>
                  <a:pt x="77793" y="265610"/>
                </a:cubicBezTo>
                <a:cubicBezTo>
                  <a:pt x="75438" y="261941"/>
                  <a:pt x="74261" y="257872"/>
                  <a:pt x="74261" y="253426"/>
                </a:cubicBezTo>
                <a:lnTo>
                  <a:pt x="74261" y="173267"/>
                </a:lnTo>
                <a:lnTo>
                  <a:pt x="34964" y="151665"/>
                </a:lnTo>
                <a:cubicBezTo>
                  <a:pt x="32873" y="150350"/>
                  <a:pt x="31307" y="148784"/>
                  <a:pt x="30255" y="146944"/>
                </a:cubicBezTo>
                <a:cubicBezTo>
                  <a:pt x="29204" y="145378"/>
                  <a:pt x="28678" y="143538"/>
                  <a:pt x="28678" y="141446"/>
                </a:cubicBezTo>
                <a:cubicBezTo>
                  <a:pt x="28678" y="139355"/>
                  <a:pt x="29204" y="137514"/>
                  <a:pt x="30255" y="135948"/>
                </a:cubicBezTo>
                <a:cubicBezTo>
                  <a:pt x="31307" y="134108"/>
                  <a:pt x="32873" y="132542"/>
                  <a:pt x="34964" y="131228"/>
                </a:cubicBezTo>
                <a:lnTo>
                  <a:pt x="176811" y="53435"/>
                </a:lnTo>
                <a:cubicBezTo>
                  <a:pt x="178639" y="52384"/>
                  <a:pt x="180480" y="51732"/>
                  <a:pt x="182309" y="51469"/>
                </a:cubicBezTo>
                <a:cubicBezTo>
                  <a:pt x="184137" y="50944"/>
                  <a:pt x="186103" y="50681"/>
                  <a:pt x="188206" y="50681"/>
                </a:cubicBezTo>
                <a:cubicBezTo>
                  <a:pt x="190298" y="50681"/>
                  <a:pt x="192264" y="50944"/>
                  <a:pt x="194093" y="51469"/>
                </a:cubicBezTo>
                <a:cubicBezTo>
                  <a:pt x="195933" y="51732"/>
                  <a:pt x="197762" y="52384"/>
                  <a:pt x="199602" y="53435"/>
                </a:cubicBezTo>
                <a:lnTo>
                  <a:pt x="355187" y="137914"/>
                </a:lnTo>
                <a:cubicBezTo>
                  <a:pt x="357279" y="139217"/>
                  <a:pt x="358856" y="140795"/>
                  <a:pt x="359908" y="142624"/>
                </a:cubicBezTo>
                <a:cubicBezTo>
                  <a:pt x="360948" y="144464"/>
                  <a:pt x="361474" y="146418"/>
                  <a:pt x="361474" y="148521"/>
                </a:cubicBezTo>
                <a:lnTo>
                  <a:pt x="361474" y="254215"/>
                </a:lnTo>
                <a:cubicBezTo>
                  <a:pt x="361474" y="257621"/>
                  <a:pt x="360296" y="260364"/>
                  <a:pt x="357942" y="262467"/>
                </a:cubicBezTo>
                <a:cubicBezTo>
                  <a:pt x="355839" y="264822"/>
                  <a:pt x="353096" y="265999"/>
                  <a:pt x="349689" y="265999"/>
                </a:cubicBezTo>
                <a:cubicBezTo>
                  <a:pt x="346283" y="265999"/>
                  <a:pt x="343529" y="264822"/>
                  <a:pt x="341437" y="262467"/>
                </a:cubicBezTo>
                <a:cubicBezTo>
                  <a:pt x="339082" y="260364"/>
                  <a:pt x="337905" y="257621"/>
                  <a:pt x="337905" y="254215"/>
                </a:cubicBezTo>
                <a:lnTo>
                  <a:pt x="337905" y="155197"/>
                </a:lnTo>
                <a:lnTo>
                  <a:pt x="302141" y="173267"/>
                </a:lnTo>
                <a:lnTo>
                  <a:pt x="302141" y="253426"/>
                </a:lnTo>
                <a:cubicBezTo>
                  <a:pt x="302141" y="257872"/>
                  <a:pt x="301100" y="261941"/>
                  <a:pt x="298997" y="265610"/>
                </a:cubicBezTo>
                <a:cubicBezTo>
                  <a:pt x="296643" y="269268"/>
                  <a:pt x="293637" y="272148"/>
                  <a:pt x="289968" y="274251"/>
                </a:cubicBezTo>
                <a:lnTo>
                  <a:pt x="199602" y="323755"/>
                </a:lnTo>
                <a:cubicBezTo>
                  <a:pt x="197762" y="324806"/>
                  <a:pt x="195933" y="325584"/>
                  <a:pt x="194093" y="326109"/>
                </a:cubicBezTo>
                <a:cubicBezTo>
                  <a:pt x="192264" y="326372"/>
                  <a:pt x="190298" y="326509"/>
                  <a:pt x="188206" y="326509"/>
                </a:cubicBezTo>
                <a:cubicBezTo>
                  <a:pt x="186103" y="326509"/>
                  <a:pt x="184137" y="326372"/>
                  <a:pt x="182309" y="326109"/>
                </a:cubicBezTo>
                <a:cubicBezTo>
                  <a:pt x="180480" y="325584"/>
                  <a:pt x="178639" y="324806"/>
                  <a:pt x="176811" y="323755"/>
                </a:cubicBezTo>
                <a:lnTo>
                  <a:pt x="86445" y="274251"/>
                </a:lnTo>
                <a:close/>
                <a:moveTo>
                  <a:pt x="188206" y="209032"/>
                </a:moveTo>
                <a:lnTo>
                  <a:pt x="311970" y="141446"/>
                </a:lnTo>
                <a:lnTo>
                  <a:pt x="188206" y="75049"/>
                </a:lnTo>
                <a:lnTo>
                  <a:pt x="65220" y="141446"/>
                </a:lnTo>
                <a:lnTo>
                  <a:pt x="188206" y="209032"/>
                </a:lnTo>
                <a:close/>
                <a:moveTo>
                  <a:pt x="188206" y="303329"/>
                </a:moveTo>
                <a:lnTo>
                  <a:pt x="278572" y="253426"/>
                </a:lnTo>
                <a:lnTo>
                  <a:pt x="278572" y="187418"/>
                </a:lnTo>
                <a:lnTo>
                  <a:pt x="199602" y="229846"/>
                </a:lnTo>
                <a:cubicBezTo>
                  <a:pt x="197762" y="230897"/>
                  <a:pt x="195933" y="231686"/>
                  <a:pt x="194093" y="232212"/>
                </a:cubicBezTo>
                <a:cubicBezTo>
                  <a:pt x="192264" y="232475"/>
                  <a:pt x="190298" y="232600"/>
                  <a:pt x="188206" y="232600"/>
                </a:cubicBezTo>
                <a:cubicBezTo>
                  <a:pt x="186103" y="232600"/>
                  <a:pt x="184274" y="232475"/>
                  <a:pt x="182697" y="232212"/>
                </a:cubicBezTo>
                <a:cubicBezTo>
                  <a:pt x="180868" y="231686"/>
                  <a:pt x="179040" y="230897"/>
                  <a:pt x="177199" y="229846"/>
                </a:cubicBezTo>
                <a:lnTo>
                  <a:pt x="97829" y="186629"/>
                </a:lnTo>
                <a:lnTo>
                  <a:pt x="97829" y="253426"/>
                </a:lnTo>
                <a:lnTo>
                  <a:pt x="188206" y="303329"/>
                </a:lnTo>
                <a:close/>
                <a:moveTo>
                  <a:pt x="188595" y="209032"/>
                </a:moveTo>
                <a:close/>
                <a:moveTo>
                  <a:pt x="188206" y="244385"/>
                </a:moveTo>
                <a:close/>
                <a:moveTo>
                  <a:pt x="188206" y="244385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圖說"/>
          <p:cNvSpPr/>
          <p:nvPr/>
        </p:nvSpPr>
        <p:spPr>
          <a:xfrm>
            <a:off x="5516747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</a:t>
            </a:r>
            <a:endParaRPr lang="en-US" sz="950" dirty="0"/>
          </a:p>
        </p:txBody>
      </p:sp>
      <p:sp>
        <p:nvSpPr>
          <p:cNvPr id="21" name="圖示 合作"/>
          <p:cNvSpPr/>
          <p:nvPr/>
        </p:nvSpPr>
        <p:spPr>
          <a:xfrm>
            <a:off x="6391113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6629" y="322189"/>
                </a:moveTo>
                <a:cubicBezTo>
                  <a:pt x="187943" y="322189"/>
                  <a:pt x="189509" y="321926"/>
                  <a:pt x="191350" y="321400"/>
                </a:cubicBezTo>
                <a:cubicBezTo>
                  <a:pt x="192916" y="320612"/>
                  <a:pt x="194230" y="319697"/>
                  <a:pt x="195270" y="318646"/>
                </a:cubicBezTo>
                <a:lnTo>
                  <a:pt x="327687" y="185840"/>
                </a:lnTo>
                <a:cubicBezTo>
                  <a:pt x="331093" y="182434"/>
                  <a:pt x="333710" y="178639"/>
                  <a:pt x="335539" y="174456"/>
                </a:cubicBezTo>
                <a:cubicBezTo>
                  <a:pt x="337116" y="169998"/>
                  <a:pt x="337905" y="165541"/>
                  <a:pt x="337905" y="161094"/>
                </a:cubicBezTo>
                <a:cubicBezTo>
                  <a:pt x="337905" y="156637"/>
                  <a:pt x="337116" y="152190"/>
                  <a:pt x="335539" y="147733"/>
                </a:cubicBezTo>
                <a:cubicBezTo>
                  <a:pt x="333710" y="143275"/>
                  <a:pt x="331093" y="139355"/>
                  <a:pt x="327687" y="135948"/>
                </a:cubicBezTo>
                <a:lnTo>
                  <a:pt x="256958" y="65220"/>
                </a:lnTo>
                <a:cubicBezTo>
                  <a:pt x="253552" y="61813"/>
                  <a:pt x="249631" y="59333"/>
                  <a:pt x="245174" y="57756"/>
                </a:cubicBezTo>
                <a:cubicBezTo>
                  <a:pt x="240716" y="55927"/>
                  <a:pt x="236270" y="55013"/>
                  <a:pt x="231812" y="55013"/>
                </a:cubicBezTo>
                <a:cubicBezTo>
                  <a:pt x="227366" y="55013"/>
                  <a:pt x="223045" y="55927"/>
                  <a:pt x="218850" y="57756"/>
                </a:cubicBezTo>
                <a:cubicBezTo>
                  <a:pt x="214393" y="59333"/>
                  <a:pt x="210472" y="61813"/>
                  <a:pt x="207066" y="65220"/>
                </a:cubicBezTo>
                <a:lnTo>
                  <a:pt x="199991" y="72295"/>
                </a:lnTo>
                <a:lnTo>
                  <a:pt x="231812" y="104516"/>
                </a:lnTo>
                <a:cubicBezTo>
                  <a:pt x="235218" y="108185"/>
                  <a:pt x="238235" y="112505"/>
                  <a:pt x="240853" y="117478"/>
                </a:cubicBezTo>
                <a:cubicBezTo>
                  <a:pt x="243470" y="122198"/>
                  <a:pt x="244785" y="127433"/>
                  <a:pt x="244785" y="133194"/>
                </a:cubicBezTo>
                <a:cubicBezTo>
                  <a:pt x="244785" y="143149"/>
                  <a:pt x="240979" y="151928"/>
                  <a:pt x="233389" y="159517"/>
                </a:cubicBezTo>
                <a:cubicBezTo>
                  <a:pt x="225525" y="167118"/>
                  <a:pt x="216621" y="170913"/>
                  <a:pt x="206666" y="170913"/>
                </a:cubicBezTo>
                <a:cubicBezTo>
                  <a:pt x="200116" y="170913"/>
                  <a:pt x="194756" y="169998"/>
                  <a:pt x="190561" y="168170"/>
                </a:cubicBezTo>
                <a:cubicBezTo>
                  <a:pt x="186103" y="166066"/>
                  <a:pt x="182046" y="163186"/>
                  <a:pt x="178377" y="159517"/>
                </a:cubicBezTo>
                <a:lnTo>
                  <a:pt x="149699" y="130839"/>
                </a:lnTo>
                <a:lnTo>
                  <a:pt x="78581" y="201957"/>
                </a:lnTo>
                <a:cubicBezTo>
                  <a:pt x="77267" y="203260"/>
                  <a:pt x="76352" y="204700"/>
                  <a:pt x="75827" y="206277"/>
                </a:cubicBezTo>
                <a:cubicBezTo>
                  <a:pt x="75312" y="207580"/>
                  <a:pt x="75049" y="209032"/>
                  <a:pt x="75049" y="210598"/>
                </a:cubicBezTo>
                <a:cubicBezTo>
                  <a:pt x="75049" y="214004"/>
                  <a:pt x="76227" y="216884"/>
                  <a:pt x="78581" y="219239"/>
                </a:cubicBezTo>
                <a:cubicBezTo>
                  <a:pt x="80673" y="221342"/>
                  <a:pt x="83428" y="222382"/>
                  <a:pt x="86834" y="222382"/>
                </a:cubicBezTo>
                <a:cubicBezTo>
                  <a:pt x="88400" y="222382"/>
                  <a:pt x="89977" y="221993"/>
                  <a:pt x="91543" y="221205"/>
                </a:cubicBezTo>
                <a:cubicBezTo>
                  <a:pt x="92857" y="220416"/>
                  <a:pt x="94035" y="219502"/>
                  <a:pt x="95086" y="218462"/>
                </a:cubicBezTo>
                <a:lnTo>
                  <a:pt x="141058" y="172490"/>
                </a:lnTo>
                <a:cubicBezTo>
                  <a:pt x="143412" y="170124"/>
                  <a:pt x="146167" y="168947"/>
                  <a:pt x="149310" y="168947"/>
                </a:cubicBezTo>
                <a:cubicBezTo>
                  <a:pt x="152453" y="168947"/>
                  <a:pt x="155197" y="170124"/>
                  <a:pt x="157551" y="172490"/>
                </a:cubicBezTo>
                <a:cubicBezTo>
                  <a:pt x="159917" y="174845"/>
                  <a:pt x="161094" y="177599"/>
                  <a:pt x="161094" y="180743"/>
                </a:cubicBezTo>
                <a:cubicBezTo>
                  <a:pt x="161094" y="183886"/>
                  <a:pt x="159917" y="186629"/>
                  <a:pt x="157551" y="188984"/>
                </a:cubicBezTo>
                <a:lnTo>
                  <a:pt x="111980" y="234566"/>
                </a:lnTo>
                <a:cubicBezTo>
                  <a:pt x="110665" y="235869"/>
                  <a:pt x="109751" y="237321"/>
                  <a:pt x="109225" y="238887"/>
                </a:cubicBezTo>
                <a:cubicBezTo>
                  <a:pt x="108699" y="240464"/>
                  <a:pt x="108448" y="242030"/>
                  <a:pt x="108448" y="243608"/>
                </a:cubicBezTo>
                <a:cubicBezTo>
                  <a:pt x="108448" y="246751"/>
                  <a:pt x="109625" y="249494"/>
                  <a:pt x="111980" y="251849"/>
                </a:cubicBezTo>
                <a:cubicBezTo>
                  <a:pt x="114334" y="254215"/>
                  <a:pt x="117089" y="255392"/>
                  <a:pt x="120232" y="255392"/>
                </a:cubicBezTo>
                <a:cubicBezTo>
                  <a:pt x="121798" y="255392"/>
                  <a:pt x="123375" y="255129"/>
                  <a:pt x="124941" y="254603"/>
                </a:cubicBezTo>
                <a:cubicBezTo>
                  <a:pt x="126256" y="253815"/>
                  <a:pt x="127433" y="252900"/>
                  <a:pt x="128485" y="251849"/>
                </a:cubicBezTo>
                <a:lnTo>
                  <a:pt x="174456" y="205889"/>
                </a:lnTo>
                <a:cubicBezTo>
                  <a:pt x="176811" y="203523"/>
                  <a:pt x="179554" y="202345"/>
                  <a:pt x="182697" y="202345"/>
                </a:cubicBezTo>
                <a:cubicBezTo>
                  <a:pt x="185840" y="202345"/>
                  <a:pt x="188595" y="203523"/>
                  <a:pt x="190950" y="205889"/>
                </a:cubicBezTo>
                <a:cubicBezTo>
                  <a:pt x="193316" y="208243"/>
                  <a:pt x="194493" y="210986"/>
                  <a:pt x="194493" y="214130"/>
                </a:cubicBezTo>
                <a:cubicBezTo>
                  <a:pt x="194493" y="217273"/>
                  <a:pt x="193316" y="220028"/>
                  <a:pt x="190950" y="222382"/>
                </a:cubicBezTo>
                <a:lnTo>
                  <a:pt x="145378" y="267965"/>
                </a:lnTo>
                <a:cubicBezTo>
                  <a:pt x="144327" y="269005"/>
                  <a:pt x="143538" y="270445"/>
                  <a:pt x="143024" y="272285"/>
                </a:cubicBezTo>
                <a:cubicBezTo>
                  <a:pt x="142235" y="273851"/>
                  <a:pt x="141835" y="275429"/>
                  <a:pt x="141835" y="276995"/>
                </a:cubicBezTo>
                <a:cubicBezTo>
                  <a:pt x="141835" y="280138"/>
                  <a:pt x="143024" y="282893"/>
                  <a:pt x="145378" y="285247"/>
                </a:cubicBezTo>
                <a:cubicBezTo>
                  <a:pt x="147733" y="287613"/>
                  <a:pt x="150487" y="288790"/>
                  <a:pt x="153631" y="288790"/>
                </a:cubicBezTo>
                <a:cubicBezTo>
                  <a:pt x="155197" y="288790"/>
                  <a:pt x="156637" y="288527"/>
                  <a:pt x="157951" y="288002"/>
                </a:cubicBezTo>
                <a:cubicBezTo>
                  <a:pt x="159254" y="287476"/>
                  <a:pt x="160569" y="286562"/>
                  <a:pt x="161883" y="285247"/>
                </a:cubicBezTo>
                <a:lnTo>
                  <a:pt x="207843" y="239276"/>
                </a:lnTo>
                <a:cubicBezTo>
                  <a:pt x="210209" y="236921"/>
                  <a:pt x="212952" y="235744"/>
                  <a:pt x="216096" y="235744"/>
                </a:cubicBezTo>
                <a:cubicBezTo>
                  <a:pt x="219239" y="235744"/>
                  <a:pt x="221993" y="236921"/>
                  <a:pt x="224348" y="239276"/>
                </a:cubicBezTo>
                <a:cubicBezTo>
                  <a:pt x="226703" y="241642"/>
                  <a:pt x="227891" y="244385"/>
                  <a:pt x="227891" y="247528"/>
                </a:cubicBezTo>
                <a:cubicBezTo>
                  <a:pt x="227891" y="250671"/>
                  <a:pt x="226703" y="253426"/>
                  <a:pt x="224348" y="255781"/>
                </a:cubicBezTo>
                <a:lnTo>
                  <a:pt x="178377" y="301752"/>
                </a:lnTo>
                <a:cubicBezTo>
                  <a:pt x="177074" y="303066"/>
                  <a:pt x="176148" y="304507"/>
                  <a:pt x="175633" y="306073"/>
                </a:cubicBezTo>
                <a:cubicBezTo>
                  <a:pt x="175108" y="307650"/>
                  <a:pt x="174845" y="309090"/>
                  <a:pt x="174845" y="310393"/>
                </a:cubicBezTo>
                <a:cubicBezTo>
                  <a:pt x="174845" y="314062"/>
                  <a:pt x="175896" y="316942"/>
                  <a:pt x="177988" y="319046"/>
                </a:cubicBezTo>
                <a:cubicBezTo>
                  <a:pt x="180080" y="321137"/>
                  <a:pt x="182960" y="322189"/>
                  <a:pt x="186629" y="322189"/>
                </a:cubicBezTo>
                <a:close/>
                <a:moveTo>
                  <a:pt x="186629" y="345758"/>
                </a:moveTo>
                <a:cubicBezTo>
                  <a:pt x="177988" y="345758"/>
                  <a:pt x="170261" y="342614"/>
                  <a:pt x="163449" y="336328"/>
                </a:cubicBezTo>
                <a:cubicBezTo>
                  <a:pt x="156637" y="329778"/>
                  <a:pt x="152579" y="321789"/>
                  <a:pt x="151265" y="312359"/>
                </a:cubicBezTo>
                <a:cubicBezTo>
                  <a:pt x="142361" y="311056"/>
                  <a:pt x="134897" y="307387"/>
                  <a:pt x="128873" y="301363"/>
                </a:cubicBezTo>
                <a:cubicBezTo>
                  <a:pt x="122850" y="295340"/>
                  <a:pt x="119181" y="287865"/>
                  <a:pt x="117878" y="278961"/>
                </a:cubicBezTo>
                <a:cubicBezTo>
                  <a:pt x="108962" y="277658"/>
                  <a:pt x="101636" y="273989"/>
                  <a:pt x="95875" y="267965"/>
                </a:cubicBezTo>
                <a:cubicBezTo>
                  <a:pt x="89840" y="261678"/>
                  <a:pt x="86182" y="254215"/>
                  <a:pt x="84868" y="245562"/>
                </a:cubicBezTo>
                <a:cubicBezTo>
                  <a:pt x="75175" y="244259"/>
                  <a:pt x="67186" y="240327"/>
                  <a:pt x="60899" y="233778"/>
                </a:cubicBezTo>
                <a:cubicBezTo>
                  <a:pt x="54613" y="227228"/>
                  <a:pt x="51469" y="219376"/>
                  <a:pt x="51469" y="210209"/>
                </a:cubicBezTo>
                <a:cubicBezTo>
                  <a:pt x="51469" y="205751"/>
                  <a:pt x="52384" y="201294"/>
                  <a:pt x="54224" y="196847"/>
                </a:cubicBezTo>
                <a:cubicBezTo>
                  <a:pt x="55790" y="192390"/>
                  <a:pt x="58282" y="188469"/>
                  <a:pt x="61688" y="185063"/>
                </a:cubicBezTo>
                <a:lnTo>
                  <a:pt x="133194" y="113546"/>
                </a:lnTo>
                <a:cubicBezTo>
                  <a:pt x="137651" y="109099"/>
                  <a:pt x="143149" y="106871"/>
                  <a:pt x="149699" y="106871"/>
                </a:cubicBezTo>
                <a:cubicBezTo>
                  <a:pt x="156248" y="106871"/>
                  <a:pt x="161746" y="109099"/>
                  <a:pt x="166204" y="113546"/>
                </a:cubicBezTo>
                <a:lnTo>
                  <a:pt x="192916" y="140269"/>
                </a:lnTo>
                <a:cubicBezTo>
                  <a:pt x="195007" y="142361"/>
                  <a:pt x="197373" y="144064"/>
                  <a:pt x="199991" y="145378"/>
                </a:cubicBezTo>
                <a:cubicBezTo>
                  <a:pt x="202345" y="146418"/>
                  <a:pt x="204700" y="146944"/>
                  <a:pt x="207066" y="146944"/>
                </a:cubicBezTo>
                <a:cubicBezTo>
                  <a:pt x="210472" y="146944"/>
                  <a:pt x="213741" y="145504"/>
                  <a:pt x="216884" y="142624"/>
                </a:cubicBezTo>
                <a:cubicBezTo>
                  <a:pt x="219765" y="139480"/>
                  <a:pt x="221205" y="136211"/>
                  <a:pt x="221205" y="132805"/>
                </a:cubicBezTo>
                <a:cubicBezTo>
                  <a:pt x="221205" y="131228"/>
                  <a:pt x="220816" y="129525"/>
                  <a:pt x="220028" y="127696"/>
                </a:cubicBezTo>
                <a:cubicBezTo>
                  <a:pt x="218976" y="125604"/>
                  <a:pt x="217410" y="123501"/>
                  <a:pt x="215318" y="121409"/>
                </a:cubicBezTo>
                <a:lnTo>
                  <a:pt x="159128" y="65220"/>
                </a:lnTo>
                <a:cubicBezTo>
                  <a:pt x="155722" y="61813"/>
                  <a:pt x="151790" y="59333"/>
                  <a:pt x="147344" y="57756"/>
                </a:cubicBezTo>
                <a:cubicBezTo>
                  <a:pt x="142886" y="55927"/>
                  <a:pt x="138429" y="55013"/>
                  <a:pt x="133982" y="55013"/>
                </a:cubicBezTo>
                <a:cubicBezTo>
                  <a:pt x="129525" y="55013"/>
                  <a:pt x="125204" y="55927"/>
                  <a:pt x="121021" y="57756"/>
                </a:cubicBezTo>
                <a:cubicBezTo>
                  <a:pt x="116563" y="59333"/>
                  <a:pt x="112631" y="61813"/>
                  <a:pt x="109225" y="65220"/>
                </a:cubicBezTo>
                <a:lnTo>
                  <a:pt x="49503" y="124941"/>
                </a:lnTo>
                <a:cubicBezTo>
                  <a:pt x="44268" y="130188"/>
                  <a:pt x="41125" y="136600"/>
                  <a:pt x="40074" y="144201"/>
                </a:cubicBezTo>
                <a:cubicBezTo>
                  <a:pt x="38771" y="151528"/>
                  <a:pt x="39548" y="158603"/>
                  <a:pt x="42440" y="165415"/>
                </a:cubicBezTo>
                <a:cubicBezTo>
                  <a:pt x="43743" y="168295"/>
                  <a:pt x="43743" y="171313"/>
                  <a:pt x="42440" y="174456"/>
                </a:cubicBezTo>
                <a:cubicBezTo>
                  <a:pt x="41125" y="177336"/>
                  <a:pt x="39033" y="179428"/>
                  <a:pt x="36153" y="180743"/>
                </a:cubicBezTo>
                <a:cubicBezTo>
                  <a:pt x="33261" y="182046"/>
                  <a:pt x="30255" y="182046"/>
                  <a:pt x="27112" y="180743"/>
                </a:cubicBezTo>
                <a:cubicBezTo>
                  <a:pt x="23969" y="179428"/>
                  <a:pt x="21740" y="177336"/>
                  <a:pt x="20437" y="174456"/>
                </a:cubicBezTo>
                <a:cubicBezTo>
                  <a:pt x="15979" y="162660"/>
                  <a:pt x="14665" y="151002"/>
                  <a:pt x="16505" y="139480"/>
                </a:cubicBezTo>
                <a:cubicBezTo>
                  <a:pt x="18334" y="127696"/>
                  <a:pt x="23832" y="117215"/>
                  <a:pt x="33010" y="108048"/>
                </a:cubicBezTo>
                <a:lnTo>
                  <a:pt x="92332" y="48726"/>
                </a:lnTo>
                <a:cubicBezTo>
                  <a:pt x="98092" y="42954"/>
                  <a:pt x="104642" y="38771"/>
                  <a:pt x="111980" y="36153"/>
                </a:cubicBezTo>
                <a:cubicBezTo>
                  <a:pt x="119318" y="33261"/>
                  <a:pt x="126782" y="31821"/>
                  <a:pt x="134371" y="31821"/>
                </a:cubicBezTo>
                <a:cubicBezTo>
                  <a:pt x="141972" y="31821"/>
                  <a:pt x="149436" y="33261"/>
                  <a:pt x="156774" y="36153"/>
                </a:cubicBezTo>
                <a:cubicBezTo>
                  <a:pt x="163838" y="38771"/>
                  <a:pt x="170261" y="42954"/>
                  <a:pt x="176022" y="48726"/>
                </a:cubicBezTo>
                <a:lnTo>
                  <a:pt x="183097" y="55790"/>
                </a:lnTo>
                <a:lnTo>
                  <a:pt x="190172" y="48726"/>
                </a:lnTo>
                <a:cubicBezTo>
                  <a:pt x="195933" y="42954"/>
                  <a:pt x="202482" y="38771"/>
                  <a:pt x="209809" y="36153"/>
                </a:cubicBezTo>
                <a:cubicBezTo>
                  <a:pt x="217147" y="33261"/>
                  <a:pt x="224611" y="31821"/>
                  <a:pt x="232212" y="31821"/>
                </a:cubicBezTo>
                <a:cubicBezTo>
                  <a:pt x="239801" y="31821"/>
                  <a:pt x="247265" y="33261"/>
                  <a:pt x="254603" y="36153"/>
                </a:cubicBezTo>
                <a:cubicBezTo>
                  <a:pt x="261678" y="38771"/>
                  <a:pt x="268091" y="42954"/>
                  <a:pt x="273851" y="48726"/>
                </a:cubicBezTo>
                <a:lnTo>
                  <a:pt x="344192" y="119055"/>
                </a:lnTo>
                <a:cubicBezTo>
                  <a:pt x="349952" y="124816"/>
                  <a:pt x="354273" y="131365"/>
                  <a:pt x="357153" y="138692"/>
                </a:cubicBezTo>
                <a:cubicBezTo>
                  <a:pt x="360034" y="146030"/>
                  <a:pt x="361474" y="153493"/>
                  <a:pt x="361474" y="161094"/>
                </a:cubicBezTo>
                <a:cubicBezTo>
                  <a:pt x="361474" y="168684"/>
                  <a:pt x="360034" y="176148"/>
                  <a:pt x="357153" y="183486"/>
                </a:cubicBezTo>
                <a:cubicBezTo>
                  <a:pt x="354273" y="190561"/>
                  <a:pt x="349952" y="196973"/>
                  <a:pt x="344192" y="202745"/>
                </a:cubicBezTo>
                <a:lnTo>
                  <a:pt x="211775" y="335150"/>
                </a:lnTo>
                <a:cubicBezTo>
                  <a:pt x="208369" y="338557"/>
                  <a:pt x="204574" y="341174"/>
                  <a:pt x="200379" y="343003"/>
                </a:cubicBezTo>
                <a:cubicBezTo>
                  <a:pt x="195933" y="344843"/>
                  <a:pt x="191350" y="345758"/>
                  <a:pt x="186629" y="345758"/>
                </a:cubicBezTo>
                <a:close/>
                <a:moveTo>
                  <a:pt x="148521" y="131228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圖說"/>
          <p:cNvSpPr/>
          <p:nvPr/>
        </p:nvSpPr>
        <p:spPr>
          <a:xfrm>
            <a:off x="6210148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合作</a:t>
            </a:r>
            <a:endParaRPr lang="en-US" sz="950" dirty="0"/>
          </a:p>
        </p:txBody>
      </p:sp>
      <p:sp>
        <p:nvSpPr>
          <p:cNvPr id="23" name="圖示 思考"/>
          <p:cNvSpPr/>
          <p:nvPr/>
        </p:nvSpPr>
        <p:spPr>
          <a:xfrm>
            <a:off x="7084514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75233" y="212952"/>
                </a:moveTo>
                <a:lnTo>
                  <a:pt x="176022" y="224748"/>
                </a:lnTo>
                <a:cubicBezTo>
                  <a:pt x="176285" y="226314"/>
                  <a:pt x="176936" y="227628"/>
                  <a:pt x="177988" y="228669"/>
                </a:cubicBezTo>
                <a:cubicBezTo>
                  <a:pt x="179040" y="229720"/>
                  <a:pt x="180343" y="230246"/>
                  <a:pt x="181920" y="230246"/>
                </a:cubicBezTo>
                <a:lnTo>
                  <a:pt x="194493" y="230246"/>
                </a:lnTo>
                <a:cubicBezTo>
                  <a:pt x="196059" y="230246"/>
                  <a:pt x="197373" y="229720"/>
                  <a:pt x="198413" y="228669"/>
                </a:cubicBezTo>
                <a:cubicBezTo>
                  <a:pt x="199465" y="227628"/>
                  <a:pt x="200116" y="226314"/>
                  <a:pt x="200379" y="224748"/>
                </a:cubicBezTo>
                <a:lnTo>
                  <a:pt x="201168" y="212952"/>
                </a:lnTo>
                <a:cubicBezTo>
                  <a:pt x="204311" y="212427"/>
                  <a:pt x="207192" y="211386"/>
                  <a:pt x="209809" y="209809"/>
                </a:cubicBezTo>
                <a:cubicBezTo>
                  <a:pt x="212689" y="207980"/>
                  <a:pt x="215181" y="206014"/>
                  <a:pt x="217273" y="203923"/>
                </a:cubicBezTo>
                <a:lnTo>
                  <a:pt x="229069" y="207843"/>
                </a:lnTo>
                <a:cubicBezTo>
                  <a:pt x="230372" y="208369"/>
                  <a:pt x="231686" y="208369"/>
                  <a:pt x="232989" y="207843"/>
                </a:cubicBezTo>
                <a:cubicBezTo>
                  <a:pt x="234304" y="207329"/>
                  <a:pt x="235355" y="206403"/>
                  <a:pt x="236132" y="205100"/>
                </a:cubicBezTo>
                <a:lnTo>
                  <a:pt x="242030" y="194882"/>
                </a:lnTo>
                <a:cubicBezTo>
                  <a:pt x="242819" y="193567"/>
                  <a:pt x="243082" y="192264"/>
                  <a:pt x="242819" y="190950"/>
                </a:cubicBezTo>
                <a:cubicBezTo>
                  <a:pt x="242819" y="189647"/>
                  <a:pt x="242156" y="188469"/>
                  <a:pt x="240853" y="187418"/>
                </a:cubicBezTo>
                <a:lnTo>
                  <a:pt x="232989" y="181131"/>
                </a:lnTo>
                <a:cubicBezTo>
                  <a:pt x="234304" y="177462"/>
                  <a:pt x="234955" y="173667"/>
                  <a:pt x="234955" y="169736"/>
                </a:cubicBezTo>
                <a:cubicBezTo>
                  <a:pt x="234955" y="165804"/>
                  <a:pt x="234304" y="162009"/>
                  <a:pt x="232989" y="158340"/>
                </a:cubicBezTo>
                <a:lnTo>
                  <a:pt x="240853" y="152053"/>
                </a:lnTo>
                <a:cubicBezTo>
                  <a:pt x="242156" y="151002"/>
                  <a:pt x="242945" y="149824"/>
                  <a:pt x="243208" y="148521"/>
                </a:cubicBezTo>
                <a:cubicBezTo>
                  <a:pt x="243208" y="147207"/>
                  <a:pt x="242819" y="145904"/>
                  <a:pt x="242030" y="144590"/>
                </a:cubicBezTo>
                <a:lnTo>
                  <a:pt x="236132" y="134371"/>
                </a:lnTo>
                <a:cubicBezTo>
                  <a:pt x="235355" y="133068"/>
                  <a:pt x="234304" y="132142"/>
                  <a:pt x="232989" y="131628"/>
                </a:cubicBezTo>
                <a:cubicBezTo>
                  <a:pt x="231686" y="131102"/>
                  <a:pt x="230372" y="131102"/>
                  <a:pt x="229069" y="131628"/>
                </a:cubicBezTo>
                <a:lnTo>
                  <a:pt x="217273" y="135548"/>
                </a:lnTo>
                <a:cubicBezTo>
                  <a:pt x="215181" y="133457"/>
                  <a:pt x="212689" y="131628"/>
                  <a:pt x="209809" y="130051"/>
                </a:cubicBezTo>
                <a:cubicBezTo>
                  <a:pt x="206929" y="128485"/>
                  <a:pt x="204048" y="127307"/>
                  <a:pt x="201168" y="126519"/>
                </a:cubicBezTo>
                <a:lnTo>
                  <a:pt x="200379" y="114734"/>
                </a:lnTo>
                <a:cubicBezTo>
                  <a:pt x="200116" y="113157"/>
                  <a:pt x="199465" y="111843"/>
                  <a:pt x="198413" y="110802"/>
                </a:cubicBezTo>
                <a:cubicBezTo>
                  <a:pt x="197373" y="109751"/>
                  <a:pt x="196059" y="109225"/>
                  <a:pt x="194493" y="109225"/>
                </a:cubicBezTo>
                <a:lnTo>
                  <a:pt x="181920" y="109225"/>
                </a:lnTo>
                <a:cubicBezTo>
                  <a:pt x="180343" y="109225"/>
                  <a:pt x="179040" y="109751"/>
                  <a:pt x="177988" y="110802"/>
                </a:cubicBezTo>
                <a:cubicBezTo>
                  <a:pt x="176936" y="111843"/>
                  <a:pt x="176285" y="113157"/>
                  <a:pt x="176022" y="114734"/>
                </a:cubicBezTo>
                <a:lnTo>
                  <a:pt x="175233" y="126519"/>
                </a:lnTo>
                <a:cubicBezTo>
                  <a:pt x="172353" y="127307"/>
                  <a:pt x="169473" y="128485"/>
                  <a:pt x="166592" y="130051"/>
                </a:cubicBezTo>
                <a:cubicBezTo>
                  <a:pt x="163712" y="131628"/>
                  <a:pt x="161220" y="133457"/>
                  <a:pt x="159128" y="135548"/>
                </a:cubicBezTo>
                <a:lnTo>
                  <a:pt x="147344" y="131628"/>
                </a:lnTo>
                <a:cubicBezTo>
                  <a:pt x="146030" y="131102"/>
                  <a:pt x="144715" y="131102"/>
                  <a:pt x="143412" y="131628"/>
                </a:cubicBezTo>
                <a:cubicBezTo>
                  <a:pt x="142098" y="132142"/>
                  <a:pt x="141058" y="133068"/>
                  <a:pt x="140269" y="134371"/>
                </a:cubicBezTo>
                <a:lnTo>
                  <a:pt x="134371" y="144590"/>
                </a:lnTo>
                <a:cubicBezTo>
                  <a:pt x="133594" y="145904"/>
                  <a:pt x="133331" y="147207"/>
                  <a:pt x="133594" y="148521"/>
                </a:cubicBezTo>
                <a:cubicBezTo>
                  <a:pt x="133594" y="149824"/>
                  <a:pt x="134245" y="151002"/>
                  <a:pt x="135548" y="152053"/>
                </a:cubicBezTo>
                <a:lnTo>
                  <a:pt x="143412" y="158340"/>
                </a:lnTo>
                <a:cubicBezTo>
                  <a:pt x="142098" y="162009"/>
                  <a:pt x="141446" y="165804"/>
                  <a:pt x="141446" y="169736"/>
                </a:cubicBezTo>
                <a:cubicBezTo>
                  <a:pt x="141446" y="173667"/>
                  <a:pt x="142098" y="177462"/>
                  <a:pt x="143412" y="181131"/>
                </a:cubicBezTo>
                <a:lnTo>
                  <a:pt x="135548" y="187418"/>
                </a:lnTo>
                <a:cubicBezTo>
                  <a:pt x="134245" y="188469"/>
                  <a:pt x="133594" y="189647"/>
                  <a:pt x="133594" y="190950"/>
                </a:cubicBezTo>
                <a:cubicBezTo>
                  <a:pt x="133331" y="192264"/>
                  <a:pt x="133594" y="193567"/>
                  <a:pt x="134371" y="194882"/>
                </a:cubicBezTo>
                <a:lnTo>
                  <a:pt x="140269" y="205100"/>
                </a:lnTo>
                <a:cubicBezTo>
                  <a:pt x="141058" y="206403"/>
                  <a:pt x="142098" y="207329"/>
                  <a:pt x="143412" y="207843"/>
                </a:cubicBezTo>
                <a:cubicBezTo>
                  <a:pt x="144715" y="208369"/>
                  <a:pt x="146030" y="208369"/>
                  <a:pt x="147344" y="207843"/>
                </a:cubicBezTo>
                <a:lnTo>
                  <a:pt x="159128" y="203923"/>
                </a:lnTo>
                <a:cubicBezTo>
                  <a:pt x="161220" y="206014"/>
                  <a:pt x="163712" y="207980"/>
                  <a:pt x="166592" y="209809"/>
                </a:cubicBezTo>
                <a:cubicBezTo>
                  <a:pt x="169210" y="211386"/>
                  <a:pt x="172090" y="212427"/>
                  <a:pt x="175233" y="212952"/>
                </a:cubicBezTo>
                <a:close/>
                <a:moveTo>
                  <a:pt x="168947" y="189384"/>
                </a:moveTo>
                <a:cubicBezTo>
                  <a:pt x="163449" y="183886"/>
                  <a:pt x="160694" y="177336"/>
                  <a:pt x="160694" y="169736"/>
                </a:cubicBezTo>
                <a:cubicBezTo>
                  <a:pt x="160694" y="162135"/>
                  <a:pt x="163323" y="155722"/>
                  <a:pt x="168558" y="150487"/>
                </a:cubicBezTo>
                <a:cubicBezTo>
                  <a:pt x="174056" y="144978"/>
                  <a:pt x="180605" y="142235"/>
                  <a:pt x="188206" y="142235"/>
                </a:cubicBezTo>
                <a:cubicBezTo>
                  <a:pt x="195796" y="142235"/>
                  <a:pt x="202345" y="144852"/>
                  <a:pt x="207843" y="150087"/>
                </a:cubicBezTo>
                <a:cubicBezTo>
                  <a:pt x="213089" y="155597"/>
                  <a:pt x="215707" y="162135"/>
                  <a:pt x="215707" y="169736"/>
                </a:cubicBezTo>
                <a:cubicBezTo>
                  <a:pt x="215707" y="177336"/>
                  <a:pt x="213089" y="183886"/>
                  <a:pt x="207843" y="189384"/>
                </a:cubicBezTo>
                <a:cubicBezTo>
                  <a:pt x="202345" y="194619"/>
                  <a:pt x="195796" y="197236"/>
                  <a:pt x="188206" y="197236"/>
                </a:cubicBezTo>
                <a:cubicBezTo>
                  <a:pt x="180605" y="197236"/>
                  <a:pt x="174193" y="194619"/>
                  <a:pt x="168947" y="189384"/>
                </a:cubicBezTo>
                <a:close/>
                <a:moveTo>
                  <a:pt x="94298" y="278183"/>
                </a:moveTo>
                <a:cubicBezTo>
                  <a:pt x="79370" y="264559"/>
                  <a:pt x="67837" y="248705"/>
                  <a:pt x="59722" y="230635"/>
                </a:cubicBezTo>
                <a:cubicBezTo>
                  <a:pt x="51344" y="212301"/>
                  <a:pt x="47149" y="193053"/>
                  <a:pt x="47149" y="172879"/>
                </a:cubicBezTo>
                <a:cubicBezTo>
                  <a:pt x="47149" y="133594"/>
                  <a:pt x="60899" y="100195"/>
                  <a:pt x="88400" y="72683"/>
                </a:cubicBezTo>
                <a:cubicBezTo>
                  <a:pt x="115912" y="45183"/>
                  <a:pt x="149310" y="31433"/>
                  <a:pt x="188595" y="31433"/>
                </a:cubicBezTo>
                <a:cubicBezTo>
                  <a:pt x="221342" y="31433"/>
                  <a:pt x="250408" y="41125"/>
                  <a:pt x="275817" y="60510"/>
                </a:cubicBezTo>
                <a:cubicBezTo>
                  <a:pt x="300963" y="79633"/>
                  <a:pt x="317343" y="104642"/>
                  <a:pt x="324932" y="135548"/>
                </a:cubicBezTo>
                <a:lnTo>
                  <a:pt x="346546" y="221205"/>
                </a:lnTo>
                <a:cubicBezTo>
                  <a:pt x="347586" y="224874"/>
                  <a:pt x="346935" y="228280"/>
                  <a:pt x="344580" y="231423"/>
                </a:cubicBezTo>
                <a:cubicBezTo>
                  <a:pt x="342226" y="234304"/>
                  <a:pt x="339082" y="235744"/>
                  <a:pt x="335150" y="235744"/>
                </a:cubicBezTo>
                <a:lnTo>
                  <a:pt x="298609" y="235744"/>
                </a:lnTo>
                <a:lnTo>
                  <a:pt x="298609" y="290756"/>
                </a:lnTo>
                <a:cubicBezTo>
                  <a:pt x="298609" y="297294"/>
                  <a:pt x="296254" y="302804"/>
                  <a:pt x="291534" y="307250"/>
                </a:cubicBezTo>
                <a:cubicBezTo>
                  <a:pt x="287087" y="311970"/>
                  <a:pt x="281578" y="314325"/>
                  <a:pt x="275040" y="314325"/>
                </a:cubicBezTo>
                <a:lnTo>
                  <a:pt x="235744" y="314325"/>
                </a:lnTo>
                <a:lnTo>
                  <a:pt x="235744" y="333973"/>
                </a:lnTo>
                <a:cubicBezTo>
                  <a:pt x="235744" y="337379"/>
                  <a:pt x="234566" y="340123"/>
                  <a:pt x="232212" y="342226"/>
                </a:cubicBezTo>
                <a:cubicBezTo>
                  <a:pt x="230109" y="344580"/>
                  <a:pt x="227366" y="345758"/>
                  <a:pt x="223959" y="345758"/>
                </a:cubicBezTo>
                <a:cubicBezTo>
                  <a:pt x="220553" y="345758"/>
                  <a:pt x="217799" y="344580"/>
                  <a:pt x="215707" y="342226"/>
                </a:cubicBezTo>
                <a:cubicBezTo>
                  <a:pt x="213352" y="340123"/>
                  <a:pt x="212175" y="337379"/>
                  <a:pt x="212175" y="333973"/>
                </a:cubicBezTo>
                <a:lnTo>
                  <a:pt x="212175" y="302541"/>
                </a:lnTo>
                <a:cubicBezTo>
                  <a:pt x="212175" y="299135"/>
                  <a:pt x="213352" y="296380"/>
                  <a:pt x="215707" y="294288"/>
                </a:cubicBezTo>
                <a:cubicBezTo>
                  <a:pt x="217799" y="291934"/>
                  <a:pt x="220553" y="290756"/>
                  <a:pt x="223959" y="290756"/>
                </a:cubicBezTo>
                <a:lnTo>
                  <a:pt x="275040" y="290756"/>
                </a:lnTo>
                <a:lnTo>
                  <a:pt x="275040" y="223959"/>
                </a:lnTo>
                <a:cubicBezTo>
                  <a:pt x="275040" y="220553"/>
                  <a:pt x="276217" y="217799"/>
                  <a:pt x="278572" y="215707"/>
                </a:cubicBezTo>
                <a:cubicBezTo>
                  <a:pt x="280664" y="213352"/>
                  <a:pt x="283418" y="212175"/>
                  <a:pt x="286824" y="212175"/>
                </a:cubicBezTo>
                <a:lnTo>
                  <a:pt x="319823" y="212175"/>
                </a:lnTo>
                <a:lnTo>
                  <a:pt x="302141" y="141446"/>
                </a:lnTo>
                <a:cubicBezTo>
                  <a:pt x="295854" y="116037"/>
                  <a:pt x="282104" y="95349"/>
                  <a:pt x="260890" y="79370"/>
                </a:cubicBezTo>
                <a:cubicBezTo>
                  <a:pt x="239676" y="63128"/>
                  <a:pt x="215570" y="55013"/>
                  <a:pt x="188595" y="55013"/>
                </a:cubicBezTo>
                <a:cubicBezTo>
                  <a:pt x="155848" y="55013"/>
                  <a:pt x="128085" y="66397"/>
                  <a:pt x="105305" y="89188"/>
                </a:cubicBezTo>
                <a:cubicBezTo>
                  <a:pt x="82250" y="111717"/>
                  <a:pt x="70729" y="139355"/>
                  <a:pt x="70729" y="172090"/>
                </a:cubicBezTo>
                <a:cubicBezTo>
                  <a:pt x="70729" y="188858"/>
                  <a:pt x="74124" y="204837"/>
                  <a:pt x="80936" y="220028"/>
                </a:cubicBezTo>
                <a:cubicBezTo>
                  <a:pt x="88011" y="235218"/>
                  <a:pt x="97829" y="248705"/>
                  <a:pt x="110402" y="260501"/>
                </a:cubicBezTo>
                <a:lnTo>
                  <a:pt x="117878" y="267565"/>
                </a:lnTo>
                <a:lnTo>
                  <a:pt x="117878" y="333973"/>
                </a:lnTo>
                <a:cubicBezTo>
                  <a:pt x="117878" y="337379"/>
                  <a:pt x="116689" y="340123"/>
                  <a:pt x="114334" y="342226"/>
                </a:cubicBezTo>
                <a:cubicBezTo>
                  <a:pt x="112243" y="344580"/>
                  <a:pt x="109488" y="345758"/>
                  <a:pt x="106082" y="345758"/>
                </a:cubicBezTo>
                <a:cubicBezTo>
                  <a:pt x="102676" y="345758"/>
                  <a:pt x="99932" y="344580"/>
                  <a:pt x="97829" y="342226"/>
                </a:cubicBezTo>
                <a:cubicBezTo>
                  <a:pt x="95475" y="340123"/>
                  <a:pt x="94298" y="337379"/>
                  <a:pt x="94298" y="333973"/>
                </a:cubicBezTo>
                <a:lnTo>
                  <a:pt x="94298" y="278183"/>
                </a:lnTo>
                <a:close/>
                <a:moveTo>
                  <a:pt x="195270" y="200379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圖說"/>
          <p:cNvSpPr/>
          <p:nvPr/>
        </p:nvSpPr>
        <p:spPr>
          <a:xfrm>
            <a:off x="6903549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思考</a:t>
            </a:r>
            <a:endParaRPr lang="en-US" sz="950" dirty="0"/>
          </a:p>
        </p:txBody>
      </p:sp>
      <p:sp>
        <p:nvSpPr>
          <p:cNvPr id="25" name="圖示 工廠"/>
          <p:cNvSpPr/>
          <p:nvPr/>
        </p:nvSpPr>
        <p:spPr>
          <a:xfrm>
            <a:off x="7777915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55013" y="345758"/>
                </a:moveTo>
                <a:cubicBezTo>
                  <a:pt x="48463" y="345758"/>
                  <a:pt x="42954" y="343403"/>
                  <a:pt x="38508" y="338682"/>
                </a:cubicBezTo>
                <a:cubicBezTo>
                  <a:pt x="33787" y="334236"/>
                  <a:pt x="31433" y="328727"/>
                  <a:pt x="31433" y="322189"/>
                </a:cubicBezTo>
                <a:lnTo>
                  <a:pt x="31433" y="172490"/>
                </a:lnTo>
                <a:cubicBezTo>
                  <a:pt x="31433" y="167770"/>
                  <a:pt x="32747" y="163323"/>
                  <a:pt x="35364" y="159128"/>
                </a:cubicBezTo>
                <a:cubicBezTo>
                  <a:pt x="37982" y="155197"/>
                  <a:pt x="41514" y="152316"/>
                  <a:pt x="45971" y="150487"/>
                </a:cubicBezTo>
                <a:lnTo>
                  <a:pt x="124941" y="117089"/>
                </a:lnTo>
                <a:cubicBezTo>
                  <a:pt x="128873" y="115512"/>
                  <a:pt x="132668" y="115774"/>
                  <a:pt x="136337" y="117878"/>
                </a:cubicBezTo>
                <a:cubicBezTo>
                  <a:pt x="139743" y="120232"/>
                  <a:pt x="141446" y="123501"/>
                  <a:pt x="141446" y="127696"/>
                </a:cubicBezTo>
                <a:lnTo>
                  <a:pt x="141446" y="141446"/>
                </a:lnTo>
                <a:lnTo>
                  <a:pt x="203923" y="116300"/>
                </a:lnTo>
                <a:cubicBezTo>
                  <a:pt x="207843" y="114734"/>
                  <a:pt x="211512" y="115123"/>
                  <a:pt x="214918" y="117478"/>
                </a:cubicBezTo>
                <a:cubicBezTo>
                  <a:pt x="218324" y="119832"/>
                  <a:pt x="220028" y="123113"/>
                  <a:pt x="220028" y="127307"/>
                </a:cubicBezTo>
                <a:lnTo>
                  <a:pt x="220028" y="157163"/>
                </a:lnTo>
                <a:lnTo>
                  <a:pt x="345758" y="157163"/>
                </a:lnTo>
                <a:lnTo>
                  <a:pt x="345758" y="322189"/>
                </a:lnTo>
                <a:cubicBezTo>
                  <a:pt x="345758" y="328727"/>
                  <a:pt x="343403" y="334236"/>
                  <a:pt x="338682" y="338682"/>
                </a:cubicBezTo>
                <a:cubicBezTo>
                  <a:pt x="334236" y="343403"/>
                  <a:pt x="328727" y="345758"/>
                  <a:pt x="322189" y="345758"/>
                </a:cubicBezTo>
                <a:lnTo>
                  <a:pt x="55013" y="345758"/>
                </a:lnTo>
                <a:close/>
                <a:moveTo>
                  <a:pt x="55013" y="322189"/>
                </a:moveTo>
                <a:lnTo>
                  <a:pt x="322189" y="322189"/>
                </a:lnTo>
                <a:lnTo>
                  <a:pt x="322189" y="180743"/>
                </a:lnTo>
                <a:lnTo>
                  <a:pt x="196459" y="180743"/>
                </a:lnTo>
                <a:lnTo>
                  <a:pt x="196459" y="144590"/>
                </a:lnTo>
                <a:lnTo>
                  <a:pt x="117878" y="176022"/>
                </a:lnTo>
                <a:lnTo>
                  <a:pt x="117878" y="144978"/>
                </a:lnTo>
                <a:lnTo>
                  <a:pt x="55013" y="172879"/>
                </a:lnTo>
                <a:lnTo>
                  <a:pt x="55013" y="322189"/>
                </a:lnTo>
                <a:close/>
                <a:moveTo>
                  <a:pt x="176811" y="282893"/>
                </a:moveTo>
                <a:lnTo>
                  <a:pt x="200379" y="282893"/>
                </a:lnTo>
                <a:lnTo>
                  <a:pt x="200379" y="220028"/>
                </a:lnTo>
                <a:lnTo>
                  <a:pt x="176811" y="220028"/>
                </a:lnTo>
                <a:lnTo>
                  <a:pt x="176811" y="282893"/>
                </a:lnTo>
                <a:close/>
                <a:moveTo>
                  <a:pt x="113946" y="282893"/>
                </a:moveTo>
                <a:lnTo>
                  <a:pt x="137514" y="282893"/>
                </a:lnTo>
                <a:lnTo>
                  <a:pt x="137514" y="220028"/>
                </a:lnTo>
                <a:lnTo>
                  <a:pt x="113946" y="220028"/>
                </a:lnTo>
                <a:lnTo>
                  <a:pt x="113946" y="282893"/>
                </a:lnTo>
                <a:close/>
                <a:moveTo>
                  <a:pt x="239676" y="282893"/>
                </a:moveTo>
                <a:lnTo>
                  <a:pt x="263244" y="282893"/>
                </a:lnTo>
                <a:lnTo>
                  <a:pt x="263244" y="220028"/>
                </a:lnTo>
                <a:lnTo>
                  <a:pt x="239676" y="220028"/>
                </a:lnTo>
                <a:lnTo>
                  <a:pt x="239676" y="282893"/>
                </a:lnTo>
                <a:close/>
                <a:moveTo>
                  <a:pt x="345758" y="157163"/>
                </a:moveTo>
                <a:lnTo>
                  <a:pt x="275040" y="157163"/>
                </a:lnTo>
                <a:lnTo>
                  <a:pt x="289568" y="41651"/>
                </a:lnTo>
                <a:cubicBezTo>
                  <a:pt x="290093" y="38771"/>
                  <a:pt x="291408" y="36405"/>
                  <a:pt x="293500" y="34576"/>
                </a:cubicBezTo>
                <a:cubicBezTo>
                  <a:pt x="295591" y="32484"/>
                  <a:pt x="298083" y="31433"/>
                  <a:pt x="300963" y="31433"/>
                </a:cubicBezTo>
                <a:lnTo>
                  <a:pt x="319823" y="31433"/>
                </a:lnTo>
                <a:cubicBezTo>
                  <a:pt x="322703" y="31433"/>
                  <a:pt x="325195" y="32484"/>
                  <a:pt x="327287" y="34576"/>
                </a:cubicBezTo>
                <a:cubicBezTo>
                  <a:pt x="329390" y="36405"/>
                  <a:pt x="330693" y="38771"/>
                  <a:pt x="331219" y="41651"/>
                </a:cubicBezTo>
                <a:lnTo>
                  <a:pt x="345758" y="157163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圖說"/>
          <p:cNvSpPr/>
          <p:nvPr/>
        </p:nvSpPr>
        <p:spPr>
          <a:xfrm>
            <a:off x="7596950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工廠</a:t>
            </a:r>
            <a:endParaRPr lang="en-US" sz="950" dirty="0"/>
          </a:p>
        </p:txBody>
      </p:sp>
      <p:sp>
        <p:nvSpPr>
          <p:cNvPr id="27" name="圖示 晶圓"/>
          <p:cNvSpPr/>
          <p:nvPr/>
        </p:nvSpPr>
        <p:spPr>
          <a:xfrm>
            <a:off x="8471316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30839" y="334762"/>
                </a:moveTo>
                <a:cubicBezTo>
                  <a:pt x="60659" y="307021"/>
                  <a:pt x="20094" y="233321"/>
                  <a:pt x="34210" y="159197"/>
                </a:cubicBezTo>
                <a:cubicBezTo>
                  <a:pt x="48326" y="85062"/>
                  <a:pt x="113134" y="31433"/>
                  <a:pt x="188595" y="31433"/>
                </a:cubicBezTo>
                <a:cubicBezTo>
                  <a:pt x="264056" y="31433"/>
                  <a:pt x="328864" y="85062"/>
                  <a:pt x="342980" y="159197"/>
                </a:cubicBezTo>
                <a:cubicBezTo>
                  <a:pt x="357096" y="233321"/>
                  <a:pt x="316531" y="307021"/>
                  <a:pt x="246351" y="334762"/>
                </a:cubicBezTo>
                <a:close/>
                <a:moveTo>
                  <a:pt x="241676" y="311182"/>
                </a:moveTo>
                <a:cubicBezTo>
                  <a:pt x="299797" y="286013"/>
                  <a:pt x="332259" y="223502"/>
                  <a:pt x="319400" y="161483"/>
                </a:cubicBezTo>
                <a:cubicBezTo>
                  <a:pt x="306553" y="99475"/>
                  <a:pt x="251929" y="55001"/>
                  <a:pt x="188595" y="55001"/>
                </a:cubicBezTo>
                <a:cubicBezTo>
                  <a:pt x="125261" y="55001"/>
                  <a:pt x="70637" y="99475"/>
                  <a:pt x="57790" y="161483"/>
                </a:cubicBezTo>
                <a:cubicBezTo>
                  <a:pt x="44931" y="223502"/>
                  <a:pt x="77393" y="286013"/>
                  <a:pt x="135514" y="311182"/>
                </a:cubicBezTo>
                <a:close/>
                <a:moveTo>
                  <a:pt x="129662" y="121798"/>
                </a:moveTo>
                <a:lnTo>
                  <a:pt x="168947" y="121798"/>
                </a:lnTo>
                <a:cubicBezTo>
                  <a:pt x="173290" y="121798"/>
                  <a:pt x="176811" y="125319"/>
                  <a:pt x="176811" y="129662"/>
                </a:cubicBezTo>
                <a:lnTo>
                  <a:pt x="176811" y="168947"/>
                </a:lnTo>
                <a:cubicBezTo>
                  <a:pt x="176811" y="173290"/>
                  <a:pt x="173290" y="176811"/>
                  <a:pt x="168947" y="176811"/>
                </a:cubicBezTo>
                <a:lnTo>
                  <a:pt x="129662" y="176811"/>
                </a:lnTo>
                <a:cubicBezTo>
                  <a:pt x="125319" y="176811"/>
                  <a:pt x="121798" y="173290"/>
                  <a:pt x="121798" y="168947"/>
                </a:cubicBezTo>
                <a:lnTo>
                  <a:pt x="121798" y="129662"/>
                </a:lnTo>
                <a:cubicBezTo>
                  <a:pt x="121798" y="125319"/>
                  <a:pt x="125319" y="121798"/>
                  <a:pt x="129662" y="121798"/>
                </a:cubicBezTo>
                <a:close/>
                <a:moveTo>
                  <a:pt x="208243" y="121798"/>
                </a:moveTo>
                <a:lnTo>
                  <a:pt x="247528" y="121798"/>
                </a:lnTo>
                <a:cubicBezTo>
                  <a:pt x="251871" y="121798"/>
                  <a:pt x="255392" y="125319"/>
                  <a:pt x="255392" y="129662"/>
                </a:cubicBezTo>
                <a:lnTo>
                  <a:pt x="255392" y="168947"/>
                </a:lnTo>
                <a:cubicBezTo>
                  <a:pt x="255392" y="173290"/>
                  <a:pt x="251871" y="176811"/>
                  <a:pt x="247528" y="176811"/>
                </a:cubicBezTo>
                <a:lnTo>
                  <a:pt x="208243" y="176811"/>
                </a:lnTo>
                <a:cubicBezTo>
                  <a:pt x="203900" y="176811"/>
                  <a:pt x="200379" y="173290"/>
                  <a:pt x="200379" y="168947"/>
                </a:cubicBezTo>
                <a:lnTo>
                  <a:pt x="200379" y="129662"/>
                </a:lnTo>
                <a:cubicBezTo>
                  <a:pt x="200379" y="125319"/>
                  <a:pt x="203900" y="121798"/>
                  <a:pt x="208243" y="121798"/>
                </a:cubicBezTo>
                <a:close/>
                <a:moveTo>
                  <a:pt x="129662" y="200379"/>
                </a:moveTo>
                <a:lnTo>
                  <a:pt x="168947" y="200379"/>
                </a:lnTo>
                <a:cubicBezTo>
                  <a:pt x="173290" y="200379"/>
                  <a:pt x="176811" y="203900"/>
                  <a:pt x="176811" y="208243"/>
                </a:cubicBezTo>
                <a:lnTo>
                  <a:pt x="176811" y="247528"/>
                </a:lnTo>
                <a:cubicBezTo>
                  <a:pt x="176811" y="251871"/>
                  <a:pt x="173290" y="255392"/>
                  <a:pt x="168947" y="255392"/>
                </a:cubicBezTo>
                <a:lnTo>
                  <a:pt x="129662" y="255392"/>
                </a:lnTo>
                <a:cubicBezTo>
                  <a:pt x="125319" y="255392"/>
                  <a:pt x="121798" y="251871"/>
                  <a:pt x="121798" y="247528"/>
                </a:cubicBezTo>
                <a:lnTo>
                  <a:pt x="121798" y="208243"/>
                </a:lnTo>
                <a:cubicBezTo>
                  <a:pt x="121798" y="203900"/>
                  <a:pt x="125319" y="200379"/>
                  <a:pt x="129662" y="200379"/>
                </a:cubicBezTo>
                <a:close/>
                <a:moveTo>
                  <a:pt x="208243" y="200379"/>
                </a:moveTo>
                <a:lnTo>
                  <a:pt x="247528" y="200379"/>
                </a:lnTo>
                <a:cubicBezTo>
                  <a:pt x="251871" y="200379"/>
                  <a:pt x="255392" y="203900"/>
                  <a:pt x="255392" y="208243"/>
                </a:cubicBezTo>
                <a:lnTo>
                  <a:pt x="255392" y="247528"/>
                </a:lnTo>
                <a:cubicBezTo>
                  <a:pt x="255392" y="251871"/>
                  <a:pt x="251871" y="255392"/>
                  <a:pt x="247528" y="255392"/>
                </a:cubicBezTo>
                <a:lnTo>
                  <a:pt x="208243" y="255392"/>
                </a:lnTo>
                <a:cubicBezTo>
                  <a:pt x="203900" y="255392"/>
                  <a:pt x="200379" y="251871"/>
                  <a:pt x="200379" y="247528"/>
                </a:cubicBezTo>
                <a:lnTo>
                  <a:pt x="200379" y="208243"/>
                </a:lnTo>
                <a:cubicBezTo>
                  <a:pt x="200379" y="203900"/>
                  <a:pt x="203900" y="200379"/>
                  <a:pt x="208243" y="200379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圖說"/>
          <p:cNvSpPr/>
          <p:nvPr/>
        </p:nvSpPr>
        <p:spPr>
          <a:xfrm>
            <a:off x="8290350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晶圓</a:t>
            </a:r>
            <a:endParaRPr lang="en-US" sz="950" dirty="0"/>
          </a:p>
        </p:txBody>
      </p:sp>
      <p:sp>
        <p:nvSpPr>
          <p:cNvPr id="29" name="圖示 晶片"/>
          <p:cNvSpPr/>
          <p:nvPr/>
        </p:nvSpPr>
        <p:spPr>
          <a:xfrm>
            <a:off x="9164717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48121" y="217273"/>
                </a:moveTo>
                <a:lnTo>
                  <a:pt x="148121" y="160306"/>
                </a:lnTo>
                <a:cubicBezTo>
                  <a:pt x="148121" y="156900"/>
                  <a:pt x="149310" y="154145"/>
                  <a:pt x="151665" y="152053"/>
                </a:cubicBezTo>
                <a:cubicBezTo>
                  <a:pt x="153756" y="149699"/>
                  <a:pt x="156511" y="148521"/>
                  <a:pt x="159917" y="148521"/>
                </a:cubicBezTo>
                <a:lnTo>
                  <a:pt x="216884" y="148521"/>
                </a:lnTo>
                <a:cubicBezTo>
                  <a:pt x="220290" y="148521"/>
                  <a:pt x="223045" y="149699"/>
                  <a:pt x="225137" y="152053"/>
                </a:cubicBezTo>
                <a:cubicBezTo>
                  <a:pt x="227491" y="154145"/>
                  <a:pt x="228669" y="156900"/>
                  <a:pt x="228669" y="160306"/>
                </a:cubicBezTo>
                <a:lnTo>
                  <a:pt x="228669" y="217273"/>
                </a:lnTo>
                <a:cubicBezTo>
                  <a:pt x="228669" y="220679"/>
                  <a:pt x="227491" y="223434"/>
                  <a:pt x="225137" y="225525"/>
                </a:cubicBezTo>
                <a:cubicBezTo>
                  <a:pt x="223045" y="227891"/>
                  <a:pt x="220290" y="229069"/>
                  <a:pt x="216884" y="229069"/>
                </a:cubicBezTo>
                <a:lnTo>
                  <a:pt x="159917" y="229069"/>
                </a:lnTo>
                <a:cubicBezTo>
                  <a:pt x="156511" y="229069"/>
                  <a:pt x="153756" y="227891"/>
                  <a:pt x="151665" y="225525"/>
                </a:cubicBezTo>
                <a:cubicBezTo>
                  <a:pt x="149310" y="223434"/>
                  <a:pt x="148121" y="220679"/>
                  <a:pt x="148121" y="217273"/>
                </a:cubicBezTo>
                <a:close/>
                <a:moveTo>
                  <a:pt x="171701" y="205489"/>
                </a:moveTo>
                <a:lnTo>
                  <a:pt x="205100" y="205489"/>
                </a:lnTo>
                <a:lnTo>
                  <a:pt x="205100" y="172090"/>
                </a:lnTo>
                <a:lnTo>
                  <a:pt x="171701" y="172090"/>
                </a:lnTo>
                <a:lnTo>
                  <a:pt x="171701" y="205489"/>
                </a:lnTo>
                <a:close/>
                <a:moveTo>
                  <a:pt x="141446" y="318257"/>
                </a:moveTo>
                <a:lnTo>
                  <a:pt x="141446" y="298609"/>
                </a:lnTo>
                <a:lnTo>
                  <a:pt x="102161" y="298609"/>
                </a:lnTo>
                <a:cubicBezTo>
                  <a:pt x="95875" y="298609"/>
                  <a:pt x="90366" y="296254"/>
                  <a:pt x="85656" y="291534"/>
                </a:cubicBezTo>
                <a:cubicBezTo>
                  <a:pt x="80936" y="286824"/>
                  <a:pt x="78581" y="281327"/>
                  <a:pt x="78581" y="275040"/>
                </a:cubicBezTo>
                <a:lnTo>
                  <a:pt x="78581" y="235744"/>
                </a:lnTo>
                <a:lnTo>
                  <a:pt x="58933" y="235744"/>
                </a:lnTo>
                <a:cubicBezTo>
                  <a:pt x="55527" y="235744"/>
                  <a:pt x="52784" y="234566"/>
                  <a:pt x="50681" y="232212"/>
                </a:cubicBezTo>
                <a:cubicBezTo>
                  <a:pt x="48326" y="230109"/>
                  <a:pt x="47149" y="227366"/>
                  <a:pt x="47149" y="223959"/>
                </a:cubicBezTo>
                <a:cubicBezTo>
                  <a:pt x="47149" y="220553"/>
                  <a:pt x="48326" y="217799"/>
                  <a:pt x="50681" y="215707"/>
                </a:cubicBezTo>
                <a:cubicBezTo>
                  <a:pt x="52784" y="213352"/>
                  <a:pt x="55527" y="212175"/>
                  <a:pt x="58933" y="212175"/>
                </a:cubicBezTo>
                <a:lnTo>
                  <a:pt x="78581" y="212175"/>
                </a:lnTo>
                <a:lnTo>
                  <a:pt x="78581" y="163449"/>
                </a:lnTo>
                <a:lnTo>
                  <a:pt x="58933" y="163449"/>
                </a:lnTo>
                <a:cubicBezTo>
                  <a:pt x="55527" y="163449"/>
                  <a:pt x="52784" y="162272"/>
                  <a:pt x="50681" y="159917"/>
                </a:cubicBezTo>
                <a:cubicBezTo>
                  <a:pt x="48326" y="157814"/>
                  <a:pt x="47149" y="155071"/>
                  <a:pt x="47149" y="151665"/>
                </a:cubicBezTo>
                <a:cubicBezTo>
                  <a:pt x="47149" y="148259"/>
                  <a:pt x="48326" y="145504"/>
                  <a:pt x="50681" y="143412"/>
                </a:cubicBezTo>
                <a:cubicBezTo>
                  <a:pt x="52784" y="141058"/>
                  <a:pt x="55527" y="139880"/>
                  <a:pt x="58933" y="139880"/>
                </a:cubicBezTo>
                <a:lnTo>
                  <a:pt x="78581" y="139880"/>
                </a:lnTo>
                <a:lnTo>
                  <a:pt x="78581" y="100584"/>
                </a:lnTo>
                <a:cubicBezTo>
                  <a:pt x="78581" y="94298"/>
                  <a:pt x="80936" y="88800"/>
                  <a:pt x="85656" y="84079"/>
                </a:cubicBezTo>
                <a:cubicBezTo>
                  <a:pt x="90366" y="79370"/>
                  <a:pt x="95875" y="77015"/>
                  <a:pt x="102161" y="77015"/>
                </a:cubicBezTo>
                <a:lnTo>
                  <a:pt x="141446" y="77015"/>
                </a:lnTo>
                <a:lnTo>
                  <a:pt x="141446" y="58933"/>
                </a:lnTo>
                <a:cubicBezTo>
                  <a:pt x="141446" y="55527"/>
                  <a:pt x="142624" y="52784"/>
                  <a:pt x="144978" y="50681"/>
                </a:cubicBezTo>
                <a:cubicBezTo>
                  <a:pt x="147081" y="48326"/>
                  <a:pt x="149824" y="47149"/>
                  <a:pt x="153231" y="47149"/>
                </a:cubicBezTo>
                <a:cubicBezTo>
                  <a:pt x="156637" y="47149"/>
                  <a:pt x="159517" y="48326"/>
                  <a:pt x="161883" y="50681"/>
                </a:cubicBezTo>
                <a:cubicBezTo>
                  <a:pt x="163975" y="52784"/>
                  <a:pt x="165026" y="55527"/>
                  <a:pt x="165026" y="58933"/>
                </a:cubicBezTo>
                <a:lnTo>
                  <a:pt x="165026" y="77015"/>
                </a:lnTo>
                <a:lnTo>
                  <a:pt x="213741" y="77015"/>
                </a:lnTo>
                <a:lnTo>
                  <a:pt x="213741" y="58933"/>
                </a:lnTo>
                <a:cubicBezTo>
                  <a:pt x="213741" y="55527"/>
                  <a:pt x="214918" y="52784"/>
                  <a:pt x="217273" y="50681"/>
                </a:cubicBezTo>
                <a:cubicBezTo>
                  <a:pt x="219376" y="48326"/>
                  <a:pt x="222119" y="47149"/>
                  <a:pt x="225525" y="47149"/>
                </a:cubicBezTo>
                <a:cubicBezTo>
                  <a:pt x="228931" y="47149"/>
                  <a:pt x="231812" y="48326"/>
                  <a:pt x="234178" y="50681"/>
                </a:cubicBezTo>
                <a:cubicBezTo>
                  <a:pt x="236270" y="52784"/>
                  <a:pt x="237321" y="55527"/>
                  <a:pt x="237321" y="58933"/>
                </a:cubicBezTo>
                <a:lnTo>
                  <a:pt x="237321" y="77015"/>
                </a:lnTo>
                <a:lnTo>
                  <a:pt x="276606" y="77015"/>
                </a:lnTo>
                <a:cubicBezTo>
                  <a:pt x="282893" y="77015"/>
                  <a:pt x="288390" y="79370"/>
                  <a:pt x="293111" y="84079"/>
                </a:cubicBezTo>
                <a:cubicBezTo>
                  <a:pt x="297820" y="88800"/>
                  <a:pt x="300186" y="94298"/>
                  <a:pt x="300186" y="100584"/>
                </a:cubicBezTo>
                <a:lnTo>
                  <a:pt x="300186" y="139880"/>
                </a:lnTo>
                <a:lnTo>
                  <a:pt x="318257" y="139880"/>
                </a:lnTo>
                <a:cubicBezTo>
                  <a:pt x="321663" y="139880"/>
                  <a:pt x="324406" y="141058"/>
                  <a:pt x="326509" y="143412"/>
                </a:cubicBezTo>
                <a:cubicBezTo>
                  <a:pt x="328864" y="145504"/>
                  <a:pt x="330041" y="148259"/>
                  <a:pt x="330041" y="151665"/>
                </a:cubicBezTo>
                <a:cubicBezTo>
                  <a:pt x="330041" y="155071"/>
                  <a:pt x="328864" y="157951"/>
                  <a:pt x="326509" y="160306"/>
                </a:cubicBezTo>
                <a:cubicBezTo>
                  <a:pt x="324406" y="162397"/>
                  <a:pt x="321663" y="163449"/>
                  <a:pt x="318257" y="163449"/>
                </a:cubicBezTo>
                <a:lnTo>
                  <a:pt x="300186" y="163449"/>
                </a:lnTo>
                <a:lnTo>
                  <a:pt x="300186" y="212175"/>
                </a:lnTo>
                <a:lnTo>
                  <a:pt x="318257" y="212175"/>
                </a:lnTo>
                <a:cubicBezTo>
                  <a:pt x="321663" y="212175"/>
                  <a:pt x="324406" y="213352"/>
                  <a:pt x="326509" y="215707"/>
                </a:cubicBezTo>
                <a:cubicBezTo>
                  <a:pt x="328864" y="217799"/>
                  <a:pt x="330041" y="220553"/>
                  <a:pt x="330041" y="223959"/>
                </a:cubicBezTo>
                <a:cubicBezTo>
                  <a:pt x="330041" y="227366"/>
                  <a:pt x="328864" y="230246"/>
                  <a:pt x="326509" y="232600"/>
                </a:cubicBezTo>
                <a:cubicBezTo>
                  <a:pt x="324406" y="234692"/>
                  <a:pt x="321663" y="235744"/>
                  <a:pt x="318257" y="235744"/>
                </a:cubicBezTo>
                <a:lnTo>
                  <a:pt x="300186" y="235744"/>
                </a:lnTo>
                <a:lnTo>
                  <a:pt x="300186" y="275040"/>
                </a:lnTo>
                <a:cubicBezTo>
                  <a:pt x="300186" y="281327"/>
                  <a:pt x="297820" y="286824"/>
                  <a:pt x="293111" y="291534"/>
                </a:cubicBezTo>
                <a:cubicBezTo>
                  <a:pt x="288390" y="296254"/>
                  <a:pt x="282893" y="298609"/>
                  <a:pt x="276606" y="298609"/>
                </a:cubicBezTo>
                <a:lnTo>
                  <a:pt x="237321" y="298609"/>
                </a:lnTo>
                <a:lnTo>
                  <a:pt x="237321" y="318257"/>
                </a:lnTo>
                <a:cubicBezTo>
                  <a:pt x="237321" y="321663"/>
                  <a:pt x="236132" y="324406"/>
                  <a:pt x="233778" y="326509"/>
                </a:cubicBezTo>
                <a:cubicBezTo>
                  <a:pt x="231686" y="328864"/>
                  <a:pt x="228931" y="330041"/>
                  <a:pt x="225525" y="330041"/>
                </a:cubicBezTo>
                <a:cubicBezTo>
                  <a:pt x="222119" y="330041"/>
                  <a:pt x="219376" y="328864"/>
                  <a:pt x="217273" y="326509"/>
                </a:cubicBezTo>
                <a:cubicBezTo>
                  <a:pt x="214918" y="324406"/>
                  <a:pt x="213741" y="321663"/>
                  <a:pt x="213741" y="318257"/>
                </a:cubicBezTo>
                <a:lnTo>
                  <a:pt x="213741" y="298609"/>
                </a:lnTo>
                <a:lnTo>
                  <a:pt x="165026" y="298609"/>
                </a:lnTo>
                <a:lnTo>
                  <a:pt x="165026" y="318257"/>
                </a:lnTo>
                <a:cubicBezTo>
                  <a:pt x="165026" y="321663"/>
                  <a:pt x="163838" y="324406"/>
                  <a:pt x="161483" y="326509"/>
                </a:cubicBezTo>
                <a:cubicBezTo>
                  <a:pt x="159391" y="328864"/>
                  <a:pt x="156637" y="330041"/>
                  <a:pt x="153231" y="330041"/>
                </a:cubicBezTo>
                <a:cubicBezTo>
                  <a:pt x="149824" y="330041"/>
                  <a:pt x="147081" y="328864"/>
                  <a:pt x="144978" y="326509"/>
                </a:cubicBezTo>
                <a:cubicBezTo>
                  <a:pt x="142624" y="324406"/>
                  <a:pt x="141446" y="321663"/>
                  <a:pt x="141446" y="318257"/>
                </a:cubicBezTo>
                <a:close/>
                <a:moveTo>
                  <a:pt x="276606" y="275040"/>
                </a:moveTo>
                <a:lnTo>
                  <a:pt x="276606" y="100584"/>
                </a:lnTo>
                <a:lnTo>
                  <a:pt x="102161" y="100584"/>
                </a:lnTo>
                <a:lnTo>
                  <a:pt x="102161" y="275040"/>
                </a:lnTo>
                <a:lnTo>
                  <a:pt x="276606" y="275040"/>
                </a:ln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圖說"/>
          <p:cNvSpPr/>
          <p:nvPr/>
        </p:nvSpPr>
        <p:spPr>
          <a:xfrm>
            <a:off x="8983751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晶片</a:t>
            </a:r>
            <a:endParaRPr lang="en-US" sz="950" dirty="0"/>
          </a:p>
        </p:txBody>
      </p:sp>
      <p:sp>
        <p:nvSpPr>
          <p:cNvPr id="31" name="圖示 電路板"/>
          <p:cNvSpPr/>
          <p:nvPr/>
        </p:nvSpPr>
        <p:spPr>
          <a:xfrm>
            <a:off x="9858118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58933" y="330041"/>
                </a:moveTo>
                <a:cubicBezTo>
                  <a:pt x="52647" y="330041"/>
                  <a:pt x="47149" y="327687"/>
                  <a:pt x="42440" y="322966"/>
                </a:cubicBezTo>
                <a:cubicBezTo>
                  <a:pt x="37719" y="318257"/>
                  <a:pt x="35364" y="312759"/>
                  <a:pt x="35364" y="306473"/>
                </a:cubicBezTo>
                <a:lnTo>
                  <a:pt x="35364" y="70729"/>
                </a:lnTo>
                <a:cubicBezTo>
                  <a:pt x="35364" y="64442"/>
                  <a:pt x="37719" y="58933"/>
                  <a:pt x="42440" y="54224"/>
                </a:cubicBezTo>
                <a:cubicBezTo>
                  <a:pt x="47149" y="49503"/>
                  <a:pt x="52647" y="47149"/>
                  <a:pt x="58933" y="47149"/>
                </a:cubicBezTo>
                <a:lnTo>
                  <a:pt x="294677" y="47149"/>
                </a:lnTo>
                <a:cubicBezTo>
                  <a:pt x="300963" y="47149"/>
                  <a:pt x="306473" y="49503"/>
                  <a:pt x="311182" y="54224"/>
                </a:cubicBezTo>
                <a:cubicBezTo>
                  <a:pt x="315902" y="58933"/>
                  <a:pt x="318257" y="64442"/>
                  <a:pt x="318257" y="70729"/>
                </a:cubicBezTo>
                <a:lnTo>
                  <a:pt x="318257" y="94298"/>
                </a:lnTo>
                <a:lnTo>
                  <a:pt x="330041" y="94298"/>
                </a:lnTo>
                <a:cubicBezTo>
                  <a:pt x="333447" y="94298"/>
                  <a:pt x="336202" y="95475"/>
                  <a:pt x="338294" y="97829"/>
                </a:cubicBezTo>
                <a:cubicBezTo>
                  <a:pt x="340648" y="99932"/>
                  <a:pt x="341826" y="102676"/>
                  <a:pt x="341826" y="106082"/>
                </a:cubicBezTo>
                <a:cubicBezTo>
                  <a:pt x="341826" y="109488"/>
                  <a:pt x="340648" y="112243"/>
                  <a:pt x="338294" y="114334"/>
                </a:cubicBezTo>
                <a:cubicBezTo>
                  <a:pt x="336202" y="116689"/>
                  <a:pt x="333447" y="117878"/>
                  <a:pt x="330041" y="117878"/>
                </a:cubicBezTo>
                <a:lnTo>
                  <a:pt x="318257" y="117878"/>
                </a:lnTo>
                <a:lnTo>
                  <a:pt x="318257" y="176811"/>
                </a:lnTo>
                <a:lnTo>
                  <a:pt x="330041" y="176811"/>
                </a:lnTo>
                <a:cubicBezTo>
                  <a:pt x="333447" y="176811"/>
                  <a:pt x="336328" y="177988"/>
                  <a:pt x="338682" y="180343"/>
                </a:cubicBezTo>
                <a:cubicBezTo>
                  <a:pt x="340785" y="182434"/>
                  <a:pt x="341826" y="185189"/>
                  <a:pt x="341826" y="188595"/>
                </a:cubicBezTo>
                <a:cubicBezTo>
                  <a:pt x="341826" y="192001"/>
                  <a:pt x="340648" y="194882"/>
                  <a:pt x="338294" y="197236"/>
                </a:cubicBezTo>
                <a:cubicBezTo>
                  <a:pt x="336202" y="199339"/>
                  <a:pt x="333447" y="200379"/>
                  <a:pt x="330041" y="200379"/>
                </a:cubicBezTo>
                <a:lnTo>
                  <a:pt x="318257" y="200379"/>
                </a:lnTo>
                <a:lnTo>
                  <a:pt x="318257" y="259324"/>
                </a:lnTo>
                <a:lnTo>
                  <a:pt x="330041" y="259324"/>
                </a:lnTo>
                <a:cubicBezTo>
                  <a:pt x="333447" y="259324"/>
                  <a:pt x="336328" y="260501"/>
                  <a:pt x="338682" y="262856"/>
                </a:cubicBezTo>
                <a:cubicBezTo>
                  <a:pt x="340785" y="264947"/>
                  <a:pt x="341826" y="267702"/>
                  <a:pt x="341826" y="271108"/>
                </a:cubicBezTo>
                <a:cubicBezTo>
                  <a:pt x="341826" y="274514"/>
                  <a:pt x="340648" y="277395"/>
                  <a:pt x="338294" y="279749"/>
                </a:cubicBezTo>
                <a:cubicBezTo>
                  <a:pt x="336202" y="281841"/>
                  <a:pt x="333447" y="282893"/>
                  <a:pt x="330041" y="282893"/>
                </a:cubicBezTo>
                <a:lnTo>
                  <a:pt x="318257" y="282893"/>
                </a:lnTo>
                <a:lnTo>
                  <a:pt x="318257" y="306473"/>
                </a:lnTo>
                <a:cubicBezTo>
                  <a:pt x="318257" y="312759"/>
                  <a:pt x="315902" y="318257"/>
                  <a:pt x="311182" y="322966"/>
                </a:cubicBezTo>
                <a:cubicBezTo>
                  <a:pt x="306473" y="327687"/>
                  <a:pt x="300963" y="330041"/>
                  <a:pt x="294677" y="330041"/>
                </a:cubicBezTo>
                <a:lnTo>
                  <a:pt x="58933" y="330041"/>
                </a:lnTo>
                <a:close/>
                <a:moveTo>
                  <a:pt x="58933" y="306473"/>
                </a:moveTo>
                <a:lnTo>
                  <a:pt x="294677" y="306473"/>
                </a:lnTo>
                <a:lnTo>
                  <a:pt x="294677" y="70729"/>
                </a:lnTo>
                <a:lnTo>
                  <a:pt x="58933" y="70729"/>
                </a:lnTo>
                <a:lnTo>
                  <a:pt x="58933" y="306473"/>
                </a:lnTo>
                <a:close/>
                <a:moveTo>
                  <a:pt x="94298" y="282893"/>
                </a:moveTo>
                <a:lnTo>
                  <a:pt x="170124" y="282893"/>
                </a:lnTo>
                <a:cubicBezTo>
                  <a:pt x="173530" y="282893"/>
                  <a:pt x="176285" y="281715"/>
                  <a:pt x="178377" y="279361"/>
                </a:cubicBezTo>
                <a:cubicBezTo>
                  <a:pt x="180743" y="277258"/>
                  <a:pt x="181920" y="274514"/>
                  <a:pt x="181920" y="271108"/>
                </a:cubicBezTo>
                <a:lnTo>
                  <a:pt x="181920" y="216096"/>
                </a:lnTo>
                <a:cubicBezTo>
                  <a:pt x="181920" y="212689"/>
                  <a:pt x="180743" y="209946"/>
                  <a:pt x="178377" y="207843"/>
                </a:cubicBezTo>
                <a:cubicBezTo>
                  <a:pt x="176285" y="205489"/>
                  <a:pt x="173530" y="204311"/>
                  <a:pt x="170124" y="204311"/>
                </a:cubicBezTo>
                <a:lnTo>
                  <a:pt x="94298" y="204311"/>
                </a:lnTo>
                <a:cubicBezTo>
                  <a:pt x="90891" y="204311"/>
                  <a:pt x="88137" y="205489"/>
                  <a:pt x="86045" y="207843"/>
                </a:cubicBezTo>
                <a:cubicBezTo>
                  <a:pt x="83690" y="209946"/>
                  <a:pt x="82513" y="212689"/>
                  <a:pt x="82513" y="216096"/>
                </a:cubicBezTo>
                <a:lnTo>
                  <a:pt x="82513" y="271108"/>
                </a:lnTo>
                <a:cubicBezTo>
                  <a:pt x="82513" y="274514"/>
                  <a:pt x="83690" y="277258"/>
                  <a:pt x="86045" y="279361"/>
                </a:cubicBezTo>
                <a:cubicBezTo>
                  <a:pt x="88137" y="281715"/>
                  <a:pt x="90891" y="282893"/>
                  <a:pt x="94298" y="282893"/>
                </a:cubicBezTo>
                <a:close/>
                <a:moveTo>
                  <a:pt x="205489" y="150876"/>
                </a:moveTo>
                <a:lnTo>
                  <a:pt x="259324" y="150876"/>
                </a:lnTo>
                <a:cubicBezTo>
                  <a:pt x="262719" y="150876"/>
                  <a:pt x="265473" y="149699"/>
                  <a:pt x="267565" y="147344"/>
                </a:cubicBezTo>
                <a:cubicBezTo>
                  <a:pt x="269931" y="145241"/>
                  <a:pt x="271108" y="142498"/>
                  <a:pt x="271108" y="139092"/>
                </a:cubicBezTo>
                <a:lnTo>
                  <a:pt x="271108" y="106082"/>
                </a:lnTo>
                <a:cubicBezTo>
                  <a:pt x="271108" y="102676"/>
                  <a:pt x="269931" y="99932"/>
                  <a:pt x="267565" y="97829"/>
                </a:cubicBezTo>
                <a:cubicBezTo>
                  <a:pt x="265473" y="95475"/>
                  <a:pt x="262719" y="94298"/>
                  <a:pt x="259324" y="94298"/>
                </a:cubicBezTo>
                <a:lnTo>
                  <a:pt x="205489" y="94298"/>
                </a:lnTo>
                <a:cubicBezTo>
                  <a:pt x="202082" y="94298"/>
                  <a:pt x="199339" y="95475"/>
                  <a:pt x="197236" y="97829"/>
                </a:cubicBezTo>
                <a:cubicBezTo>
                  <a:pt x="194882" y="99932"/>
                  <a:pt x="193704" y="102676"/>
                  <a:pt x="193704" y="106082"/>
                </a:cubicBezTo>
                <a:lnTo>
                  <a:pt x="193704" y="139092"/>
                </a:lnTo>
                <a:cubicBezTo>
                  <a:pt x="193704" y="142498"/>
                  <a:pt x="194882" y="145241"/>
                  <a:pt x="197236" y="147344"/>
                </a:cubicBezTo>
                <a:cubicBezTo>
                  <a:pt x="199339" y="149699"/>
                  <a:pt x="202082" y="150876"/>
                  <a:pt x="205489" y="150876"/>
                </a:cubicBezTo>
                <a:close/>
                <a:moveTo>
                  <a:pt x="94298" y="192527"/>
                </a:moveTo>
                <a:lnTo>
                  <a:pt x="170124" y="192527"/>
                </a:lnTo>
                <a:cubicBezTo>
                  <a:pt x="173530" y="192527"/>
                  <a:pt x="176285" y="191350"/>
                  <a:pt x="178377" y="188984"/>
                </a:cubicBezTo>
                <a:cubicBezTo>
                  <a:pt x="180743" y="186892"/>
                  <a:pt x="181920" y="184137"/>
                  <a:pt x="181920" y="180743"/>
                </a:cubicBezTo>
                <a:lnTo>
                  <a:pt x="181920" y="106082"/>
                </a:lnTo>
                <a:cubicBezTo>
                  <a:pt x="181920" y="102676"/>
                  <a:pt x="180743" y="99932"/>
                  <a:pt x="178377" y="97829"/>
                </a:cubicBezTo>
                <a:cubicBezTo>
                  <a:pt x="176285" y="95475"/>
                  <a:pt x="173530" y="94298"/>
                  <a:pt x="170124" y="94298"/>
                </a:cubicBezTo>
                <a:lnTo>
                  <a:pt x="94298" y="94298"/>
                </a:lnTo>
                <a:cubicBezTo>
                  <a:pt x="90891" y="94298"/>
                  <a:pt x="88137" y="95475"/>
                  <a:pt x="86045" y="97829"/>
                </a:cubicBezTo>
                <a:cubicBezTo>
                  <a:pt x="83690" y="99932"/>
                  <a:pt x="82513" y="102676"/>
                  <a:pt x="82513" y="106082"/>
                </a:cubicBezTo>
                <a:lnTo>
                  <a:pt x="82513" y="180743"/>
                </a:lnTo>
                <a:cubicBezTo>
                  <a:pt x="82513" y="184137"/>
                  <a:pt x="83690" y="186892"/>
                  <a:pt x="86045" y="188984"/>
                </a:cubicBezTo>
                <a:cubicBezTo>
                  <a:pt x="88137" y="191350"/>
                  <a:pt x="90891" y="192527"/>
                  <a:pt x="94298" y="192527"/>
                </a:cubicBezTo>
                <a:close/>
                <a:moveTo>
                  <a:pt x="205489" y="282893"/>
                </a:moveTo>
                <a:lnTo>
                  <a:pt x="259324" y="282893"/>
                </a:lnTo>
                <a:cubicBezTo>
                  <a:pt x="262719" y="282893"/>
                  <a:pt x="265473" y="281715"/>
                  <a:pt x="267565" y="279361"/>
                </a:cubicBezTo>
                <a:cubicBezTo>
                  <a:pt x="269931" y="277258"/>
                  <a:pt x="271108" y="274514"/>
                  <a:pt x="271108" y="271108"/>
                </a:cubicBezTo>
                <a:lnTo>
                  <a:pt x="271108" y="174456"/>
                </a:lnTo>
                <a:cubicBezTo>
                  <a:pt x="271108" y="171050"/>
                  <a:pt x="269931" y="168295"/>
                  <a:pt x="267565" y="166204"/>
                </a:cubicBezTo>
                <a:cubicBezTo>
                  <a:pt x="265473" y="163838"/>
                  <a:pt x="262719" y="162660"/>
                  <a:pt x="259324" y="162660"/>
                </a:cubicBezTo>
                <a:lnTo>
                  <a:pt x="205489" y="162660"/>
                </a:lnTo>
                <a:cubicBezTo>
                  <a:pt x="202082" y="162660"/>
                  <a:pt x="199339" y="163838"/>
                  <a:pt x="197236" y="166204"/>
                </a:cubicBezTo>
                <a:cubicBezTo>
                  <a:pt x="194882" y="168295"/>
                  <a:pt x="193704" y="171050"/>
                  <a:pt x="193704" y="174456"/>
                </a:cubicBezTo>
                <a:lnTo>
                  <a:pt x="193704" y="271108"/>
                </a:lnTo>
                <a:cubicBezTo>
                  <a:pt x="193704" y="274514"/>
                  <a:pt x="194882" y="277258"/>
                  <a:pt x="197236" y="279361"/>
                </a:cubicBezTo>
                <a:cubicBezTo>
                  <a:pt x="199339" y="281715"/>
                  <a:pt x="202082" y="282893"/>
                  <a:pt x="205489" y="282893"/>
                </a:cubicBezTo>
                <a:close/>
                <a:moveTo>
                  <a:pt x="58933" y="70729"/>
                </a:moveTo>
                <a:lnTo>
                  <a:pt x="58933" y="306473"/>
                </a:lnTo>
                <a:lnTo>
                  <a:pt x="58933" y="70729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圖說"/>
          <p:cNvSpPr/>
          <p:nvPr/>
        </p:nvSpPr>
        <p:spPr>
          <a:xfrm>
            <a:off x="9677152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電路板</a:t>
            </a:r>
            <a:endParaRPr lang="en-US" sz="950" dirty="0"/>
          </a:p>
        </p:txBody>
      </p:sp>
      <p:sp>
        <p:nvSpPr>
          <p:cNvPr id="33" name="圖示 機台"/>
          <p:cNvSpPr/>
          <p:nvPr/>
        </p:nvSpPr>
        <p:spPr>
          <a:xfrm>
            <a:off x="10551519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83690" y="330041"/>
                </a:moveTo>
                <a:cubicBezTo>
                  <a:pt x="78456" y="330041"/>
                  <a:pt x="74124" y="328338"/>
                  <a:pt x="70729" y="324932"/>
                </a:cubicBezTo>
                <a:cubicBezTo>
                  <a:pt x="67060" y="321263"/>
                  <a:pt x="65220" y="316817"/>
                  <a:pt x="65220" y="311570"/>
                </a:cubicBezTo>
                <a:cubicBezTo>
                  <a:pt x="65220" y="306335"/>
                  <a:pt x="67060" y="302015"/>
                  <a:pt x="70729" y="298609"/>
                </a:cubicBezTo>
                <a:cubicBezTo>
                  <a:pt x="74124" y="294940"/>
                  <a:pt x="78456" y="293111"/>
                  <a:pt x="83690" y="293111"/>
                </a:cubicBezTo>
                <a:lnTo>
                  <a:pt x="115123" y="293111"/>
                </a:lnTo>
                <a:lnTo>
                  <a:pt x="73472" y="150876"/>
                </a:lnTo>
                <a:cubicBezTo>
                  <a:pt x="65094" y="146944"/>
                  <a:pt x="58544" y="141709"/>
                  <a:pt x="53824" y="135160"/>
                </a:cubicBezTo>
                <a:cubicBezTo>
                  <a:pt x="49115" y="128347"/>
                  <a:pt x="46760" y="119443"/>
                  <a:pt x="46760" y="108448"/>
                </a:cubicBezTo>
                <a:cubicBezTo>
                  <a:pt x="46760" y="96126"/>
                  <a:pt x="51344" y="85519"/>
                  <a:pt x="60510" y="76615"/>
                </a:cubicBezTo>
                <a:cubicBezTo>
                  <a:pt x="69414" y="67448"/>
                  <a:pt x="80021" y="62865"/>
                  <a:pt x="92332" y="62865"/>
                </a:cubicBezTo>
                <a:cubicBezTo>
                  <a:pt x="103853" y="62865"/>
                  <a:pt x="113420" y="66008"/>
                  <a:pt x="121021" y="72295"/>
                </a:cubicBezTo>
                <a:cubicBezTo>
                  <a:pt x="128610" y="78318"/>
                  <a:pt x="133720" y="86445"/>
                  <a:pt x="136337" y="96652"/>
                </a:cubicBezTo>
                <a:lnTo>
                  <a:pt x="193704" y="96652"/>
                </a:lnTo>
                <a:lnTo>
                  <a:pt x="193704" y="73472"/>
                </a:lnTo>
                <a:cubicBezTo>
                  <a:pt x="193704" y="70329"/>
                  <a:pt x="194882" y="67586"/>
                  <a:pt x="197236" y="65220"/>
                </a:cubicBezTo>
                <a:cubicBezTo>
                  <a:pt x="199602" y="62865"/>
                  <a:pt x="202345" y="61688"/>
                  <a:pt x="205489" y="61688"/>
                </a:cubicBezTo>
                <a:cubicBezTo>
                  <a:pt x="208369" y="61688"/>
                  <a:pt x="210861" y="62865"/>
                  <a:pt x="212952" y="65220"/>
                </a:cubicBezTo>
                <a:cubicBezTo>
                  <a:pt x="214793" y="67323"/>
                  <a:pt x="215707" y="69803"/>
                  <a:pt x="215707" y="72683"/>
                </a:cubicBezTo>
                <a:lnTo>
                  <a:pt x="245174" y="44394"/>
                </a:lnTo>
                <a:cubicBezTo>
                  <a:pt x="247265" y="42302"/>
                  <a:pt x="250020" y="40988"/>
                  <a:pt x="253426" y="40474"/>
                </a:cubicBezTo>
                <a:cubicBezTo>
                  <a:pt x="256569" y="39685"/>
                  <a:pt x="259838" y="40074"/>
                  <a:pt x="263244" y="41651"/>
                </a:cubicBezTo>
                <a:lnTo>
                  <a:pt x="325332" y="71506"/>
                </a:lnTo>
                <a:cubicBezTo>
                  <a:pt x="327687" y="72821"/>
                  <a:pt x="329390" y="74649"/>
                  <a:pt x="330430" y="77015"/>
                </a:cubicBezTo>
                <a:cubicBezTo>
                  <a:pt x="331219" y="79370"/>
                  <a:pt x="330956" y="81850"/>
                  <a:pt x="329653" y="84479"/>
                </a:cubicBezTo>
                <a:cubicBezTo>
                  <a:pt x="328338" y="87097"/>
                  <a:pt x="326509" y="88663"/>
                  <a:pt x="324143" y="89188"/>
                </a:cubicBezTo>
                <a:cubicBezTo>
                  <a:pt x="321526" y="89714"/>
                  <a:pt x="319046" y="89325"/>
                  <a:pt x="316680" y="88011"/>
                </a:cubicBezTo>
                <a:lnTo>
                  <a:pt x="255781" y="58544"/>
                </a:lnTo>
                <a:lnTo>
                  <a:pt x="217273" y="97441"/>
                </a:lnTo>
                <a:lnTo>
                  <a:pt x="217273" y="117878"/>
                </a:lnTo>
                <a:lnTo>
                  <a:pt x="255781" y="158340"/>
                </a:lnTo>
                <a:lnTo>
                  <a:pt x="316680" y="128485"/>
                </a:lnTo>
                <a:cubicBezTo>
                  <a:pt x="319297" y="127170"/>
                  <a:pt x="321789" y="126907"/>
                  <a:pt x="324143" y="127696"/>
                </a:cubicBezTo>
                <a:cubicBezTo>
                  <a:pt x="326509" y="128222"/>
                  <a:pt x="328338" y="129788"/>
                  <a:pt x="329653" y="132405"/>
                </a:cubicBezTo>
                <a:cubicBezTo>
                  <a:pt x="330956" y="135034"/>
                  <a:pt x="331219" y="137651"/>
                  <a:pt x="330430" y="140269"/>
                </a:cubicBezTo>
                <a:cubicBezTo>
                  <a:pt x="329390" y="142886"/>
                  <a:pt x="327550" y="144852"/>
                  <a:pt x="324932" y="146167"/>
                </a:cubicBezTo>
                <a:lnTo>
                  <a:pt x="264822" y="174456"/>
                </a:lnTo>
                <a:cubicBezTo>
                  <a:pt x="261153" y="176285"/>
                  <a:pt x="257621" y="177199"/>
                  <a:pt x="254215" y="177199"/>
                </a:cubicBezTo>
                <a:cubicBezTo>
                  <a:pt x="250808" y="176936"/>
                  <a:pt x="247791" y="175496"/>
                  <a:pt x="245174" y="172879"/>
                </a:cubicBezTo>
                <a:lnTo>
                  <a:pt x="215707" y="144590"/>
                </a:lnTo>
                <a:cubicBezTo>
                  <a:pt x="215707" y="148259"/>
                  <a:pt x="214793" y="151002"/>
                  <a:pt x="212952" y="152842"/>
                </a:cubicBezTo>
                <a:cubicBezTo>
                  <a:pt x="210861" y="154671"/>
                  <a:pt x="208369" y="155597"/>
                  <a:pt x="205489" y="155597"/>
                </a:cubicBezTo>
                <a:cubicBezTo>
                  <a:pt x="202345" y="155597"/>
                  <a:pt x="199602" y="154408"/>
                  <a:pt x="197236" y="152053"/>
                </a:cubicBezTo>
                <a:cubicBezTo>
                  <a:pt x="194882" y="149699"/>
                  <a:pt x="193704" y="146944"/>
                  <a:pt x="193704" y="143801"/>
                </a:cubicBezTo>
                <a:lnTo>
                  <a:pt x="193704" y="120232"/>
                </a:lnTo>
                <a:lnTo>
                  <a:pt x="135548" y="120232"/>
                </a:lnTo>
                <a:cubicBezTo>
                  <a:pt x="135548" y="123375"/>
                  <a:pt x="134771" y="126644"/>
                  <a:pt x="133194" y="130051"/>
                </a:cubicBezTo>
                <a:cubicBezTo>
                  <a:pt x="131365" y="133194"/>
                  <a:pt x="129262" y="135811"/>
                  <a:pt x="126907" y="137914"/>
                </a:cubicBezTo>
                <a:lnTo>
                  <a:pt x="207455" y="293111"/>
                </a:lnTo>
                <a:lnTo>
                  <a:pt x="251071" y="293111"/>
                </a:lnTo>
                <a:cubicBezTo>
                  <a:pt x="256306" y="293111"/>
                  <a:pt x="260764" y="294940"/>
                  <a:pt x="264422" y="298609"/>
                </a:cubicBezTo>
                <a:cubicBezTo>
                  <a:pt x="267828" y="302015"/>
                  <a:pt x="269531" y="306335"/>
                  <a:pt x="269531" y="311570"/>
                </a:cubicBezTo>
                <a:cubicBezTo>
                  <a:pt x="269531" y="316817"/>
                  <a:pt x="267828" y="321263"/>
                  <a:pt x="264422" y="324932"/>
                </a:cubicBezTo>
                <a:cubicBezTo>
                  <a:pt x="260764" y="328338"/>
                  <a:pt x="256306" y="330041"/>
                  <a:pt x="251071" y="330041"/>
                </a:cubicBezTo>
                <a:lnTo>
                  <a:pt x="83690" y="330041"/>
                </a:lnTo>
                <a:close/>
                <a:moveTo>
                  <a:pt x="108048" y="124164"/>
                </a:moveTo>
                <a:cubicBezTo>
                  <a:pt x="112243" y="119969"/>
                  <a:pt x="114334" y="114734"/>
                  <a:pt x="114334" y="108448"/>
                </a:cubicBezTo>
                <a:cubicBezTo>
                  <a:pt x="114334" y="102161"/>
                  <a:pt x="112243" y="96915"/>
                  <a:pt x="108048" y="92732"/>
                </a:cubicBezTo>
                <a:cubicBezTo>
                  <a:pt x="103853" y="88537"/>
                  <a:pt x="98618" y="86445"/>
                  <a:pt x="92332" y="86445"/>
                </a:cubicBezTo>
                <a:cubicBezTo>
                  <a:pt x="86045" y="86445"/>
                  <a:pt x="80810" y="88537"/>
                  <a:pt x="76615" y="92732"/>
                </a:cubicBezTo>
                <a:cubicBezTo>
                  <a:pt x="72420" y="96915"/>
                  <a:pt x="70329" y="102161"/>
                  <a:pt x="70329" y="108448"/>
                </a:cubicBezTo>
                <a:cubicBezTo>
                  <a:pt x="70329" y="114734"/>
                  <a:pt x="72420" y="119969"/>
                  <a:pt x="76615" y="124164"/>
                </a:cubicBezTo>
                <a:cubicBezTo>
                  <a:pt x="80810" y="128347"/>
                  <a:pt x="86045" y="130451"/>
                  <a:pt x="92332" y="130451"/>
                </a:cubicBezTo>
                <a:cubicBezTo>
                  <a:pt x="98618" y="130451"/>
                  <a:pt x="103853" y="128347"/>
                  <a:pt x="108048" y="124164"/>
                </a:cubicBezTo>
                <a:close/>
                <a:moveTo>
                  <a:pt x="141058" y="293111"/>
                </a:moveTo>
                <a:lnTo>
                  <a:pt x="181131" y="293111"/>
                </a:lnTo>
                <a:lnTo>
                  <a:pt x="106871" y="148910"/>
                </a:lnTo>
                <a:cubicBezTo>
                  <a:pt x="106082" y="149436"/>
                  <a:pt x="104779" y="149962"/>
                  <a:pt x="102939" y="150487"/>
                </a:cubicBezTo>
                <a:cubicBezTo>
                  <a:pt x="101110" y="151002"/>
                  <a:pt x="99670" y="151402"/>
                  <a:pt x="98618" y="151665"/>
                </a:cubicBezTo>
                <a:lnTo>
                  <a:pt x="141058" y="293111"/>
                </a:lnTo>
                <a:close/>
                <a:moveTo>
                  <a:pt x="181131" y="293111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圖說"/>
          <p:cNvSpPr/>
          <p:nvPr/>
        </p:nvSpPr>
        <p:spPr>
          <a:xfrm>
            <a:off x="10370553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機台</a:t>
            </a:r>
            <a:endParaRPr lang="en-US" sz="950" dirty="0"/>
          </a:p>
        </p:txBody>
      </p:sp>
      <p:sp>
        <p:nvSpPr>
          <p:cNvPr id="35" name="圖示 產線"/>
          <p:cNvSpPr/>
          <p:nvPr/>
        </p:nvSpPr>
        <p:spPr>
          <a:xfrm>
            <a:off x="11244920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78970" y="330041"/>
                </a:moveTo>
                <a:cubicBezTo>
                  <a:pt x="65883" y="330041"/>
                  <a:pt x="54750" y="325458"/>
                  <a:pt x="45583" y="316291"/>
                </a:cubicBezTo>
                <a:cubicBezTo>
                  <a:pt x="36405" y="307124"/>
                  <a:pt x="31821" y="295991"/>
                  <a:pt x="31821" y="282893"/>
                </a:cubicBezTo>
                <a:cubicBezTo>
                  <a:pt x="31821" y="269794"/>
                  <a:pt x="36405" y="258661"/>
                  <a:pt x="45583" y="249494"/>
                </a:cubicBezTo>
                <a:cubicBezTo>
                  <a:pt x="54750" y="240327"/>
                  <a:pt x="65883" y="235744"/>
                  <a:pt x="78970" y="235744"/>
                </a:cubicBezTo>
                <a:lnTo>
                  <a:pt x="298997" y="235744"/>
                </a:lnTo>
                <a:cubicBezTo>
                  <a:pt x="312096" y="235744"/>
                  <a:pt x="323229" y="240327"/>
                  <a:pt x="332396" y="249494"/>
                </a:cubicBezTo>
                <a:cubicBezTo>
                  <a:pt x="341563" y="258661"/>
                  <a:pt x="346146" y="269794"/>
                  <a:pt x="346146" y="282893"/>
                </a:cubicBezTo>
                <a:cubicBezTo>
                  <a:pt x="346146" y="295991"/>
                  <a:pt x="341563" y="307124"/>
                  <a:pt x="332396" y="316291"/>
                </a:cubicBezTo>
                <a:cubicBezTo>
                  <a:pt x="323229" y="325458"/>
                  <a:pt x="312096" y="330041"/>
                  <a:pt x="298997" y="330041"/>
                </a:cubicBezTo>
                <a:lnTo>
                  <a:pt x="78970" y="330041"/>
                </a:lnTo>
                <a:close/>
                <a:moveTo>
                  <a:pt x="78970" y="306473"/>
                </a:moveTo>
                <a:lnTo>
                  <a:pt x="298997" y="306473"/>
                </a:lnTo>
                <a:cubicBezTo>
                  <a:pt x="305810" y="306473"/>
                  <a:pt x="311445" y="304244"/>
                  <a:pt x="315902" y="299786"/>
                </a:cubicBezTo>
                <a:cubicBezTo>
                  <a:pt x="320349" y="295077"/>
                  <a:pt x="322577" y="289442"/>
                  <a:pt x="322577" y="282893"/>
                </a:cubicBezTo>
                <a:cubicBezTo>
                  <a:pt x="322577" y="276343"/>
                  <a:pt x="320349" y="270845"/>
                  <a:pt x="315902" y="266388"/>
                </a:cubicBezTo>
                <a:cubicBezTo>
                  <a:pt x="311445" y="261678"/>
                  <a:pt x="305810" y="259324"/>
                  <a:pt x="298997" y="259324"/>
                </a:cubicBezTo>
                <a:lnTo>
                  <a:pt x="78970" y="259324"/>
                </a:lnTo>
                <a:cubicBezTo>
                  <a:pt x="72420" y="259324"/>
                  <a:pt x="66797" y="261678"/>
                  <a:pt x="62076" y="266388"/>
                </a:cubicBezTo>
                <a:cubicBezTo>
                  <a:pt x="57630" y="270845"/>
                  <a:pt x="55401" y="276343"/>
                  <a:pt x="55401" y="282893"/>
                </a:cubicBezTo>
                <a:cubicBezTo>
                  <a:pt x="55401" y="289442"/>
                  <a:pt x="57630" y="295077"/>
                  <a:pt x="62076" y="299786"/>
                </a:cubicBezTo>
                <a:cubicBezTo>
                  <a:pt x="66797" y="304244"/>
                  <a:pt x="72420" y="306473"/>
                  <a:pt x="78970" y="306473"/>
                </a:cubicBezTo>
                <a:close/>
                <a:moveTo>
                  <a:pt x="153631" y="204311"/>
                </a:moveTo>
                <a:cubicBezTo>
                  <a:pt x="150224" y="204311"/>
                  <a:pt x="147470" y="203134"/>
                  <a:pt x="145378" y="200779"/>
                </a:cubicBezTo>
                <a:cubicBezTo>
                  <a:pt x="143024" y="198676"/>
                  <a:pt x="141835" y="195933"/>
                  <a:pt x="141835" y="192527"/>
                </a:cubicBezTo>
                <a:lnTo>
                  <a:pt x="141835" y="58933"/>
                </a:lnTo>
                <a:cubicBezTo>
                  <a:pt x="141835" y="55527"/>
                  <a:pt x="143024" y="52784"/>
                  <a:pt x="145378" y="50681"/>
                </a:cubicBezTo>
                <a:cubicBezTo>
                  <a:pt x="147470" y="48326"/>
                  <a:pt x="150224" y="47149"/>
                  <a:pt x="153631" y="47149"/>
                </a:cubicBezTo>
                <a:lnTo>
                  <a:pt x="287213" y="47149"/>
                </a:lnTo>
                <a:cubicBezTo>
                  <a:pt x="290619" y="47149"/>
                  <a:pt x="293374" y="48326"/>
                  <a:pt x="295466" y="50681"/>
                </a:cubicBezTo>
                <a:cubicBezTo>
                  <a:pt x="297820" y="52784"/>
                  <a:pt x="298997" y="55527"/>
                  <a:pt x="298997" y="58933"/>
                </a:cubicBezTo>
                <a:lnTo>
                  <a:pt x="298997" y="192527"/>
                </a:lnTo>
                <a:cubicBezTo>
                  <a:pt x="298997" y="195933"/>
                  <a:pt x="297820" y="198676"/>
                  <a:pt x="295466" y="200779"/>
                </a:cubicBezTo>
                <a:cubicBezTo>
                  <a:pt x="293374" y="203134"/>
                  <a:pt x="290619" y="204311"/>
                  <a:pt x="287213" y="204311"/>
                </a:cubicBezTo>
                <a:lnTo>
                  <a:pt x="153631" y="204311"/>
                </a:lnTo>
                <a:close/>
                <a:moveTo>
                  <a:pt x="165415" y="180743"/>
                </a:moveTo>
                <a:lnTo>
                  <a:pt x="275429" y="180743"/>
                </a:lnTo>
                <a:lnTo>
                  <a:pt x="275429" y="70729"/>
                </a:lnTo>
                <a:lnTo>
                  <a:pt x="165415" y="70729"/>
                </a:lnTo>
                <a:lnTo>
                  <a:pt x="165415" y="180743"/>
                </a:lnTo>
                <a:close/>
                <a:moveTo>
                  <a:pt x="42828" y="168947"/>
                </a:moveTo>
                <a:cubicBezTo>
                  <a:pt x="39422" y="168947"/>
                  <a:pt x="36667" y="167907"/>
                  <a:pt x="34576" y="165804"/>
                </a:cubicBezTo>
                <a:cubicBezTo>
                  <a:pt x="32221" y="163449"/>
                  <a:pt x="31044" y="160569"/>
                  <a:pt x="31044" y="157163"/>
                </a:cubicBezTo>
                <a:cubicBezTo>
                  <a:pt x="31044" y="153756"/>
                  <a:pt x="32221" y="151002"/>
                  <a:pt x="34576" y="148910"/>
                </a:cubicBezTo>
                <a:cubicBezTo>
                  <a:pt x="36667" y="146555"/>
                  <a:pt x="39422" y="145378"/>
                  <a:pt x="42828" y="145378"/>
                </a:cubicBezTo>
                <a:lnTo>
                  <a:pt x="106082" y="145378"/>
                </a:lnTo>
                <a:cubicBezTo>
                  <a:pt x="109488" y="145378"/>
                  <a:pt x="112243" y="146555"/>
                  <a:pt x="114334" y="148910"/>
                </a:cubicBezTo>
                <a:cubicBezTo>
                  <a:pt x="116689" y="151002"/>
                  <a:pt x="117878" y="153756"/>
                  <a:pt x="117878" y="157163"/>
                </a:cubicBezTo>
                <a:cubicBezTo>
                  <a:pt x="117878" y="160569"/>
                  <a:pt x="116689" y="163449"/>
                  <a:pt x="114334" y="165804"/>
                </a:cubicBezTo>
                <a:cubicBezTo>
                  <a:pt x="112243" y="167907"/>
                  <a:pt x="109488" y="168947"/>
                  <a:pt x="106082" y="168947"/>
                </a:cubicBezTo>
                <a:lnTo>
                  <a:pt x="42828" y="168947"/>
                </a:lnTo>
                <a:close/>
                <a:moveTo>
                  <a:pt x="200379" y="121798"/>
                </a:moveTo>
                <a:lnTo>
                  <a:pt x="240464" y="121798"/>
                </a:lnTo>
                <a:cubicBezTo>
                  <a:pt x="243859" y="121798"/>
                  <a:pt x="246751" y="120621"/>
                  <a:pt x="249105" y="118266"/>
                </a:cubicBezTo>
                <a:cubicBezTo>
                  <a:pt x="251197" y="116175"/>
                  <a:pt x="252249" y="113420"/>
                  <a:pt x="252249" y="110014"/>
                </a:cubicBezTo>
                <a:cubicBezTo>
                  <a:pt x="252249" y="106608"/>
                  <a:pt x="251197" y="103853"/>
                  <a:pt x="249105" y="101761"/>
                </a:cubicBezTo>
                <a:cubicBezTo>
                  <a:pt x="246751" y="99407"/>
                  <a:pt x="243859" y="98229"/>
                  <a:pt x="240464" y="98229"/>
                </a:cubicBezTo>
                <a:lnTo>
                  <a:pt x="200379" y="98229"/>
                </a:lnTo>
                <a:cubicBezTo>
                  <a:pt x="196973" y="98229"/>
                  <a:pt x="194093" y="99270"/>
                  <a:pt x="191738" y="101373"/>
                </a:cubicBezTo>
                <a:cubicBezTo>
                  <a:pt x="189647" y="103727"/>
                  <a:pt x="188595" y="106608"/>
                  <a:pt x="188595" y="110014"/>
                </a:cubicBezTo>
                <a:cubicBezTo>
                  <a:pt x="188595" y="113420"/>
                  <a:pt x="189772" y="116300"/>
                  <a:pt x="192127" y="118655"/>
                </a:cubicBezTo>
                <a:cubicBezTo>
                  <a:pt x="194230" y="120758"/>
                  <a:pt x="196973" y="121798"/>
                  <a:pt x="200379" y="121798"/>
                </a:cubicBezTo>
                <a:close/>
                <a:moveTo>
                  <a:pt x="75049" y="121798"/>
                </a:moveTo>
                <a:cubicBezTo>
                  <a:pt x="71643" y="121798"/>
                  <a:pt x="68763" y="120621"/>
                  <a:pt x="66397" y="118266"/>
                </a:cubicBezTo>
                <a:cubicBezTo>
                  <a:pt x="64305" y="116175"/>
                  <a:pt x="63254" y="113420"/>
                  <a:pt x="63254" y="110014"/>
                </a:cubicBezTo>
                <a:cubicBezTo>
                  <a:pt x="63254" y="106608"/>
                  <a:pt x="64442" y="103853"/>
                  <a:pt x="66797" y="101761"/>
                </a:cubicBezTo>
                <a:cubicBezTo>
                  <a:pt x="68889" y="99407"/>
                  <a:pt x="71643" y="98229"/>
                  <a:pt x="75049" y="98229"/>
                </a:cubicBezTo>
                <a:lnTo>
                  <a:pt x="109225" y="98229"/>
                </a:lnTo>
                <a:cubicBezTo>
                  <a:pt x="112631" y="98229"/>
                  <a:pt x="115512" y="99270"/>
                  <a:pt x="117878" y="101373"/>
                </a:cubicBezTo>
                <a:cubicBezTo>
                  <a:pt x="119969" y="103727"/>
                  <a:pt x="121021" y="106608"/>
                  <a:pt x="121021" y="110014"/>
                </a:cubicBezTo>
                <a:cubicBezTo>
                  <a:pt x="121021" y="113420"/>
                  <a:pt x="119969" y="116300"/>
                  <a:pt x="117878" y="118655"/>
                </a:cubicBezTo>
                <a:cubicBezTo>
                  <a:pt x="115512" y="120758"/>
                  <a:pt x="112631" y="121798"/>
                  <a:pt x="109225" y="121798"/>
                </a:cubicBezTo>
                <a:lnTo>
                  <a:pt x="75049" y="121798"/>
                </a:lnTo>
                <a:close/>
                <a:moveTo>
                  <a:pt x="165415" y="180743"/>
                </a:moveTo>
                <a:lnTo>
                  <a:pt x="165415" y="70729"/>
                </a:lnTo>
                <a:lnTo>
                  <a:pt x="165415" y="180743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圖說"/>
          <p:cNvSpPr/>
          <p:nvPr/>
        </p:nvSpPr>
        <p:spPr>
          <a:xfrm>
            <a:off x="11063954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產線</a:t>
            </a:r>
            <a:endParaRPr lang="en-US" sz="950" dirty="0"/>
          </a:p>
        </p:txBody>
      </p:sp>
      <p:sp>
        <p:nvSpPr>
          <p:cNvPr id="37" name="圖示 維修"/>
          <p:cNvSpPr/>
          <p:nvPr/>
        </p:nvSpPr>
        <p:spPr>
          <a:xfrm>
            <a:off x="11938321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39092" y="231812"/>
                </a:moveTo>
                <a:cubicBezTo>
                  <a:pt x="113683" y="231812"/>
                  <a:pt x="92069" y="222908"/>
                  <a:pt x="74261" y="205100"/>
                </a:cubicBezTo>
                <a:cubicBezTo>
                  <a:pt x="56453" y="187543"/>
                  <a:pt x="47537" y="166066"/>
                  <a:pt x="47537" y="140658"/>
                </a:cubicBezTo>
                <a:cubicBezTo>
                  <a:pt x="47537" y="135423"/>
                  <a:pt x="47937" y="130576"/>
                  <a:pt x="48726" y="126119"/>
                </a:cubicBezTo>
                <a:cubicBezTo>
                  <a:pt x="49503" y="121409"/>
                  <a:pt x="50944" y="116563"/>
                  <a:pt x="53047" y="111591"/>
                </a:cubicBezTo>
                <a:cubicBezTo>
                  <a:pt x="53824" y="109488"/>
                  <a:pt x="55013" y="107922"/>
                  <a:pt x="56579" y="106871"/>
                </a:cubicBezTo>
                <a:cubicBezTo>
                  <a:pt x="58156" y="105819"/>
                  <a:pt x="59847" y="105042"/>
                  <a:pt x="61688" y="104516"/>
                </a:cubicBezTo>
                <a:cubicBezTo>
                  <a:pt x="63517" y="103990"/>
                  <a:pt x="65357" y="103990"/>
                  <a:pt x="67186" y="104516"/>
                </a:cubicBezTo>
                <a:cubicBezTo>
                  <a:pt x="69026" y="105042"/>
                  <a:pt x="70729" y="106082"/>
                  <a:pt x="72295" y="107659"/>
                </a:cubicBezTo>
                <a:lnTo>
                  <a:pt x="116689" y="152053"/>
                </a:lnTo>
                <a:lnTo>
                  <a:pt x="152842" y="118266"/>
                </a:lnTo>
                <a:lnTo>
                  <a:pt x="106482" y="71906"/>
                </a:lnTo>
                <a:cubicBezTo>
                  <a:pt x="104905" y="70329"/>
                  <a:pt x="103853" y="68626"/>
                  <a:pt x="103339" y="66797"/>
                </a:cubicBezTo>
                <a:cubicBezTo>
                  <a:pt x="102813" y="64957"/>
                  <a:pt x="102813" y="63128"/>
                  <a:pt x="103339" y="61299"/>
                </a:cubicBezTo>
                <a:cubicBezTo>
                  <a:pt x="103853" y="59459"/>
                  <a:pt x="104642" y="57893"/>
                  <a:pt x="105693" y="56579"/>
                </a:cubicBezTo>
                <a:cubicBezTo>
                  <a:pt x="106745" y="55264"/>
                  <a:pt x="108311" y="54087"/>
                  <a:pt x="110402" y="53047"/>
                </a:cubicBezTo>
                <a:cubicBezTo>
                  <a:pt x="115386" y="50944"/>
                  <a:pt x="120095" y="49503"/>
                  <a:pt x="124553" y="48726"/>
                </a:cubicBezTo>
                <a:cubicBezTo>
                  <a:pt x="128999" y="47675"/>
                  <a:pt x="133845" y="47149"/>
                  <a:pt x="139092" y="47149"/>
                </a:cubicBezTo>
                <a:cubicBezTo>
                  <a:pt x="165026" y="47149"/>
                  <a:pt x="187155" y="56190"/>
                  <a:pt x="205489" y="74261"/>
                </a:cubicBezTo>
                <a:cubicBezTo>
                  <a:pt x="223559" y="92594"/>
                  <a:pt x="232600" y="114734"/>
                  <a:pt x="232600" y="140658"/>
                </a:cubicBezTo>
                <a:cubicBezTo>
                  <a:pt x="232600" y="146944"/>
                  <a:pt x="231949" y="153105"/>
                  <a:pt x="230635" y="159128"/>
                </a:cubicBezTo>
                <a:cubicBezTo>
                  <a:pt x="229332" y="165152"/>
                  <a:pt x="227628" y="171176"/>
                  <a:pt x="225525" y="177199"/>
                </a:cubicBezTo>
                <a:lnTo>
                  <a:pt x="312359" y="264033"/>
                </a:lnTo>
                <a:cubicBezTo>
                  <a:pt x="319434" y="270845"/>
                  <a:pt x="322966" y="279223"/>
                  <a:pt x="322966" y="289179"/>
                </a:cubicBezTo>
                <a:cubicBezTo>
                  <a:pt x="322703" y="298872"/>
                  <a:pt x="318908" y="307124"/>
                  <a:pt x="311570" y="313936"/>
                </a:cubicBezTo>
                <a:cubicBezTo>
                  <a:pt x="304770" y="320223"/>
                  <a:pt x="296780" y="323366"/>
                  <a:pt x="287613" y="323366"/>
                </a:cubicBezTo>
                <a:cubicBezTo>
                  <a:pt x="278183" y="323103"/>
                  <a:pt x="270057" y="319560"/>
                  <a:pt x="263244" y="312759"/>
                </a:cubicBezTo>
                <a:lnTo>
                  <a:pt x="175633" y="224748"/>
                </a:lnTo>
                <a:cubicBezTo>
                  <a:pt x="169610" y="226840"/>
                  <a:pt x="163575" y="228543"/>
                  <a:pt x="157551" y="229846"/>
                </a:cubicBezTo>
                <a:cubicBezTo>
                  <a:pt x="151528" y="231160"/>
                  <a:pt x="145378" y="231812"/>
                  <a:pt x="139092" y="231812"/>
                </a:cubicBezTo>
                <a:close/>
                <a:moveTo>
                  <a:pt x="139092" y="208243"/>
                </a:moveTo>
                <a:cubicBezTo>
                  <a:pt x="145641" y="208243"/>
                  <a:pt x="152579" y="207192"/>
                  <a:pt x="159917" y="205100"/>
                </a:cubicBezTo>
                <a:cubicBezTo>
                  <a:pt x="167244" y="202997"/>
                  <a:pt x="173667" y="199854"/>
                  <a:pt x="179165" y="195670"/>
                </a:cubicBezTo>
                <a:lnTo>
                  <a:pt x="280138" y="296643"/>
                </a:lnTo>
                <a:cubicBezTo>
                  <a:pt x="282241" y="298734"/>
                  <a:pt x="284858" y="299786"/>
                  <a:pt x="288002" y="299786"/>
                </a:cubicBezTo>
                <a:cubicBezTo>
                  <a:pt x="291145" y="299786"/>
                  <a:pt x="293762" y="298734"/>
                  <a:pt x="295854" y="296643"/>
                </a:cubicBezTo>
                <a:cubicBezTo>
                  <a:pt x="297957" y="294551"/>
                  <a:pt x="298997" y="291934"/>
                  <a:pt x="298997" y="288790"/>
                </a:cubicBezTo>
                <a:cubicBezTo>
                  <a:pt x="298997" y="285647"/>
                  <a:pt x="297957" y="283018"/>
                  <a:pt x="295854" y="280927"/>
                </a:cubicBezTo>
                <a:lnTo>
                  <a:pt x="196459" y="181520"/>
                </a:lnTo>
                <a:cubicBezTo>
                  <a:pt x="200642" y="176022"/>
                  <a:pt x="203785" y="169610"/>
                  <a:pt x="205889" y="162272"/>
                </a:cubicBezTo>
                <a:cubicBezTo>
                  <a:pt x="207980" y="154671"/>
                  <a:pt x="209032" y="147470"/>
                  <a:pt x="209032" y="140658"/>
                </a:cubicBezTo>
                <a:cubicBezTo>
                  <a:pt x="209032" y="121021"/>
                  <a:pt x="201820" y="104379"/>
                  <a:pt x="187418" y="90766"/>
                </a:cubicBezTo>
                <a:cubicBezTo>
                  <a:pt x="172753" y="77141"/>
                  <a:pt x="156111" y="70203"/>
                  <a:pt x="137514" y="69940"/>
                </a:cubicBezTo>
                <a:lnTo>
                  <a:pt x="177599" y="110802"/>
                </a:lnTo>
                <a:cubicBezTo>
                  <a:pt x="179954" y="113157"/>
                  <a:pt x="181131" y="116037"/>
                  <a:pt x="181131" y="119443"/>
                </a:cubicBezTo>
                <a:cubicBezTo>
                  <a:pt x="180868" y="122587"/>
                  <a:pt x="179554" y="125341"/>
                  <a:pt x="177199" y="127696"/>
                </a:cubicBezTo>
                <a:lnTo>
                  <a:pt x="124941" y="176811"/>
                </a:lnTo>
                <a:cubicBezTo>
                  <a:pt x="122587" y="178902"/>
                  <a:pt x="119706" y="179954"/>
                  <a:pt x="116300" y="179954"/>
                </a:cubicBezTo>
                <a:cubicBezTo>
                  <a:pt x="113157" y="179954"/>
                  <a:pt x="110540" y="178902"/>
                  <a:pt x="108448" y="176811"/>
                </a:cubicBezTo>
                <a:lnTo>
                  <a:pt x="69940" y="138692"/>
                </a:lnTo>
                <a:cubicBezTo>
                  <a:pt x="70729" y="158866"/>
                  <a:pt x="77930" y="175496"/>
                  <a:pt x="91543" y="188595"/>
                </a:cubicBezTo>
                <a:cubicBezTo>
                  <a:pt x="104905" y="201694"/>
                  <a:pt x="120758" y="208243"/>
                  <a:pt x="139092" y="208243"/>
                </a:cubicBezTo>
                <a:close/>
                <a:moveTo>
                  <a:pt x="185063" y="185452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圖說"/>
          <p:cNvSpPr/>
          <p:nvPr/>
        </p:nvSpPr>
        <p:spPr>
          <a:xfrm>
            <a:off x="11757355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維修</a:t>
            </a:r>
            <a:endParaRPr lang="en-US" sz="950" dirty="0"/>
          </a:p>
        </p:txBody>
      </p:sp>
      <p:sp>
        <p:nvSpPr>
          <p:cNvPr id="39" name="圖示 溫度"/>
          <p:cNvSpPr/>
          <p:nvPr/>
        </p:nvSpPr>
        <p:spPr>
          <a:xfrm>
            <a:off x="12631722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217273" y="149310"/>
                </a:moveTo>
                <a:cubicBezTo>
                  <a:pt x="213867" y="149310"/>
                  <a:pt x="211124" y="148121"/>
                  <a:pt x="209032" y="145767"/>
                </a:cubicBezTo>
                <a:cubicBezTo>
                  <a:pt x="206666" y="143675"/>
                  <a:pt x="205489" y="140920"/>
                  <a:pt x="205489" y="137514"/>
                </a:cubicBezTo>
                <a:cubicBezTo>
                  <a:pt x="205489" y="134108"/>
                  <a:pt x="206666" y="131365"/>
                  <a:pt x="209032" y="129262"/>
                </a:cubicBezTo>
                <a:cubicBezTo>
                  <a:pt x="211124" y="126907"/>
                  <a:pt x="213867" y="125730"/>
                  <a:pt x="217273" y="125730"/>
                </a:cubicBezTo>
                <a:lnTo>
                  <a:pt x="284070" y="125730"/>
                </a:lnTo>
                <a:cubicBezTo>
                  <a:pt x="287476" y="125730"/>
                  <a:pt x="290231" y="126907"/>
                  <a:pt x="292322" y="129262"/>
                </a:cubicBezTo>
                <a:cubicBezTo>
                  <a:pt x="294677" y="131365"/>
                  <a:pt x="295854" y="134108"/>
                  <a:pt x="295854" y="137514"/>
                </a:cubicBezTo>
                <a:cubicBezTo>
                  <a:pt x="295854" y="140920"/>
                  <a:pt x="294677" y="143801"/>
                  <a:pt x="292322" y="146167"/>
                </a:cubicBezTo>
                <a:cubicBezTo>
                  <a:pt x="290231" y="148259"/>
                  <a:pt x="287476" y="149310"/>
                  <a:pt x="284070" y="149310"/>
                </a:cubicBezTo>
                <a:lnTo>
                  <a:pt x="217273" y="149310"/>
                </a:lnTo>
                <a:close/>
                <a:moveTo>
                  <a:pt x="217273" y="102161"/>
                </a:moveTo>
                <a:cubicBezTo>
                  <a:pt x="213867" y="102161"/>
                  <a:pt x="211124" y="100973"/>
                  <a:pt x="209032" y="98618"/>
                </a:cubicBezTo>
                <a:cubicBezTo>
                  <a:pt x="206666" y="96526"/>
                  <a:pt x="205489" y="93772"/>
                  <a:pt x="205489" y="90366"/>
                </a:cubicBezTo>
                <a:cubicBezTo>
                  <a:pt x="205489" y="86959"/>
                  <a:pt x="206666" y="84216"/>
                  <a:pt x="209032" y="82113"/>
                </a:cubicBezTo>
                <a:cubicBezTo>
                  <a:pt x="211124" y="79759"/>
                  <a:pt x="213867" y="78581"/>
                  <a:pt x="217273" y="78581"/>
                </a:cubicBezTo>
                <a:lnTo>
                  <a:pt x="319434" y="78581"/>
                </a:lnTo>
                <a:cubicBezTo>
                  <a:pt x="322840" y="78581"/>
                  <a:pt x="325584" y="79759"/>
                  <a:pt x="327687" y="82113"/>
                </a:cubicBezTo>
                <a:cubicBezTo>
                  <a:pt x="330041" y="84216"/>
                  <a:pt x="331219" y="86959"/>
                  <a:pt x="331219" y="90366"/>
                </a:cubicBezTo>
                <a:cubicBezTo>
                  <a:pt x="331219" y="93772"/>
                  <a:pt x="330041" y="96652"/>
                  <a:pt x="327687" y="99018"/>
                </a:cubicBezTo>
                <a:cubicBezTo>
                  <a:pt x="325584" y="101110"/>
                  <a:pt x="322840" y="102161"/>
                  <a:pt x="319434" y="102161"/>
                </a:cubicBezTo>
                <a:lnTo>
                  <a:pt x="217273" y="102161"/>
                </a:lnTo>
                <a:close/>
                <a:moveTo>
                  <a:pt x="65620" y="308827"/>
                </a:moveTo>
                <a:cubicBezTo>
                  <a:pt x="51732" y="294940"/>
                  <a:pt x="44794" y="278046"/>
                  <a:pt x="44794" y="258135"/>
                </a:cubicBezTo>
                <a:cubicBezTo>
                  <a:pt x="44794" y="245562"/>
                  <a:pt x="47937" y="233778"/>
                  <a:pt x="54224" y="222782"/>
                </a:cubicBezTo>
                <a:cubicBezTo>
                  <a:pt x="60510" y="211512"/>
                  <a:pt x="69152" y="202482"/>
                  <a:pt x="80159" y="195670"/>
                </a:cubicBezTo>
                <a:lnTo>
                  <a:pt x="80159" y="83302"/>
                </a:lnTo>
                <a:cubicBezTo>
                  <a:pt x="80159" y="73346"/>
                  <a:pt x="83690" y="64831"/>
                  <a:pt x="90766" y="57756"/>
                </a:cubicBezTo>
                <a:cubicBezTo>
                  <a:pt x="97829" y="50681"/>
                  <a:pt x="106345" y="47149"/>
                  <a:pt x="116300" y="47149"/>
                </a:cubicBezTo>
                <a:cubicBezTo>
                  <a:pt x="126256" y="47149"/>
                  <a:pt x="134771" y="50681"/>
                  <a:pt x="141835" y="57756"/>
                </a:cubicBezTo>
                <a:cubicBezTo>
                  <a:pt x="148910" y="64831"/>
                  <a:pt x="152453" y="73346"/>
                  <a:pt x="152453" y="83302"/>
                </a:cubicBezTo>
                <a:lnTo>
                  <a:pt x="152453" y="195670"/>
                </a:lnTo>
                <a:cubicBezTo>
                  <a:pt x="163449" y="202482"/>
                  <a:pt x="172090" y="211512"/>
                  <a:pt x="178377" y="222782"/>
                </a:cubicBezTo>
                <a:cubicBezTo>
                  <a:pt x="184663" y="233778"/>
                  <a:pt x="187806" y="245562"/>
                  <a:pt x="187806" y="258135"/>
                </a:cubicBezTo>
                <a:cubicBezTo>
                  <a:pt x="187806" y="278046"/>
                  <a:pt x="180868" y="294940"/>
                  <a:pt x="166981" y="308827"/>
                </a:cubicBezTo>
                <a:cubicBezTo>
                  <a:pt x="153105" y="322703"/>
                  <a:pt x="136211" y="329653"/>
                  <a:pt x="116300" y="329653"/>
                </a:cubicBezTo>
                <a:cubicBezTo>
                  <a:pt x="96389" y="329653"/>
                  <a:pt x="79496" y="322703"/>
                  <a:pt x="65620" y="308827"/>
                </a:cubicBezTo>
                <a:close/>
                <a:moveTo>
                  <a:pt x="68363" y="258135"/>
                </a:moveTo>
                <a:lnTo>
                  <a:pt x="164238" y="258135"/>
                </a:lnTo>
                <a:cubicBezTo>
                  <a:pt x="164238" y="247665"/>
                  <a:pt x="161746" y="238361"/>
                  <a:pt x="156774" y="230246"/>
                </a:cubicBezTo>
                <a:cubicBezTo>
                  <a:pt x="151790" y="221856"/>
                  <a:pt x="145115" y="215833"/>
                  <a:pt x="136737" y="212175"/>
                </a:cubicBezTo>
                <a:lnTo>
                  <a:pt x="128873" y="208632"/>
                </a:lnTo>
                <a:lnTo>
                  <a:pt x="128873" y="83302"/>
                </a:lnTo>
                <a:cubicBezTo>
                  <a:pt x="128873" y="79633"/>
                  <a:pt x="127696" y="76615"/>
                  <a:pt x="125341" y="74261"/>
                </a:cubicBezTo>
                <a:cubicBezTo>
                  <a:pt x="122975" y="71906"/>
                  <a:pt x="119969" y="70729"/>
                  <a:pt x="116300" y="70729"/>
                </a:cubicBezTo>
                <a:cubicBezTo>
                  <a:pt x="112631" y="70729"/>
                  <a:pt x="109625" y="71906"/>
                  <a:pt x="107259" y="74261"/>
                </a:cubicBezTo>
                <a:cubicBezTo>
                  <a:pt x="104905" y="76615"/>
                  <a:pt x="103727" y="79633"/>
                  <a:pt x="103727" y="83302"/>
                </a:cubicBezTo>
                <a:lnTo>
                  <a:pt x="103727" y="208632"/>
                </a:lnTo>
                <a:lnTo>
                  <a:pt x="95875" y="212175"/>
                </a:lnTo>
                <a:cubicBezTo>
                  <a:pt x="87485" y="215833"/>
                  <a:pt x="80810" y="221856"/>
                  <a:pt x="75827" y="230246"/>
                </a:cubicBezTo>
                <a:cubicBezTo>
                  <a:pt x="70855" y="238624"/>
                  <a:pt x="68363" y="247928"/>
                  <a:pt x="68363" y="258135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圖說"/>
          <p:cNvSpPr/>
          <p:nvPr/>
        </p:nvSpPr>
        <p:spPr>
          <a:xfrm>
            <a:off x="12450756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溫度</a:t>
            </a:r>
            <a:endParaRPr lang="en-US" sz="950" dirty="0"/>
          </a:p>
        </p:txBody>
      </p:sp>
      <p:sp>
        <p:nvSpPr>
          <p:cNvPr id="41" name="圖示 用水"/>
          <p:cNvSpPr/>
          <p:nvPr/>
        </p:nvSpPr>
        <p:spPr>
          <a:xfrm>
            <a:off x="13325123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99018" y="308827"/>
                </a:moveTo>
                <a:cubicBezTo>
                  <a:pt x="74912" y="284207"/>
                  <a:pt x="62865" y="253552"/>
                  <a:pt x="62865" y="216884"/>
                </a:cubicBezTo>
                <a:cubicBezTo>
                  <a:pt x="62865" y="200116"/>
                  <a:pt x="66660" y="183486"/>
                  <a:pt x="74261" y="166981"/>
                </a:cubicBezTo>
                <a:cubicBezTo>
                  <a:pt x="81850" y="150487"/>
                  <a:pt x="91417" y="134634"/>
                  <a:pt x="102939" y="119443"/>
                </a:cubicBezTo>
                <a:cubicBezTo>
                  <a:pt x="114209" y="104253"/>
                  <a:pt x="126519" y="90103"/>
                  <a:pt x="139880" y="77015"/>
                </a:cubicBezTo>
                <a:cubicBezTo>
                  <a:pt x="152968" y="63654"/>
                  <a:pt x="165278" y="51869"/>
                  <a:pt x="176811" y="41651"/>
                </a:cubicBezTo>
                <a:cubicBezTo>
                  <a:pt x="178639" y="40074"/>
                  <a:pt x="180605" y="39033"/>
                  <a:pt x="182697" y="38508"/>
                </a:cubicBezTo>
                <a:cubicBezTo>
                  <a:pt x="184537" y="37719"/>
                  <a:pt x="186503" y="37330"/>
                  <a:pt x="188595" y="37330"/>
                </a:cubicBezTo>
                <a:cubicBezTo>
                  <a:pt x="190687" y="37330"/>
                  <a:pt x="192790" y="37719"/>
                  <a:pt x="194882" y="38508"/>
                </a:cubicBezTo>
                <a:cubicBezTo>
                  <a:pt x="196710" y="39033"/>
                  <a:pt x="198551" y="40074"/>
                  <a:pt x="200379" y="41651"/>
                </a:cubicBezTo>
                <a:cubicBezTo>
                  <a:pt x="211912" y="51869"/>
                  <a:pt x="224348" y="63654"/>
                  <a:pt x="237710" y="77015"/>
                </a:cubicBezTo>
                <a:cubicBezTo>
                  <a:pt x="250808" y="90103"/>
                  <a:pt x="263119" y="104253"/>
                  <a:pt x="274640" y="119443"/>
                </a:cubicBezTo>
                <a:cubicBezTo>
                  <a:pt x="285910" y="134634"/>
                  <a:pt x="295340" y="150487"/>
                  <a:pt x="302929" y="166981"/>
                </a:cubicBezTo>
                <a:cubicBezTo>
                  <a:pt x="310530" y="183486"/>
                  <a:pt x="314325" y="200116"/>
                  <a:pt x="314325" y="216884"/>
                </a:cubicBezTo>
                <a:cubicBezTo>
                  <a:pt x="314325" y="253552"/>
                  <a:pt x="302404" y="284207"/>
                  <a:pt x="278572" y="308827"/>
                </a:cubicBezTo>
                <a:cubicBezTo>
                  <a:pt x="254478" y="333447"/>
                  <a:pt x="224485" y="345758"/>
                  <a:pt x="188595" y="345758"/>
                </a:cubicBezTo>
                <a:cubicBezTo>
                  <a:pt x="152705" y="345758"/>
                  <a:pt x="122850" y="333447"/>
                  <a:pt x="99018" y="308827"/>
                </a:cubicBezTo>
                <a:close/>
                <a:moveTo>
                  <a:pt x="261678" y="292322"/>
                </a:moveTo>
                <a:cubicBezTo>
                  <a:pt x="281064" y="272148"/>
                  <a:pt x="290756" y="247002"/>
                  <a:pt x="290756" y="216884"/>
                </a:cubicBezTo>
                <a:cubicBezTo>
                  <a:pt x="290756" y="196196"/>
                  <a:pt x="282104" y="172753"/>
                  <a:pt x="264822" y="146555"/>
                </a:cubicBezTo>
                <a:cubicBezTo>
                  <a:pt x="247265" y="120095"/>
                  <a:pt x="221856" y="92206"/>
                  <a:pt x="188595" y="62865"/>
                </a:cubicBezTo>
                <a:cubicBezTo>
                  <a:pt x="155334" y="92206"/>
                  <a:pt x="130051" y="120095"/>
                  <a:pt x="112768" y="146555"/>
                </a:cubicBezTo>
                <a:cubicBezTo>
                  <a:pt x="95212" y="172753"/>
                  <a:pt x="86445" y="196196"/>
                  <a:pt x="86445" y="216884"/>
                </a:cubicBezTo>
                <a:cubicBezTo>
                  <a:pt x="86445" y="247002"/>
                  <a:pt x="96126" y="272148"/>
                  <a:pt x="115512" y="292322"/>
                </a:cubicBezTo>
                <a:cubicBezTo>
                  <a:pt x="134897" y="312233"/>
                  <a:pt x="159254" y="322189"/>
                  <a:pt x="188595" y="322189"/>
                </a:cubicBezTo>
                <a:cubicBezTo>
                  <a:pt x="217936" y="322189"/>
                  <a:pt x="242293" y="312233"/>
                  <a:pt x="261678" y="292322"/>
                </a:cubicBezTo>
                <a:close/>
                <a:moveTo>
                  <a:pt x="188595" y="188595"/>
                </a:moveTo>
                <a:close/>
                <a:moveTo>
                  <a:pt x="188206" y="295466"/>
                </a:moveTo>
                <a:cubicBezTo>
                  <a:pt x="192390" y="295466"/>
                  <a:pt x="195670" y="294814"/>
                  <a:pt x="198025" y="293500"/>
                </a:cubicBezTo>
                <a:cubicBezTo>
                  <a:pt x="200116" y="291934"/>
                  <a:pt x="201168" y="289705"/>
                  <a:pt x="201168" y="286824"/>
                </a:cubicBezTo>
                <a:cubicBezTo>
                  <a:pt x="201168" y="283944"/>
                  <a:pt x="200116" y="281715"/>
                  <a:pt x="198025" y="280138"/>
                </a:cubicBezTo>
                <a:cubicBezTo>
                  <a:pt x="195670" y="278572"/>
                  <a:pt x="192264" y="277783"/>
                  <a:pt x="187806" y="277783"/>
                </a:cubicBezTo>
                <a:cubicBezTo>
                  <a:pt x="176811" y="277783"/>
                  <a:pt x="165678" y="274377"/>
                  <a:pt x="154408" y="267565"/>
                </a:cubicBezTo>
                <a:cubicBezTo>
                  <a:pt x="142886" y="260501"/>
                  <a:pt x="135548" y="248191"/>
                  <a:pt x="132405" y="230635"/>
                </a:cubicBezTo>
                <a:cubicBezTo>
                  <a:pt x="131891" y="228280"/>
                  <a:pt x="130702" y="226440"/>
                  <a:pt x="128873" y="225137"/>
                </a:cubicBezTo>
                <a:cubicBezTo>
                  <a:pt x="127044" y="223559"/>
                  <a:pt x="125078" y="222782"/>
                  <a:pt x="122975" y="222782"/>
                </a:cubicBezTo>
                <a:cubicBezTo>
                  <a:pt x="120095" y="222782"/>
                  <a:pt x="117878" y="223959"/>
                  <a:pt x="116300" y="226314"/>
                </a:cubicBezTo>
                <a:cubicBezTo>
                  <a:pt x="114734" y="228406"/>
                  <a:pt x="114209" y="230635"/>
                  <a:pt x="114734" y="232989"/>
                </a:cubicBezTo>
                <a:cubicBezTo>
                  <a:pt x="118655" y="254992"/>
                  <a:pt x="127959" y="270971"/>
                  <a:pt x="142624" y="280927"/>
                </a:cubicBezTo>
                <a:cubicBezTo>
                  <a:pt x="157288" y="290619"/>
                  <a:pt x="172490" y="295466"/>
                  <a:pt x="188206" y="295466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圖說"/>
          <p:cNvSpPr/>
          <p:nvPr/>
        </p:nvSpPr>
        <p:spPr>
          <a:xfrm>
            <a:off x="13144157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用水</a:t>
            </a:r>
            <a:endParaRPr lang="en-US" sz="950" dirty="0"/>
          </a:p>
        </p:txBody>
      </p:sp>
      <p:sp>
        <p:nvSpPr>
          <p:cNvPr id="43" name="圖示 庫存"/>
          <p:cNvSpPr/>
          <p:nvPr/>
        </p:nvSpPr>
        <p:spPr>
          <a:xfrm>
            <a:off x="14018524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70729" y="345758"/>
                </a:moveTo>
                <a:cubicBezTo>
                  <a:pt x="64179" y="345758"/>
                  <a:pt x="58670" y="343403"/>
                  <a:pt x="54224" y="338682"/>
                </a:cubicBezTo>
                <a:cubicBezTo>
                  <a:pt x="49503" y="334236"/>
                  <a:pt x="47149" y="328727"/>
                  <a:pt x="47149" y="322189"/>
                </a:cubicBezTo>
                <a:lnTo>
                  <a:pt x="47149" y="132405"/>
                </a:lnTo>
                <a:cubicBezTo>
                  <a:pt x="42691" y="130839"/>
                  <a:pt x="39033" y="128085"/>
                  <a:pt x="36153" y="124164"/>
                </a:cubicBezTo>
                <a:cubicBezTo>
                  <a:pt x="33010" y="119969"/>
                  <a:pt x="31433" y="115249"/>
                  <a:pt x="31433" y="110014"/>
                </a:cubicBezTo>
                <a:lnTo>
                  <a:pt x="31433" y="55013"/>
                </a:lnTo>
                <a:cubicBezTo>
                  <a:pt x="31433" y="48463"/>
                  <a:pt x="33787" y="42954"/>
                  <a:pt x="38508" y="38508"/>
                </a:cubicBezTo>
                <a:cubicBezTo>
                  <a:pt x="42954" y="33787"/>
                  <a:pt x="48463" y="31433"/>
                  <a:pt x="55013" y="31433"/>
                </a:cubicBezTo>
                <a:lnTo>
                  <a:pt x="322189" y="31433"/>
                </a:lnTo>
                <a:cubicBezTo>
                  <a:pt x="328727" y="31433"/>
                  <a:pt x="334236" y="33787"/>
                  <a:pt x="338682" y="38508"/>
                </a:cubicBezTo>
                <a:cubicBezTo>
                  <a:pt x="343403" y="42954"/>
                  <a:pt x="345758" y="48463"/>
                  <a:pt x="345758" y="55013"/>
                </a:cubicBezTo>
                <a:lnTo>
                  <a:pt x="345758" y="110014"/>
                </a:lnTo>
                <a:cubicBezTo>
                  <a:pt x="345758" y="115249"/>
                  <a:pt x="344317" y="119969"/>
                  <a:pt x="341437" y="124164"/>
                </a:cubicBezTo>
                <a:cubicBezTo>
                  <a:pt x="338294" y="128085"/>
                  <a:pt x="334499" y="130839"/>
                  <a:pt x="330041" y="132405"/>
                </a:cubicBezTo>
                <a:lnTo>
                  <a:pt x="330041" y="322189"/>
                </a:lnTo>
                <a:cubicBezTo>
                  <a:pt x="330041" y="328727"/>
                  <a:pt x="327687" y="334236"/>
                  <a:pt x="322966" y="338682"/>
                </a:cubicBezTo>
                <a:cubicBezTo>
                  <a:pt x="318520" y="343403"/>
                  <a:pt x="313011" y="345758"/>
                  <a:pt x="306473" y="345758"/>
                </a:cubicBezTo>
                <a:lnTo>
                  <a:pt x="70729" y="345758"/>
                </a:lnTo>
                <a:close/>
                <a:moveTo>
                  <a:pt x="70729" y="133594"/>
                </a:moveTo>
                <a:lnTo>
                  <a:pt x="70729" y="322189"/>
                </a:lnTo>
                <a:lnTo>
                  <a:pt x="306473" y="322189"/>
                </a:lnTo>
                <a:lnTo>
                  <a:pt x="306473" y="133594"/>
                </a:lnTo>
                <a:lnTo>
                  <a:pt x="70729" y="133594"/>
                </a:lnTo>
                <a:close/>
                <a:moveTo>
                  <a:pt x="55013" y="110014"/>
                </a:moveTo>
                <a:lnTo>
                  <a:pt x="322189" y="110014"/>
                </a:lnTo>
                <a:lnTo>
                  <a:pt x="322189" y="55013"/>
                </a:lnTo>
                <a:lnTo>
                  <a:pt x="55013" y="55013"/>
                </a:lnTo>
                <a:lnTo>
                  <a:pt x="55013" y="110014"/>
                </a:lnTo>
                <a:close/>
                <a:moveTo>
                  <a:pt x="153231" y="212175"/>
                </a:moveTo>
                <a:lnTo>
                  <a:pt x="223959" y="212175"/>
                </a:lnTo>
                <a:cubicBezTo>
                  <a:pt x="227366" y="212175"/>
                  <a:pt x="230109" y="210986"/>
                  <a:pt x="232212" y="208632"/>
                </a:cubicBezTo>
                <a:cubicBezTo>
                  <a:pt x="234566" y="206540"/>
                  <a:pt x="235744" y="203785"/>
                  <a:pt x="235744" y="200379"/>
                </a:cubicBezTo>
                <a:cubicBezTo>
                  <a:pt x="235744" y="196973"/>
                  <a:pt x="234566" y="194230"/>
                  <a:pt x="232212" y="192127"/>
                </a:cubicBezTo>
                <a:cubicBezTo>
                  <a:pt x="230109" y="189772"/>
                  <a:pt x="227366" y="188595"/>
                  <a:pt x="223959" y="188595"/>
                </a:cubicBezTo>
                <a:lnTo>
                  <a:pt x="153231" y="188595"/>
                </a:lnTo>
                <a:cubicBezTo>
                  <a:pt x="149824" y="188595"/>
                  <a:pt x="147081" y="189772"/>
                  <a:pt x="144978" y="192127"/>
                </a:cubicBezTo>
                <a:cubicBezTo>
                  <a:pt x="142624" y="194230"/>
                  <a:pt x="141446" y="196973"/>
                  <a:pt x="141446" y="200379"/>
                </a:cubicBezTo>
                <a:cubicBezTo>
                  <a:pt x="141446" y="203785"/>
                  <a:pt x="142624" y="206666"/>
                  <a:pt x="144978" y="209032"/>
                </a:cubicBezTo>
                <a:cubicBezTo>
                  <a:pt x="147081" y="211124"/>
                  <a:pt x="149824" y="212175"/>
                  <a:pt x="153231" y="212175"/>
                </a:cubicBezTo>
                <a:close/>
                <a:moveTo>
                  <a:pt x="188595" y="227891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圖說"/>
          <p:cNvSpPr/>
          <p:nvPr/>
        </p:nvSpPr>
        <p:spPr>
          <a:xfrm>
            <a:off x="13837558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庫存</a:t>
            </a:r>
            <a:endParaRPr lang="en-US" sz="950" dirty="0"/>
          </a:p>
        </p:txBody>
      </p:sp>
      <p:sp>
        <p:nvSpPr>
          <p:cNvPr id="45" name="圖示 包裝"/>
          <p:cNvSpPr/>
          <p:nvPr/>
        </p:nvSpPr>
        <p:spPr>
          <a:xfrm>
            <a:off x="843905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76811" y="316680"/>
                </a:moveTo>
                <a:lnTo>
                  <a:pt x="176811" y="195270"/>
                </a:lnTo>
                <a:lnTo>
                  <a:pt x="70729" y="133982"/>
                </a:lnTo>
                <a:lnTo>
                  <a:pt x="70729" y="255392"/>
                </a:lnTo>
                <a:lnTo>
                  <a:pt x="176811" y="316680"/>
                </a:lnTo>
                <a:close/>
                <a:moveTo>
                  <a:pt x="200379" y="316680"/>
                </a:moveTo>
                <a:lnTo>
                  <a:pt x="306473" y="255392"/>
                </a:lnTo>
                <a:lnTo>
                  <a:pt x="306473" y="133594"/>
                </a:lnTo>
                <a:lnTo>
                  <a:pt x="200379" y="195270"/>
                </a:lnTo>
                <a:lnTo>
                  <a:pt x="200379" y="316680"/>
                </a:lnTo>
                <a:close/>
                <a:moveTo>
                  <a:pt x="176811" y="343792"/>
                </a:moveTo>
                <a:lnTo>
                  <a:pt x="58933" y="275817"/>
                </a:lnTo>
                <a:cubicBezTo>
                  <a:pt x="55264" y="273726"/>
                  <a:pt x="52384" y="270845"/>
                  <a:pt x="50292" y="267176"/>
                </a:cubicBezTo>
                <a:cubicBezTo>
                  <a:pt x="48200" y="263507"/>
                  <a:pt x="47149" y="259575"/>
                  <a:pt x="47149" y="255392"/>
                </a:cubicBezTo>
                <a:lnTo>
                  <a:pt x="47149" y="121798"/>
                </a:lnTo>
                <a:cubicBezTo>
                  <a:pt x="47149" y="117615"/>
                  <a:pt x="48200" y="113683"/>
                  <a:pt x="50292" y="110014"/>
                </a:cubicBezTo>
                <a:cubicBezTo>
                  <a:pt x="52384" y="106345"/>
                  <a:pt x="55264" y="103464"/>
                  <a:pt x="58933" y="101373"/>
                </a:cubicBezTo>
                <a:lnTo>
                  <a:pt x="176811" y="33398"/>
                </a:lnTo>
                <a:cubicBezTo>
                  <a:pt x="180480" y="31307"/>
                  <a:pt x="184400" y="30255"/>
                  <a:pt x="188595" y="30255"/>
                </a:cubicBezTo>
                <a:cubicBezTo>
                  <a:pt x="192790" y="30255"/>
                  <a:pt x="196710" y="31307"/>
                  <a:pt x="200379" y="33398"/>
                </a:cubicBezTo>
                <a:lnTo>
                  <a:pt x="318257" y="101373"/>
                </a:lnTo>
                <a:cubicBezTo>
                  <a:pt x="321926" y="103464"/>
                  <a:pt x="324806" y="106345"/>
                  <a:pt x="326898" y="110014"/>
                </a:cubicBezTo>
                <a:cubicBezTo>
                  <a:pt x="328990" y="113683"/>
                  <a:pt x="330041" y="117615"/>
                  <a:pt x="330041" y="121798"/>
                </a:cubicBezTo>
                <a:lnTo>
                  <a:pt x="330041" y="255392"/>
                </a:lnTo>
                <a:cubicBezTo>
                  <a:pt x="330041" y="259575"/>
                  <a:pt x="328990" y="263507"/>
                  <a:pt x="326898" y="267176"/>
                </a:cubicBezTo>
                <a:cubicBezTo>
                  <a:pt x="324806" y="270845"/>
                  <a:pt x="321926" y="273726"/>
                  <a:pt x="318257" y="275817"/>
                </a:cubicBezTo>
                <a:lnTo>
                  <a:pt x="200379" y="343792"/>
                </a:lnTo>
                <a:cubicBezTo>
                  <a:pt x="196710" y="345883"/>
                  <a:pt x="192790" y="346935"/>
                  <a:pt x="188595" y="346935"/>
                </a:cubicBezTo>
                <a:cubicBezTo>
                  <a:pt x="184400" y="346935"/>
                  <a:pt x="180480" y="345883"/>
                  <a:pt x="176811" y="343792"/>
                </a:cubicBezTo>
                <a:close/>
                <a:moveTo>
                  <a:pt x="253037" y="137514"/>
                </a:moveTo>
                <a:lnTo>
                  <a:pt x="293111" y="114334"/>
                </a:lnTo>
                <a:lnTo>
                  <a:pt x="188595" y="53824"/>
                </a:lnTo>
                <a:lnTo>
                  <a:pt x="148521" y="77015"/>
                </a:lnTo>
                <a:lnTo>
                  <a:pt x="253037" y="137514"/>
                </a:lnTo>
                <a:close/>
                <a:moveTo>
                  <a:pt x="188595" y="175233"/>
                </a:moveTo>
                <a:lnTo>
                  <a:pt x="229457" y="151265"/>
                </a:lnTo>
                <a:lnTo>
                  <a:pt x="124553" y="90766"/>
                </a:lnTo>
                <a:lnTo>
                  <a:pt x="83690" y="114334"/>
                </a:lnTo>
                <a:lnTo>
                  <a:pt x="188595" y="175233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圖說"/>
          <p:cNvSpPr/>
          <p:nvPr/>
        </p:nvSpPr>
        <p:spPr>
          <a:xfrm>
            <a:off x="662940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包裝</a:t>
            </a:r>
            <a:endParaRPr lang="en-US" sz="950" dirty="0"/>
          </a:p>
        </p:txBody>
      </p:sp>
      <p:sp>
        <p:nvSpPr>
          <p:cNvPr id="47" name="圖示 模組"/>
          <p:cNvSpPr/>
          <p:nvPr/>
        </p:nvSpPr>
        <p:spPr>
          <a:xfrm>
            <a:off x="1537306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76811" y="316680"/>
                </a:moveTo>
                <a:lnTo>
                  <a:pt x="176811" y="195270"/>
                </a:lnTo>
                <a:lnTo>
                  <a:pt x="70729" y="133982"/>
                </a:lnTo>
                <a:lnTo>
                  <a:pt x="70729" y="255392"/>
                </a:lnTo>
                <a:lnTo>
                  <a:pt x="176811" y="316680"/>
                </a:lnTo>
                <a:close/>
                <a:moveTo>
                  <a:pt x="200379" y="316680"/>
                </a:moveTo>
                <a:lnTo>
                  <a:pt x="306473" y="255392"/>
                </a:lnTo>
                <a:lnTo>
                  <a:pt x="306473" y="133594"/>
                </a:lnTo>
                <a:lnTo>
                  <a:pt x="200379" y="195270"/>
                </a:lnTo>
                <a:lnTo>
                  <a:pt x="200379" y="316680"/>
                </a:lnTo>
                <a:close/>
                <a:moveTo>
                  <a:pt x="188595" y="175233"/>
                </a:moveTo>
                <a:lnTo>
                  <a:pt x="293111" y="114334"/>
                </a:lnTo>
                <a:lnTo>
                  <a:pt x="188595" y="53824"/>
                </a:lnTo>
                <a:lnTo>
                  <a:pt x="83690" y="114334"/>
                </a:lnTo>
                <a:lnTo>
                  <a:pt x="188595" y="175233"/>
                </a:lnTo>
                <a:close/>
                <a:moveTo>
                  <a:pt x="58933" y="275817"/>
                </a:moveTo>
                <a:cubicBezTo>
                  <a:pt x="55264" y="273726"/>
                  <a:pt x="52384" y="270845"/>
                  <a:pt x="50292" y="267176"/>
                </a:cubicBezTo>
                <a:cubicBezTo>
                  <a:pt x="48200" y="263507"/>
                  <a:pt x="47149" y="259575"/>
                  <a:pt x="47149" y="255392"/>
                </a:cubicBezTo>
                <a:lnTo>
                  <a:pt x="47149" y="121798"/>
                </a:lnTo>
                <a:cubicBezTo>
                  <a:pt x="47149" y="117615"/>
                  <a:pt x="48200" y="113683"/>
                  <a:pt x="50292" y="110014"/>
                </a:cubicBezTo>
                <a:cubicBezTo>
                  <a:pt x="52384" y="106345"/>
                  <a:pt x="55264" y="103464"/>
                  <a:pt x="58933" y="101373"/>
                </a:cubicBezTo>
                <a:lnTo>
                  <a:pt x="176811" y="33398"/>
                </a:lnTo>
                <a:cubicBezTo>
                  <a:pt x="180480" y="31307"/>
                  <a:pt x="184400" y="30255"/>
                  <a:pt x="188595" y="30255"/>
                </a:cubicBezTo>
                <a:cubicBezTo>
                  <a:pt x="192790" y="30255"/>
                  <a:pt x="196710" y="31307"/>
                  <a:pt x="200379" y="33398"/>
                </a:cubicBezTo>
                <a:lnTo>
                  <a:pt x="318257" y="101373"/>
                </a:lnTo>
                <a:cubicBezTo>
                  <a:pt x="321926" y="103464"/>
                  <a:pt x="324806" y="106345"/>
                  <a:pt x="326898" y="110014"/>
                </a:cubicBezTo>
                <a:cubicBezTo>
                  <a:pt x="328990" y="113683"/>
                  <a:pt x="330041" y="117615"/>
                  <a:pt x="330041" y="121798"/>
                </a:cubicBezTo>
                <a:lnTo>
                  <a:pt x="330041" y="255392"/>
                </a:lnTo>
                <a:cubicBezTo>
                  <a:pt x="330041" y="259575"/>
                  <a:pt x="328990" y="263507"/>
                  <a:pt x="326898" y="267176"/>
                </a:cubicBezTo>
                <a:cubicBezTo>
                  <a:pt x="324806" y="270845"/>
                  <a:pt x="321926" y="273726"/>
                  <a:pt x="318257" y="275817"/>
                </a:cubicBezTo>
                <a:lnTo>
                  <a:pt x="200379" y="343792"/>
                </a:lnTo>
                <a:cubicBezTo>
                  <a:pt x="196710" y="345883"/>
                  <a:pt x="192790" y="346935"/>
                  <a:pt x="188595" y="346935"/>
                </a:cubicBezTo>
                <a:cubicBezTo>
                  <a:pt x="184400" y="346935"/>
                  <a:pt x="180480" y="345883"/>
                  <a:pt x="176811" y="343792"/>
                </a:cubicBezTo>
                <a:lnTo>
                  <a:pt x="58933" y="275817"/>
                </a:ln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圖說"/>
          <p:cNvSpPr/>
          <p:nvPr/>
        </p:nvSpPr>
        <p:spPr>
          <a:xfrm>
            <a:off x="1356341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</a:t>
            </a:r>
            <a:endParaRPr lang="en-US" sz="950" dirty="0"/>
          </a:p>
        </p:txBody>
      </p:sp>
      <p:sp>
        <p:nvSpPr>
          <p:cNvPr id="49" name="圖示 已驗證"/>
          <p:cNvSpPr/>
          <p:nvPr/>
        </p:nvSpPr>
        <p:spPr>
          <a:xfrm>
            <a:off x="2230707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71701" y="207066"/>
                </a:moveTo>
                <a:lnTo>
                  <a:pt x="143024" y="177199"/>
                </a:lnTo>
                <a:cubicBezTo>
                  <a:pt x="140658" y="174582"/>
                  <a:pt x="137777" y="173267"/>
                  <a:pt x="134371" y="173267"/>
                </a:cubicBezTo>
                <a:cubicBezTo>
                  <a:pt x="130965" y="173267"/>
                  <a:pt x="127959" y="174456"/>
                  <a:pt x="125341" y="176811"/>
                </a:cubicBezTo>
                <a:cubicBezTo>
                  <a:pt x="122712" y="179428"/>
                  <a:pt x="121409" y="182434"/>
                  <a:pt x="121409" y="185840"/>
                </a:cubicBezTo>
                <a:cubicBezTo>
                  <a:pt x="121409" y="189247"/>
                  <a:pt x="122712" y="192264"/>
                  <a:pt x="125341" y="194882"/>
                </a:cubicBezTo>
                <a:lnTo>
                  <a:pt x="163449" y="232600"/>
                </a:lnTo>
                <a:cubicBezTo>
                  <a:pt x="165804" y="234955"/>
                  <a:pt x="168558" y="236132"/>
                  <a:pt x="171701" y="236132"/>
                </a:cubicBezTo>
                <a:cubicBezTo>
                  <a:pt x="174845" y="236132"/>
                  <a:pt x="177599" y="234955"/>
                  <a:pt x="179954" y="232600"/>
                </a:cubicBezTo>
                <a:lnTo>
                  <a:pt x="251849" y="161094"/>
                </a:lnTo>
                <a:cubicBezTo>
                  <a:pt x="254215" y="158740"/>
                  <a:pt x="255392" y="155848"/>
                  <a:pt x="255392" y="152453"/>
                </a:cubicBezTo>
                <a:cubicBezTo>
                  <a:pt x="255392" y="149047"/>
                  <a:pt x="254077" y="146167"/>
                  <a:pt x="251460" y="143801"/>
                </a:cubicBezTo>
                <a:cubicBezTo>
                  <a:pt x="249105" y="141709"/>
                  <a:pt x="246351" y="140795"/>
                  <a:pt x="243208" y="141058"/>
                </a:cubicBezTo>
                <a:cubicBezTo>
                  <a:pt x="239801" y="141058"/>
                  <a:pt x="237058" y="142098"/>
                  <a:pt x="234955" y="144201"/>
                </a:cubicBezTo>
                <a:lnTo>
                  <a:pt x="171701" y="207066"/>
                </a:lnTo>
                <a:close/>
                <a:moveTo>
                  <a:pt x="130451" y="344192"/>
                </a:moveTo>
                <a:lnTo>
                  <a:pt x="106082" y="302541"/>
                </a:lnTo>
                <a:lnTo>
                  <a:pt x="57367" y="292711"/>
                </a:lnTo>
                <a:cubicBezTo>
                  <a:pt x="54487" y="292197"/>
                  <a:pt x="52121" y="290619"/>
                  <a:pt x="50292" y="288002"/>
                </a:cubicBezTo>
                <a:cubicBezTo>
                  <a:pt x="48200" y="285384"/>
                  <a:pt x="47412" y="282630"/>
                  <a:pt x="47937" y="279749"/>
                </a:cubicBezTo>
                <a:lnTo>
                  <a:pt x="53435" y="232600"/>
                </a:lnTo>
                <a:lnTo>
                  <a:pt x="22391" y="196459"/>
                </a:lnTo>
                <a:cubicBezTo>
                  <a:pt x="20300" y="194356"/>
                  <a:pt x="19248" y="191738"/>
                  <a:pt x="19248" y="188595"/>
                </a:cubicBezTo>
                <a:cubicBezTo>
                  <a:pt x="19248" y="185452"/>
                  <a:pt x="20300" y="182834"/>
                  <a:pt x="22391" y="180743"/>
                </a:cubicBezTo>
                <a:lnTo>
                  <a:pt x="53435" y="144978"/>
                </a:lnTo>
                <a:lnTo>
                  <a:pt x="47937" y="97829"/>
                </a:lnTo>
                <a:cubicBezTo>
                  <a:pt x="47412" y="94949"/>
                  <a:pt x="48200" y="92206"/>
                  <a:pt x="50292" y="89588"/>
                </a:cubicBezTo>
                <a:cubicBezTo>
                  <a:pt x="52121" y="86959"/>
                  <a:pt x="54487" y="85394"/>
                  <a:pt x="57367" y="84868"/>
                </a:cubicBezTo>
                <a:lnTo>
                  <a:pt x="106082" y="75049"/>
                </a:lnTo>
                <a:lnTo>
                  <a:pt x="130451" y="33010"/>
                </a:lnTo>
                <a:cubicBezTo>
                  <a:pt x="132017" y="30381"/>
                  <a:pt x="134245" y="28552"/>
                  <a:pt x="137126" y="27501"/>
                </a:cubicBezTo>
                <a:cubicBezTo>
                  <a:pt x="140006" y="26460"/>
                  <a:pt x="142886" y="26586"/>
                  <a:pt x="145767" y="27901"/>
                </a:cubicBezTo>
                <a:lnTo>
                  <a:pt x="188595" y="47937"/>
                </a:lnTo>
                <a:lnTo>
                  <a:pt x="231423" y="27901"/>
                </a:lnTo>
                <a:cubicBezTo>
                  <a:pt x="234304" y="26586"/>
                  <a:pt x="237184" y="26460"/>
                  <a:pt x="240064" y="27501"/>
                </a:cubicBezTo>
                <a:cubicBezTo>
                  <a:pt x="242945" y="28289"/>
                  <a:pt x="245174" y="29992"/>
                  <a:pt x="246751" y="32610"/>
                </a:cubicBezTo>
                <a:lnTo>
                  <a:pt x="271497" y="75049"/>
                </a:lnTo>
                <a:lnTo>
                  <a:pt x="319823" y="84868"/>
                </a:lnTo>
                <a:cubicBezTo>
                  <a:pt x="322703" y="85394"/>
                  <a:pt x="325195" y="86959"/>
                  <a:pt x="327287" y="89588"/>
                </a:cubicBezTo>
                <a:cubicBezTo>
                  <a:pt x="329127" y="92206"/>
                  <a:pt x="329778" y="94949"/>
                  <a:pt x="329253" y="97829"/>
                </a:cubicBezTo>
                <a:lnTo>
                  <a:pt x="323755" y="144978"/>
                </a:lnTo>
                <a:lnTo>
                  <a:pt x="354799" y="180743"/>
                </a:lnTo>
                <a:cubicBezTo>
                  <a:pt x="356890" y="182834"/>
                  <a:pt x="357942" y="185452"/>
                  <a:pt x="357942" y="188595"/>
                </a:cubicBezTo>
                <a:cubicBezTo>
                  <a:pt x="357942" y="191738"/>
                  <a:pt x="356890" y="194356"/>
                  <a:pt x="354799" y="196459"/>
                </a:cubicBezTo>
                <a:lnTo>
                  <a:pt x="323755" y="232600"/>
                </a:lnTo>
                <a:lnTo>
                  <a:pt x="329253" y="279749"/>
                </a:lnTo>
                <a:cubicBezTo>
                  <a:pt x="329778" y="282630"/>
                  <a:pt x="329127" y="285384"/>
                  <a:pt x="327287" y="288002"/>
                </a:cubicBezTo>
                <a:cubicBezTo>
                  <a:pt x="325195" y="290619"/>
                  <a:pt x="322703" y="292197"/>
                  <a:pt x="319823" y="292711"/>
                </a:cubicBezTo>
                <a:lnTo>
                  <a:pt x="271497" y="302541"/>
                </a:lnTo>
                <a:lnTo>
                  <a:pt x="246751" y="344580"/>
                </a:lnTo>
                <a:cubicBezTo>
                  <a:pt x="245174" y="347198"/>
                  <a:pt x="242945" y="349026"/>
                  <a:pt x="240064" y="350078"/>
                </a:cubicBezTo>
                <a:cubicBezTo>
                  <a:pt x="237184" y="350867"/>
                  <a:pt x="234304" y="350604"/>
                  <a:pt x="231423" y="349289"/>
                </a:cubicBezTo>
                <a:lnTo>
                  <a:pt x="188595" y="329253"/>
                </a:lnTo>
                <a:lnTo>
                  <a:pt x="145767" y="349289"/>
                </a:lnTo>
                <a:cubicBezTo>
                  <a:pt x="142886" y="350604"/>
                  <a:pt x="140006" y="350730"/>
                  <a:pt x="137126" y="349689"/>
                </a:cubicBezTo>
                <a:cubicBezTo>
                  <a:pt x="134245" y="348638"/>
                  <a:pt x="132017" y="346809"/>
                  <a:pt x="130451" y="344192"/>
                </a:cubicBezTo>
                <a:close/>
                <a:moveTo>
                  <a:pt x="146555" y="322577"/>
                </a:moveTo>
                <a:lnTo>
                  <a:pt x="188595" y="304895"/>
                </a:lnTo>
                <a:lnTo>
                  <a:pt x="231812" y="322577"/>
                </a:lnTo>
                <a:lnTo>
                  <a:pt x="258135" y="283281"/>
                </a:lnTo>
                <a:lnTo>
                  <a:pt x="304107" y="271497"/>
                </a:lnTo>
                <a:lnTo>
                  <a:pt x="299397" y="224748"/>
                </a:lnTo>
                <a:lnTo>
                  <a:pt x="331219" y="188595"/>
                </a:lnTo>
                <a:lnTo>
                  <a:pt x="299397" y="151665"/>
                </a:lnTo>
                <a:lnTo>
                  <a:pt x="304107" y="104905"/>
                </a:lnTo>
                <a:lnTo>
                  <a:pt x="258135" y="93909"/>
                </a:lnTo>
                <a:lnTo>
                  <a:pt x="231035" y="54613"/>
                </a:lnTo>
                <a:lnTo>
                  <a:pt x="188595" y="72295"/>
                </a:lnTo>
                <a:lnTo>
                  <a:pt x="145378" y="54613"/>
                </a:lnTo>
                <a:lnTo>
                  <a:pt x="119055" y="93909"/>
                </a:lnTo>
                <a:lnTo>
                  <a:pt x="73083" y="104905"/>
                </a:lnTo>
                <a:lnTo>
                  <a:pt x="77793" y="151665"/>
                </a:lnTo>
                <a:lnTo>
                  <a:pt x="45971" y="188595"/>
                </a:lnTo>
                <a:lnTo>
                  <a:pt x="77793" y="224748"/>
                </a:lnTo>
                <a:lnTo>
                  <a:pt x="73083" y="272285"/>
                </a:lnTo>
                <a:lnTo>
                  <a:pt x="119055" y="283281"/>
                </a:lnTo>
                <a:lnTo>
                  <a:pt x="146555" y="322577"/>
                </a:ln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圖說"/>
          <p:cNvSpPr/>
          <p:nvPr/>
        </p:nvSpPr>
        <p:spPr>
          <a:xfrm>
            <a:off x="2049742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已驗證</a:t>
            </a:r>
            <a:endParaRPr lang="en-US" sz="950" dirty="0"/>
          </a:p>
        </p:txBody>
      </p:sp>
      <p:sp>
        <p:nvSpPr>
          <p:cNvPr id="51" name="圖示 達成"/>
          <p:cNvSpPr/>
          <p:nvPr/>
        </p:nvSpPr>
        <p:spPr>
          <a:xfrm>
            <a:off x="2924108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595" y="345758"/>
                </a:moveTo>
                <a:cubicBezTo>
                  <a:pt x="166329" y="345758"/>
                  <a:pt x="145641" y="341826"/>
                  <a:pt x="126519" y="333973"/>
                </a:cubicBezTo>
                <a:cubicBezTo>
                  <a:pt x="107396" y="325846"/>
                  <a:pt x="90766" y="314714"/>
                  <a:pt x="76615" y="300575"/>
                </a:cubicBezTo>
                <a:cubicBezTo>
                  <a:pt x="62476" y="286424"/>
                  <a:pt x="51469" y="269794"/>
                  <a:pt x="43617" y="250671"/>
                </a:cubicBezTo>
                <a:cubicBezTo>
                  <a:pt x="35490" y="231549"/>
                  <a:pt x="31433" y="210861"/>
                  <a:pt x="31433" y="188595"/>
                </a:cubicBezTo>
                <a:cubicBezTo>
                  <a:pt x="31433" y="166592"/>
                  <a:pt x="35490" y="146030"/>
                  <a:pt x="43617" y="126907"/>
                </a:cubicBezTo>
                <a:cubicBezTo>
                  <a:pt x="51469" y="107785"/>
                  <a:pt x="62476" y="91154"/>
                  <a:pt x="76615" y="77015"/>
                </a:cubicBezTo>
                <a:cubicBezTo>
                  <a:pt x="90766" y="62865"/>
                  <a:pt x="107396" y="51732"/>
                  <a:pt x="126519" y="43617"/>
                </a:cubicBezTo>
                <a:cubicBezTo>
                  <a:pt x="145641" y="35490"/>
                  <a:pt x="166329" y="31433"/>
                  <a:pt x="188595" y="31433"/>
                </a:cubicBezTo>
                <a:cubicBezTo>
                  <a:pt x="204311" y="31433"/>
                  <a:pt x="219639" y="33787"/>
                  <a:pt x="234566" y="38508"/>
                </a:cubicBezTo>
                <a:cubicBezTo>
                  <a:pt x="249494" y="42954"/>
                  <a:pt x="263507" y="49640"/>
                  <a:pt x="276606" y="58544"/>
                </a:cubicBezTo>
                <a:cubicBezTo>
                  <a:pt x="279486" y="60373"/>
                  <a:pt x="281327" y="62865"/>
                  <a:pt x="282104" y="66008"/>
                </a:cubicBezTo>
                <a:cubicBezTo>
                  <a:pt x="282630" y="69152"/>
                  <a:pt x="281841" y="72032"/>
                  <a:pt x="279749" y="74649"/>
                </a:cubicBezTo>
                <a:cubicBezTo>
                  <a:pt x="277658" y="77267"/>
                  <a:pt x="275040" y="78707"/>
                  <a:pt x="271897" y="78970"/>
                </a:cubicBezTo>
                <a:cubicBezTo>
                  <a:pt x="268754" y="79233"/>
                  <a:pt x="265736" y="78456"/>
                  <a:pt x="262856" y="76615"/>
                </a:cubicBezTo>
                <a:cubicBezTo>
                  <a:pt x="251849" y="69540"/>
                  <a:pt x="240064" y="64179"/>
                  <a:pt x="227491" y="60510"/>
                </a:cubicBezTo>
                <a:cubicBezTo>
                  <a:pt x="214918" y="56841"/>
                  <a:pt x="201957" y="55013"/>
                  <a:pt x="188595" y="55013"/>
                </a:cubicBezTo>
                <a:cubicBezTo>
                  <a:pt x="150613" y="55013"/>
                  <a:pt x="118918" y="67837"/>
                  <a:pt x="93509" y="93509"/>
                </a:cubicBezTo>
                <a:cubicBezTo>
                  <a:pt x="67837" y="118918"/>
                  <a:pt x="55013" y="150613"/>
                  <a:pt x="55013" y="188595"/>
                </a:cubicBezTo>
                <a:cubicBezTo>
                  <a:pt x="55013" y="226577"/>
                  <a:pt x="67837" y="258398"/>
                  <a:pt x="93509" y="284070"/>
                </a:cubicBezTo>
                <a:cubicBezTo>
                  <a:pt x="118918" y="309479"/>
                  <a:pt x="150613" y="322189"/>
                  <a:pt x="188595" y="322189"/>
                </a:cubicBezTo>
                <a:cubicBezTo>
                  <a:pt x="226577" y="322189"/>
                  <a:pt x="258398" y="309479"/>
                  <a:pt x="284070" y="284070"/>
                </a:cubicBezTo>
                <a:cubicBezTo>
                  <a:pt x="309479" y="258398"/>
                  <a:pt x="322189" y="226577"/>
                  <a:pt x="322189" y="188595"/>
                </a:cubicBezTo>
                <a:cubicBezTo>
                  <a:pt x="322189" y="183623"/>
                  <a:pt x="322052" y="178777"/>
                  <a:pt x="321789" y="174056"/>
                </a:cubicBezTo>
                <a:cubicBezTo>
                  <a:pt x="321263" y="169347"/>
                  <a:pt x="320486" y="164763"/>
                  <a:pt x="319434" y="160306"/>
                </a:cubicBezTo>
                <a:cubicBezTo>
                  <a:pt x="318908" y="156900"/>
                  <a:pt x="319434" y="153756"/>
                  <a:pt x="321000" y="150876"/>
                </a:cubicBezTo>
                <a:cubicBezTo>
                  <a:pt x="322577" y="147996"/>
                  <a:pt x="324932" y="146293"/>
                  <a:pt x="328075" y="145767"/>
                </a:cubicBezTo>
                <a:cubicBezTo>
                  <a:pt x="331481" y="144978"/>
                  <a:pt x="334625" y="145641"/>
                  <a:pt x="337505" y="147733"/>
                </a:cubicBezTo>
                <a:cubicBezTo>
                  <a:pt x="340385" y="149562"/>
                  <a:pt x="342088" y="152190"/>
                  <a:pt x="342614" y="155597"/>
                </a:cubicBezTo>
                <a:cubicBezTo>
                  <a:pt x="343666" y="160832"/>
                  <a:pt x="344443" y="166204"/>
                  <a:pt x="344969" y="171701"/>
                </a:cubicBezTo>
                <a:cubicBezTo>
                  <a:pt x="345495" y="177199"/>
                  <a:pt x="345758" y="182834"/>
                  <a:pt x="345758" y="188595"/>
                </a:cubicBezTo>
                <a:cubicBezTo>
                  <a:pt x="345758" y="210861"/>
                  <a:pt x="341700" y="231549"/>
                  <a:pt x="333573" y="250671"/>
                </a:cubicBezTo>
                <a:cubicBezTo>
                  <a:pt x="325458" y="269794"/>
                  <a:pt x="314325" y="286424"/>
                  <a:pt x="300186" y="300575"/>
                </a:cubicBezTo>
                <a:cubicBezTo>
                  <a:pt x="286036" y="314714"/>
                  <a:pt x="269405" y="325846"/>
                  <a:pt x="250283" y="333973"/>
                </a:cubicBezTo>
                <a:cubicBezTo>
                  <a:pt x="231160" y="341826"/>
                  <a:pt x="210598" y="345758"/>
                  <a:pt x="188595" y="345758"/>
                </a:cubicBezTo>
                <a:close/>
                <a:moveTo>
                  <a:pt x="165415" y="224348"/>
                </a:moveTo>
                <a:lnTo>
                  <a:pt x="319434" y="70329"/>
                </a:lnTo>
                <a:cubicBezTo>
                  <a:pt x="321789" y="67974"/>
                  <a:pt x="324669" y="66797"/>
                  <a:pt x="328075" y="66797"/>
                </a:cubicBezTo>
                <a:cubicBezTo>
                  <a:pt x="331481" y="66797"/>
                  <a:pt x="334499" y="67974"/>
                  <a:pt x="337116" y="70329"/>
                </a:cubicBezTo>
                <a:cubicBezTo>
                  <a:pt x="339734" y="72946"/>
                  <a:pt x="341048" y="75964"/>
                  <a:pt x="341048" y="79370"/>
                </a:cubicBezTo>
                <a:cubicBezTo>
                  <a:pt x="341048" y="82776"/>
                  <a:pt x="339734" y="85782"/>
                  <a:pt x="337116" y="88400"/>
                </a:cubicBezTo>
                <a:lnTo>
                  <a:pt x="173667" y="251849"/>
                </a:lnTo>
                <a:cubicBezTo>
                  <a:pt x="171313" y="254215"/>
                  <a:pt x="168558" y="255392"/>
                  <a:pt x="165415" y="255392"/>
                </a:cubicBezTo>
                <a:cubicBezTo>
                  <a:pt x="162272" y="255392"/>
                  <a:pt x="159517" y="254215"/>
                  <a:pt x="157163" y="251849"/>
                </a:cubicBezTo>
                <a:lnTo>
                  <a:pt x="109225" y="203523"/>
                </a:lnTo>
                <a:cubicBezTo>
                  <a:pt x="106871" y="201168"/>
                  <a:pt x="105819" y="198288"/>
                  <a:pt x="106082" y="194882"/>
                </a:cubicBezTo>
                <a:cubicBezTo>
                  <a:pt x="106082" y="191212"/>
                  <a:pt x="107259" y="188206"/>
                  <a:pt x="109625" y="185840"/>
                </a:cubicBezTo>
                <a:cubicBezTo>
                  <a:pt x="111980" y="183486"/>
                  <a:pt x="114986" y="182309"/>
                  <a:pt x="118655" y="182309"/>
                </a:cubicBezTo>
                <a:cubicBezTo>
                  <a:pt x="122061" y="182309"/>
                  <a:pt x="124941" y="183486"/>
                  <a:pt x="127307" y="185840"/>
                </a:cubicBezTo>
                <a:lnTo>
                  <a:pt x="165415" y="224348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圖說"/>
          <p:cNvSpPr/>
          <p:nvPr/>
        </p:nvSpPr>
        <p:spPr>
          <a:xfrm>
            <a:off x="2743143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達成</a:t>
            </a:r>
            <a:endParaRPr lang="en-US" sz="950" dirty="0"/>
          </a:p>
        </p:txBody>
      </p:sp>
      <p:sp>
        <p:nvSpPr>
          <p:cNvPr id="53" name="圖示 查核"/>
          <p:cNvSpPr/>
          <p:nvPr/>
        </p:nvSpPr>
        <p:spPr>
          <a:xfrm>
            <a:off x="3617509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51869" y="330041"/>
                </a:moveTo>
                <a:cubicBezTo>
                  <a:pt x="45583" y="330041"/>
                  <a:pt x="40074" y="327687"/>
                  <a:pt x="35364" y="322966"/>
                </a:cubicBezTo>
                <a:cubicBezTo>
                  <a:pt x="30644" y="318257"/>
                  <a:pt x="28289" y="312759"/>
                  <a:pt x="28289" y="306473"/>
                </a:cubicBezTo>
                <a:lnTo>
                  <a:pt x="28289" y="70729"/>
                </a:lnTo>
                <a:cubicBezTo>
                  <a:pt x="28289" y="64442"/>
                  <a:pt x="30644" y="58933"/>
                  <a:pt x="35364" y="54224"/>
                </a:cubicBezTo>
                <a:cubicBezTo>
                  <a:pt x="40074" y="49503"/>
                  <a:pt x="45583" y="47149"/>
                  <a:pt x="51869" y="47149"/>
                </a:cubicBezTo>
                <a:lnTo>
                  <a:pt x="325332" y="47149"/>
                </a:lnTo>
                <a:cubicBezTo>
                  <a:pt x="331619" y="47149"/>
                  <a:pt x="337116" y="49503"/>
                  <a:pt x="341826" y="54224"/>
                </a:cubicBezTo>
                <a:cubicBezTo>
                  <a:pt x="346546" y="58933"/>
                  <a:pt x="348901" y="64442"/>
                  <a:pt x="348901" y="70729"/>
                </a:cubicBezTo>
                <a:lnTo>
                  <a:pt x="348901" y="306473"/>
                </a:lnTo>
                <a:cubicBezTo>
                  <a:pt x="348901" y="312759"/>
                  <a:pt x="346546" y="318257"/>
                  <a:pt x="341826" y="322966"/>
                </a:cubicBezTo>
                <a:cubicBezTo>
                  <a:pt x="337116" y="327687"/>
                  <a:pt x="331619" y="330041"/>
                  <a:pt x="325332" y="330041"/>
                </a:cubicBezTo>
                <a:lnTo>
                  <a:pt x="51869" y="330041"/>
                </a:lnTo>
                <a:close/>
                <a:moveTo>
                  <a:pt x="51869" y="306473"/>
                </a:moveTo>
                <a:lnTo>
                  <a:pt x="325332" y="306473"/>
                </a:lnTo>
                <a:lnTo>
                  <a:pt x="325332" y="70729"/>
                </a:lnTo>
                <a:lnTo>
                  <a:pt x="51869" y="70729"/>
                </a:lnTo>
                <a:lnTo>
                  <a:pt x="51869" y="306473"/>
                </a:lnTo>
                <a:close/>
                <a:moveTo>
                  <a:pt x="141446" y="267176"/>
                </a:moveTo>
                <a:cubicBezTo>
                  <a:pt x="145904" y="267176"/>
                  <a:pt x="149699" y="265736"/>
                  <a:pt x="152842" y="262856"/>
                </a:cubicBezTo>
                <a:cubicBezTo>
                  <a:pt x="155722" y="259712"/>
                  <a:pt x="157163" y="255918"/>
                  <a:pt x="157163" y="251460"/>
                </a:cubicBezTo>
                <a:cubicBezTo>
                  <a:pt x="157163" y="247002"/>
                  <a:pt x="155722" y="243345"/>
                  <a:pt x="152842" y="240464"/>
                </a:cubicBezTo>
                <a:cubicBezTo>
                  <a:pt x="149699" y="237321"/>
                  <a:pt x="145904" y="235744"/>
                  <a:pt x="141446" y="235744"/>
                </a:cubicBezTo>
                <a:lnTo>
                  <a:pt x="94298" y="235744"/>
                </a:lnTo>
                <a:cubicBezTo>
                  <a:pt x="89840" y="235744"/>
                  <a:pt x="86182" y="237321"/>
                  <a:pt x="83302" y="240464"/>
                </a:cubicBezTo>
                <a:cubicBezTo>
                  <a:pt x="80159" y="243345"/>
                  <a:pt x="78581" y="247002"/>
                  <a:pt x="78581" y="251460"/>
                </a:cubicBezTo>
                <a:cubicBezTo>
                  <a:pt x="78581" y="255918"/>
                  <a:pt x="80159" y="259712"/>
                  <a:pt x="83302" y="262856"/>
                </a:cubicBezTo>
                <a:cubicBezTo>
                  <a:pt x="86182" y="265736"/>
                  <a:pt x="89840" y="267176"/>
                  <a:pt x="94298" y="267176"/>
                </a:cubicBezTo>
                <a:lnTo>
                  <a:pt x="141446" y="267176"/>
                </a:lnTo>
                <a:close/>
                <a:moveTo>
                  <a:pt x="228669" y="191350"/>
                </a:moveTo>
                <a:lnTo>
                  <a:pt x="217273" y="179954"/>
                </a:lnTo>
                <a:cubicBezTo>
                  <a:pt x="214130" y="176811"/>
                  <a:pt x="210472" y="175370"/>
                  <a:pt x="206277" y="175633"/>
                </a:cubicBezTo>
                <a:cubicBezTo>
                  <a:pt x="202082" y="175633"/>
                  <a:pt x="198413" y="177199"/>
                  <a:pt x="195270" y="180343"/>
                </a:cubicBezTo>
                <a:cubicBezTo>
                  <a:pt x="192390" y="183486"/>
                  <a:pt x="190950" y="187155"/>
                  <a:pt x="190950" y="191350"/>
                </a:cubicBezTo>
                <a:cubicBezTo>
                  <a:pt x="190687" y="195533"/>
                  <a:pt x="192127" y="199202"/>
                  <a:pt x="195270" y="202345"/>
                </a:cubicBezTo>
                <a:lnTo>
                  <a:pt x="220416" y="227491"/>
                </a:lnTo>
                <a:cubicBezTo>
                  <a:pt x="222782" y="229846"/>
                  <a:pt x="225525" y="231035"/>
                  <a:pt x="228669" y="231035"/>
                </a:cubicBezTo>
                <a:cubicBezTo>
                  <a:pt x="231812" y="231035"/>
                  <a:pt x="234566" y="229846"/>
                  <a:pt x="236921" y="227491"/>
                </a:cubicBezTo>
                <a:lnTo>
                  <a:pt x="295466" y="168947"/>
                </a:lnTo>
                <a:cubicBezTo>
                  <a:pt x="298609" y="165804"/>
                  <a:pt x="300186" y="162135"/>
                  <a:pt x="300186" y="157951"/>
                </a:cubicBezTo>
                <a:cubicBezTo>
                  <a:pt x="300186" y="153756"/>
                  <a:pt x="298609" y="150087"/>
                  <a:pt x="295466" y="146944"/>
                </a:cubicBezTo>
                <a:cubicBezTo>
                  <a:pt x="292322" y="143801"/>
                  <a:pt x="288653" y="142235"/>
                  <a:pt x="284470" y="142235"/>
                </a:cubicBezTo>
                <a:cubicBezTo>
                  <a:pt x="280012" y="142235"/>
                  <a:pt x="276217" y="143801"/>
                  <a:pt x="273074" y="146944"/>
                </a:cubicBezTo>
                <a:lnTo>
                  <a:pt x="228669" y="191350"/>
                </a:lnTo>
                <a:close/>
                <a:moveTo>
                  <a:pt x="141446" y="204311"/>
                </a:moveTo>
                <a:cubicBezTo>
                  <a:pt x="145904" y="204311"/>
                  <a:pt x="149699" y="202871"/>
                  <a:pt x="152842" y="199991"/>
                </a:cubicBezTo>
                <a:cubicBezTo>
                  <a:pt x="155722" y="196847"/>
                  <a:pt x="157163" y="193053"/>
                  <a:pt x="157163" y="188595"/>
                </a:cubicBezTo>
                <a:cubicBezTo>
                  <a:pt x="157163" y="184137"/>
                  <a:pt x="155722" y="180480"/>
                  <a:pt x="152842" y="177599"/>
                </a:cubicBezTo>
                <a:cubicBezTo>
                  <a:pt x="149699" y="174456"/>
                  <a:pt x="145904" y="172879"/>
                  <a:pt x="141446" y="172879"/>
                </a:cubicBezTo>
                <a:lnTo>
                  <a:pt x="94298" y="172879"/>
                </a:lnTo>
                <a:cubicBezTo>
                  <a:pt x="89840" y="172879"/>
                  <a:pt x="86182" y="174456"/>
                  <a:pt x="83302" y="177599"/>
                </a:cubicBezTo>
                <a:cubicBezTo>
                  <a:pt x="80159" y="180480"/>
                  <a:pt x="78581" y="184137"/>
                  <a:pt x="78581" y="188595"/>
                </a:cubicBezTo>
                <a:cubicBezTo>
                  <a:pt x="78581" y="193053"/>
                  <a:pt x="80159" y="196847"/>
                  <a:pt x="83302" y="199991"/>
                </a:cubicBezTo>
                <a:cubicBezTo>
                  <a:pt x="86182" y="202871"/>
                  <a:pt x="89840" y="204311"/>
                  <a:pt x="94298" y="204311"/>
                </a:cubicBezTo>
                <a:lnTo>
                  <a:pt x="141446" y="204311"/>
                </a:lnTo>
                <a:close/>
                <a:moveTo>
                  <a:pt x="141446" y="141446"/>
                </a:moveTo>
                <a:cubicBezTo>
                  <a:pt x="145904" y="141446"/>
                  <a:pt x="149699" y="140006"/>
                  <a:pt x="152842" y="137126"/>
                </a:cubicBezTo>
                <a:cubicBezTo>
                  <a:pt x="155722" y="133982"/>
                  <a:pt x="157163" y="130188"/>
                  <a:pt x="157163" y="125730"/>
                </a:cubicBezTo>
                <a:cubicBezTo>
                  <a:pt x="157163" y="121272"/>
                  <a:pt x="155722" y="117615"/>
                  <a:pt x="152842" y="114734"/>
                </a:cubicBezTo>
                <a:cubicBezTo>
                  <a:pt x="149699" y="111591"/>
                  <a:pt x="145904" y="110014"/>
                  <a:pt x="141446" y="110014"/>
                </a:cubicBezTo>
                <a:lnTo>
                  <a:pt x="94298" y="110014"/>
                </a:lnTo>
                <a:cubicBezTo>
                  <a:pt x="89840" y="110014"/>
                  <a:pt x="86182" y="111591"/>
                  <a:pt x="83302" y="114734"/>
                </a:cubicBezTo>
                <a:cubicBezTo>
                  <a:pt x="80159" y="117615"/>
                  <a:pt x="78581" y="121272"/>
                  <a:pt x="78581" y="125730"/>
                </a:cubicBezTo>
                <a:cubicBezTo>
                  <a:pt x="78581" y="130188"/>
                  <a:pt x="80159" y="133982"/>
                  <a:pt x="83302" y="137126"/>
                </a:cubicBezTo>
                <a:cubicBezTo>
                  <a:pt x="86182" y="140006"/>
                  <a:pt x="89840" y="141446"/>
                  <a:pt x="94298" y="141446"/>
                </a:cubicBezTo>
                <a:lnTo>
                  <a:pt x="141446" y="141446"/>
                </a:lnTo>
                <a:close/>
                <a:moveTo>
                  <a:pt x="51869" y="306473"/>
                </a:moveTo>
                <a:lnTo>
                  <a:pt x="51869" y="70729"/>
                </a:lnTo>
                <a:lnTo>
                  <a:pt x="51869" y="306473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圖說"/>
          <p:cNvSpPr/>
          <p:nvPr/>
        </p:nvSpPr>
        <p:spPr>
          <a:xfrm>
            <a:off x="3436544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查核</a:t>
            </a:r>
            <a:endParaRPr lang="en-US" sz="950" dirty="0"/>
          </a:p>
        </p:txBody>
      </p:sp>
      <p:sp>
        <p:nvSpPr>
          <p:cNvPr id="55" name="圖示 檢核表"/>
          <p:cNvSpPr/>
          <p:nvPr/>
        </p:nvSpPr>
        <p:spPr>
          <a:xfrm>
            <a:off x="4310910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87222" y="259712"/>
                </a:moveTo>
                <a:lnTo>
                  <a:pt x="149310" y="197636"/>
                </a:lnTo>
                <a:cubicBezTo>
                  <a:pt x="151665" y="195270"/>
                  <a:pt x="154408" y="194230"/>
                  <a:pt x="157551" y="194493"/>
                </a:cubicBezTo>
                <a:cubicBezTo>
                  <a:pt x="160694" y="194493"/>
                  <a:pt x="163449" y="195670"/>
                  <a:pt x="165804" y="198025"/>
                </a:cubicBezTo>
                <a:cubicBezTo>
                  <a:pt x="168170" y="200379"/>
                  <a:pt x="169347" y="203134"/>
                  <a:pt x="169347" y="206277"/>
                </a:cubicBezTo>
                <a:cubicBezTo>
                  <a:pt x="169347" y="209420"/>
                  <a:pt x="168170" y="212175"/>
                  <a:pt x="165804" y="214530"/>
                </a:cubicBezTo>
                <a:lnTo>
                  <a:pt x="95475" y="284858"/>
                </a:lnTo>
                <a:cubicBezTo>
                  <a:pt x="93120" y="287213"/>
                  <a:pt x="90366" y="288390"/>
                  <a:pt x="87222" y="288390"/>
                </a:cubicBezTo>
                <a:cubicBezTo>
                  <a:pt x="84079" y="288390"/>
                  <a:pt x="81336" y="287213"/>
                  <a:pt x="78970" y="284858"/>
                </a:cubicBezTo>
                <a:lnTo>
                  <a:pt x="39685" y="245562"/>
                </a:lnTo>
                <a:cubicBezTo>
                  <a:pt x="37330" y="243208"/>
                  <a:pt x="36153" y="240464"/>
                  <a:pt x="36153" y="237321"/>
                </a:cubicBezTo>
                <a:cubicBezTo>
                  <a:pt x="36153" y="234178"/>
                  <a:pt x="37330" y="231423"/>
                  <a:pt x="39685" y="229069"/>
                </a:cubicBezTo>
                <a:cubicBezTo>
                  <a:pt x="42040" y="226703"/>
                  <a:pt x="44794" y="225662"/>
                  <a:pt x="47937" y="225925"/>
                </a:cubicBezTo>
                <a:cubicBezTo>
                  <a:pt x="51081" y="225925"/>
                  <a:pt x="53824" y="226966"/>
                  <a:pt x="56190" y="229069"/>
                </a:cubicBezTo>
                <a:lnTo>
                  <a:pt x="87222" y="259712"/>
                </a:lnTo>
                <a:close/>
                <a:moveTo>
                  <a:pt x="87222" y="133982"/>
                </a:moveTo>
                <a:lnTo>
                  <a:pt x="149310" y="71906"/>
                </a:lnTo>
                <a:cubicBezTo>
                  <a:pt x="151665" y="69540"/>
                  <a:pt x="154408" y="68500"/>
                  <a:pt x="157551" y="68763"/>
                </a:cubicBezTo>
                <a:cubicBezTo>
                  <a:pt x="160694" y="68763"/>
                  <a:pt x="163449" y="69940"/>
                  <a:pt x="165804" y="72295"/>
                </a:cubicBezTo>
                <a:cubicBezTo>
                  <a:pt x="168170" y="74649"/>
                  <a:pt x="169347" y="77404"/>
                  <a:pt x="169347" y="80547"/>
                </a:cubicBezTo>
                <a:cubicBezTo>
                  <a:pt x="169347" y="83690"/>
                  <a:pt x="168170" y="86445"/>
                  <a:pt x="165804" y="88800"/>
                </a:cubicBezTo>
                <a:lnTo>
                  <a:pt x="95475" y="159128"/>
                </a:lnTo>
                <a:cubicBezTo>
                  <a:pt x="93120" y="161483"/>
                  <a:pt x="90366" y="162660"/>
                  <a:pt x="87222" y="162660"/>
                </a:cubicBezTo>
                <a:cubicBezTo>
                  <a:pt x="84079" y="162660"/>
                  <a:pt x="81336" y="161483"/>
                  <a:pt x="78970" y="159128"/>
                </a:cubicBezTo>
                <a:lnTo>
                  <a:pt x="39685" y="119832"/>
                </a:lnTo>
                <a:cubicBezTo>
                  <a:pt x="37330" y="117478"/>
                  <a:pt x="36153" y="114734"/>
                  <a:pt x="36153" y="111591"/>
                </a:cubicBezTo>
                <a:cubicBezTo>
                  <a:pt x="36153" y="108448"/>
                  <a:pt x="37330" y="105693"/>
                  <a:pt x="39685" y="103339"/>
                </a:cubicBezTo>
                <a:cubicBezTo>
                  <a:pt x="42040" y="100973"/>
                  <a:pt x="44794" y="99932"/>
                  <a:pt x="47937" y="100195"/>
                </a:cubicBezTo>
                <a:cubicBezTo>
                  <a:pt x="51081" y="100195"/>
                  <a:pt x="53824" y="101236"/>
                  <a:pt x="56190" y="103339"/>
                </a:cubicBezTo>
                <a:lnTo>
                  <a:pt x="87222" y="133982"/>
                </a:lnTo>
                <a:close/>
                <a:moveTo>
                  <a:pt x="216096" y="263244"/>
                </a:moveTo>
                <a:cubicBezTo>
                  <a:pt x="212689" y="263244"/>
                  <a:pt x="209946" y="262067"/>
                  <a:pt x="207843" y="259712"/>
                </a:cubicBezTo>
                <a:cubicBezTo>
                  <a:pt x="205489" y="257621"/>
                  <a:pt x="204311" y="254866"/>
                  <a:pt x="204311" y="251460"/>
                </a:cubicBezTo>
                <a:cubicBezTo>
                  <a:pt x="204311" y="248054"/>
                  <a:pt x="205489" y="245299"/>
                  <a:pt x="207843" y="243208"/>
                </a:cubicBezTo>
                <a:cubicBezTo>
                  <a:pt x="209946" y="240853"/>
                  <a:pt x="212689" y="239676"/>
                  <a:pt x="216096" y="239676"/>
                </a:cubicBezTo>
                <a:lnTo>
                  <a:pt x="333973" y="239676"/>
                </a:lnTo>
                <a:cubicBezTo>
                  <a:pt x="337379" y="239676"/>
                  <a:pt x="340123" y="240853"/>
                  <a:pt x="342226" y="243208"/>
                </a:cubicBezTo>
                <a:cubicBezTo>
                  <a:pt x="344580" y="245299"/>
                  <a:pt x="345758" y="248054"/>
                  <a:pt x="345758" y="251460"/>
                </a:cubicBezTo>
                <a:cubicBezTo>
                  <a:pt x="345758" y="254866"/>
                  <a:pt x="344580" y="257747"/>
                  <a:pt x="342226" y="260101"/>
                </a:cubicBezTo>
                <a:cubicBezTo>
                  <a:pt x="340123" y="262204"/>
                  <a:pt x="337379" y="263244"/>
                  <a:pt x="333973" y="263244"/>
                </a:cubicBezTo>
                <a:lnTo>
                  <a:pt x="216096" y="263244"/>
                </a:lnTo>
                <a:close/>
                <a:moveTo>
                  <a:pt x="216096" y="137514"/>
                </a:moveTo>
                <a:cubicBezTo>
                  <a:pt x="212689" y="137514"/>
                  <a:pt x="209946" y="136337"/>
                  <a:pt x="207843" y="133982"/>
                </a:cubicBezTo>
                <a:cubicBezTo>
                  <a:pt x="205489" y="131891"/>
                  <a:pt x="204311" y="129136"/>
                  <a:pt x="204311" y="125730"/>
                </a:cubicBezTo>
                <a:cubicBezTo>
                  <a:pt x="204311" y="122324"/>
                  <a:pt x="205489" y="119569"/>
                  <a:pt x="207843" y="117478"/>
                </a:cubicBezTo>
                <a:cubicBezTo>
                  <a:pt x="209946" y="115123"/>
                  <a:pt x="212689" y="113946"/>
                  <a:pt x="216096" y="113946"/>
                </a:cubicBezTo>
                <a:lnTo>
                  <a:pt x="333973" y="113946"/>
                </a:lnTo>
                <a:cubicBezTo>
                  <a:pt x="337379" y="113946"/>
                  <a:pt x="340123" y="115123"/>
                  <a:pt x="342226" y="117478"/>
                </a:cubicBezTo>
                <a:cubicBezTo>
                  <a:pt x="344580" y="119569"/>
                  <a:pt x="345758" y="122324"/>
                  <a:pt x="345758" y="125730"/>
                </a:cubicBezTo>
                <a:cubicBezTo>
                  <a:pt x="345758" y="129136"/>
                  <a:pt x="344580" y="132017"/>
                  <a:pt x="342226" y="134371"/>
                </a:cubicBezTo>
                <a:cubicBezTo>
                  <a:pt x="340123" y="136474"/>
                  <a:pt x="337379" y="137514"/>
                  <a:pt x="333973" y="137514"/>
                </a:cubicBezTo>
                <a:lnTo>
                  <a:pt x="216096" y="137514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圖說"/>
          <p:cNvSpPr/>
          <p:nvPr/>
        </p:nvSpPr>
        <p:spPr>
          <a:xfrm>
            <a:off x="4129945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檢核表</a:t>
            </a:r>
            <a:endParaRPr lang="en-US" sz="950" dirty="0"/>
          </a:p>
        </p:txBody>
      </p:sp>
      <p:sp>
        <p:nvSpPr>
          <p:cNvPr id="57" name="圖示 檢測"/>
          <p:cNvSpPr/>
          <p:nvPr/>
        </p:nvSpPr>
        <p:spPr>
          <a:xfrm>
            <a:off x="5004311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204700" y="204700"/>
                </a:moveTo>
                <a:cubicBezTo>
                  <a:pt x="212301" y="197110"/>
                  <a:pt x="216096" y="187806"/>
                  <a:pt x="216096" y="176811"/>
                </a:cubicBezTo>
                <a:cubicBezTo>
                  <a:pt x="216096" y="165804"/>
                  <a:pt x="212301" y="156511"/>
                  <a:pt x="204700" y="148910"/>
                </a:cubicBezTo>
                <a:cubicBezTo>
                  <a:pt x="197110" y="141321"/>
                  <a:pt x="187806" y="137514"/>
                  <a:pt x="176811" y="137514"/>
                </a:cubicBezTo>
                <a:cubicBezTo>
                  <a:pt x="165804" y="137514"/>
                  <a:pt x="156511" y="141321"/>
                  <a:pt x="148910" y="148910"/>
                </a:cubicBezTo>
                <a:cubicBezTo>
                  <a:pt x="141321" y="156511"/>
                  <a:pt x="137514" y="165804"/>
                  <a:pt x="137514" y="176811"/>
                </a:cubicBezTo>
                <a:cubicBezTo>
                  <a:pt x="137514" y="187806"/>
                  <a:pt x="141321" y="197110"/>
                  <a:pt x="148910" y="204700"/>
                </a:cubicBezTo>
                <a:cubicBezTo>
                  <a:pt x="156511" y="212301"/>
                  <a:pt x="165804" y="216096"/>
                  <a:pt x="176811" y="216096"/>
                </a:cubicBezTo>
                <a:cubicBezTo>
                  <a:pt x="187806" y="216096"/>
                  <a:pt x="197110" y="212301"/>
                  <a:pt x="204700" y="204700"/>
                </a:cubicBezTo>
                <a:close/>
                <a:moveTo>
                  <a:pt x="176811" y="239676"/>
                </a:moveTo>
                <a:cubicBezTo>
                  <a:pt x="159517" y="239676"/>
                  <a:pt x="144715" y="233515"/>
                  <a:pt x="132405" y="221205"/>
                </a:cubicBezTo>
                <a:cubicBezTo>
                  <a:pt x="120095" y="208895"/>
                  <a:pt x="113946" y="194093"/>
                  <a:pt x="113946" y="176811"/>
                </a:cubicBezTo>
                <a:cubicBezTo>
                  <a:pt x="113946" y="159517"/>
                  <a:pt x="120095" y="144715"/>
                  <a:pt x="132405" y="132405"/>
                </a:cubicBezTo>
                <a:cubicBezTo>
                  <a:pt x="144715" y="120095"/>
                  <a:pt x="159517" y="113946"/>
                  <a:pt x="176811" y="113946"/>
                </a:cubicBezTo>
                <a:cubicBezTo>
                  <a:pt x="194093" y="113946"/>
                  <a:pt x="208895" y="120095"/>
                  <a:pt x="221205" y="132405"/>
                </a:cubicBezTo>
                <a:cubicBezTo>
                  <a:pt x="233515" y="144715"/>
                  <a:pt x="239676" y="159517"/>
                  <a:pt x="239676" y="176811"/>
                </a:cubicBezTo>
                <a:cubicBezTo>
                  <a:pt x="239676" y="182571"/>
                  <a:pt x="238761" y="188469"/>
                  <a:pt x="236921" y="194493"/>
                </a:cubicBezTo>
                <a:cubicBezTo>
                  <a:pt x="234829" y="200254"/>
                  <a:pt x="231949" y="206014"/>
                  <a:pt x="228280" y="211775"/>
                </a:cubicBezTo>
                <a:lnTo>
                  <a:pt x="261278" y="244785"/>
                </a:lnTo>
                <a:cubicBezTo>
                  <a:pt x="263644" y="247139"/>
                  <a:pt x="264822" y="249894"/>
                  <a:pt x="264822" y="253037"/>
                </a:cubicBezTo>
                <a:cubicBezTo>
                  <a:pt x="264559" y="256181"/>
                  <a:pt x="263244" y="258924"/>
                  <a:pt x="260890" y="261278"/>
                </a:cubicBezTo>
                <a:cubicBezTo>
                  <a:pt x="258535" y="263644"/>
                  <a:pt x="255781" y="264822"/>
                  <a:pt x="252637" y="264822"/>
                </a:cubicBezTo>
                <a:cubicBezTo>
                  <a:pt x="249494" y="264822"/>
                  <a:pt x="246751" y="263644"/>
                  <a:pt x="244385" y="261278"/>
                </a:cubicBezTo>
                <a:lnTo>
                  <a:pt x="211775" y="228669"/>
                </a:lnTo>
                <a:cubicBezTo>
                  <a:pt x="206014" y="232338"/>
                  <a:pt x="200254" y="235092"/>
                  <a:pt x="194493" y="236921"/>
                </a:cubicBezTo>
                <a:cubicBezTo>
                  <a:pt x="188469" y="238761"/>
                  <a:pt x="182571" y="239676"/>
                  <a:pt x="176811" y="239676"/>
                </a:cubicBezTo>
                <a:close/>
                <a:moveTo>
                  <a:pt x="70729" y="330041"/>
                </a:moveTo>
                <a:cubicBezTo>
                  <a:pt x="64442" y="330041"/>
                  <a:pt x="58933" y="327687"/>
                  <a:pt x="54224" y="322966"/>
                </a:cubicBezTo>
                <a:cubicBezTo>
                  <a:pt x="49503" y="318257"/>
                  <a:pt x="47149" y="312759"/>
                  <a:pt x="47149" y="306473"/>
                </a:cubicBezTo>
                <a:lnTo>
                  <a:pt x="47149" y="250671"/>
                </a:lnTo>
                <a:cubicBezTo>
                  <a:pt x="47149" y="247265"/>
                  <a:pt x="48326" y="244522"/>
                  <a:pt x="50681" y="242419"/>
                </a:cubicBezTo>
                <a:cubicBezTo>
                  <a:pt x="52784" y="240064"/>
                  <a:pt x="55527" y="238887"/>
                  <a:pt x="58933" y="238887"/>
                </a:cubicBezTo>
                <a:cubicBezTo>
                  <a:pt x="62339" y="238887"/>
                  <a:pt x="65220" y="240064"/>
                  <a:pt x="67586" y="242419"/>
                </a:cubicBezTo>
                <a:cubicBezTo>
                  <a:pt x="69677" y="244522"/>
                  <a:pt x="70729" y="247265"/>
                  <a:pt x="70729" y="250671"/>
                </a:cubicBezTo>
                <a:lnTo>
                  <a:pt x="70729" y="306473"/>
                </a:lnTo>
                <a:lnTo>
                  <a:pt x="126519" y="306473"/>
                </a:lnTo>
                <a:cubicBezTo>
                  <a:pt x="129925" y="306473"/>
                  <a:pt x="132668" y="307650"/>
                  <a:pt x="134771" y="310004"/>
                </a:cubicBezTo>
                <a:cubicBezTo>
                  <a:pt x="137126" y="312096"/>
                  <a:pt x="138303" y="314851"/>
                  <a:pt x="138303" y="318257"/>
                </a:cubicBezTo>
                <a:cubicBezTo>
                  <a:pt x="138303" y="321663"/>
                  <a:pt x="137126" y="324543"/>
                  <a:pt x="134771" y="326898"/>
                </a:cubicBezTo>
                <a:cubicBezTo>
                  <a:pt x="132668" y="328990"/>
                  <a:pt x="129925" y="330041"/>
                  <a:pt x="126519" y="330041"/>
                </a:cubicBezTo>
                <a:lnTo>
                  <a:pt x="70729" y="330041"/>
                </a:lnTo>
                <a:close/>
                <a:moveTo>
                  <a:pt x="306473" y="330041"/>
                </a:moveTo>
                <a:lnTo>
                  <a:pt x="250671" y="330041"/>
                </a:lnTo>
                <a:cubicBezTo>
                  <a:pt x="247265" y="330041"/>
                  <a:pt x="244522" y="328864"/>
                  <a:pt x="242419" y="326509"/>
                </a:cubicBezTo>
                <a:cubicBezTo>
                  <a:pt x="240064" y="324406"/>
                  <a:pt x="238887" y="321663"/>
                  <a:pt x="238887" y="318257"/>
                </a:cubicBezTo>
                <a:cubicBezTo>
                  <a:pt x="238887" y="314851"/>
                  <a:pt x="240064" y="312096"/>
                  <a:pt x="242419" y="310004"/>
                </a:cubicBezTo>
                <a:cubicBezTo>
                  <a:pt x="244522" y="307650"/>
                  <a:pt x="247265" y="306473"/>
                  <a:pt x="250671" y="306473"/>
                </a:cubicBezTo>
                <a:lnTo>
                  <a:pt x="306473" y="306473"/>
                </a:lnTo>
                <a:lnTo>
                  <a:pt x="306473" y="250671"/>
                </a:lnTo>
                <a:cubicBezTo>
                  <a:pt x="306473" y="247265"/>
                  <a:pt x="307650" y="244522"/>
                  <a:pt x="310004" y="242419"/>
                </a:cubicBezTo>
                <a:cubicBezTo>
                  <a:pt x="312096" y="240064"/>
                  <a:pt x="314851" y="238887"/>
                  <a:pt x="318257" y="238887"/>
                </a:cubicBezTo>
                <a:cubicBezTo>
                  <a:pt x="321663" y="238887"/>
                  <a:pt x="324543" y="240064"/>
                  <a:pt x="326898" y="242419"/>
                </a:cubicBezTo>
                <a:cubicBezTo>
                  <a:pt x="328990" y="244522"/>
                  <a:pt x="330041" y="247265"/>
                  <a:pt x="330041" y="250671"/>
                </a:cubicBezTo>
                <a:lnTo>
                  <a:pt x="330041" y="306473"/>
                </a:lnTo>
                <a:cubicBezTo>
                  <a:pt x="330041" y="312759"/>
                  <a:pt x="327687" y="318257"/>
                  <a:pt x="322966" y="322966"/>
                </a:cubicBezTo>
                <a:cubicBezTo>
                  <a:pt x="318257" y="327687"/>
                  <a:pt x="312759" y="330041"/>
                  <a:pt x="306473" y="330041"/>
                </a:cubicBezTo>
                <a:close/>
                <a:moveTo>
                  <a:pt x="47149" y="126519"/>
                </a:moveTo>
                <a:lnTo>
                  <a:pt x="47149" y="70729"/>
                </a:lnTo>
                <a:cubicBezTo>
                  <a:pt x="47149" y="64442"/>
                  <a:pt x="49503" y="58933"/>
                  <a:pt x="54224" y="54224"/>
                </a:cubicBezTo>
                <a:cubicBezTo>
                  <a:pt x="58933" y="49503"/>
                  <a:pt x="64442" y="47149"/>
                  <a:pt x="70729" y="47149"/>
                </a:cubicBezTo>
                <a:lnTo>
                  <a:pt x="126519" y="47149"/>
                </a:lnTo>
                <a:cubicBezTo>
                  <a:pt x="129925" y="47149"/>
                  <a:pt x="132668" y="48326"/>
                  <a:pt x="134771" y="50681"/>
                </a:cubicBezTo>
                <a:cubicBezTo>
                  <a:pt x="137126" y="52784"/>
                  <a:pt x="138303" y="55527"/>
                  <a:pt x="138303" y="58933"/>
                </a:cubicBezTo>
                <a:cubicBezTo>
                  <a:pt x="138303" y="62339"/>
                  <a:pt x="137126" y="65220"/>
                  <a:pt x="134771" y="67586"/>
                </a:cubicBezTo>
                <a:cubicBezTo>
                  <a:pt x="132668" y="69677"/>
                  <a:pt x="129925" y="70729"/>
                  <a:pt x="126519" y="70729"/>
                </a:cubicBezTo>
                <a:lnTo>
                  <a:pt x="70729" y="70729"/>
                </a:lnTo>
                <a:lnTo>
                  <a:pt x="70729" y="126519"/>
                </a:lnTo>
                <a:cubicBezTo>
                  <a:pt x="70729" y="129925"/>
                  <a:pt x="69540" y="132668"/>
                  <a:pt x="67186" y="134771"/>
                </a:cubicBezTo>
                <a:cubicBezTo>
                  <a:pt x="65094" y="137126"/>
                  <a:pt x="62339" y="138303"/>
                  <a:pt x="58933" y="138303"/>
                </a:cubicBezTo>
                <a:cubicBezTo>
                  <a:pt x="55527" y="138303"/>
                  <a:pt x="52784" y="137126"/>
                  <a:pt x="50681" y="134771"/>
                </a:cubicBezTo>
                <a:cubicBezTo>
                  <a:pt x="48326" y="132668"/>
                  <a:pt x="47149" y="129925"/>
                  <a:pt x="47149" y="126519"/>
                </a:cubicBezTo>
                <a:close/>
                <a:moveTo>
                  <a:pt x="306473" y="126519"/>
                </a:moveTo>
                <a:lnTo>
                  <a:pt x="306473" y="70729"/>
                </a:lnTo>
                <a:lnTo>
                  <a:pt x="250671" y="70729"/>
                </a:lnTo>
                <a:cubicBezTo>
                  <a:pt x="247265" y="70729"/>
                  <a:pt x="244522" y="69540"/>
                  <a:pt x="242419" y="67186"/>
                </a:cubicBezTo>
                <a:cubicBezTo>
                  <a:pt x="240064" y="65094"/>
                  <a:pt x="238887" y="62339"/>
                  <a:pt x="238887" y="58933"/>
                </a:cubicBezTo>
                <a:cubicBezTo>
                  <a:pt x="238887" y="55527"/>
                  <a:pt x="240064" y="52784"/>
                  <a:pt x="242419" y="50681"/>
                </a:cubicBezTo>
                <a:cubicBezTo>
                  <a:pt x="244522" y="48326"/>
                  <a:pt x="247265" y="47149"/>
                  <a:pt x="250671" y="47149"/>
                </a:cubicBezTo>
                <a:lnTo>
                  <a:pt x="306473" y="47149"/>
                </a:lnTo>
                <a:cubicBezTo>
                  <a:pt x="312759" y="47149"/>
                  <a:pt x="318257" y="49503"/>
                  <a:pt x="322966" y="54224"/>
                </a:cubicBezTo>
                <a:cubicBezTo>
                  <a:pt x="327687" y="58933"/>
                  <a:pt x="330041" y="64442"/>
                  <a:pt x="330041" y="70729"/>
                </a:cubicBezTo>
                <a:lnTo>
                  <a:pt x="330041" y="126519"/>
                </a:lnTo>
                <a:cubicBezTo>
                  <a:pt x="330041" y="129925"/>
                  <a:pt x="328864" y="132668"/>
                  <a:pt x="326509" y="134771"/>
                </a:cubicBezTo>
                <a:cubicBezTo>
                  <a:pt x="324406" y="137126"/>
                  <a:pt x="321663" y="138303"/>
                  <a:pt x="318257" y="138303"/>
                </a:cubicBezTo>
                <a:cubicBezTo>
                  <a:pt x="314851" y="138303"/>
                  <a:pt x="312096" y="137126"/>
                  <a:pt x="310004" y="134771"/>
                </a:cubicBezTo>
                <a:cubicBezTo>
                  <a:pt x="307650" y="132668"/>
                  <a:pt x="306473" y="129925"/>
                  <a:pt x="306473" y="126519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圖說"/>
          <p:cNvSpPr/>
          <p:nvPr/>
        </p:nvSpPr>
        <p:spPr>
          <a:xfrm>
            <a:off x="4823346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檢測</a:t>
            </a:r>
            <a:endParaRPr lang="en-US" sz="950" dirty="0"/>
          </a:p>
        </p:txBody>
      </p:sp>
      <p:sp>
        <p:nvSpPr>
          <p:cNvPr id="59" name="圖示 顯微分析"/>
          <p:cNvSpPr/>
          <p:nvPr/>
        </p:nvSpPr>
        <p:spPr>
          <a:xfrm>
            <a:off x="5697712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60306" y="306473"/>
                </a:moveTo>
                <a:lnTo>
                  <a:pt x="160306" y="265610"/>
                </a:lnTo>
                <a:lnTo>
                  <a:pt x="154408" y="265610"/>
                </a:lnTo>
                <a:cubicBezTo>
                  <a:pt x="133194" y="265610"/>
                  <a:pt x="115249" y="258272"/>
                  <a:pt x="100584" y="243608"/>
                </a:cubicBezTo>
                <a:cubicBezTo>
                  <a:pt x="85919" y="228931"/>
                  <a:pt x="78581" y="210986"/>
                  <a:pt x="78581" y="189772"/>
                </a:cubicBezTo>
                <a:cubicBezTo>
                  <a:pt x="78581" y="173793"/>
                  <a:pt x="83165" y="159254"/>
                  <a:pt x="92332" y="146167"/>
                </a:cubicBezTo>
                <a:cubicBezTo>
                  <a:pt x="101498" y="133068"/>
                  <a:pt x="113546" y="123901"/>
                  <a:pt x="128485" y="118655"/>
                </a:cubicBezTo>
                <a:cubicBezTo>
                  <a:pt x="129525" y="108185"/>
                  <a:pt x="134108" y="99670"/>
                  <a:pt x="142235" y="93120"/>
                </a:cubicBezTo>
                <a:cubicBezTo>
                  <a:pt x="150350" y="86571"/>
                  <a:pt x="159780" y="83690"/>
                  <a:pt x="170524" y="84479"/>
                </a:cubicBezTo>
                <a:lnTo>
                  <a:pt x="166204" y="72295"/>
                </a:lnTo>
                <a:cubicBezTo>
                  <a:pt x="164889" y="69152"/>
                  <a:pt x="165026" y="66271"/>
                  <a:pt x="166592" y="63654"/>
                </a:cubicBezTo>
                <a:cubicBezTo>
                  <a:pt x="168170" y="60773"/>
                  <a:pt x="170387" y="58670"/>
                  <a:pt x="173267" y="57367"/>
                </a:cubicBezTo>
                <a:lnTo>
                  <a:pt x="178377" y="55401"/>
                </a:lnTo>
                <a:lnTo>
                  <a:pt x="177988" y="53824"/>
                </a:lnTo>
                <a:cubicBezTo>
                  <a:pt x="176674" y="50166"/>
                  <a:pt x="176811" y="46623"/>
                  <a:pt x="178377" y="43217"/>
                </a:cubicBezTo>
                <a:cubicBezTo>
                  <a:pt x="179691" y="39811"/>
                  <a:pt x="182183" y="37456"/>
                  <a:pt x="185840" y="36153"/>
                </a:cubicBezTo>
                <a:cubicBezTo>
                  <a:pt x="189509" y="34839"/>
                  <a:pt x="193053" y="34964"/>
                  <a:pt x="196459" y="36542"/>
                </a:cubicBezTo>
                <a:cubicBezTo>
                  <a:pt x="199854" y="37845"/>
                  <a:pt x="202220" y="40336"/>
                  <a:pt x="203523" y="44006"/>
                </a:cubicBezTo>
                <a:lnTo>
                  <a:pt x="204311" y="45971"/>
                </a:lnTo>
                <a:lnTo>
                  <a:pt x="209032" y="44394"/>
                </a:lnTo>
                <a:cubicBezTo>
                  <a:pt x="211912" y="43354"/>
                  <a:pt x="214793" y="43480"/>
                  <a:pt x="217673" y="44794"/>
                </a:cubicBezTo>
                <a:cubicBezTo>
                  <a:pt x="220553" y="46097"/>
                  <a:pt x="222645" y="48200"/>
                  <a:pt x="223959" y="51081"/>
                </a:cubicBezTo>
                <a:lnTo>
                  <a:pt x="260101" y="144978"/>
                </a:lnTo>
                <a:cubicBezTo>
                  <a:pt x="261416" y="148121"/>
                  <a:pt x="261416" y="151139"/>
                  <a:pt x="260101" y="154019"/>
                </a:cubicBezTo>
                <a:cubicBezTo>
                  <a:pt x="258535" y="156900"/>
                  <a:pt x="256181" y="158991"/>
                  <a:pt x="253037" y="160306"/>
                </a:cubicBezTo>
                <a:lnTo>
                  <a:pt x="247528" y="162272"/>
                </a:lnTo>
                <a:lnTo>
                  <a:pt x="248317" y="164238"/>
                </a:lnTo>
                <a:cubicBezTo>
                  <a:pt x="249631" y="167907"/>
                  <a:pt x="249494" y="171439"/>
                  <a:pt x="247928" y="174845"/>
                </a:cubicBezTo>
                <a:cubicBezTo>
                  <a:pt x="246351" y="177988"/>
                  <a:pt x="243733" y="180217"/>
                  <a:pt x="240064" y="181520"/>
                </a:cubicBezTo>
                <a:cubicBezTo>
                  <a:pt x="236658" y="182834"/>
                  <a:pt x="233389" y="182697"/>
                  <a:pt x="230246" y="181131"/>
                </a:cubicBezTo>
                <a:cubicBezTo>
                  <a:pt x="226840" y="179554"/>
                  <a:pt x="224485" y="177074"/>
                  <a:pt x="223171" y="173667"/>
                </a:cubicBezTo>
                <a:lnTo>
                  <a:pt x="222382" y="171313"/>
                </a:lnTo>
                <a:lnTo>
                  <a:pt x="216496" y="173267"/>
                </a:lnTo>
                <a:cubicBezTo>
                  <a:pt x="213352" y="174582"/>
                  <a:pt x="210472" y="174582"/>
                  <a:pt x="207843" y="173267"/>
                </a:cubicBezTo>
                <a:cubicBezTo>
                  <a:pt x="204963" y="171964"/>
                  <a:pt x="202871" y="169736"/>
                  <a:pt x="201557" y="166592"/>
                </a:cubicBezTo>
                <a:lnTo>
                  <a:pt x="195670" y="150876"/>
                </a:lnTo>
                <a:cubicBezTo>
                  <a:pt x="191738" y="155334"/>
                  <a:pt x="187155" y="158603"/>
                  <a:pt x="181920" y="160694"/>
                </a:cubicBezTo>
                <a:cubicBezTo>
                  <a:pt x="176411" y="162535"/>
                  <a:pt x="170650" y="163323"/>
                  <a:pt x="164626" y="163060"/>
                </a:cubicBezTo>
                <a:cubicBezTo>
                  <a:pt x="157814" y="162797"/>
                  <a:pt x="151528" y="160694"/>
                  <a:pt x="145767" y="156774"/>
                </a:cubicBezTo>
                <a:cubicBezTo>
                  <a:pt x="140006" y="152842"/>
                  <a:pt x="135423" y="147858"/>
                  <a:pt x="132017" y="141835"/>
                </a:cubicBezTo>
                <a:cubicBezTo>
                  <a:pt x="122850" y="146293"/>
                  <a:pt x="115649" y="152842"/>
                  <a:pt x="110402" y="161483"/>
                </a:cubicBezTo>
                <a:cubicBezTo>
                  <a:pt x="104905" y="170124"/>
                  <a:pt x="102161" y="179554"/>
                  <a:pt x="102161" y="189772"/>
                </a:cubicBezTo>
                <a:cubicBezTo>
                  <a:pt x="102161" y="204186"/>
                  <a:pt x="107259" y="216496"/>
                  <a:pt x="117478" y="226703"/>
                </a:cubicBezTo>
                <a:cubicBezTo>
                  <a:pt x="127696" y="236921"/>
                  <a:pt x="140006" y="242030"/>
                  <a:pt x="154408" y="242030"/>
                </a:cubicBezTo>
                <a:lnTo>
                  <a:pt x="278961" y="242030"/>
                </a:lnTo>
                <a:cubicBezTo>
                  <a:pt x="282367" y="242030"/>
                  <a:pt x="285121" y="243208"/>
                  <a:pt x="287213" y="245562"/>
                </a:cubicBezTo>
                <a:cubicBezTo>
                  <a:pt x="289568" y="247665"/>
                  <a:pt x="290756" y="250408"/>
                  <a:pt x="290756" y="253815"/>
                </a:cubicBezTo>
                <a:cubicBezTo>
                  <a:pt x="290756" y="257221"/>
                  <a:pt x="289568" y="260101"/>
                  <a:pt x="287213" y="262467"/>
                </a:cubicBezTo>
                <a:cubicBezTo>
                  <a:pt x="285121" y="264559"/>
                  <a:pt x="282367" y="265610"/>
                  <a:pt x="278961" y="265610"/>
                </a:cubicBezTo>
                <a:lnTo>
                  <a:pt x="199602" y="265610"/>
                </a:lnTo>
                <a:lnTo>
                  <a:pt x="199602" y="306473"/>
                </a:lnTo>
                <a:lnTo>
                  <a:pt x="286824" y="306473"/>
                </a:lnTo>
                <a:cubicBezTo>
                  <a:pt x="290231" y="306473"/>
                  <a:pt x="292974" y="307650"/>
                  <a:pt x="295077" y="310004"/>
                </a:cubicBezTo>
                <a:cubicBezTo>
                  <a:pt x="297431" y="312096"/>
                  <a:pt x="298609" y="314851"/>
                  <a:pt x="298609" y="318257"/>
                </a:cubicBezTo>
                <a:cubicBezTo>
                  <a:pt x="298609" y="321663"/>
                  <a:pt x="297431" y="324543"/>
                  <a:pt x="295077" y="326898"/>
                </a:cubicBezTo>
                <a:cubicBezTo>
                  <a:pt x="292974" y="328990"/>
                  <a:pt x="290231" y="330041"/>
                  <a:pt x="286824" y="330041"/>
                </a:cubicBezTo>
                <a:lnTo>
                  <a:pt x="90366" y="330041"/>
                </a:lnTo>
                <a:cubicBezTo>
                  <a:pt x="86959" y="330041"/>
                  <a:pt x="84216" y="328864"/>
                  <a:pt x="82113" y="326509"/>
                </a:cubicBezTo>
                <a:cubicBezTo>
                  <a:pt x="79759" y="324406"/>
                  <a:pt x="78581" y="321663"/>
                  <a:pt x="78581" y="318257"/>
                </a:cubicBezTo>
                <a:cubicBezTo>
                  <a:pt x="78581" y="314851"/>
                  <a:pt x="79759" y="312096"/>
                  <a:pt x="82113" y="310004"/>
                </a:cubicBezTo>
                <a:cubicBezTo>
                  <a:pt x="84216" y="307650"/>
                  <a:pt x="86959" y="306473"/>
                  <a:pt x="90366" y="306473"/>
                </a:cubicBezTo>
                <a:lnTo>
                  <a:pt x="160306" y="306473"/>
                </a:lnTo>
                <a:close/>
                <a:moveTo>
                  <a:pt x="218462" y="152453"/>
                </a:moveTo>
                <a:lnTo>
                  <a:pt x="239276" y="144978"/>
                </a:lnTo>
                <a:lnTo>
                  <a:pt x="207843" y="64042"/>
                </a:lnTo>
                <a:lnTo>
                  <a:pt x="187029" y="71506"/>
                </a:lnTo>
                <a:lnTo>
                  <a:pt x="218462" y="152453"/>
                </a:lnTo>
                <a:close/>
                <a:moveTo>
                  <a:pt x="181520" y="137914"/>
                </a:moveTo>
                <a:cubicBezTo>
                  <a:pt x="185189" y="133982"/>
                  <a:pt x="187029" y="129262"/>
                  <a:pt x="187029" y="123764"/>
                </a:cubicBezTo>
                <a:cubicBezTo>
                  <a:pt x="187029" y="118266"/>
                  <a:pt x="185189" y="113683"/>
                  <a:pt x="181520" y="110014"/>
                </a:cubicBezTo>
                <a:cubicBezTo>
                  <a:pt x="177599" y="106082"/>
                  <a:pt x="172879" y="104116"/>
                  <a:pt x="167381" y="104116"/>
                </a:cubicBezTo>
                <a:cubicBezTo>
                  <a:pt x="161883" y="104116"/>
                  <a:pt x="157288" y="105956"/>
                  <a:pt x="153631" y="109625"/>
                </a:cubicBezTo>
                <a:cubicBezTo>
                  <a:pt x="149699" y="113546"/>
                  <a:pt x="147733" y="118266"/>
                  <a:pt x="147733" y="123764"/>
                </a:cubicBezTo>
                <a:cubicBezTo>
                  <a:pt x="147733" y="129262"/>
                  <a:pt x="149562" y="133982"/>
                  <a:pt x="153231" y="137914"/>
                </a:cubicBezTo>
                <a:cubicBezTo>
                  <a:pt x="157163" y="141572"/>
                  <a:pt x="161883" y="143412"/>
                  <a:pt x="167381" y="143412"/>
                </a:cubicBezTo>
                <a:cubicBezTo>
                  <a:pt x="172879" y="143412"/>
                  <a:pt x="177599" y="141572"/>
                  <a:pt x="181520" y="137914"/>
                </a:cubicBezTo>
                <a:close/>
                <a:moveTo>
                  <a:pt x="218462" y="152453"/>
                </a:moveTo>
                <a:close/>
                <a:moveTo>
                  <a:pt x="167381" y="122975"/>
                </a:moveTo>
                <a:close/>
                <a:moveTo>
                  <a:pt x="168170" y="122975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圖說"/>
          <p:cNvSpPr/>
          <p:nvPr/>
        </p:nvSpPr>
        <p:spPr>
          <a:xfrm>
            <a:off x="5516747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顯微分析</a:t>
            </a:r>
            <a:endParaRPr lang="en-US" sz="950" dirty="0"/>
          </a:p>
        </p:txBody>
      </p:sp>
      <p:sp>
        <p:nvSpPr>
          <p:cNvPr id="61" name="圖示 實驗"/>
          <p:cNvSpPr/>
          <p:nvPr/>
        </p:nvSpPr>
        <p:spPr>
          <a:xfrm>
            <a:off x="6391113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67586" y="330041"/>
                </a:moveTo>
                <a:cubicBezTo>
                  <a:pt x="56579" y="330041"/>
                  <a:pt x="48852" y="324932"/>
                  <a:pt x="44394" y="314714"/>
                </a:cubicBezTo>
                <a:cubicBezTo>
                  <a:pt x="39685" y="304507"/>
                  <a:pt x="41125" y="295203"/>
                  <a:pt x="48726" y="286824"/>
                </a:cubicBezTo>
                <a:lnTo>
                  <a:pt x="146167" y="176811"/>
                </a:lnTo>
                <a:lnTo>
                  <a:pt x="146167" y="70729"/>
                </a:lnTo>
                <a:lnTo>
                  <a:pt x="125730" y="70729"/>
                </a:lnTo>
                <a:cubicBezTo>
                  <a:pt x="122324" y="70729"/>
                  <a:pt x="119569" y="69540"/>
                  <a:pt x="117478" y="67186"/>
                </a:cubicBezTo>
                <a:cubicBezTo>
                  <a:pt x="115123" y="65094"/>
                  <a:pt x="113946" y="62339"/>
                  <a:pt x="113946" y="58933"/>
                </a:cubicBezTo>
                <a:cubicBezTo>
                  <a:pt x="113946" y="55527"/>
                  <a:pt x="115123" y="52784"/>
                  <a:pt x="117478" y="50681"/>
                </a:cubicBezTo>
                <a:cubicBezTo>
                  <a:pt x="119569" y="48326"/>
                  <a:pt x="122324" y="47149"/>
                  <a:pt x="125730" y="47149"/>
                </a:cubicBezTo>
                <a:lnTo>
                  <a:pt x="251460" y="47149"/>
                </a:lnTo>
                <a:cubicBezTo>
                  <a:pt x="254866" y="47149"/>
                  <a:pt x="257621" y="48326"/>
                  <a:pt x="259712" y="50681"/>
                </a:cubicBezTo>
                <a:cubicBezTo>
                  <a:pt x="262067" y="52784"/>
                  <a:pt x="263244" y="55527"/>
                  <a:pt x="263244" y="58933"/>
                </a:cubicBezTo>
                <a:cubicBezTo>
                  <a:pt x="263244" y="62339"/>
                  <a:pt x="262067" y="65220"/>
                  <a:pt x="259712" y="67586"/>
                </a:cubicBezTo>
                <a:cubicBezTo>
                  <a:pt x="257621" y="69677"/>
                  <a:pt x="254866" y="70729"/>
                  <a:pt x="251460" y="70729"/>
                </a:cubicBezTo>
                <a:lnTo>
                  <a:pt x="231035" y="70729"/>
                </a:lnTo>
                <a:lnTo>
                  <a:pt x="231035" y="176811"/>
                </a:lnTo>
                <a:lnTo>
                  <a:pt x="328475" y="286824"/>
                </a:lnTo>
                <a:cubicBezTo>
                  <a:pt x="336065" y="295203"/>
                  <a:pt x="337505" y="304507"/>
                  <a:pt x="332796" y="314714"/>
                </a:cubicBezTo>
                <a:cubicBezTo>
                  <a:pt x="328338" y="324932"/>
                  <a:pt x="320612" y="330041"/>
                  <a:pt x="309616" y="330041"/>
                </a:cubicBezTo>
                <a:lnTo>
                  <a:pt x="67586" y="330041"/>
                </a:lnTo>
                <a:close/>
                <a:moveTo>
                  <a:pt x="62865" y="306473"/>
                </a:moveTo>
                <a:lnTo>
                  <a:pt x="314325" y="306473"/>
                </a:lnTo>
                <a:lnTo>
                  <a:pt x="207455" y="185452"/>
                </a:lnTo>
                <a:lnTo>
                  <a:pt x="207455" y="70729"/>
                </a:lnTo>
                <a:lnTo>
                  <a:pt x="169736" y="70729"/>
                </a:lnTo>
                <a:lnTo>
                  <a:pt x="169736" y="185452"/>
                </a:lnTo>
                <a:lnTo>
                  <a:pt x="62865" y="306473"/>
                </a:lnTo>
                <a:close/>
                <a:moveTo>
                  <a:pt x="187806" y="188595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圖說"/>
          <p:cNvSpPr/>
          <p:nvPr/>
        </p:nvSpPr>
        <p:spPr>
          <a:xfrm>
            <a:off x="6210148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實驗</a:t>
            </a:r>
            <a:endParaRPr lang="en-US" sz="950" dirty="0"/>
          </a:p>
        </p:txBody>
      </p:sp>
      <p:sp>
        <p:nvSpPr>
          <p:cNvPr id="63" name="圖示 問題追蹤"/>
          <p:cNvSpPr/>
          <p:nvPr/>
        </p:nvSpPr>
        <p:spPr>
          <a:xfrm>
            <a:off x="7084514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595" y="330041"/>
                </a:moveTo>
                <a:cubicBezTo>
                  <a:pt x="171564" y="330041"/>
                  <a:pt x="155722" y="325984"/>
                  <a:pt x="141058" y="317857"/>
                </a:cubicBezTo>
                <a:cubicBezTo>
                  <a:pt x="126382" y="309742"/>
                  <a:pt x="115512" y="298083"/>
                  <a:pt x="108448" y="282893"/>
                </a:cubicBezTo>
                <a:lnTo>
                  <a:pt x="74649" y="282893"/>
                </a:lnTo>
                <a:cubicBezTo>
                  <a:pt x="71243" y="282893"/>
                  <a:pt x="68500" y="281715"/>
                  <a:pt x="66397" y="279361"/>
                </a:cubicBezTo>
                <a:cubicBezTo>
                  <a:pt x="64042" y="277258"/>
                  <a:pt x="62865" y="274514"/>
                  <a:pt x="62865" y="271108"/>
                </a:cubicBezTo>
                <a:cubicBezTo>
                  <a:pt x="62865" y="267702"/>
                  <a:pt x="64042" y="264947"/>
                  <a:pt x="66397" y="262856"/>
                </a:cubicBezTo>
                <a:cubicBezTo>
                  <a:pt x="68500" y="260501"/>
                  <a:pt x="71243" y="259324"/>
                  <a:pt x="74649" y="259324"/>
                </a:cubicBezTo>
                <a:lnTo>
                  <a:pt x="99018" y="259324"/>
                </a:lnTo>
                <a:cubicBezTo>
                  <a:pt x="97178" y="252512"/>
                  <a:pt x="96263" y="245562"/>
                  <a:pt x="96263" y="238498"/>
                </a:cubicBezTo>
                <a:lnTo>
                  <a:pt x="96263" y="217673"/>
                </a:lnTo>
                <a:lnTo>
                  <a:pt x="74261" y="217673"/>
                </a:lnTo>
                <a:cubicBezTo>
                  <a:pt x="70855" y="217673"/>
                  <a:pt x="68100" y="216496"/>
                  <a:pt x="66008" y="214130"/>
                </a:cubicBezTo>
                <a:cubicBezTo>
                  <a:pt x="63654" y="212038"/>
                  <a:pt x="62476" y="209283"/>
                  <a:pt x="62476" y="205889"/>
                </a:cubicBezTo>
                <a:cubicBezTo>
                  <a:pt x="62476" y="202482"/>
                  <a:pt x="63654" y="199728"/>
                  <a:pt x="66008" y="197636"/>
                </a:cubicBezTo>
                <a:cubicBezTo>
                  <a:pt x="68100" y="195270"/>
                  <a:pt x="70855" y="194093"/>
                  <a:pt x="74261" y="194093"/>
                </a:cubicBezTo>
                <a:lnTo>
                  <a:pt x="96263" y="194093"/>
                </a:lnTo>
                <a:cubicBezTo>
                  <a:pt x="96263" y="186503"/>
                  <a:pt x="96389" y="179040"/>
                  <a:pt x="96652" y="171701"/>
                </a:cubicBezTo>
                <a:cubicBezTo>
                  <a:pt x="96652" y="164101"/>
                  <a:pt x="97704" y="156637"/>
                  <a:pt x="99795" y="149310"/>
                </a:cubicBezTo>
                <a:lnTo>
                  <a:pt x="74649" y="149310"/>
                </a:lnTo>
                <a:cubicBezTo>
                  <a:pt x="71243" y="149310"/>
                  <a:pt x="68500" y="148121"/>
                  <a:pt x="66397" y="145767"/>
                </a:cubicBezTo>
                <a:cubicBezTo>
                  <a:pt x="64042" y="143675"/>
                  <a:pt x="62865" y="140920"/>
                  <a:pt x="62865" y="137514"/>
                </a:cubicBezTo>
                <a:cubicBezTo>
                  <a:pt x="62865" y="134108"/>
                  <a:pt x="64042" y="131365"/>
                  <a:pt x="66397" y="129262"/>
                </a:cubicBezTo>
                <a:cubicBezTo>
                  <a:pt x="68500" y="126907"/>
                  <a:pt x="71243" y="125730"/>
                  <a:pt x="74649" y="125730"/>
                </a:cubicBezTo>
                <a:lnTo>
                  <a:pt x="110014" y="125730"/>
                </a:lnTo>
                <a:cubicBezTo>
                  <a:pt x="113683" y="118392"/>
                  <a:pt x="118529" y="111980"/>
                  <a:pt x="124553" y="106482"/>
                </a:cubicBezTo>
                <a:cubicBezTo>
                  <a:pt x="130576" y="100973"/>
                  <a:pt x="137251" y="96389"/>
                  <a:pt x="144590" y="92732"/>
                </a:cubicBezTo>
                <a:lnTo>
                  <a:pt x="122198" y="70729"/>
                </a:lnTo>
                <a:cubicBezTo>
                  <a:pt x="120095" y="68626"/>
                  <a:pt x="119055" y="66008"/>
                  <a:pt x="119055" y="62865"/>
                </a:cubicBezTo>
                <a:cubicBezTo>
                  <a:pt x="119055" y="59722"/>
                  <a:pt x="120095" y="57104"/>
                  <a:pt x="122198" y="55013"/>
                </a:cubicBezTo>
                <a:cubicBezTo>
                  <a:pt x="124290" y="52909"/>
                  <a:pt x="126907" y="51869"/>
                  <a:pt x="130051" y="51869"/>
                </a:cubicBezTo>
                <a:cubicBezTo>
                  <a:pt x="133194" y="51869"/>
                  <a:pt x="135811" y="52909"/>
                  <a:pt x="137914" y="55013"/>
                </a:cubicBezTo>
                <a:lnTo>
                  <a:pt x="166981" y="84079"/>
                </a:lnTo>
                <a:cubicBezTo>
                  <a:pt x="174319" y="81462"/>
                  <a:pt x="181657" y="80159"/>
                  <a:pt x="188984" y="80159"/>
                </a:cubicBezTo>
                <a:cubicBezTo>
                  <a:pt x="196585" y="80159"/>
                  <a:pt x="204048" y="81462"/>
                  <a:pt x="211386" y="84079"/>
                </a:cubicBezTo>
                <a:lnTo>
                  <a:pt x="240464" y="55013"/>
                </a:lnTo>
                <a:cubicBezTo>
                  <a:pt x="242556" y="52909"/>
                  <a:pt x="245174" y="51869"/>
                  <a:pt x="248317" y="51869"/>
                </a:cubicBezTo>
                <a:cubicBezTo>
                  <a:pt x="251460" y="51869"/>
                  <a:pt x="254077" y="52909"/>
                  <a:pt x="256181" y="55013"/>
                </a:cubicBezTo>
                <a:cubicBezTo>
                  <a:pt x="258272" y="57104"/>
                  <a:pt x="259324" y="59722"/>
                  <a:pt x="259324" y="62865"/>
                </a:cubicBezTo>
                <a:cubicBezTo>
                  <a:pt x="259324" y="66008"/>
                  <a:pt x="258272" y="68626"/>
                  <a:pt x="256181" y="70729"/>
                </a:cubicBezTo>
                <a:lnTo>
                  <a:pt x="234178" y="92732"/>
                </a:lnTo>
                <a:cubicBezTo>
                  <a:pt x="241504" y="96389"/>
                  <a:pt x="247928" y="101110"/>
                  <a:pt x="253426" y="106871"/>
                </a:cubicBezTo>
                <a:cubicBezTo>
                  <a:pt x="259187" y="112368"/>
                  <a:pt x="264159" y="118655"/>
                  <a:pt x="268354" y="125730"/>
                </a:cubicBezTo>
                <a:lnTo>
                  <a:pt x="302929" y="125730"/>
                </a:lnTo>
                <a:cubicBezTo>
                  <a:pt x="306335" y="125730"/>
                  <a:pt x="309090" y="126907"/>
                  <a:pt x="311182" y="129262"/>
                </a:cubicBezTo>
                <a:cubicBezTo>
                  <a:pt x="313536" y="131365"/>
                  <a:pt x="314714" y="134108"/>
                  <a:pt x="314714" y="137514"/>
                </a:cubicBezTo>
                <a:cubicBezTo>
                  <a:pt x="314714" y="140920"/>
                  <a:pt x="313536" y="143801"/>
                  <a:pt x="311182" y="146167"/>
                </a:cubicBezTo>
                <a:cubicBezTo>
                  <a:pt x="309090" y="148259"/>
                  <a:pt x="306335" y="149310"/>
                  <a:pt x="302929" y="149310"/>
                </a:cubicBezTo>
                <a:lnTo>
                  <a:pt x="277395" y="149310"/>
                </a:lnTo>
                <a:cubicBezTo>
                  <a:pt x="279749" y="156637"/>
                  <a:pt x="280927" y="164101"/>
                  <a:pt x="280927" y="171701"/>
                </a:cubicBezTo>
                <a:cubicBezTo>
                  <a:pt x="280664" y="179040"/>
                  <a:pt x="280538" y="186503"/>
                  <a:pt x="280538" y="194093"/>
                </a:cubicBezTo>
                <a:lnTo>
                  <a:pt x="302929" y="194093"/>
                </a:lnTo>
                <a:cubicBezTo>
                  <a:pt x="306335" y="194093"/>
                  <a:pt x="309090" y="195270"/>
                  <a:pt x="311182" y="197636"/>
                </a:cubicBezTo>
                <a:cubicBezTo>
                  <a:pt x="313536" y="199728"/>
                  <a:pt x="314714" y="202482"/>
                  <a:pt x="314714" y="205889"/>
                </a:cubicBezTo>
                <a:cubicBezTo>
                  <a:pt x="314714" y="209283"/>
                  <a:pt x="313536" y="212038"/>
                  <a:pt x="311182" y="214130"/>
                </a:cubicBezTo>
                <a:cubicBezTo>
                  <a:pt x="309090" y="216496"/>
                  <a:pt x="306335" y="217673"/>
                  <a:pt x="302929" y="217673"/>
                </a:cubicBezTo>
                <a:lnTo>
                  <a:pt x="280538" y="217673"/>
                </a:lnTo>
                <a:cubicBezTo>
                  <a:pt x="280538" y="224748"/>
                  <a:pt x="280664" y="231686"/>
                  <a:pt x="280927" y="238498"/>
                </a:cubicBezTo>
                <a:cubicBezTo>
                  <a:pt x="280927" y="245562"/>
                  <a:pt x="280012" y="252512"/>
                  <a:pt x="278183" y="259324"/>
                </a:cubicBezTo>
                <a:lnTo>
                  <a:pt x="302929" y="259324"/>
                </a:lnTo>
                <a:cubicBezTo>
                  <a:pt x="306335" y="259324"/>
                  <a:pt x="309090" y="260501"/>
                  <a:pt x="311182" y="262856"/>
                </a:cubicBezTo>
                <a:cubicBezTo>
                  <a:pt x="313536" y="264947"/>
                  <a:pt x="314714" y="267702"/>
                  <a:pt x="314714" y="271108"/>
                </a:cubicBezTo>
                <a:cubicBezTo>
                  <a:pt x="314714" y="274514"/>
                  <a:pt x="313536" y="277395"/>
                  <a:pt x="311182" y="279749"/>
                </a:cubicBezTo>
                <a:cubicBezTo>
                  <a:pt x="309090" y="281841"/>
                  <a:pt x="306335" y="282893"/>
                  <a:pt x="302929" y="282893"/>
                </a:cubicBezTo>
                <a:lnTo>
                  <a:pt x="269142" y="282893"/>
                </a:lnTo>
                <a:cubicBezTo>
                  <a:pt x="262330" y="298346"/>
                  <a:pt x="251586" y="310130"/>
                  <a:pt x="236921" y="318257"/>
                </a:cubicBezTo>
                <a:cubicBezTo>
                  <a:pt x="221993" y="326109"/>
                  <a:pt x="205889" y="330041"/>
                  <a:pt x="188595" y="330041"/>
                </a:cubicBezTo>
                <a:close/>
                <a:moveTo>
                  <a:pt x="188595" y="306473"/>
                </a:moveTo>
                <a:cubicBezTo>
                  <a:pt x="207455" y="306473"/>
                  <a:pt x="223559" y="299923"/>
                  <a:pt x="236921" y="286824"/>
                </a:cubicBezTo>
                <a:cubicBezTo>
                  <a:pt x="250283" y="273463"/>
                  <a:pt x="256958" y="257358"/>
                  <a:pt x="256958" y="238498"/>
                </a:cubicBezTo>
                <a:lnTo>
                  <a:pt x="256958" y="172879"/>
                </a:lnTo>
                <a:cubicBezTo>
                  <a:pt x="256958" y="154019"/>
                  <a:pt x="250283" y="138040"/>
                  <a:pt x="236921" y="124941"/>
                </a:cubicBezTo>
                <a:cubicBezTo>
                  <a:pt x="223559" y="111591"/>
                  <a:pt x="207455" y="104905"/>
                  <a:pt x="188595" y="104905"/>
                </a:cubicBezTo>
                <a:cubicBezTo>
                  <a:pt x="169736" y="104905"/>
                  <a:pt x="153631" y="111591"/>
                  <a:pt x="140269" y="124941"/>
                </a:cubicBezTo>
                <a:cubicBezTo>
                  <a:pt x="126907" y="138040"/>
                  <a:pt x="120232" y="154019"/>
                  <a:pt x="120232" y="172879"/>
                </a:cubicBezTo>
                <a:lnTo>
                  <a:pt x="120232" y="238498"/>
                </a:lnTo>
                <a:cubicBezTo>
                  <a:pt x="120232" y="257358"/>
                  <a:pt x="126907" y="273463"/>
                  <a:pt x="140269" y="286824"/>
                </a:cubicBezTo>
                <a:cubicBezTo>
                  <a:pt x="153631" y="299923"/>
                  <a:pt x="169736" y="306473"/>
                  <a:pt x="188595" y="306473"/>
                </a:cubicBezTo>
                <a:close/>
                <a:moveTo>
                  <a:pt x="168947" y="251460"/>
                </a:moveTo>
                <a:lnTo>
                  <a:pt x="208243" y="251460"/>
                </a:lnTo>
                <a:cubicBezTo>
                  <a:pt x="211649" y="251460"/>
                  <a:pt x="214393" y="250283"/>
                  <a:pt x="216496" y="247928"/>
                </a:cubicBezTo>
                <a:cubicBezTo>
                  <a:pt x="218850" y="245825"/>
                  <a:pt x="220028" y="243082"/>
                  <a:pt x="220028" y="239676"/>
                </a:cubicBezTo>
                <a:cubicBezTo>
                  <a:pt x="220028" y="236270"/>
                  <a:pt x="218850" y="233515"/>
                  <a:pt x="216496" y="231423"/>
                </a:cubicBezTo>
                <a:cubicBezTo>
                  <a:pt x="214393" y="229069"/>
                  <a:pt x="211649" y="227891"/>
                  <a:pt x="208243" y="227891"/>
                </a:cubicBezTo>
                <a:lnTo>
                  <a:pt x="168947" y="227891"/>
                </a:lnTo>
                <a:cubicBezTo>
                  <a:pt x="165541" y="227891"/>
                  <a:pt x="162797" y="229069"/>
                  <a:pt x="160694" y="231423"/>
                </a:cubicBezTo>
                <a:cubicBezTo>
                  <a:pt x="158340" y="233515"/>
                  <a:pt x="157163" y="236270"/>
                  <a:pt x="157163" y="239676"/>
                </a:cubicBezTo>
                <a:cubicBezTo>
                  <a:pt x="157163" y="243082"/>
                  <a:pt x="158340" y="245962"/>
                  <a:pt x="160694" y="248317"/>
                </a:cubicBezTo>
                <a:cubicBezTo>
                  <a:pt x="162797" y="250408"/>
                  <a:pt x="165541" y="251460"/>
                  <a:pt x="168947" y="251460"/>
                </a:cubicBezTo>
                <a:close/>
                <a:moveTo>
                  <a:pt x="168947" y="183486"/>
                </a:moveTo>
                <a:lnTo>
                  <a:pt x="208243" y="183486"/>
                </a:lnTo>
                <a:cubicBezTo>
                  <a:pt x="211649" y="183486"/>
                  <a:pt x="214393" y="182309"/>
                  <a:pt x="216496" y="179954"/>
                </a:cubicBezTo>
                <a:cubicBezTo>
                  <a:pt x="218850" y="177851"/>
                  <a:pt x="220028" y="175108"/>
                  <a:pt x="220028" y="171701"/>
                </a:cubicBezTo>
                <a:cubicBezTo>
                  <a:pt x="220028" y="168295"/>
                  <a:pt x="218850" y="165415"/>
                  <a:pt x="216496" y="163060"/>
                </a:cubicBezTo>
                <a:cubicBezTo>
                  <a:pt x="214393" y="160957"/>
                  <a:pt x="211649" y="159917"/>
                  <a:pt x="208243" y="159917"/>
                </a:cubicBezTo>
                <a:lnTo>
                  <a:pt x="168947" y="159917"/>
                </a:lnTo>
                <a:cubicBezTo>
                  <a:pt x="165541" y="159917"/>
                  <a:pt x="162797" y="161094"/>
                  <a:pt x="160694" y="163449"/>
                </a:cubicBezTo>
                <a:cubicBezTo>
                  <a:pt x="158340" y="165541"/>
                  <a:pt x="157163" y="168295"/>
                  <a:pt x="157163" y="171701"/>
                </a:cubicBezTo>
                <a:cubicBezTo>
                  <a:pt x="157163" y="175108"/>
                  <a:pt x="158340" y="177851"/>
                  <a:pt x="160694" y="179954"/>
                </a:cubicBezTo>
                <a:cubicBezTo>
                  <a:pt x="162797" y="182309"/>
                  <a:pt x="165541" y="183486"/>
                  <a:pt x="168947" y="183486"/>
                </a:cubicBezTo>
                <a:close/>
                <a:moveTo>
                  <a:pt x="188984" y="205889"/>
                </a:moveTo>
                <a:lnTo>
                  <a:pt x="188595" y="205889"/>
                </a:lnTo>
                <a:lnTo>
                  <a:pt x="188984" y="205889"/>
                </a:lnTo>
                <a:lnTo>
                  <a:pt x="188595" y="205889"/>
                </a:lnTo>
                <a:lnTo>
                  <a:pt x="188984" y="205889"/>
                </a:lnTo>
                <a:lnTo>
                  <a:pt x="188595" y="205889"/>
                </a:lnTo>
                <a:lnTo>
                  <a:pt x="188984" y="205889"/>
                </a:lnTo>
                <a:lnTo>
                  <a:pt x="188595" y="205889"/>
                </a:lnTo>
                <a:lnTo>
                  <a:pt x="188984" y="205889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圖說"/>
          <p:cNvSpPr/>
          <p:nvPr/>
        </p:nvSpPr>
        <p:spPr>
          <a:xfrm>
            <a:off x="6903549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問題追蹤</a:t>
            </a:r>
            <a:endParaRPr lang="en-US" sz="950" dirty="0"/>
          </a:p>
        </p:txBody>
      </p:sp>
      <p:sp>
        <p:nvSpPr>
          <p:cNvPr id="65" name="圖示 成果"/>
          <p:cNvSpPr/>
          <p:nvPr/>
        </p:nvSpPr>
        <p:spPr>
          <a:xfrm>
            <a:off x="7777915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76811" y="306473"/>
                </a:moveTo>
                <a:lnTo>
                  <a:pt x="176811" y="248317"/>
                </a:lnTo>
                <a:cubicBezTo>
                  <a:pt x="162660" y="245436"/>
                  <a:pt x="150087" y="239413"/>
                  <a:pt x="139092" y="230246"/>
                </a:cubicBezTo>
                <a:cubicBezTo>
                  <a:pt x="128085" y="220816"/>
                  <a:pt x="120495" y="209158"/>
                  <a:pt x="116300" y="195270"/>
                </a:cubicBezTo>
                <a:cubicBezTo>
                  <a:pt x="96915" y="193178"/>
                  <a:pt x="80547" y="185326"/>
                  <a:pt x="67186" y="171701"/>
                </a:cubicBezTo>
                <a:cubicBezTo>
                  <a:pt x="53824" y="158077"/>
                  <a:pt x="47149" y="141709"/>
                  <a:pt x="47149" y="122587"/>
                </a:cubicBezTo>
                <a:lnTo>
                  <a:pt x="47149" y="105305"/>
                </a:lnTo>
                <a:cubicBezTo>
                  <a:pt x="47149" y="98755"/>
                  <a:pt x="49503" y="93246"/>
                  <a:pt x="54224" y="88800"/>
                </a:cubicBezTo>
                <a:cubicBezTo>
                  <a:pt x="58670" y="84079"/>
                  <a:pt x="64179" y="81725"/>
                  <a:pt x="70729" y="81725"/>
                </a:cubicBezTo>
                <a:lnTo>
                  <a:pt x="111591" y="81725"/>
                </a:lnTo>
                <a:lnTo>
                  <a:pt x="111591" y="70729"/>
                </a:lnTo>
                <a:cubicBezTo>
                  <a:pt x="111591" y="64179"/>
                  <a:pt x="113946" y="58670"/>
                  <a:pt x="118655" y="54224"/>
                </a:cubicBezTo>
                <a:cubicBezTo>
                  <a:pt x="123113" y="49503"/>
                  <a:pt x="128610" y="47149"/>
                  <a:pt x="135160" y="47149"/>
                </a:cubicBezTo>
                <a:lnTo>
                  <a:pt x="242030" y="47149"/>
                </a:lnTo>
                <a:cubicBezTo>
                  <a:pt x="248580" y="47149"/>
                  <a:pt x="254077" y="49503"/>
                  <a:pt x="258535" y="54224"/>
                </a:cubicBezTo>
                <a:cubicBezTo>
                  <a:pt x="263244" y="58670"/>
                  <a:pt x="265610" y="64179"/>
                  <a:pt x="265610" y="70729"/>
                </a:cubicBezTo>
                <a:lnTo>
                  <a:pt x="265610" y="81725"/>
                </a:lnTo>
                <a:lnTo>
                  <a:pt x="306473" y="81725"/>
                </a:lnTo>
                <a:cubicBezTo>
                  <a:pt x="313011" y="81725"/>
                  <a:pt x="318520" y="84079"/>
                  <a:pt x="322966" y="88800"/>
                </a:cubicBezTo>
                <a:cubicBezTo>
                  <a:pt x="327687" y="93246"/>
                  <a:pt x="330041" y="98755"/>
                  <a:pt x="330041" y="105305"/>
                </a:cubicBezTo>
                <a:lnTo>
                  <a:pt x="330041" y="122587"/>
                </a:lnTo>
                <a:cubicBezTo>
                  <a:pt x="330041" y="141709"/>
                  <a:pt x="323366" y="158077"/>
                  <a:pt x="310004" y="171701"/>
                </a:cubicBezTo>
                <a:cubicBezTo>
                  <a:pt x="296643" y="185326"/>
                  <a:pt x="280275" y="193178"/>
                  <a:pt x="260890" y="195270"/>
                </a:cubicBezTo>
                <a:cubicBezTo>
                  <a:pt x="256695" y="209158"/>
                  <a:pt x="249105" y="220816"/>
                  <a:pt x="238098" y="230246"/>
                </a:cubicBezTo>
                <a:cubicBezTo>
                  <a:pt x="227103" y="239413"/>
                  <a:pt x="214530" y="245436"/>
                  <a:pt x="200379" y="248317"/>
                </a:cubicBezTo>
                <a:lnTo>
                  <a:pt x="200379" y="306473"/>
                </a:lnTo>
                <a:lnTo>
                  <a:pt x="248317" y="306473"/>
                </a:lnTo>
                <a:cubicBezTo>
                  <a:pt x="251723" y="306473"/>
                  <a:pt x="254478" y="307650"/>
                  <a:pt x="256569" y="310004"/>
                </a:cubicBezTo>
                <a:cubicBezTo>
                  <a:pt x="258924" y="312096"/>
                  <a:pt x="260101" y="314851"/>
                  <a:pt x="260101" y="318257"/>
                </a:cubicBezTo>
                <a:cubicBezTo>
                  <a:pt x="260101" y="321663"/>
                  <a:pt x="258924" y="324543"/>
                  <a:pt x="256569" y="326898"/>
                </a:cubicBezTo>
                <a:cubicBezTo>
                  <a:pt x="254478" y="328990"/>
                  <a:pt x="251723" y="330041"/>
                  <a:pt x="248317" y="330041"/>
                </a:cubicBezTo>
                <a:lnTo>
                  <a:pt x="128873" y="330041"/>
                </a:lnTo>
                <a:cubicBezTo>
                  <a:pt x="125467" y="330041"/>
                  <a:pt x="122712" y="328864"/>
                  <a:pt x="120621" y="326509"/>
                </a:cubicBezTo>
                <a:cubicBezTo>
                  <a:pt x="118266" y="324406"/>
                  <a:pt x="117089" y="321663"/>
                  <a:pt x="117089" y="318257"/>
                </a:cubicBezTo>
                <a:cubicBezTo>
                  <a:pt x="117089" y="314851"/>
                  <a:pt x="118266" y="312096"/>
                  <a:pt x="120621" y="310004"/>
                </a:cubicBezTo>
                <a:cubicBezTo>
                  <a:pt x="122712" y="307650"/>
                  <a:pt x="125467" y="306473"/>
                  <a:pt x="128873" y="306473"/>
                </a:cubicBezTo>
                <a:lnTo>
                  <a:pt x="176811" y="306473"/>
                </a:lnTo>
                <a:close/>
                <a:moveTo>
                  <a:pt x="111591" y="170524"/>
                </a:moveTo>
                <a:lnTo>
                  <a:pt x="111591" y="105305"/>
                </a:lnTo>
                <a:lnTo>
                  <a:pt x="70729" y="105305"/>
                </a:lnTo>
                <a:lnTo>
                  <a:pt x="70729" y="122587"/>
                </a:lnTo>
                <a:cubicBezTo>
                  <a:pt x="70729" y="134371"/>
                  <a:pt x="74649" y="144715"/>
                  <a:pt x="82513" y="153631"/>
                </a:cubicBezTo>
                <a:cubicBezTo>
                  <a:pt x="90103" y="162272"/>
                  <a:pt x="99795" y="167907"/>
                  <a:pt x="111591" y="170524"/>
                </a:cubicBezTo>
                <a:close/>
                <a:moveTo>
                  <a:pt x="226703" y="210209"/>
                </a:moveTo>
                <a:cubicBezTo>
                  <a:pt x="236921" y="199728"/>
                  <a:pt x="242030" y="187029"/>
                  <a:pt x="242030" y="172090"/>
                </a:cubicBezTo>
                <a:lnTo>
                  <a:pt x="242030" y="70729"/>
                </a:lnTo>
                <a:lnTo>
                  <a:pt x="135160" y="70729"/>
                </a:lnTo>
                <a:lnTo>
                  <a:pt x="135160" y="172090"/>
                </a:lnTo>
                <a:cubicBezTo>
                  <a:pt x="135160" y="187029"/>
                  <a:pt x="140395" y="199728"/>
                  <a:pt x="150876" y="210209"/>
                </a:cubicBezTo>
                <a:cubicBezTo>
                  <a:pt x="161094" y="220679"/>
                  <a:pt x="173667" y="225925"/>
                  <a:pt x="188595" y="225925"/>
                </a:cubicBezTo>
                <a:cubicBezTo>
                  <a:pt x="203523" y="225925"/>
                  <a:pt x="216233" y="220679"/>
                  <a:pt x="226703" y="210209"/>
                </a:cubicBezTo>
                <a:close/>
                <a:moveTo>
                  <a:pt x="265610" y="170524"/>
                </a:moveTo>
                <a:cubicBezTo>
                  <a:pt x="277395" y="167907"/>
                  <a:pt x="287213" y="162272"/>
                  <a:pt x="295077" y="153631"/>
                </a:cubicBezTo>
                <a:cubicBezTo>
                  <a:pt x="302666" y="144715"/>
                  <a:pt x="306473" y="134371"/>
                  <a:pt x="306473" y="122587"/>
                </a:cubicBezTo>
                <a:lnTo>
                  <a:pt x="306473" y="105305"/>
                </a:lnTo>
                <a:lnTo>
                  <a:pt x="265610" y="105305"/>
                </a:lnTo>
                <a:lnTo>
                  <a:pt x="265610" y="170524"/>
                </a:lnTo>
                <a:close/>
                <a:moveTo>
                  <a:pt x="188595" y="148121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圖說"/>
          <p:cNvSpPr/>
          <p:nvPr/>
        </p:nvSpPr>
        <p:spPr>
          <a:xfrm>
            <a:off x="7596950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成果</a:t>
            </a:r>
            <a:endParaRPr lang="en-US" sz="950" dirty="0"/>
          </a:p>
        </p:txBody>
      </p:sp>
      <p:sp>
        <p:nvSpPr>
          <p:cNvPr id="67" name="圖示 重點"/>
          <p:cNvSpPr/>
          <p:nvPr/>
        </p:nvSpPr>
        <p:spPr>
          <a:xfrm>
            <a:off x="8471316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26907" y="280927"/>
                </a:moveTo>
                <a:lnTo>
                  <a:pt x="188595" y="243996"/>
                </a:lnTo>
                <a:lnTo>
                  <a:pt x="250283" y="281327"/>
                </a:lnTo>
                <a:lnTo>
                  <a:pt x="233778" y="211386"/>
                </a:lnTo>
                <a:lnTo>
                  <a:pt x="288002" y="164238"/>
                </a:lnTo>
                <a:lnTo>
                  <a:pt x="216496" y="157951"/>
                </a:lnTo>
                <a:lnTo>
                  <a:pt x="188595" y="91943"/>
                </a:lnTo>
                <a:lnTo>
                  <a:pt x="160694" y="157551"/>
                </a:lnTo>
                <a:lnTo>
                  <a:pt x="89188" y="163838"/>
                </a:lnTo>
                <a:lnTo>
                  <a:pt x="143412" y="210986"/>
                </a:lnTo>
                <a:lnTo>
                  <a:pt x="126907" y="280927"/>
                </a:lnTo>
                <a:close/>
                <a:moveTo>
                  <a:pt x="188595" y="271497"/>
                </a:moveTo>
                <a:lnTo>
                  <a:pt x="115512" y="315502"/>
                </a:lnTo>
                <a:cubicBezTo>
                  <a:pt x="113420" y="316817"/>
                  <a:pt x="111191" y="317468"/>
                  <a:pt x="108836" y="317468"/>
                </a:cubicBezTo>
                <a:cubicBezTo>
                  <a:pt x="106482" y="317205"/>
                  <a:pt x="104379" y="316417"/>
                  <a:pt x="102550" y="315114"/>
                </a:cubicBezTo>
                <a:cubicBezTo>
                  <a:pt x="100710" y="313799"/>
                  <a:pt x="99407" y="312096"/>
                  <a:pt x="98618" y="310004"/>
                </a:cubicBezTo>
                <a:cubicBezTo>
                  <a:pt x="97566" y="307913"/>
                  <a:pt x="97315" y="305547"/>
                  <a:pt x="97829" y="302929"/>
                </a:cubicBezTo>
                <a:lnTo>
                  <a:pt x="117089" y="219639"/>
                </a:lnTo>
                <a:lnTo>
                  <a:pt x="52647" y="163449"/>
                </a:lnTo>
                <a:cubicBezTo>
                  <a:pt x="50555" y="161620"/>
                  <a:pt x="49378" y="159654"/>
                  <a:pt x="49115" y="157551"/>
                </a:cubicBezTo>
                <a:cubicBezTo>
                  <a:pt x="48589" y="155197"/>
                  <a:pt x="48589" y="152968"/>
                  <a:pt x="49115" y="150876"/>
                </a:cubicBezTo>
                <a:cubicBezTo>
                  <a:pt x="49640" y="148784"/>
                  <a:pt x="50818" y="147081"/>
                  <a:pt x="52647" y="145767"/>
                </a:cubicBezTo>
                <a:cubicBezTo>
                  <a:pt x="54487" y="144201"/>
                  <a:pt x="56704" y="143275"/>
                  <a:pt x="59333" y="143024"/>
                </a:cubicBezTo>
                <a:lnTo>
                  <a:pt x="144590" y="135548"/>
                </a:lnTo>
                <a:lnTo>
                  <a:pt x="177599" y="56967"/>
                </a:lnTo>
                <a:cubicBezTo>
                  <a:pt x="178639" y="54613"/>
                  <a:pt x="180217" y="52909"/>
                  <a:pt x="182309" y="51869"/>
                </a:cubicBezTo>
                <a:cubicBezTo>
                  <a:pt x="184400" y="50555"/>
                  <a:pt x="186503" y="49903"/>
                  <a:pt x="188595" y="49903"/>
                </a:cubicBezTo>
                <a:cubicBezTo>
                  <a:pt x="190687" y="49903"/>
                  <a:pt x="192790" y="50555"/>
                  <a:pt x="194882" y="51869"/>
                </a:cubicBezTo>
                <a:cubicBezTo>
                  <a:pt x="196973" y="52909"/>
                  <a:pt x="198551" y="54613"/>
                  <a:pt x="199602" y="56967"/>
                </a:cubicBezTo>
                <a:lnTo>
                  <a:pt x="232600" y="135548"/>
                </a:lnTo>
                <a:lnTo>
                  <a:pt x="317857" y="143024"/>
                </a:lnTo>
                <a:cubicBezTo>
                  <a:pt x="320486" y="143275"/>
                  <a:pt x="322703" y="144201"/>
                  <a:pt x="324543" y="145767"/>
                </a:cubicBezTo>
                <a:cubicBezTo>
                  <a:pt x="326372" y="147081"/>
                  <a:pt x="327550" y="148784"/>
                  <a:pt x="328075" y="150876"/>
                </a:cubicBezTo>
                <a:cubicBezTo>
                  <a:pt x="328601" y="152968"/>
                  <a:pt x="328727" y="155197"/>
                  <a:pt x="328475" y="157551"/>
                </a:cubicBezTo>
                <a:cubicBezTo>
                  <a:pt x="327950" y="159654"/>
                  <a:pt x="326635" y="161620"/>
                  <a:pt x="324543" y="163449"/>
                </a:cubicBezTo>
                <a:lnTo>
                  <a:pt x="260101" y="219639"/>
                </a:lnTo>
                <a:lnTo>
                  <a:pt x="279361" y="302929"/>
                </a:lnTo>
                <a:cubicBezTo>
                  <a:pt x="279875" y="305547"/>
                  <a:pt x="279749" y="307913"/>
                  <a:pt x="278961" y="310004"/>
                </a:cubicBezTo>
                <a:cubicBezTo>
                  <a:pt x="277920" y="312096"/>
                  <a:pt x="276480" y="313799"/>
                  <a:pt x="274640" y="315114"/>
                </a:cubicBezTo>
                <a:cubicBezTo>
                  <a:pt x="272811" y="316417"/>
                  <a:pt x="270708" y="317205"/>
                  <a:pt x="268354" y="317468"/>
                </a:cubicBezTo>
                <a:cubicBezTo>
                  <a:pt x="265999" y="317468"/>
                  <a:pt x="263770" y="316817"/>
                  <a:pt x="261678" y="315502"/>
                </a:cubicBezTo>
                <a:lnTo>
                  <a:pt x="188595" y="271497"/>
                </a:lnTo>
                <a:close/>
                <a:moveTo>
                  <a:pt x="188595" y="190561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圖說"/>
          <p:cNvSpPr/>
          <p:nvPr/>
        </p:nvSpPr>
        <p:spPr>
          <a:xfrm>
            <a:off x="8290350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950" dirty="0"/>
          </a:p>
        </p:txBody>
      </p:sp>
      <p:sp>
        <p:nvSpPr>
          <p:cNvPr id="69" name="圖示 資料庫"/>
          <p:cNvSpPr/>
          <p:nvPr/>
        </p:nvSpPr>
        <p:spPr>
          <a:xfrm>
            <a:off x="9164717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595" y="330041"/>
                </a:moveTo>
                <a:cubicBezTo>
                  <a:pt x="149047" y="330041"/>
                  <a:pt x="115649" y="324018"/>
                  <a:pt x="88400" y="311970"/>
                </a:cubicBezTo>
                <a:cubicBezTo>
                  <a:pt x="60899" y="299660"/>
                  <a:pt x="47149" y="284721"/>
                  <a:pt x="47149" y="267176"/>
                </a:cubicBezTo>
                <a:lnTo>
                  <a:pt x="47149" y="110014"/>
                </a:lnTo>
                <a:cubicBezTo>
                  <a:pt x="47149" y="92732"/>
                  <a:pt x="61036" y="77930"/>
                  <a:pt x="88800" y="65620"/>
                </a:cubicBezTo>
                <a:cubicBezTo>
                  <a:pt x="116300" y="53310"/>
                  <a:pt x="149562" y="47149"/>
                  <a:pt x="188595" y="47149"/>
                </a:cubicBezTo>
                <a:cubicBezTo>
                  <a:pt x="227628" y="47149"/>
                  <a:pt x="261015" y="53310"/>
                  <a:pt x="288790" y="65620"/>
                </a:cubicBezTo>
                <a:cubicBezTo>
                  <a:pt x="316291" y="77930"/>
                  <a:pt x="330041" y="92732"/>
                  <a:pt x="330041" y="110014"/>
                </a:cubicBezTo>
                <a:lnTo>
                  <a:pt x="330041" y="267176"/>
                </a:lnTo>
                <a:cubicBezTo>
                  <a:pt x="330041" y="284721"/>
                  <a:pt x="316417" y="299660"/>
                  <a:pt x="289179" y="311970"/>
                </a:cubicBezTo>
                <a:cubicBezTo>
                  <a:pt x="261678" y="324018"/>
                  <a:pt x="228143" y="330041"/>
                  <a:pt x="188595" y="330041"/>
                </a:cubicBezTo>
                <a:close/>
                <a:moveTo>
                  <a:pt x="188595" y="138303"/>
                </a:moveTo>
                <a:cubicBezTo>
                  <a:pt x="211124" y="138303"/>
                  <a:pt x="234304" y="134897"/>
                  <a:pt x="258135" y="128085"/>
                </a:cubicBezTo>
                <a:cubicBezTo>
                  <a:pt x="281715" y="121021"/>
                  <a:pt x="296906" y="113157"/>
                  <a:pt x="303718" y="104516"/>
                </a:cubicBezTo>
                <a:cubicBezTo>
                  <a:pt x="296643" y="96126"/>
                  <a:pt x="281327" y="88400"/>
                  <a:pt x="257747" y="81336"/>
                </a:cubicBezTo>
                <a:cubicBezTo>
                  <a:pt x="233915" y="74261"/>
                  <a:pt x="210861" y="70729"/>
                  <a:pt x="188595" y="70729"/>
                </a:cubicBezTo>
                <a:cubicBezTo>
                  <a:pt x="165541" y="70729"/>
                  <a:pt x="142361" y="74124"/>
                  <a:pt x="119055" y="80936"/>
                </a:cubicBezTo>
                <a:cubicBezTo>
                  <a:pt x="95738" y="87748"/>
                  <a:pt x="80410" y="95612"/>
                  <a:pt x="73083" y="104516"/>
                </a:cubicBezTo>
                <a:cubicBezTo>
                  <a:pt x="80410" y="113683"/>
                  <a:pt x="95612" y="121672"/>
                  <a:pt x="118655" y="128485"/>
                </a:cubicBezTo>
                <a:cubicBezTo>
                  <a:pt x="141709" y="135034"/>
                  <a:pt x="165026" y="138303"/>
                  <a:pt x="188595" y="138303"/>
                </a:cubicBezTo>
                <a:close/>
                <a:moveTo>
                  <a:pt x="188206" y="222382"/>
                </a:moveTo>
                <a:cubicBezTo>
                  <a:pt x="199202" y="222382"/>
                  <a:pt x="210209" y="221856"/>
                  <a:pt x="221205" y="220816"/>
                </a:cubicBezTo>
                <a:cubicBezTo>
                  <a:pt x="232212" y="219502"/>
                  <a:pt x="242819" y="217673"/>
                  <a:pt x="253037" y="215318"/>
                </a:cubicBezTo>
                <a:cubicBezTo>
                  <a:pt x="262981" y="212952"/>
                  <a:pt x="272548" y="210072"/>
                  <a:pt x="281715" y="206666"/>
                </a:cubicBezTo>
                <a:cubicBezTo>
                  <a:pt x="290882" y="203260"/>
                  <a:pt x="299135" y="199465"/>
                  <a:pt x="306473" y="195270"/>
                </a:cubicBezTo>
                <a:lnTo>
                  <a:pt x="306473" y="134371"/>
                </a:lnTo>
                <a:cubicBezTo>
                  <a:pt x="298872" y="138566"/>
                  <a:pt x="290493" y="142361"/>
                  <a:pt x="281327" y="145767"/>
                </a:cubicBezTo>
                <a:cubicBezTo>
                  <a:pt x="272148" y="149173"/>
                  <a:pt x="262467" y="152053"/>
                  <a:pt x="252249" y="154408"/>
                </a:cubicBezTo>
                <a:cubicBezTo>
                  <a:pt x="242030" y="156774"/>
                  <a:pt x="231549" y="158603"/>
                  <a:pt x="220816" y="159917"/>
                </a:cubicBezTo>
                <a:cubicBezTo>
                  <a:pt x="210072" y="161220"/>
                  <a:pt x="199202" y="161883"/>
                  <a:pt x="188206" y="161883"/>
                </a:cubicBezTo>
                <a:cubicBezTo>
                  <a:pt x="177199" y="161883"/>
                  <a:pt x="166204" y="161220"/>
                  <a:pt x="155197" y="159917"/>
                </a:cubicBezTo>
                <a:cubicBezTo>
                  <a:pt x="144201" y="158603"/>
                  <a:pt x="133720" y="156774"/>
                  <a:pt x="123764" y="154408"/>
                </a:cubicBezTo>
                <a:cubicBezTo>
                  <a:pt x="113546" y="152053"/>
                  <a:pt x="103990" y="149173"/>
                  <a:pt x="95086" y="145767"/>
                </a:cubicBezTo>
                <a:cubicBezTo>
                  <a:pt x="85919" y="142361"/>
                  <a:pt x="77793" y="138566"/>
                  <a:pt x="70729" y="134371"/>
                </a:cubicBezTo>
                <a:lnTo>
                  <a:pt x="70729" y="195270"/>
                </a:lnTo>
                <a:cubicBezTo>
                  <a:pt x="77793" y="199465"/>
                  <a:pt x="85782" y="203260"/>
                  <a:pt x="94686" y="206666"/>
                </a:cubicBezTo>
                <a:cubicBezTo>
                  <a:pt x="103602" y="210072"/>
                  <a:pt x="113157" y="212952"/>
                  <a:pt x="123375" y="215318"/>
                </a:cubicBezTo>
                <a:cubicBezTo>
                  <a:pt x="133331" y="217673"/>
                  <a:pt x="143801" y="219502"/>
                  <a:pt x="154808" y="220816"/>
                </a:cubicBezTo>
                <a:cubicBezTo>
                  <a:pt x="165804" y="221856"/>
                  <a:pt x="176936" y="222382"/>
                  <a:pt x="188206" y="222382"/>
                </a:cubicBezTo>
                <a:close/>
                <a:moveTo>
                  <a:pt x="188595" y="306473"/>
                </a:moveTo>
                <a:cubicBezTo>
                  <a:pt x="201168" y="306473"/>
                  <a:pt x="214130" y="305421"/>
                  <a:pt x="227491" y="303329"/>
                </a:cubicBezTo>
                <a:cubicBezTo>
                  <a:pt x="240853" y="300963"/>
                  <a:pt x="253163" y="297957"/>
                  <a:pt x="264422" y="294288"/>
                </a:cubicBezTo>
                <a:cubicBezTo>
                  <a:pt x="275429" y="290619"/>
                  <a:pt x="284858" y="286562"/>
                  <a:pt x="292711" y="282104"/>
                </a:cubicBezTo>
                <a:cubicBezTo>
                  <a:pt x="300312" y="277658"/>
                  <a:pt x="304895" y="273074"/>
                  <a:pt x="306473" y="268354"/>
                </a:cubicBezTo>
                <a:lnTo>
                  <a:pt x="306473" y="219239"/>
                </a:lnTo>
                <a:cubicBezTo>
                  <a:pt x="299135" y="223434"/>
                  <a:pt x="290882" y="227228"/>
                  <a:pt x="281715" y="230635"/>
                </a:cubicBezTo>
                <a:cubicBezTo>
                  <a:pt x="272548" y="233778"/>
                  <a:pt x="262981" y="236532"/>
                  <a:pt x="253037" y="238887"/>
                </a:cubicBezTo>
                <a:cubicBezTo>
                  <a:pt x="242819" y="241242"/>
                  <a:pt x="232338" y="243082"/>
                  <a:pt x="221605" y="244385"/>
                </a:cubicBezTo>
                <a:cubicBezTo>
                  <a:pt x="210598" y="245436"/>
                  <a:pt x="199465" y="245962"/>
                  <a:pt x="188206" y="245962"/>
                </a:cubicBezTo>
                <a:cubicBezTo>
                  <a:pt x="176936" y="245962"/>
                  <a:pt x="165804" y="245436"/>
                  <a:pt x="154808" y="244385"/>
                </a:cubicBezTo>
                <a:cubicBezTo>
                  <a:pt x="143801" y="243082"/>
                  <a:pt x="133331" y="241242"/>
                  <a:pt x="123375" y="238887"/>
                </a:cubicBezTo>
                <a:cubicBezTo>
                  <a:pt x="113157" y="236532"/>
                  <a:pt x="103602" y="233778"/>
                  <a:pt x="94686" y="230635"/>
                </a:cubicBezTo>
                <a:cubicBezTo>
                  <a:pt x="85782" y="227228"/>
                  <a:pt x="77793" y="223434"/>
                  <a:pt x="70729" y="219239"/>
                </a:cubicBezTo>
                <a:lnTo>
                  <a:pt x="70729" y="268754"/>
                </a:lnTo>
                <a:cubicBezTo>
                  <a:pt x="72032" y="273200"/>
                  <a:pt x="76490" y="277783"/>
                  <a:pt x="84079" y="282504"/>
                </a:cubicBezTo>
                <a:cubicBezTo>
                  <a:pt x="91680" y="286950"/>
                  <a:pt x="101110" y="291008"/>
                  <a:pt x="112368" y="294677"/>
                </a:cubicBezTo>
                <a:cubicBezTo>
                  <a:pt x="123638" y="298083"/>
                  <a:pt x="135948" y="300963"/>
                  <a:pt x="149310" y="303329"/>
                </a:cubicBezTo>
                <a:cubicBezTo>
                  <a:pt x="162660" y="305421"/>
                  <a:pt x="175759" y="306473"/>
                  <a:pt x="188595" y="306473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圖說"/>
          <p:cNvSpPr/>
          <p:nvPr/>
        </p:nvSpPr>
        <p:spPr>
          <a:xfrm>
            <a:off x="8983751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950" dirty="0"/>
          </a:p>
        </p:txBody>
      </p:sp>
      <p:sp>
        <p:nvSpPr>
          <p:cNvPr id="71" name="圖示 伺服器"/>
          <p:cNvSpPr/>
          <p:nvPr/>
        </p:nvSpPr>
        <p:spPr>
          <a:xfrm>
            <a:off x="9858118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12768" y="95475"/>
                </a:moveTo>
                <a:cubicBezTo>
                  <a:pt x="107259" y="95475"/>
                  <a:pt x="102676" y="97441"/>
                  <a:pt x="99018" y="101373"/>
                </a:cubicBezTo>
                <a:cubicBezTo>
                  <a:pt x="95086" y="105042"/>
                  <a:pt x="93120" y="109625"/>
                  <a:pt x="93120" y="115123"/>
                </a:cubicBezTo>
                <a:cubicBezTo>
                  <a:pt x="93120" y="120621"/>
                  <a:pt x="95086" y="125341"/>
                  <a:pt x="99018" y="129262"/>
                </a:cubicBezTo>
                <a:cubicBezTo>
                  <a:pt x="102676" y="132931"/>
                  <a:pt x="107259" y="134771"/>
                  <a:pt x="112768" y="134771"/>
                </a:cubicBezTo>
                <a:cubicBezTo>
                  <a:pt x="118266" y="134771"/>
                  <a:pt x="122975" y="132805"/>
                  <a:pt x="126907" y="128873"/>
                </a:cubicBezTo>
                <a:cubicBezTo>
                  <a:pt x="130576" y="125204"/>
                  <a:pt x="132405" y="120621"/>
                  <a:pt x="132405" y="115123"/>
                </a:cubicBezTo>
                <a:cubicBezTo>
                  <a:pt x="132405" y="109625"/>
                  <a:pt x="130451" y="105042"/>
                  <a:pt x="126519" y="101373"/>
                </a:cubicBezTo>
                <a:cubicBezTo>
                  <a:pt x="122850" y="97441"/>
                  <a:pt x="118266" y="95475"/>
                  <a:pt x="112768" y="95475"/>
                </a:cubicBezTo>
                <a:close/>
                <a:moveTo>
                  <a:pt x="112768" y="258135"/>
                </a:moveTo>
                <a:cubicBezTo>
                  <a:pt x="107259" y="258135"/>
                  <a:pt x="102676" y="260101"/>
                  <a:pt x="99018" y="264033"/>
                </a:cubicBezTo>
                <a:cubicBezTo>
                  <a:pt x="95086" y="267702"/>
                  <a:pt x="93120" y="272285"/>
                  <a:pt x="93120" y="277783"/>
                </a:cubicBezTo>
                <a:cubicBezTo>
                  <a:pt x="93120" y="283281"/>
                  <a:pt x="95086" y="288002"/>
                  <a:pt x="99018" y="291934"/>
                </a:cubicBezTo>
                <a:cubicBezTo>
                  <a:pt x="102676" y="295591"/>
                  <a:pt x="107259" y="297431"/>
                  <a:pt x="112768" y="297431"/>
                </a:cubicBezTo>
                <a:cubicBezTo>
                  <a:pt x="118266" y="297431"/>
                  <a:pt x="122975" y="295466"/>
                  <a:pt x="126907" y="291534"/>
                </a:cubicBezTo>
                <a:cubicBezTo>
                  <a:pt x="130576" y="287865"/>
                  <a:pt x="132405" y="283281"/>
                  <a:pt x="132405" y="277783"/>
                </a:cubicBezTo>
                <a:cubicBezTo>
                  <a:pt x="132405" y="272285"/>
                  <a:pt x="130451" y="267702"/>
                  <a:pt x="126519" y="264033"/>
                </a:cubicBezTo>
                <a:cubicBezTo>
                  <a:pt x="122850" y="260101"/>
                  <a:pt x="118266" y="258135"/>
                  <a:pt x="112768" y="258135"/>
                </a:cubicBezTo>
                <a:close/>
                <a:moveTo>
                  <a:pt x="60510" y="47537"/>
                </a:moveTo>
                <a:lnTo>
                  <a:pt x="316291" y="47537"/>
                </a:lnTo>
                <a:cubicBezTo>
                  <a:pt x="320486" y="47537"/>
                  <a:pt x="323880" y="48852"/>
                  <a:pt x="326509" y="51469"/>
                </a:cubicBezTo>
                <a:cubicBezTo>
                  <a:pt x="328864" y="53824"/>
                  <a:pt x="330041" y="57104"/>
                  <a:pt x="330041" y="61299"/>
                </a:cubicBezTo>
                <a:lnTo>
                  <a:pt x="330041" y="166981"/>
                </a:lnTo>
                <a:cubicBezTo>
                  <a:pt x="330041" y="171439"/>
                  <a:pt x="328864" y="175233"/>
                  <a:pt x="326509" y="178377"/>
                </a:cubicBezTo>
                <a:cubicBezTo>
                  <a:pt x="323880" y="181520"/>
                  <a:pt x="320486" y="183097"/>
                  <a:pt x="316291" y="183097"/>
                </a:cubicBezTo>
                <a:lnTo>
                  <a:pt x="60510" y="183097"/>
                </a:lnTo>
                <a:cubicBezTo>
                  <a:pt x="56579" y="183097"/>
                  <a:pt x="53435" y="181520"/>
                  <a:pt x="51081" y="178377"/>
                </a:cubicBezTo>
                <a:cubicBezTo>
                  <a:pt x="48463" y="175233"/>
                  <a:pt x="47149" y="171439"/>
                  <a:pt x="47149" y="166981"/>
                </a:cubicBezTo>
                <a:lnTo>
                  <a:pt x="47149" y="61299"/>
                </a:lnTo>
                <a:cubicBezTo>
                  <a:pt x="47149" y="57104"/>
                  <a:pt x="48463" y="53824"/>
                  <a:pt x="51081" y="51469"/>
                </a:cubicBezTo>
                <a:cubicBezTo>
                  <a:pt x="53435" y="48852"/>
                  <a:pt x="56579" y="47537"/>
                  <a:pt x="60510" y="47537"/>
                </a:cubicBezTo>
                <a:close/>
                <a:moveTo>
                  <a:pt x="70729" y="71117"/>
                </a:moveTo>
                <a:lnTo>
                  <a:pt x="70729" y="159517"/>
                </a:lnTo>
                <a:lnTo>
                  <a:pt x="306473" y="159517"/>
                </a:lnTo>
                <a:lnTo>
                  <a:pt x="306473" y="71117"/>
                </a:lnTo>
                <a:lnTo>
                  <a:pt x="70729" y="71117"/>
                </a:lnTo>
                <a:close/>
                <a:moveTo>
                  <a:pt x="60510" y="209809"/>
                </a:moveTo>
                <a:lnTo>
                  <a:pt x="314714" y="209809"/>
                </a:lnTo>
                <a:cubicBezTo>
                  <a:pt x="318646" y="209809"/>
                  <a:pt x="322189" y="211512"/>
                  <a:pt x="325332" y="214918"/>
                </a:cubicBezTo>
                <a:cubicBezTo>
                  <a:pt x="328475" y="218062"/>
                  <a:pt x="330041" y="221731"/>
                  <a:pt x="330041" y="225925"/>
                </a:cubicBezTo>
                <a:lnTo>
                  <a:pt x="330041" y="329653"/>
                </a:lnTo>
                <a:cubicBezTo>
                  <a:pt x="330041" y="334888"/>
                  <a:pt x="328475" y="338945"/>
                  <a:pt x="325332" y="341826"/>
                </a:cubicBezTo>
                <a:cubicBezTo>
                  <a:pt x="322189" y="344443"/>
                  <a:pt x="318646" y="345758"/>
                  <a:pt x="314714" y="345758"/>
                </a:cubicBezTo>
                <a:lnTo>
                  <a:pt x="62476" y="345758"/>
                </a:lnTo>
                <a:cubicBezTo>
                  <a:pt x="58282" y="345758"/>
                  <a:pt x="54750" y="344443"/>
                  <a:pt x="51869" y="341826"/>
                </a:cubicBezTo>
                <a:cubicBezTo>
                  <a:pt x="48726" y="338945"/>
                  <a:pt x="47149" y="334888"/>
                  <a:pt x="47149" y="329653"/>
                </a:cubicBezTo>
                <a:lnTo>
                  <a:pt x="47149" y="225925"/>
                </a:lnTo>
                <a:cubicBezTo>
                  <a:pt x="47149" y="221731"/>
                  <a:pt x="48463" y="218062"/>
                  <a:pt x="51081" y="214918"/>
                </a:cubicBezTo>
                <a:cubicBezTo>
                  <a:pt x="53435" y="211512"/>
                  <a:pt x="56579" y="209809"/>
                  <a:pt x="60510" y="209809"/>
                </a:cubicBezTo>
                <a:close/>
                <a:moveTo>
                  <a:pt x="70729" y="233389"/>
                </a:moveTo>
                <a:lnTo>
                  <a:pt x="70729" y="322189"/>
                </a:lnTo>
                <a:lnTo>
                  <a:pt x="306473" y="322189"/>
                </a:lnTo>
                <a:lnTo>
                  <a:pt x="306473" y="233389"/>
                </a:lnTo>
                <a:lnTo>
                  <a:pt x="70729" y="233389"/>
                </a:lnTo>
                <a:close/>
                <a:moveTo>
                  <a:pt x="70729" y="71117"/>
                </a:moveTo>
                <a:lnTo>
                  <a:pt x="70729" y="159517"/>
                </a:lnTo>
                <a:lnTo>
                  <a:pt x="70729" y="71117"/>
                </a:lnTo>
                <a:close/>
                <a:moveTo>
                  <a:pt x="70729" y="233389"/>
                </a:moveTo>
                <a:lnTo>
                  <a:pt x="70729" y="322189"/>
                </a:lnTo>
                <a:lnTo>
                  <a:pt x="70729" y="233389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圖說"/>
          <p:cNvSpPr/>
          <p:nvPr/>
        </p:nvSpPr>
        <p:spPr>
          <a:xfrm>
            <a:off x="9677152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伺服器</a:t>
            </a:r>
            <a:endParaRPr lang="en-US" sz="950" dirty="0"/>
          </a:p>
        </p:txBody>
      </p:sp>
      <p:sp>
        <p:nvSpPr>
          <p:cNvPr id="73" name="圖示 雲端"/>
          <p:cNvSpPr/>
          <p:nvPr/>
        </p:nvSpPr>
        <p:spPr>
          <a:xfrm>
            <a:off x="10551519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98618" y="314325"/>
                </a:moveTo>
                <a:cubicBezTo>
                  <a:pt x="75564" y="314325"/>
                  <a:pt x="56053" y="306335"/>
                  <a:pt x="40074" y="290356"/>
                </a:cubicBezTo>
                <a:cubicBezTo>
                  <a:pt x="23832" y="274114"/>
                  <a:pt x="15716" y="254478"/>
                  <a:pt x="15716" y="231423"/>
                </a:cubicBezTo>
                <a:cubicBezTo>
                  <a:pt x="15716" y="210986"/>
                  <a:pt x="22266" y="193053"/>
                  <a:pt x="35364" y="177599"/>
                </a:cubicBezTo>
                <a:cubicBezTo>
                  <a:pt x="48463" y="162135"/>
                  <a:pt x="65094" y="152842"/>
                  <a:pt x="85256" y="149699"/>
                </a:cubicBezTo>
                <a:cubicBezTo>
                  <a:pt x="90503" y="124290"/>
                  <a:pt x="102813" y="103602"/>
                  <a:pt x="122198" y="87622"/>
                </a:cubicBezTo>
                <a:cubicBezTo>
                  <a:pt x="141572" y="71380"/>
                  <a:pt x="163975" y="63254"/>
                  <a:pt x="189384" y="63254"/>
                </a:cubicBezTo>
                <a:cubicBezTo>
                  <a:pt x="218713" y="63254"/>
                  <a:pt x="243470" y="73998"/>
                  <a:pt x="263644" y="95475"/>
                </a:cubicBezTo>
                <a:cubicBezTo>
                  <a:pt x="283807" y="116689"/>
                  <a:pt x="293900" y="142235"/>
                  <a:pt x="293900" y="172090"/>
                </a:cubicBezTo>
                <a:lnTo>
                  <a:pt x="293900" y="181520"/>
                </a:lnTo>
                <a:cubicBezTo>
                  <a:pt x="312759" y="180994"/>
                  <a:pt x="328727" y="187155"/>
                  <a:pt x="341826" y="199991"/>
                </a:cubicBezTo>
                <a:cubicBezTo>
                  <a:pt x="354924" y="212564"/>
                  <a:pt x="361474" y="228543"/>
                  <a:pt x="361474" y="247928"/>
                </a:cubicBezTo>
                <a:cubicBezTo>
                  <a:pt x="361474" y="265999"/>
                  <a:pt x="354924" y="281578"/>
                  <a:pt x="341826" y="294677"/>
                </a:cubicBezTo>
                <a:cubicBezTo>
                  <a:pt x="328727" y="307776"/>
                  <a:pt x="313148" y="314325"/>
                  <a:pt x="295077" y="314325"/>
                </a:cubicBezTo>
                <a:lnTo>
                  <a:pt x="98618" y="314325"/>
                </a:lnTo>
                <a:close/>
                <a:moveTo>
                  <a:pt x="98618" y="290756"/>
                </a:moveTo>
                <a:lnTo>
                  <a:pt x="295077" y="290756"/>
                </a:lnTo>
                <a:cubicBezTo>
                  <a:pt x="306861" y="290756"/>
                  <a:pt x="316942" y="286562"/>
                  <a:pt x="325332" y="278183"/>
                </a:cubicBezTo>
                <a:cubicBezTo>
                  <a:pt x="333710" y="269794"/>
                  <a:pt x="337905" y="259712"/>
                  <a:pt x="337905" y="247928"/>
                </a:cubicBezTo>
                <a:cubicBezTo>
                  <a:pt x="337905" y="236132"/>
                  <a:pt x="333710" y="226051"/>
                  <a:pt x="325332" y="217673"/>
                </a:cubicBezTo>
                <a:cubicBezTo>
                  <a:pt x="316942" y="209283"/>
                  <a:pt x="306861" y="205100"/>
                  <a:pt x="295077" y="205100"/>
                </a:cubicBezTo>
                <a:lnTo>
                  <a:pt x="270320" y="205100"/>
                </a:lnTo>
                <a:lnTo>
                  <a:pt x="270320" y="172090"/>
                </a:lnTo>
                <a:cubicBezTo>
                  <a:pt x="270320" y="148259"/>
                  <a:pt x="262330" y="128085"/>
                  <a:pt x="246351" y="111591"/>
                </a:cubicBezTo>
                <a:cubicBezTo>
                  <a:pt x="230372" y="95086"/>
                  <a:pt x="210861" y="86834"/>
                  <a:pt x="187806" y="86834"/>
                </a:cubicBezTo>
                <a:cubicBezTo>
                  <a:pt x="164763" y="86834"/>
                  <a:pt x="145241" y="95086"/>
                  <a:pt x="129262" y="111591"/>
                </a:cubicBezTo>
                <a:cubicBezTo>
                  <a:pt x="113031" y="128085"/>
                  <a:pt x="104905" y="148259"/>
                  <a:pt x="104905" y="172090"/>
                </a:cubicBezTo>
                <a:lnTo>
                  <a:pt x="97441" y="172090"/>
                </a:lnTo>
                <a:cubicBezTo>
                  <a:pt x="81199" y="172090"/>
                  <a:pt x="67448" y="177851"/>
                  <a:pt x="56190" y="189384"/>
                </a:cubicBezTo>
                <a:cubicBezTo>
                  <a:pt x="44920" y="200642"/>
                  <a:pt x="39296" y="214655"/>
                  <a:pt x="39296" y="231423"/>
                </a:cubicBezTo>
                <a:cubicBezTo>
                  <a:pt x="39296" y="247928"/>
                  <a:pt x="45057" y="261941"/>
                  <a:pt x="56579" y="273463"/>
                </a:cubicBezTo>
                <a:cubicBezTo>
                  <a:pt x="68100" y="284984"/>
                  <a:pt x="82113" y="290756"/>
                  <a:pt x="98618" y="290756"/>
                </a:cubicBez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圖說"/>
          <p:cNvSpPr/>
          <p:nvPr/>
        </p:nvSpPr>
        <p:spPr>
          <a:xfrm>
            <a:off x="10370553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</a:t>
            </a:r>
            <a:endParaRPr lang="en-US" sz="950" dirty="0"/>
          </a:p>
        </p:txBody>
      </p:sp>
      <p:sp>
        <p:nvSpPr>
          <p:cNvPr id="75" name="圖示 電腦"/>
          <p:cNvSpPr/>
          <p:nvPr/>
        </p:nvSpPr>
        <p:spPr>
          <a:xfrm>
            <a:off x="11244920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27501" y="330041"/>
                </a:moveTo>
                <a:cubicBezTo>
                  <a:pt x="24094" y="330041"/>
                  <a:pt x="21351" y="328864"/>
                  <a:pt x="19248" y="326509"/>
                </a:cubicBezTo>
                <a:cubicBezTo>
                  <a:pt x="16894" y="324406"/>
                  <a:pt x="15716" y="321663"/>
                  <a:pt x="15716" y="318257"/>
                </a:cubicBezTo>
                <a:cubicBezTo>
                  <a:pt x="15716" y="314851"/>
                  <a:pt x="16894" y="312096"/>
                  <a:pt x="19248" y="310004"/>
                </a:cubicBezTo>
                <a:cubicBezTo>
                  <a:pt x="21351" y="307650"/>
                  <a:pt x="24094" y="306473"/>
                  <a:pt x="27501" y="306473"/>
                </a:cubicBezTo>
                <a:lnTo>
                  <a:pt x="349689" y="306473"/>
                </a:lnTo>
                <a:cubicBezTo>
                  <a:pt x="353096" y="306473"/>
                  <a:pt x="355839" y="307650"/>
                  <a:pt x="357942" y="310004"/>
                </a:cubicBezTo>
                <a:cubicBezTo>
                  <a:pt x="360296" y="312096"/>
                  <a:pt x="361474" y="314851"/>
                  <a:pt x="361474" y="318257"/>
                </a:cubicBezTo>
                <a:cubicBezTo>
                  <a:pt x="361474" y="321663"/>
                  <a:pt x="360296" y="324543"/>
                  <a:pt x="357942" y="326898"/>
                </a:cubicBezTo>
                <a:cubicBezTo>
                  <a:pt x="355839" y="328990"/>
                  <a:pt x="353096" y="330041"/>
                  <a:pt x="349689" y="330041"/>
                </a:cubicBezTo>
                <a:lnTo>
                  <a:pt x="27501" y="330041"/>
                </a:lnTo>
                <a:close/>
                <a:moveTo>
                  <a:pt x="55013" y="282893"/>
                </a:moveTo>
                <a:cubicBezTo>
                  <a:pt x="48726" y="282893"/>
                  <a:pt x="43217" y="280538"/>
                  <a:pt x="38508" y="275817"/>
                </a:cubicBezTo>
                <a:cubicBezTo>
                  <a:pt x="33787" y="271108"/>
                  <a:pt x="31433" y="265610"/>
                  <a:pt x="31433" y="259324"/>
                </a:cubicBezTo>
                <a:lnTo>
                  <a:pt x="31433" y="70729"/>
                </a:lnTo>
                <a:cubicBezTo>
                  <a:pt x="31433" y="64442"/>
                  <a:pt x="33787" y="58933"/>
                  <a:pt x="38508" y="54224"/>
                </a:cubicBezTo>
                <a:cubicBezTo>
                  <a:pt x="43217" y="49503"/>
                  <a:pt x="48726" y="47149"/>
                  <a:pt x="55013" y="47149"/>
                </a:cubicBezTo>
                <a:lnTo>
                  <a:pt x="322189" y="47149"/>
                </a:lnTo>
                <a:cubicBezTo>
                  <a:pt x="328475" y="47149"/>
                  <a:pt x="333973" y="49503"/>
                  <a:pt x="338682" y="54224"/>
                </a:cubicBezTo>
                <a:cubicBezTo>
                  <a:pt x="343403" y="58933"/>
                  <a:pt x="345758" y="64442"/>
                  <a:pt x="345758" y="70729"/>
                </a:cubicBezTo>
                <a:lnTo>
                  <a:pt x="345758" y="259324"/>
                </a:lnTo>
                <a:cubicBezTo>
                  <a:pt x="345758" y="265610"/>
                  <a:pt x="343403" y="271108"/>
                  <a:pt x="338682" y="275817"/>
                </a:cubicBezTo>
                <a:cubicBezTo>
                  <a:pt x="333973" y="280538"/>
                  <a:pt x="328475" y="282893"/>
                  <a:pt x="322189" y="282893"/>
                </a:cubicBezTo>
                <a:lnTo>
                  <a:pt x="55013" y="282893"/>
                </a:lnTo>
                <a:close/>
                <a:moveTo>
                  <a:pt x="55013" y="259324"/>
                </a:moveTo>
                <a:lnTo>
                  <a:pt x="322189" y="259324"/>
                </a:lnTo>
                <a:lnTo>
                  <a:pt x="322189" y="70729"/>
                </a:lnTo>
                <a:lnTo>
                  <a:pt x="55013" y="70729"/>
                </a:lnTo>
                <a:lnTo>
                  <a:pt x="55013" y="259324"/>
                </a:lnTo>
                <a:close/>
                <a:moveTo>
                  <a:pt x="55013" y="259324"/>
                </a:moveTo>
                <a:lnTo>
                  <a:pt x="55013" y="70729"/>
                </a:lnTo>
                <a:lnTo>
                  <a:pt x="55013" y="259324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圖說"/>
          <p:cNvSpPr/>
          <p:nvPr/>
        </p:nvSpPr>
        <p:spPr>
          <a:xfrm>
            <a:off x="11063954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</a:t>
            </a:r>
            <a:endParaRPr lang="en-US" sz="950" dirty="0"/>
          </a:p>
        </p:txBody>
      </p:sp>
      <p:sp>
        <p:nvSpPr>
          <p:cNvPr id="77" name="圖示 程式"/>
          <p:cNvSpPr/>
          <p:nvPr/>
        </p:nvSpPr>
        <p:spPr>
          <a:xfrm>
            <a:off x="11938321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65220" y="187806"/>
                </a:moveTo>
                <a:lnTo>
                  <a:pt x="134371" y="256958"/>
                </a:lnTo>
                <a:cubicBezTo>
                  <a:pt x="136737" y="259324"/>
                  <a:pt x="137914" y="262067"/>
                  <a:pt x="137914" y="265210"/>
                </a:cubicBezTo>
                <a:cubicBezTo>
                  <a:pt x="137651" y="268354"/>
                  <a:pt x="136337" y="271108"/>
                  <a:pt x="133982" y="273463"/>
                </a:cubicBezTo>
                <a:cubicBezTo>
                  <a:pt x="131628" y="275817"/>
                  <a:pt x="128873" y="276995"/>
                  <a:pt x="125730" y="276995"/>
                </a:cubicBezTo>
                <a:cubicBezTo>
                  <a:pt x="122324" y="276995"/>
                  <a:pt x="119443" y="275817"/>
                  <a:pt x="117089" y="273463"/>
                </a:cubicBezTo>
                <a:lnTo>
                  <a:pt x="39685" y="196059"/>
                </a:lnTo>
                <a:cubicBezTo>
                  <a:pt x="38371" y="194756"/>
                  <a:pt x="37456" y="193441"/>
                  <a:pt x="36930" y="192127"/>
                </a:cubicBezTo>
                <a:cubicBezTo>
                  <a:pt x="36405" y="190824"/>
                  <a:pt x="36153" y="189384"/>
                  <a:pt x="36153" y="187806"/>
                </a:cubicBezTo>
                <a:cubicBezTo>
                  <a:pt x="36153" y="186240"/>
                  <a:pt x="36405" y="184800"/>
                  <a:pt x="36930" y="183486"/>
                </a:cubicBezTo>
                <a:cubicBezTo>
                  <a:pt x="37456" y="182183"/>
                  <a:pt x="38371" y="180868"/>
                  <a:pt x="39685" y="179554"/>
                </a:cubicBezTo>
                <a:lnTo>
                  <a:pt x="118266" y="100973"/>
                </a:lnTo>
                <a:cubicBezTo>
                  <a:pt x="120621" y="98618"/>
                  <a:pt x="123501" y="97441"/>
                  <a:pt x="126907" y="97441"/>
                </a:cubicBezTo>
                <a:cubicBezTo>
                  <a:pt x="130051" y="97441"/>
                  <a:pt x="132805" y="98618"/>
                  <a:pt x="135160" y="100973"/>
                </a:cubicBezTo>
                <a:cubicBezTo>
                  <a:pt x="137514" y="103339"/>
                  <a:pt x="138692" y="106219"/>
                  <a:pt x="138692" y="109625"/>
                </a:cubicBezTo>
                <a:cubicBezTo>
                  <a:pt x="138692" y="112768"/>
                  <a:pt x="137514" y="115512"/>
                  <a:pt x="135160" y="117878"/>
                </a:cubicBezTo>
                <a:lnTo>
                  <a:pt x="65220" y="187806"/>
                </a:lnTo>
                <a:close/>
                <a:moveTo>
                  <a:pt x="311970" y="187806"/>
                </a:moveTo>
                <a:lnTo>
                  <a:pt x="242819" y="118655"/>
                </a:lnTo>
                <a:cubicBezTo>
                  <a:pt x="240464" y="116300"/>
                  <a:pt x="239413" y="113546"/>
                  <a:pt x="239676" y="110402"/>
                </a:cubicBezTo>
                <a:cubicBezTo>
                  <a:pt x="239676" y="107259"/>
                  <a:pt x="240853" y="104516"/>
                  <a:pt x="243208" y="102161"/>
                </a:cubicBezTo>
                <a:cubicBezTo>
                  <a:pt x="245562" y="99795"/>
                  <a:pt x="248442" y="98618"/>
                  <a:pt x="251849" y="98618"/>
                </a:cubicBezTo>
                <a:cubicBezTo>
                  <a:pt x="254992" y="98618"/>
                  <a:pt x="257747" y="99795"/>
                  <a:pt x="260101" y="102161"/>
                </a:cubicBezTo>
                <a:lnTo>
                  <a:pt x="337505" y="179554"/>
                </a:lnTo>
                <a:cubicBezTo>
                  <a:pt x="338819" y="180868"/>
                  <a:pt x="339734" y="182183"/>
                  <a:pt x="340260" y="183486"/>
                </a:cubicBezTo>
                <a:cubicBezTo>
                  <a:pt x="340785" y="184800"/>
                  <a:pt x="341048" y="186240"/>
                  <a:pt x="341048" y="187806"/>
                </a:cubicBezTo>
                <a:cubicBezTo>
                  <a:pt x="341048" y="189384"/>
                  <a:pt x="340785" y="190824"/>
                  <a:pt x="340260" y="192127"/>
                </a:cubicBezTo>
                <a:cubicBezTo>
                  <a:pt x="339734" y="193441"/>
                  <a:pt x="338819" y="194756"/>
                  <a:pt x="337505" y="196059"/>
                </a:cubicBezTo>
                <a:lnTo>
                  <a:pt x="258924" y="274640"/>
                </a:lnTo>
                <a:cubicBezTo>
                  <a:pt x="256569" y="276995"/>
                  <a:pt x="253815" y="278183"/>
                  <a:pt x="250671" y="278183"/>
                </a:cubicBezTo>
                <a:cubicBezTo>
                  <a:pt x="247528" y="277920"/>
                  <a:pt x="244785" y="276606"/>
                  <a:pt x="242419" y="274251"/>
                </a:cubicBezTo>
                <a:cubicBezTo>
                  <a:pt x="240064" y="271897"/>
                  <a:pt x="238887" y="269142"/>
                  <a:pt x="238887" y="265999"/>
                </a:cubicBezTo>
                <a:cubicBezTo>
                  <a:pt x="238887" y="262593"/>
                  <a:pt x="240064" y="259712"/>
                  <a:pt x="242419" y="257358"/>
                </a:cubicBezTo>
                <a:lnTo>
                  <a:pt x="311970" y="187806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圖說"/>
          <p:cNvSpPr/>
          <p:nvPr/>
        </p:nvSpPr>
        <p:spPr>
          <a:xfrm>
            <a:off x="11757355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</a:t>
            </a:r>
            <a:endParaRPr lang="en-US" sz="950" dirty="0"/>
          </a:p>
        </p:txBody>
      </p:sp>
      <p:sp>
        <p:nvSpPr>
          <p:cNvPr id="79" name="圖示 API"/>
          <p:cNvSpPr/>
          <p:nvPr/>
        </p:nvSpPr>
        <p:spPr>
          <a:xfrm>
            <a:off x="12631722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595" y="229846"/>
                </a:moveTo>
                <a:lnTo>
                  <a:pt x="147344" y="188595"/>
                </a:lnTo>
                <a:lnTo>
                  <a:pt x="188595" y="147344"/>
                </a:lnTo>
                <a:lnTo>
                  <a:pt x="229846" y="188595"/>
                </a:lnTo>
                <a:lnTo>
                  <a:pt x="188595" y="229846"/>
                </a:lnTo>
                <a:close/>
                <a:moveTo>
                  <a:pt x="155197" y="114334"/>
                </a:moveTo>
                <a:lnTo>
                  <a:pt x="122587" y="81725"/>
                </a:lnTo>
                <a:lnTo>
                  <a:pt x="172090" y="32221"/>
                </a:lnTo>
                <a:cubicBezTo>
                  <a:pt x="174456" y="29867"/>
                  <a:pt x="177074" y="28164"/>
                  <a:pt x="179954" y="27112"/>
                </a:cubicBezTo>
                <a:cubicBezTo>
                  <a:pt x="182834" y="26060"/>
                  <a:pt x="185715" y="25535"/>
                  <a:pt x="188595" y="25535"/>
                </a:cubicBezTo>
                <a:cubicBezTo>
                  <a:pt x="191475" y="25535"/>
                  <a:pt x="194356" y="26060"/>
                  <a:pt x="197236" y="27112"/>
                </a:cubicBezTo>
                <a:cubicBezTo>
                  <a:pt x="200116" y="28164"/>
                  <a:pt x="202745" y="29867"/>
                  <a:pt x="205100" y="32221"/>
                </a:cubicBezTo>
                <a:lnTo>
                  <a:pt x="254603" y="81725"/>
                </a:lnTo>
                <a:lnTo>
                  <a:pt x="221993" y="114334"/>
                </a:lnTo>
                <a:lnTo>
                  <a:pt x="188595" y="80936"/>
                </a:lnTo>
                <a:lnTo>
                  <a:pt x="155197" y="114334"/>
                </a:lnTo>
                <a:close/>
                <a:moveTo>
                  <a:pt x="81725" y="254603"/>
                </a:moveTo>
                <a:lnTo>
                  <a:pt x="32221" y="205100"/>
                </a:lnTo>
                <a:cubicBezTo>
                  <a:pt x="29867" y="202745"/>
                  <a:pt x="28164" y="200116"/>
                  <a:pt x="27112" y="197236"/>
                </a:cubicBezTo>
                <a:cubicBezTo>
                  <a:pt x="26060" y="194356"/>
                  <a:pt x="25535" y="191475"/>
                  <a:pt x="25535" y="188595"/>
                </a:cubicBezTo>
                <a:cubicBezTo>
                  <a:pt x="25535" y="185715"/>
                  <a:pt x="26060" y="182834"/>
                  <a:pt x="27112" y="179954"/>
                </a:cubicBezTo>
                <a:cubicBezTo>
                  <a:pt x="28164" y="177074"/>
                  <a:pt x="29867" y="174456"/>
                  <a:pt x="32221" y="172090"/>
                </a:cubicBezTo>
                <a:lnTo>
                  <a:pt x="81725" y="122587"/>
                </a:lnTo>
                <a:lnTo>
                  <a:pt x="114334" y="155197"/>
                </a:lnTo>
                <a:lnTo>
                  <a:pt x="80936" y="188595"/>
                </a:lnTo>
                <a:lnTo>
                  <a:pt x="114334" y="221993"/>
                </a:lnTo>
                <a:lnTo>
                  <a:pt x="81725" y="254603"/>
                </a:lnTo>
                <a:close/>
                <a:moveTo>
                  <a:pt x="295466" y="254603"/>
                </a:moveTo>
                <a:lnTo>
                  <a:pt x="262856" y="221993"/>
                </a:lnTo>
                <a:lnTo>
                  <a:pt x="296254" y="188595"/>
                </a:lnTo>
                <a:lnTo>
                  <a:pt x="262856" y="155197"/>
                </a:lnTo>
                <a:lnTo>
                  <a:pt x="295466" y="122587"/>
                </a:lnTo>
                <a:lnTo>
                  <a:pt x="344969" y="172090"/>
                </a:lnTo>
                <a:cubicBezTo>
                  <a:pt x="347335" y="174456"/>
                  <a:pt x="349026" y="177074"/>
                  <a:pt x="350078" y="179954"/>
                </a:cubicBezTo>
                <a:cubicBezTo>
                  <a:pt x="351130" y="182834"/>
                  <a:pt x="351655" y="185715"/>
                  <a:pt x="351655" y="188595"/>
                </a:cubicBezTo>
                <a:cubicBezTo>
                  <a:pt x="351655" y="191475"/>
                  <a:pt x="351130" y="194356"/>
                  <a:pt x="350078" y="197236"/>
                </a:cubicBezTo>
                <a:cubicBezTo>
                  <a:pt x="349026" y="200116"/>
                  <a:pt x="347335" y="202745"/>
                  <a:pt x="344969" y="205100"/>
                </a:cubicBezTo>
                <a:lnTo>
                  <a:pt x="295466" y="254603"/>
                </a:lnTo>
                <a:close/>
                <a:moveTo>
                  <a:pt x="172090" y="344969"/>
                </a:moveTo>
                <a:lnTo>
                  <a:pt x="122587" y="295466"/>
                </a:lnTo>
                <a:lnTo>
                  <a:pt x="155197" y="262856"/>
                </a:lnTo>
                <a:lnTo>
                  <a:pt x="188595" y="296254"/>
                </a:lnTo>
                <a:lnTo>
                  <a:pt x="221993" y="262856"/>
                </a:lnTo>
                <a:lnTo>
                  <a:pt x="254603" y="295466"/>
                </a:lnTo>
                <a:lnTo>
                  <a:pt x="205100" y="344969"/>
                </a:lnTo>
                <a:cubicBezTo>
                  <a:pt x="202745" y="347335"/>
                  <a:pt x="200116" y="349026"/>
                  <a:pt x="197236" y="350078"/>
                </a:cubicBezTo>
                <a:cubicBezTo>
                  <a:pt x="194356" y="351130"/>
                  <a:pt x="191475" y="351655"/>
                  <a:pt x="188595" y="351655"/>
                </a:cubicBezTo>
                <a:cubicBezTo>
                  <a:pt x="185715" y="351655"/>
                  <a:pt x="182834" y="351130"/>
                  <a:pt x="179954" y="350078"/>
                </a:cubicBezTo>
                <a:cubicBezTo>
                  <a:pt x="177074" y="349026"/>
                  <a:pt x="174456" y="347335"/>
                  <a:pt x="172090" y="344969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圖說"/>
          <p:cNvSpPr/>
          <p:nvPr/>
        </p:nvSpPr>
        <p:spPr>
          <a:xfrm>
            <a:off x="12450756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</a:t>
            </a:r>
            <a:endParaRPr lang="en-US" sz="950" dirty="0"/>
          </a:p>
        </p:txBody>
      </p:sp>
      <p:sp>
        <p:nvSpPr>
          <p:cNvPr id="81" name="圖示 AI 機器人"/>
          <p:cNvSpPr/>
          <p:nvPr/>
        </p:nvSpPr>
        <p:spPr>
          <a:xfrm>
            <a:off x="13325123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57756" y="229457"/>
                </a:moveTo>
                <a:cubicBezTo>
                  <a:pt x="45971" y="229457"/>
                  <a:pt x="36016" y="225400"/>
                  <a:pt x="27901" y="217273"/>
                </a:cubicBezTo>
                <a:cubicBezTo>
                  <a:pt x="19774" y="209158"/>
                  <a:pt x="15716" y="199202"/>
                  <a:pt x="15716" y="187418"/>
                </a:cubicBezTo>
                <a:cubicBezTo>
                  <a:pt x="15716" y="175633"/>
                  <a:pt x="19774" y="165678"/>
                  <a:pt x="27901" y="157551"/>
                </a:cubicBezTo>
                <a:cubicBezTo>
                  <a:pt x="36016" y="149436"/>
                  <a:pt x="45971" y="145378"/>
                  <a:pt x="57756" y="145378"/>
                </a:cubicBezTo>
                <a:lnTo>
                  <a:pt x="57756" y="97052"/>
                </a:lnTo>
                <a:cubicBezTo>
                  <a:pt x="57756" y="90766"/>
                  <a:pt x="60110" y="85256"/>
                  <a:pt x="64831" y="80547"/>
                </a:cubicBezTo>
                <a:cubicBezTo>
                  <a:pt x="69540" y="75827"/>
                  <a:pt x="75049" y="73472"/>
                  <a:pt x="81336" y="73472"/>
                </a:cubicBezTo>
                <a:lnTo>
                  <a:pt x="146555" y="73472"/>
                </a:lnTo>
                <a:cubicBezTo>
                  <a:pt x="146555" y="61688"/>
                  <a:pt x="150613" y="51732"/>
                  <a:pt x="158740" y="43617"/>
                </a:cubicBezTo>
                <a:cubicBezTo>
                  <a:pt x="166855" y="35490"/>
                  <a:pt x="176811" y="31433"/>
                  <a:pt x="188595" y="31433"/>
                </a:cubicBezTo>
                <a:cubicBezTo>
                  <a:pt x="200379" y="31433"/>
                  <a:pt x="210335" y="35490"/>
                  <a:pt x="218462" y="43617"/>
                </a:cubicBezTo>
                <a:cubicBezTo>
                  <a:pt x="226577" y="51732"/>
                  <a:pt x="230635" y="61688"/>
                  <a:pt x="230635" y="73472"/>
                </a:cubicBezTo>
                <a:lnTo>
                  <a:pt x="295854" y="73472"/>
                </a:lnTo>
                <a:cubicBezTo>
                  <a:pt x="302141" y="73472"/>
                  <a:pt x="307650" y="75827"/>
                  <a:pt x="312359" y="80547"/>
                </a:cubicBezTo>
                <a:cubicBezTo>
                  <a:pt x="317080" y="85256"/>
                  <a:pt x="319434" y="90766"/>
                  <a:pt x="319434" y="97052"/>
                </a:cubicBezTo>
                <a:lnTo>
                  <a:pt x="319434" y="145378"/>
                </a:lnTo>
                <a:cubicBezTo>
                  <a:pt x="331219" y="145378"/>
                  <a:pt x="341174" y="149436"/>
                  <a:pt x="349289" y="157551"/>
                </a:cubicBezTo>
                <a:cubicBezTo>
                  <a:pt x="357416" y="165678"/>
                  <a:pt x="361474" y="175633"/>
                  <a:pt x="361474" y="187418"/>
                </a:cubicBezTo>
                <a:cubicBezTo>
                  <a:pt x="361474" y="199202"/>
                  <a:pt x="357416" y="209158"/>
                  <a:pt x="349289" y="217273"/>
                </a:cubicBezTo>
                <a:cubicBezTo>
                  <a:pt x="341174" y="225400"/>
                  <a:pt x="331219" y="229457"/>
                  <a:pt x="319434" y="229457"/>
                </a:cubicBezTo>
                <a:lnTo>
                  <a:pt x="319434" y="306473"/>
                </a:lnTo>
                <a:cubicBezTo>
                  <a:pt x="319434" y="312759"/>
                  <a:pt x="317080" y="318257"/>
                  <a:pt x="312359" y="322966"/>
                </a:cubicBezTo>
                <a:cubicBezTo>
                  <a:pt x="307650" y="327687"/>
                  <a:pt x="302141" y="330041"/>
                  <a:pt x="295854" y="330041"/>
                </a:cubicBezTo>
                <a:lnTo>
                  <a:pt x="81336" y="330041"/>
                </a:lnTo>
                <a:cubicBezTo>
                  <a:pt x="75049" y="330041"/>
                  <a:pt x="69540" y="327687"/>
                  <a:pt x="64831" y="322966"/>
                </a:cubicBezTo>
                <a:cubicBezTo>
                  <a:pt x="60110" y="318257"/>
                  <a:pt x="57756" y="312759"/>
                  <a:pt x="57756" y="306473"/>
                </a:cubicBezTo>
                <a:lnTo>
                  <a:pt x="57756" y="229457"/>
                </a:lnTo>
                <a:close/>
                <a:moveTo>
                  <a:pt x="146167" y="185452"/>
                </a:moveTo>
                <a:cubicBezTo>
                  <a:pt x="149047" y="182571"/>
                  <a:pt x="150487" y="178902"/>
                  <a:pt x="150487" y="174456"/>
                </a:cubicBezTo>
                <a:cubicBezTo>
                  <a:pt x="150487" y="169998"/>
                  <a:pt x="148910" y="166329"/>
                  <a:pt x="145767" y="163449"/>
                </a:cubicBezTo>
                <a:cubicBezTo>
                  <a:pt x="142886" y="160306"/>
                  <a:pt x="139217" y="158740"/>
                  <a:pt x="134771" y="158740"/>
                </a:cubicBezTo>
                <a:cubicBezTo>
                  <a:pt x="130313" y="158740"/>
                  <a:pt x="126644" y="160306"/>
                  <a:pt x="123764" y="163449"/>
                </a:cubicBezTo>
                <a:cubicBezTo>
                  <a:pt x="120621" y="166329"/>
                  <a:pt x="119055" y="169998"/>
                  <a:pt x="119055" y="174456"/>
                </a:cubicBezTo>
                <a:cubicBezTo>
                  <a:pt x="119055" y="178902"/>
                  <a:pt x="120621" y="182697"/>
                  <a:pt x="123764" y="185840"/>
                </a:cubicBezTo>
                <a:cubicBezTo>
                  <a:pt x="126644" y="188721"/>
                  <a:pt x="130313" y="190172"/>
                  <a:pt x="134771" y="190172"/>
                </a:cubicBezTo>
                <a:cubicBezTo>
                  <a:pt x="139217" y="190172"/>
                  <a:pt x="143024" y="188595"/>
                  <a:pt x="146167" y="185452"/>
                </a:cubicBezTo>
                <a:close/>
                <a:moveTo>
                  <a:pt x="253815" y="185452"/>
                </a:moveTo>
                <a:cubicBezTo>
                  <a:pt x="256695" y="182571"/>
                  <a:pt x="258135" y="178902"/>
                  <a:pt x="258135" y="174456"/>
                </a:cubicBezTo>
                <a:cubicBezTo>
                  <a:pt x="258135" y="169998"/>
                  <a:pt x="256569" y="166329"/>
                  <a:pt x="253426" y="163449"/>
                </a:cubicBezTo>
                <a:cubicBezTo>
                  <a:pt x="250546" y="160306"/>
                  <a:pt x="246877" y="158740"/>
                  <a:pt x="242419" y="158740"/>
                </a:cubicBezTo>
                <a:cubicBezTo>
                  <a:pt x="237973" y="158740"/>
                  <a:pt x="234304" y="160306"/>
                  <a:pt x="231423" y="163449"/>
                </a:cubicBezTo>
                <a:cubicBezTo>
                  <a:pt x="228280" y="166329"/>
                  <a:pt x="226703" y="169998"/>
                  <a:pt x="226703" y="174456"/>
                </a:cubicBezTo>
                <a:cubicBezTo>
                  <a:pt x="226703" y="178902"/>
                  <a:pt x="228280" y="182697"/>
                  <a:pt x="231423" y="185840"/>
                </a:cubicBezTo>
                <a:cubicBezTo>
                  <a:pt x="234304" y="188721"/>
                  <a:pt x="237973" y="190172"/>
                  <a:pt x="242419" y="190172"/>
                </a:cubicBezTo>
                <a:cubicBezTo>
                  <a:pt x="246877" y="190172"/>
                  <a:pt x="250671" y="188595"/>
                  <a:pt x="253815" y="185452"/>
                </a:cubicBezTo>
                <a:close/>
                <a:moveTo>
                  <a:pt x="134371" y="265210"/>
                </a:moveTo>
                <a:lnTo>
                  <a:pt x="242819" y="265210"/>
                </a:lnTo>
                <a:cubicBezTo>
                  <a:pt x="246225" y="265210"/>
                  <a:pt x="248968" y="264033"/>
                  <a:pt x="251071" y="261678"/>
                </a:cubicBezTo>
                <a:cubicBezTo>
                  <a:pt x="253426" y="259575"/>
                  <a:pt x="254603" y="256832"/>
                  <a:pt x="254603" y="253426"/>
                </a:cubicBezTo>
                <a:cubicBezTo>
                  <a:pt x="254603" y="250020"/>
                  <a:pt x="253426" y="247265"/>
                  <a:pt x="251071" y="245174"/>
                </a:cubicBezTo>
                <a:cubicBezTo>
                  <a:pt x="248968" y="242819"/>
                  <a:pt x="246225" y="241642"/>
                  <a:pt x="242819" y="241642"/>
                </a:cubicBezTo>
                <a:lnTo>
                  <a:pt x="134371" y="241642"/>
                </a:lnTo>
                <a:cubicBezTo>
                  <a:pt x="130965" y="241642"/>
                  <a:pt x="128222" y="242819"/>
                  <a:pt x="126119" y="245174"/>
                </a:cubicBezTo>
                <a:cubicBezTo>
                  <a:pt x="123764" y="247265"/>
                  <a:pt x="122587" y="250020"/>
                  <a:pt x="122587" y="253426"/>
                </a:cubicBezTo>
                <a:cubicBezTo>
                  <a:pt x="122587" y="256832"/>
                  <a:pt x="123764" y="259712"/>
                  <a:pt x="126119" y="262067"/>
                </a:cubicBezTo>
                <a:cubicBezTo>
                  <a:pt x="128222" y="264159"/>
                  <a:pt x="130965" y="265210"/>
                  <a:pt x="134371" y="265210"/>
                </a:cubicBezTo>
                <a:close/>
                <a:moveTo>
                  <a:pt x="81336" y="306473"/>
                </a:moveTo>
                <a:lnTo>
                  <a:pt x="295854" y="306473"/>
                </a:lnTo>
                <a:lnTo>
                  <a:pt x="295854" y="97052"/>
                </a:lnTo>
                <a:lnTo>
                  <a:pt x="81336" y="97052"/>
                </a:lnTo>
                <a:lnTo>
                  <a:pt x="81336" y="306473"/>
                </a:lnTo>
                <a:close/>
                <a:moveTo>
                  <a:pt x="188595" y="201557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圖說"/>
          <p:cNvSpPr/>
          <p:nvPr/>
        </p:nvSpPr>
        <p:spPr>
          <a:xfrm>
            <a:off x="13144157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機器人</a:t>
            </a:r>
            <a:endParaRPr lang="en-US" sz="950" dirty="0"/>
          </a:p>
        </p:txBody>
      </p:sp>
      <p:sp>
        <p:nvSpPr>
          <p:cNvPr id="83" name="圖示 AI"/>
          <p:cNvSpPr/>
          <p:nvPr/>
        </p:nvSpPr>
        <p:spPr>
          <a:xfrm>
            <a:off x="14018524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51265" y="330041"/>
                </a:moveTo>
                <a:cubicBezTo>
                  <a:pt x="137914" y="330041"/>
                  <a:pt x="126644" y="325069"/>
                  <a:pt x="117478" y="315114"/>
                </a:cubicBezTo>
                <a:cubicBezTo>
                  <a:pt x="108048" y="305158"/>
                  <a:pt x="102676" y="293900"/>
                  <a:pt x="101373" y="281327"/>
                </a:cubicBezTo>
                <a:cubicBezTo>
                  <a:pt x="85919" y="280012"/>
                  <a:pt x="73083" y="273588"/>
                  <a:pt x="62865" y="262067"/>
                </a:cubicBezTo>
                <a:cubicBezTo>
                  <a:pt x="52384" y="250283"/>
                  <a:pt x="47149" y="236007"/>
                  <a:pt x="47149" y="219239"/>
                </a:cubicBezTo>
                <a:cubicBezTo>
                  <a:pt x="47149" y="213478"/>
                  <a:pt x="47937" y="207980"/>
                  <a:pt x="49503" y="202745"/>
                </a:cubicBezTo>
                <a:cubicBezTo>
                  <a:pt x="50818" y="197236"/>
                  <a:pt x="52909" y="192001"/>
                  <a:pt x="55790" y="187029"/>
                </a:cubicBezTo>
                <a:cubicBezTo>
                  <a:pt x="52909" y="182309"/>
                  <a:pt x="50818" y="177336"/>
                  <a:pt x="49503" y="172090"/>
                </a:cubicBezTo>
                <a:cubicBezTo>
                  <a:pt x="47937" y="166855"/>
                  <a:pt x="47149" y="161220"/>
                  <a:pt x="47149" y="155197"/>
                </a:cubicBezTo>
                <a:cubicBezTo>
                  <a:pt x="47149" y="139480"/>
                  <a:pt x="52647" y="125993"/>
                  <a:pt x="63654" y="114734"/>
                </a:cubicBezTo>
                <a:cubicBezTo>
                  <a:pt x="74386" y="103464"/>
                  <a:pt x="87222" y="96915"/>
                  <a:pt x="102161" y="95086"/>
                </a:cubicBezTo>
                <a:cubicBezTo>
                  <a:pt x="102676" y="81725"/>
                  <a:pt x="107785" y="70466"/>
                  <a:pt x="117478" y="61299"/>
                </a:cubicBezTo>
                <a:cubicBezTo>
                  <a:pt x="126907" y="51869"/>
                  <a:pt x="138303" y="47149"/>
                  <a:pt x="151665" y="47149"/>
                </a:cubicBezTo>
                <a:cubicBezTo>
                  <a:pt x="159254" y="47149"/>
                  <a:pt x="166066" y="48589"/>
                  <a:pt x="172090" y="51469"/>
                </a:cubicBezTo>
                <a:cubicBezTo>
                  <a:pt x="177851" y="54087"/>
                  <a:pt x="183360" y="58019"/>
                  <a:pt x="188595" y="63254"/>
                </a:cubicBezTo>
                <a:cubicBezTo>
                  <a:pt x="193830" y="58019"/>
                  <a:pt x="199339" y="54087"/>
                  <a:pt x="205100" y="51469"/>
                </a:cubicBezTo>
                <a:cubicBezTo>
                  <a:pt x="210861" y="48589"/>
                  <a:pt x="217536" y="47149"/>
                  <a:pt x="225137" y="47149"/>
                </a:cubicBezTo>
                <a:cubicBezTo>
                  <a:pt x="238235" y="47149"/>
                  <a:pt x="249494" y="51869"/>
                  <a:pt x="258924" y="61299"/>
                </a:cubicBezTo>
                <a:cubicBezTo>
                  <a:pt x="268354" y="70466"/>
                  <a:pt x="273463" y="81725"/>
                  <a:pt x="274251" y="95086"/>
                </a:cubicBezTo>
                <a:cubicBezTo>
                  <a:pt x="289442" y="96389"/>
                  <a:pt x="302541" y="102813"/>
                  <a:pt x="313536" y="114334"/>
                </a:cubicBezTo>
                <a:cubicBezTo>
                  <a:pt x="324543" y="125604"/>
                  <a:pt x="330041" y="139217"/>
                  <a:pt x="330041" y="155197"/>
                </a:cubicBezTo>
                <a:cubicBezTo>
                  <a:pt x="330041" y="161220"/>
                  <a:pt x="329253" y="166981"/>
                  <a:pt x="327687" y="172490"/>
                </a:cubicBezTo>
                <a:cubicBezTo>
                  <a:pt x="326109" y="177725"/>
                  <a:pt x="323880" y="182697"/>
                  <a:pt x="321000" y="187418"/>
                </a:cubicBezTo>
                <a:cubicBezTo>
                  <a:pt x="323880" y="192653"/>
                  <a:pt x="326109" y="198150"/>
                  <a:pt x="327687" y="203923"/>
                </a:cubicBezTo>
                <a:cubicBezTo>
                  <a:pt x="329253" y="209683"/>
                  <a:pt x="330041" y="215318"/>
                  <a:pt x="330041" y="220816"/>
                </a:cubicBezTo>
                <a:cubicBezTo>
                  <a:pt x="330041" y="237573"/>
                  <a:pt x="324932" y="251586"/>
                  <a:pt x="314714" y="262856"/>
                </a:cubicBezTo>
                <a:cubicBezTo>
                  <a:pt x="304244" y="273851"/>
                  <a:pt x="291271" y="280012"/>
                  <a:pt x="275817" y="281327"/>
                </a:cubicBezTo>
                <a:cubicBezTo>
                  <a:pt x="274514" y="293900"/>
                  <a:pt x="269142" y="305158"/>
                  <a:pt x="259712" y="315114"/>
                </a:cubicBezTo>
                <a:cubicBezTo>
                  <a:pt x="250283" y="325069"/>
                  <a:pt x="239013" y="330041"/>
                  <a:pt x="225925" y="330041"/>
                </a:cubicBezTo>
                <a:cubicBezTo>
                  <a:pt x="218062" y="330041"/>
                  <a:pt x="211249" y="328727"/>
                  <a:pt x="205489" y="326109"/>
                </a:cubicBezTo>
                <a:cubicBezTo>
                  <a:pt x="199728" y="323492"/>
                  <a:pt x="194093" y="319560"/>
                  <a:pt x="188595" y="314325"/>
                </a:cubicBezTo>
                <a:cubicBezTo>
                  <a:pt x="183097" y="319560"/>
                  <a:pt x="177462" y="323492"/>
                  <a:pt x="171701" y="326109"/>
                </a:cubicBezTo>
                <a:cubicBezTo>
                  <a:pt x="165941" y="328727"/>
                  <a:pt x="159128" y="330041"/>
                  <a:pt x="151265" y="330041"/>
                </a:cubicBezTo>
                <a:close/>
                <a:moveTo>
                  <a:pt x="200379" y="94298"/>
                </a:moveTo>
                <a:lnTo>
                  <a:pt x="200379" y="282893"/>
                </a:lnTo>
                <a:cubicBezTo>
                  <a:pt x="200379" y="289442"/>
                  <a:pt x="202997" y="295077"/>
                  <a:pt x="208243" y="299786"/>
                </a:cubicBezTo>
                <a:cubicBezTo>
                  <a:pt x="213215" y="304244"/>
                  <a:pt x="219239" y="306473"/>
                  <a:pt x="226314" y="306473"/>
                </a:cubicBezTo>
                <a:cubicBezTo>
                  <a:pt x="233126" y="306473"/>
                  <a:pt x="239013" y="303455"/>
                  <a:pt x="243996" y="297431"/>
                </a:cubicBezTo>
                <a:cubicBezTo>
                  <a:pt x="248968" y="291408"/>
                  <a:pt x="251723" y="285247"/>
                  <a:pt x="252249" y="278961"/>
                </a:cubicBezTo>
                <a:cubicBezTo>
                  <a:pt x="246225" y="276869"/>
                  <a:pt x="240590" y="274114"/>
                  <a:pt x="235355" y="270708"/>
                </a:cubicBezTo>
                <a:cubicBezTo>
                  <a:pt x="230109" y="267051"/>
                  <a:pt x="225662" y="262593"/>
                  <a:pt x="221993" y="257358"/>
                </a:cubicBezTo>
                <a:cubicBezTo>
                  <a:pt x="219902" y="254478"/>
                  <a:pt x="219113" y="251586"/>
                  <a:pt x="219639" y="248705"/>
                </a:cubicBezTo>
                <a:cubicBezTo>
                  <a:pt x="220153" y="245562"/>
                  <a:pt x="221856" y="242945"/>
                  <a:pt x="224748" y="240853"/>
                </a:cubicBezTo>
                <a:cubicBezTo>
                  <a:pt x="227628" y="238761"/>
                  <a:pt x="230635" y="237973"/>
                  <a:pt x="233778" y="238498"/>
                </a:cubicBezTo>
                <a:cubicBezTo>
                  <a:pt x="236658" y="239013"/>
                  <a:pt x="239150" y="240716"/>
                  <a:pt x="241242" y="243608"/>
                </a:cubicBezTo>
                <a:cubicBezTo>
                  <a:pt x="244648" y="248317"/>
                  <a:pt x="248843" y="251986"/>
                  <a:pt x="253815" y="254603"/>
                </a:cubicBezTo>
                <a:cubicBezTo>
                  <a:pt x="258798" y="256958"/>
                  <a:pt x="264296" y="258135"/>
                  <a:pt x="270320" y="258135"/>
                </a:cubicBezTo>
                <a:cubicBezTo>
                  <a:pt x="280275" y="258135"/>
                  <a:pt x="288790" y="254729"/>
                  <a:pt x="295854" y="247928"/>
                </a:cubicBezTo>
                <a:cubicBezTo>
                  <a:pt x="302929" y="241116"/>
                  <a:pt x="306473" y="232075"/>
                  <a:pt x="306473" y="220816"/>
                </a:cubicBezTo>
                <a:cubicBezTo>
                  <a:pt x="306473" y="218462"/>
                  <a:pt x="306210" y="216096"/>
                  <a:pt x="305684" y="213741"/>
                </a:cubicBezTo>
                <a:cubicBezTo>
                  <a:pt x="305158" y="211124"/>
                  <a:pt x="304632" y="208506"/>
                  <a:pt x="304107" y="205889"/>
                </a:cubicBezTo>
                <a:cubicBezTo>
                  <a:pt x="299397" y="209283"/>
                  <a:pt x="294288" y="211912"/>
                  <a:pt x="288790" y="213741"/>
                </a:cubicBezTo>
                <a:cubicBezTo>
                  <a:pt x="283018" y="215318"/>
                  <a:pt x="277132" y="216096"/>
                  <a:pt x="271108" y="216096"/>
                </a:cubicBezTo>
                <a:cubicBezTo>
                  <a:pt x="267702" y="216096"/>
                  <a:pt x="264947" y="215055"/>
                  <a:pt x="262856" y="212952"/>
                </a:cubicBezTo>
                <a:cubicBezTo>
                  <a:pt x="260501" y="210598"/>
                  <a:pt x="259324" y="207717"/>
                  <a:pt x="259324" y="204311"/>
                </a:cubicBezTo>
                <a:cubicBezTo>
                  <a:pt x="259324" y="200905"/>
                  <a:pt x="260501" y="198150"/>
                  <a:pt x="262856" y="196059"/>
                </a:cubicBezTo>
                <a:cubicBezTo>
                  <a:pt x="264947" y="193704"/>
                  <a:pt x="267702" y="192527"/>
                  <a:pt x="271108" y="192527"/>
                </a:cubicBezTo>
                <a:cubicBezTo>
                  <a:pt x="281064" y="192527"/>
                  <a:pt x="289442" y="188858"/>
                  <a:pt x="296254" y="181520"/>
                </a:cubicBezTo>
                <a:cubicBezTo>
                  <a:pt x="303066" y="174193"/>
                  <a:pt x="306473" y="165415"/>
                  <a:pt x="306473" y="155197"/>
                </a:cubicBezTo>
                <a:cubicBezTo>
                  <a:pt x="306473" y="145241"/>
                  <a:pt x="302804" y="136737"/>
                  <a:pt x="295466" y="129662"/>
                </a:cubicBezTo>
                <a:cubicBezTo>
                  <a:pt x="288127" y="122587"/>
                  <a:pt x="279749" y="118792"/>
                  <a:pt x="270320" y="118266"/>
                </a:cubicBezTo>
                <a:cubicBezTo>
                  <a:pt x="267702" y="124553"/>
                  <a:pt x="264033" y="130188"/>
                  <a:pt x="259324" y="135160"/>
                </a:cubicBezTo>
                <a:cubicBezTo>
                  <a:pt x="254340" y="139880"/>
                  <a:pt x="248705" y="143412"/>
                  <a:pt x="242419" y="145767"/>
                </a:cubicBezTo>
                <a:cubicBezTo>
                  <a:pt x="239276" y="147081"/>
                  <a:pt x="236270" y="147081"/>
                  <a:pt x="233389" y="145767"/>
                </a:cubicBezTo>
                <a:cubicBezTo>
                  <a:pt x="230509" y="144201"/>
                  <a:pt x="228543" y="141835"/>
                  <a:pt x="227491" y="138692"/>
                </a:cubicBezTo>
                <a:cubicBezTo>
                  <a:pt x="226440" y="135548"/>
                  <a:pt x="226577" y="132542"/>
                  <a:pt x="227891" y="129662"/>
                </a:cubicBezTo>
                <a:cubicBezTo>
                  <a:pt x="229194" y="126519"/>
                  <a:pt x="231423" y="124416"/>
                  <a:pt x="234566" y="123375"/>
                </a:cubicBezTo>
                <a:cubicBezTo>
                  <a:pt x="239276" y="121798"/>
                  <a:pt x="243208" y="118655"/>
                  <a:pt x="246351" y="113946"/>
                </a:cubicBezTo>
                <a:cubicBezTo>
                  <a:pt x="249231" y="109225"/>
                  <a:pt x="250671" y="103853"/>
                  <a:pt x="250671" y="97829"/>
                </a:cubicBezTo>
                <a:cubicBezTo>
                  <a:pt x="250671" y="90240"/>
                  <a:pt x="248191" y="83816"/>
                  <a:pt x="243208" y="78581"/>
                </a:cubicBezTo>
                <a:cubicBezTo>
                  <a:pt x="238235" y="73346"/>
                  <a:pt x="232338" y="70729"/>
                  <a:pt x="225525" y="70729"/>
                </a:cubicBezTo>
                <a:cubicBezTo>
                  <a:pt x="218713" y="70729"/>
                  <a:pt x="212827" y="73083"/>
                  <a:pt x="207843" y="77793"/>
                </a:cubicBezTo>
                <a:cubicBezTo>
                  <a:pt x="202871" y="82250"/>
                  <a:pt x="200379" y="87748"/>
                  <a:pt x="200379" y="94298"/>
                </a:cubicBezTo>
                <a:close/>
                <a:moveTo>
                  <a:pt x="176811" y="282893"/>
                </a:moveTo>
                <a:lnTo>
                  <a:pt x="176811" y="94298"/>
                </a:lnTo>
                <a:cubicBezTo>
                  <a:pt x="176811" y="87748"/>
                  <a:pt x="174456" y="82250"/>
                  <a:pt x="169736" y="77793"/>
                </a:cubicBezTo>
                <a:cubicBezTo>
                  <a:pt x="164763" y="73083"/>
                  <a:pt x="158740" y="70729"/>
                  <a:pt x="151665" y="70729"/>
                </a:cubicBezTo>
                <a:cubicBezTo>
                  <a:pt x="144852" y="70729"/>
                  <a:pt x="138955" y="73346"/>
                  <a:pt x="133982" y="78581"/>
                </a:cubicBezTo>
                <a:cubicBezTo>
                  <a:pt x="128748" y="83816"/>
                  <a:pt x="126119" y="90240"/>
                  <a:pt x="126119" y="97829"/>
                </a:cubicBezTo>
                <a:cubicBezTo>
                  <a:pt x="126119" y="103853"/>
                  <a:pt x="127559" y="109225"/>
                  <a:pt x="130451" y="113946"/>
                </a:cubicBezTo>
                <a:cubicBezTo>
                  <a:pt x="133331" y="118392"/>
                  <a:pt x="137126" y="121409"/>
                  <a:pt x="141835" y="122975"/>
                </a:cubicBezTo>
                <a:cubicBezTo>
                  <a:pt x="144978" y="124027"/>
                  <a:pt x="147344" y="126119"/>
                  <a:pt x="148910" y="129262"/>
                </a:cubicBezTo>
                <a:cubicBezTo>
                  <a:pt x="150224" y="132142"/>
                  <a:pt x="150350" y="135034"/>
                  <a:pt x="149310" y="137914"/>
                </a:cubicBezTo>
                <a:cubicBezTo>
                  <a:pt x="147996" y="141058"/>
                  <a:pt x="145904" y="143412"/>
                  <a:pt x="143024" y="144978"/>
                </a:cubicBezTo>
                <a:cubicBezTo>
                  <a:pt x="139880" y="146555"/>
                  <a:pt x="136737" y="146681"/>
                  <a:pt x="133594" y="145378"/>
                </a:cubicBezTo>
                <a:cubicBezTo>
                  <a:pt x="127307" y="143275"/>
                  <a:pt x="121798" y="139880"/>
                  <a:pt x="117089" y="135160"/>
                </a:cubicBezTo>
                <a:cubicBezTo>
                  <a:pt x="112368" y="130188"/>
                  <a:pt x="108699" y="124553"/>
                  <a:pt x="106082" y="118266"/>
                </a:cubicBezTo>
                <a:cubicBezTo>
                  <a:pt x="96915" y="119055"/>
                  <a:pt x="88800" y="122975"/>
                  <a:pt x="81725" y="130051"/>
                </a:cubicBezTo>
                <a:cubicBezTo>
                  <a:pt x="74386" y="136863"/>
                  <a:pt x="70729" y="145241"/>
                  <a:pt x="70729" y="155197"/>
                </a:cubicBezTo>
                <a:cubicBezTo>
                  <a:pt x="70729" y="165415"/>
                  <a:pt x="74124" y="174193"/>
                  <a:pt x="80936" y="181520"/>
                </a:cubicBezTo>
                <a:cubicBezTo>
                  <a:pt x="87748" y="188858"/>
                  <a:pt x="96126" y="192527"/>
                  <a:pt x="106082" y="192527"/>
                </a:cubicBezTo>
                <a:cubicBezTo>
                  <a:pt x="109488" y="192527"/>
                  <a:pt x="112368" y="193704"/>
                  <a:pt x="114734" y="196059"/>
                </a:cubicBezTo>
                <a:cubicBezTo>
                  <a:pt x="116826" y="198150"/>
                  <a:pt x="117878" y="200905"/>
                  <a:pt x="117878" y="204311"/>
                </a:cubicBezTo>
                <a:cubicBezTo>
                  <a:pt x="117878" y="207717"/>
                  <a:pt x="116826" y="210598"/>
                  <a:pt x="114734" y="212952"/>
                </a:cubicBezTo>
                <a:cubicBezTo>
                  <a:pt x="112368" y="215055"/>
                  <a:pt x="109488" y="216096"/>
                  <a:pt x="106082" y="216096"/>
                </a:cubicBezTo>
                <a:cubicBezTo>
                  <a:pt x="100058" y="216096"/>
                  <a:pt x="94298" y="215181"/>
                  <a:pt x="88800" y="213352"/>
                </a:cubicBezTo>
                <a:cubicBezTo>
                  <a:pt x="83039" y="211512"/>
                  <a:pt x="77793" y="209032"/>
                  <a:pt x="73083" y="205889"/>
                </a:cubicBezTo>
                <a:cubicBezTo>
                  <a:pt x="72295" y="207980"/>
                  <a:pt x="71769" y="210209"/>
                  <a:pt x="71506" y="212564"/>
                </a:cubicBezTo>
                <a:cubicBezTo>
                  <a:pt x="70980" y="214918"/>
                  <a:pt x="70729" y="217273"/>
                  <a:pt x="70729" y="219639"/>
                </a:cubicBezTo>
                <a:cubicBezTo>
                  <a:pt x="70729" y="230897"/>
                  <a:pt x="74261" y="240201"/>
                  <a:pt x="81336" y="247528"/>
                </a:cubicBezTo>
                <a:cubicBezTo>
                  <a:pt x="88137" y="254603"/>
                  <a:pt x="96526" y="258135"/>
                  <a:pt x="106482" y="258135"/>
                </a:cubicBezTo>
                <a:cubicBezTo>
                  <a:pt x="112243" y="258135"/>
                  <a:pt x="117740" y="256832"/>
                  <a:pt x="122975" y="254215"/>
                </a:cubicBezTo>
                <a:cubicBezTo>
                  <a:pt x="127959" y="251586"/>
                  <a:pt x="132142" y="248054"/>
                  <a:pt x="135548" y="243608"/>
                </a:cubicBezTo>
                <a:cubicBezTo>
                  <a:pt x="137651" y="240979"/>
                  <a:pt x="140269" y="239413"/>
                  <a:pt x="143412" y="238887"/>
                </a:cubicBezTo>
                <a:cubicBezTo>
                  <a:pt x="146555" y="238098"/>
                  <a:pt x="149436" y="238761"/>
                  <a:pt x="152053" y="240853"/>
                </a:cubicBezTo>
                <a:cubicBezTo>
                  <a:pt x="154671" y="242945"/>
                  <a:pt x="156374" y="245562"/>
                  <a:pt x="157163" y="248705"/>
                </a:cubicBezTo>
                <a:cubicBezTo>
                  <a:pt x="157688" y="251849"/>
                  <a:pt x="156900" y="254729"/>
                  <a:pt x="154808" y="257358"/>
                </a:cubicBezTo>
                <a:cubicBezTo>
                  <a:pt x="151139" y="262593"/>
                  <a:pt x="146818" y="267051"/>
                  <a:pt x="141835" y="270708"/>
                </a:cubicBezTo>
                <a:cubicBezTo>
                  <a:pt x="136600" y="274114"/>
                  <a:pt x="130965" y="276869"/>
                  <a:pt x="124941" y="278961"/>
                </a:cubicBezTo>
                <a:cubicBezTo>
                  <a:pt x="125467" y="285247"/>
                  <a:pt x="128222" y="291408"/>
                  <a:pt x="133194" y="297431"/>
                </a:cubicBezTo>
                <a:cubicBezTo>
                  <a:pt x="138177" y="303455"/>
                  <a:pt x="144201" y="306473"/>
                  <a:pt x="151265" y="306473"/>
                </a:cubicBezTo>
                <a:cubicBezTo>
                  <a:pt x="158340" y="306473"/>
                  <a:pt x="164363" y="304244"/>
                  <a:pt x="169347" y="299786"/>
                </a:cubicBezTo>
                <a:cubicBezTo>
                  <a:pt x="174319" y="295077"/>
                  <a:pt x="176811" y="289442"/>
                  <a:pt x="176811" y="282893"/>
                </a:cubicBez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圖說"/>
          <p:cNvSpPr/>
          <p:nvPr/>
        </p:nvSpPr>
        <p:spPr>
          <a:xfrm>
            <a:off x="13837558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</a:t>
            </a:r>
            <a:endParaRPr lang="en-US" sz="950" dirty="0"/>
          </a:p>
        </p:txBody>
      </p:sp>
      <p:sp>
        <p:nvSpPr>
          <p:cNvPr id="85" name="圖示 樞紐"/>
          <p:cNvSpPr/>
          <p:nvPr/>
        </p:nvSpPr>
        <p:spPr>
          <a:xfrm>
            <a:off x="843905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60110" y="348512"/>
                </a:moveTo>
                <a:cubicBezTo>
                  <a:pt x="51469" y="339860"/>
                  <a:pt x="47149" y="329253"/>
                  <a:pt x="47149" y="316680"/>
                </a:cubicBezTo>
                <a:cubicBezTo>
                  <a:pt x="47149" y="304107"/>
                  <a:pt x="51469" y="293500"/>
                  <a:pt x="60110" y="284858"/>
                </a:cubicBezTo>
                <a:cubicBezTo>
                  <a:pt x="69026" y="276217"/>
                  <a:pt x="79633" y="271897"/>
                  <a:pt x="91943" y="271897"/>
                </a:cubicBezTo>
                <a:cubicBezTo>
                  <a:pt x="95612" y="271897"/>
                  <a:pt x="98881" y="272285"/>
                  <a:pt x="101761" y="273074"/>
                </a:cubicBezTo>
                <a:cubicBezTo>
                  <a:pt x="104379" y="273588"/>
                  <a:pt x="107133" y="274514"/>
                  <a:pt x="110014" y="275817"/>
                </a:cubicBezTo>
                <a:lnTo>
                  <a:pt x="143412" y="234178"/>
                </a:lnTo>
                <a:cubicBezTo>
                  <a:pt x="138429" y="228143"/>
                  <a:pt x="134634" y="221342"/>
                  <a:pt x="132017" y="213741"/>
                </a:cubicBezTo>
                <a:cubicBezTo>
                  <a:pt x="129399" y="205889"/>
                  <a:pt x="128748" y="197762"/>
                  <a:pt x="130051" y="189384"/>
                </a:cubicBezTo>
                <a:lnTo>
                  <a:pt x="82513" y="173267"/>
                </a:lnTo>
                <a:cubicBezTo>
                  <a:pt x="78581" y="179817"/>
                  <a:pt x="73472" y="184926"/>
                  <a:pt x="67186" y="188595"/>
                </a:cubicBezTo>
                <a:cubicBezTo>
                  <a:pt x="60636" y="192264"/>
                  <a:pt x="53172" y="194093"/>
                  <a:pt x="44794" y="194093"/>
                </a:cubicBezTo>
                <a:cubicBezTo>
                  <a:pt x="32484" y="194093"/>
                  <a:pt x="21877" y="189772"/>
                  <a:pt x="12962" y="181131"/>
                </a:cubicBezTo>
                <a:cubicBezTo>
                  <a:pt x="4321" y="172490"/>
                  <a:pt x="0" y="161883"/>
                  <a:pt x="0" y="149310"/>
                </a:cubicBezTo>
                <a:cubicBezTo>
                  <a:pt x="0" y="136989"/>
                  <a:pt x="4321" y="126382"/>
                  <a:pt x="12962" y="117478"/>
                </a:cubicBezTo>
                <a:cubicBezTo>
                  <a:pt x="21877" y="108836"/>
                  <a:pt x="32484" y="104516"/>
                  <a:pt x="44794" y="104516"/>
                </a:cubicBezTo>
                <a:cubicBezTo>
                  <a:pt x="57367" y="104516"/>
                  <a:pt x="67974" y="108836"/>
                  <a:pt x="76615" y="117478"/>
                </a:cubicBezTo>
                <a:cubicBezTo>
                  <a:pt x="85256" y="126382"/>
                  <a:pt x="89588" y="136989"/>
                  <a:pt x="89588" y="149310"/>
                </a:cubicBezTo>
                <a:lnTo>
                  <a:pt x="89588" y="150876"/>
                </a:lnTo>
                <a:lnTo>
                  <a:pt x="137514" y="167381"/>
                </a:lnTo>
                <a:cubicBezTo>
                  <a:pt x="142235" y="158991"/>
                  <a:pt x="147996" y="152579"/>
                  <a:pt x="154808" y="148121"/>
                </a:cubicBezTo>
                <a:cubicBezTo>
                  <a:pt x="161357" y="143675"/>
                  <a:pt x="168684" y="140532"/>
                  <a:pt x="176811" y="138692"/>
                </a:cubicBezTo>
                <a:lnTo>
                  <a:pt x="176811" y="88011"/>
                </a:lnTo>
                <a:cubicBezTo>
                  <a:pt x="166592" y="85131"/>
                  <a:pt x="158603" y="79496"/>
                  <a:pt x="152842" y="71117"/>
                </a:cubicBezTo>
                <a:cubicBezTo>
                  <a:pt x="146818" y="62739"/>
                  <a:pt x="143801" y="53961"/>
                  <a:pt x="143801" y="44794"/>
                </a:cubicBezTo>
                <a:cubicBezTo>
                  <a:pt x="143801" y="32484"/>
                  <a:pt x="148121" y="21877"/>
                  <a:pt x="156774" y="12962"/>
                </a:cubicBezTo>
                <a:cubicBezTo>
                  <a:pt x="165415" y="4321"/>
                  <a:pt x="176022" y="0"/>
                  <a:pt x="188595" y="0"/>
                </a:cubicBezTo>
                <a:cubicBezTo>
                  <a:pt x="201168" y="0"/>
                  <a:pt x="211775" y="4321"/>
                  <a:pt x="220416" y="12962"/>
                </a:cubicBezTo>
                <a:cubicBezTo>
                  <a:pt x="229069" y="21877"/>
                  <a:pt x="233389" y="32484"/>
                  <a:pt x="233389" y="44794"/>
                </a:cubicBezTo>
                <a:cubicBezTo>
                  <a:pt x="233389" y="53961"/>
                  <a:pt x="230372" y="62739"/>
                  <a:pt x="224348" y="71117"/>
                </a:cubicBezTo>
                <a:cubicBezTo>
                  <a:pt x="218324" y="79496"/>
                  <a:pt x="210335" y="85131"/>
                  <a:pt x="200379" y="88011"/>
                </a:cubicBezTo>
                <a:lnTo>
                  <a:pt x="200379" y="138692"/>
                </a:lnTo>
                <a:cubicBezTo>
                  <a:pt x="208506" y="140532"/>
                  <a:pt x="215970" y="143675"/>
                  <a:pt x="222782" y="148121"/>
                </a:cubicBezTo>
                <a:cubicBezTo>
                  <a:pt x="229583" y="152579"/>
                  <a:pt x="235355" y="158991"/>
                  <a:pt x="240064" y="167381"/>
                </a:cubicBezTo>
                <a:lnTo>
                  <a:pt x="287613" y="150876"/>
                </a:lnTo>
                <a:lnTo>
                  <a:pt x="287613" y="149310"/>
                </a:lnTo>
                <a:cubicBezTo>
                  <a:pt x="287613" y="136989"/>
                  <a:pt x="291934" y="126382"/>
                  <a:pt x="300575" y="117478"/>
                </a:cubicBezTo>
                <a:cubicBezTo>
                  <a:pt x="309479" y="108836"/>
                  <a:pt x="320086" y="104516"/>
                  <a:pt x="332396" y="104516"/>
                </a:cubicBezTo>
                <a:cubicBezTo>
                  <a:pt x="344969" y="104516"/>
                  <a:pt x="355576" y="108836"/>
                  <a:pt x="364228" y="117478"/>
                </a:cubicBezTo>
                <a:cubicBezTo>
                  <a:pt x="372869" y="126119"/>
                  <a:pt x="377190" y="136737"/>
                  <a:pt x="377190" y="149310"/>
                </a:cubicBezTo>
                <a:cubicBezTo>
                  <a:pt x="377190" y="161883"/>
                  <a:pt x="372869" y="172490"/>
                  <a:pt x="364228" y="181131"/>
                </a:cubicBezTo>
                <a:cubicBezTo>
                  <a:pt x="355576" y="189772"/>
                  <a:pt x="344969" y="194093"/>
                  <a:pt x="332396" y="194093"/>
                </a:cubicBezTo>
                <a:cubicBezTo>
                  <a:pt x="324018" y="194093"/>
                  <a:pt x="316554" y="192264"/>
                  <a:pt x="310004" y="188595"/>
                </a:cubicBezTo>
                <a:cubicBezTo>
                  <a:pt x="303455" y="184926"/>
                  <a:pt x="298346" y="179817"/>
                  <a:pt x="294677" y="173267"/>
                </a:cubicBezTo>
                <a:lnTo>
                  <a:pt x="247139" y="189384"/>
                </a:lnTo>
                <a:cubicBezTo>
                  <a:pt x="248442" y="197762"/>
                  <a:pt x="247928" y="205889"/>
                  <a:pt x="245562" y="213741"/>
                </a:cubicBezTo>
                <a:cubicBezTo>
                  <a:pt x="242945" y="221342"/>
                  <a:pt x="239013" y="228143"/>
                  <a:pt x="233778" y="234178"/>
                </a:cubicBezTo>
                <a:lnTo>
                  <a:pt x="267176" y="275817"/>
                </a:lnTo>
                <a:cubicBezTo>
                  <a:pt x="270057" y="274514"/>
                  <a:pt x="272937" y="273588"/>
                  <a:pt x="275817" y="273074"/>
                </a:cubicBezTo>
                <a:cubicBezTo>
                  <a:pt x="278435" y="272285"/>
                  <a:pt x="281578" y="271897"/>
                  <a:pt x="285247" y="271897"/>
                </a:cubicBezTo>
                <a:cubicBezTo>
                  <a:pt x="297820" y="271897"/>
                  <a:pt x="308427" y="276217"/>
                  <a:pt x="317080" y="284858"/>
                </a:cubicBezTo>
                <a:cubicBezTo>
                  <a:pt x="325721" y="293500"/>
                  <a:pt x="330041" y="304107"/>
                  <a:pt x="330041" y="316680"/>
                </a:cubicBezTo>
                <a:cubicBezTo>
                  <a:pt x="330041" y="329253"/>
                  <a:pt x="325721" y="339860"/>
                  <a:pt x="317080" y="348512"/>
                </a:cubicBezTo>
                <a:cubicBezTo>
                  <a:pt x="308427" y="357153"/>
                  <a:pt x="297820" y="361474"/>
                  <a:pt x="285247" y="361474"/>
                </a:cubicBezTo>
                <a:cubicBezTo>
                  <a:pt x="272674" y="361474"/>
                  <a:pt x="262067" y="357153"/>
                  <a:pt x="253426" y="348512"/>
                </a:cubicBezTo>
                <a:cubicBezTo>
                  <a:pt x="244785" y="339860"/>
                  <a:pt x="240464" y="329253"/>
                  <a:pt x="240464" y="316680"/>
                </a:cubicBezTo>
                <a:cubicBezTo>
                  <a:pt x="240464" y="311445"/>
                  <a:pt x="241242" y="306724"/>
                  <a:pt x="242819" y="302541"/>
                </a:cubicBezTo>
                <a:cubicBezTo>
                  <a:pt x="244122" y="298346"/>
                  <a:pt x="246088" y="294288"/>
                  <a:pt x="248705" y="290356"/>
                </a:cubicBezTo>
                <a:lnTo>
                  <a:pt x="215318" y="248705"/>
                </a:lnTo>
                <a:cubicBezTo>
                  <a:pt x="206929" y="253163"/>
                  <a:pt x="197899" y="255392"/>
                  <a:pt x="188206" y="255392"/>
                </a:cubicBezTo>
                <a:cubicBezTo>
                  <a:pt x="178777" y="255392"/>
                  <a:pt x="169861" y="253163"/>
                  <a:pt x="161483" y="248705"/>
                </a:cubicBezTo>
                <a:lnTo>
                  <a:pt x="128485" y="290756"/>
                </a:lnTo>
                <a:cubicBezTo>
                  <a:pt x="131102" y="294677"/>
                  <a:pt x="133194" y="298734"/>
                  <a:pt x="134771" y="302929"/>
                </a:cubicBezTo>
                <a:cubicBezTo>
                  <a:pt x="136074" y="306861"/>
                  <a:pt x="136737" y="311445"/>
                  <a:pt x="136737" y="316680"/>
                </a:cubicBezTo>
                <a:cubicBezTo>
                  <a:pt x="136737" y="329253"/>
                  <a:pt x="132405" y="339860"/>
                  <a:pt x="123764" y="348512"/>
                </a:cubicBezTo>
                <a:cubicBezTo>
                  <a:pt x="115123" y="357153"/>
                  <a:pt x="104516" y="361474"/>
                  <a:pt x="91943" y="361474"/>
                </a:cubicBezTo>
                <a:cubicBezTo>
                  <a:pt x="79370" y="361474"/>
                  <a:pt x="68763" y="357153"/>
                  <a:pt x="60110" y="348512"/>
                </a:cubicBezTo>
                <a:close/>
                <a:moveTo>
                  <a:pt x="44794" y="170524"/>
                </a:moveTo>
                <a:cubicBezTo>
                  <a:pt x="50818" y="170524"/>
                  <a:pt x="55927" y="168421"/>
                  <a:pt x="60110" y="164238"/>
                </a:cubicBezTo>
                <a:cubicBezTo>
                  <a:pt x="64042" y="160306"/>
                  <a:pt x="66008" y="155334"/>
                  <a:pt x="66008" y="149310"/>
                </a:cubicBezTo>
                <a:cubicBezTo>
                  <a:pt x="66008" y="143275"/>
                  <a:pt x="63917" y="138303"/>
                  <a:pt x="59722" y="134371"/>
                </a:cubicBezTo>
                <a:cubicBezTo>
                  <a:pt x="55790" y="130188"/>
                  <a:pt x="50818" y="128085"/>
                  <a:pt x="44794" y="128085"/>
                </a:cubicBezTo>
                <a:cubicBezTo>
                  <a:pt x="38771" y="128085"/>
                  <a:pt x="33787" y="130188"/>
                  <a:pt x="29867" y="134371"/>
                </a:cubicBezTo>
                <a:cubicBezTo>
                  <a:pt x="25672" y="138303"/>
                  <a:pt x="23580" y="143275"/>
                  <a:pt x="23580" y="149310"/>
                </a:cubicBezTo>
                <a:cubicBezTo>
                  <a:pt x="23580" y="155334"/>
                  <a:pt x="25672" y="160431"/>
                  <a:pt x="29867" y="164626"/>
                </a:cubicBezTo>
                <a:cubicBezTo>
                  <a:pt x="33787" y="168558"/>
                  <a:pt x="38771" y="170524"/>
                  <a:pt x="44794" y="170524"/>
                </a:cubicBezTo>
                <a:close/>
                <a:moveTo>
                  <a:pt x="107259" y="331619"/>
                </a:moveTo>
                <a:cubicBezTo>
                  <a:pt x="111191" y="327687"/>
                  <a:pt x="113157" y="322703"/>
                  <a:pt x="113157" y="316680"/>
                </a:cubicBezTo>
                <a:cubicBezTo>
                  <a:pt x="113157" y="310656"/>
                  <a:pt x="111065" y="305547"/>
                  <a:pt x="106871" y="301363"/>
                </a:cubicBezTo>
                <a:cubicBezTo>
                  <a:pt x="102939" y="297431"/>
                  <a:pt x="97967" y="295466"/>
                  <a:pt x="91943" y="295466"/>
                </a:cubicBezTo>
                <a:cubicBezTo>
                  <a:pt x="85919" y="295466"/>
                  <a:pt x="80810" y="297557"/>
                  <a:pt x="76615" y="301752"/>
                </a:cubicBezTo>
                <a:cubicBezTo>
                  <a:pt x="72683" y="305684"/>
                  <a:pt x="70729" y="310656"/>
                  <a:pt x="70729" y="316680"/>
                </a:cubicBezTo>
                <a:cubicBezTo>
                  <a:pt x="70729" y="322703"/>
                  <a:pt x="72821" y="327687"/>
                  <a:pt x="77015" y="331619"/>
                </a:cubicBezTo>
                <a:cubicBezTo>
                  <a:pt x="80936" y="335802"/>
                  <a:pt x="85919" y="337905"/>
                  <a:pt x="91943" y="337905"/>
                </a:cubicBezTo>
                <a:cubicBezTo>
                  <a:pt x="97967" y="337905"/>
                  <a:pt x="102939" y="335802"/>
                  <a:pt x="106871" y="331619"/>
                </a:cubicBezTo>
                <a:close/>
                <a:moveTo>
                  <a:pt x="203923" y="59722"/>
                </a:moveTo>
                <a:cubicBezTo>
                  <a:pt x="207843" y="55790"/>
                  <a:pt x="209809" y="50818"/>
                  <a:pt x="209809" y="44794"/>
                </a:cubicBezTo>
                <a:cubicBezTo>
                  <a:pt x="209809" y="38771"/>
                  <a:pt x="207717" y="33787"/>
                  <a:pt x="203523" y="29867"/>
                </a:cubicBezTo>
                <a:cubicBezTo>
                  <a:pt x="199602" y="25672"/>
                  <a:pt x="194619" y="23580"/>
                  <a:pt x="188595" y="23580"/>
                </a:cubicBezTo>
                <a:cubicBezTo>
                  <a:pt x="182571" y="23580"/>
                  <a:pt x="177599" y="25672"/>
                  <a:pt x="173667" y="29867"/>
                </a:cubicBezTo>
                <a:cubicBezTo>
                  <a:pt x="169473" y="33787"/>
                  <a:pt x="167381" y="38771"/>
                  <a:pt x="167381" y="44794"/>
                </a:cubicBezTo>
                <a:cubicBezTo>
                  <a:pt x="167381" y="50818"/>
                  <a:pt x="169473" y="55927"/>
                  <a:pt x="173667" y="60110"/>
                </a:cubicBezTo>
                <a:cubicBezTo>
                  <a:pt x="177599" y="64042"/>
                  <a:pt x="182571" y="66008"/>
                  <a:pt x="188595" y="66008"/>
                </a:cubicBezTo>
                <a:cubicBezTo>
                  <a:pt x="194619" y="66008"/>
                  <a:pt x="199728" y="63917"/>
                  <a:pt x="203923" y="59722"/>
                </a:cubicBezTo>
                <a:close/>
                <a:moveTo>
                  <a:pt x="188984" y="231812"/>
                </a:moveTo>
                <a:cubicBezTo>
                  <a:pt x="198676" y="231812"/>
                  <a:pt x="206929" y="228406"/>
                  <a:pt x="213741" y="221605"/>
                </a:cubicBezTo>
                <a:cubicBezTo>
                  <a:pt x="220553" y="214530"/>
                  <a:pt x="223959" y="206140"/>
                  <a:pt x="223959" y="196459"/>
                </a:cubicBezTo>
                <a:cubicBezTo>
                  <a:pt x="223959" y="186503"/>
                  <a:pt x="220553" y="178114"/>
                  <a:pt x="213741" y="171313"/>
                </a:cubicBezTo>
                <a:cubicBezTo>
                  <a:pt x="206929" y="164501"/>
                  <a:pt x="198551" y="161094"/>
                  <a:pt x="188595" y="161094"/>
                </a:cubicBezTo>
                <a:cubicBezTo>
                  <a:pt x="178902" y="161094"/>
                  <a:pt x="170650" y="164501"/>
                  <a:pt x="163838" y="171313"/>
                </a:cubicBezTo>
                <a:cubicBezTo>
                  <a:pt x="156774" y="178114"/>
                  <a:pt x="153231" y="186503"/>
                  <a:pt x="153231" y="196459"/>
                </a:cubicBezTo>
                <a:cubicBezTo>
                  <a:pt x="153231" y="206140"/>
                  <a:pt x="156774" y="214530"/>
                  <a:pt x="163838" y="221605"/>
                </a:cubicBezTo>
                <a:cubicBezTo>
                  <a:pt x="170650" y="228406"/>
                  <a:pt x="179040" y="231812"/>
                  <a:pt x="188984" y="231812"/>
                </a:cubicBezTo>
                <a:close/>
                <a:moveTo>
                  <a:pt x="300575" y="331619"/>
                </a:moveTo>
                <a:cubicBezTo>
                  <a:pt x="304507" y="327687"/>
                  <a:pt x="306473" y="322703"/>
                  <a:pt x="306473" y="316680"/>
                </a:cubicBezTo>
                <a:cubicBezTo>
                  <a:pt x="306473" y="310656"/>
                  <a:pt x="304369" y="305684"/>
                  <a:pt x="300186" y="301752"/>
                </a:cubicBezTo>
                <a:cubicBezTo>
                  <a:pt x="296254" y="297557"/>
                  <a:pt x="291271" y="295466"/>
                  <a:pt x="285247" y="295466"/>
                </a:cubicBezTo>
                <a:cubicBezTo>
                  <a:pt x="279223" y="295466"/>
                  <a:pt x="274251" y="297557"/>
                  <a:pt x="270320" y="301752"/>
                </a:cubicBezTo>
                <a:cubicBezTo>
                  <a:pt x="266125" y="305684"/>
                  <a:pt x="264033" y="310656"/>
                  <a:pt x="264033" y="316680"/>
                </a:cubicBezTo>
                <a:cubicBezTo>
                  <a:pt x="264033" y="322703"/>
                  <a:pt x="266125" y="327812"/>
                  <a:pt x="270320" y="332007"/>
                </a:cubicBezTo>
                <a:cubicBezTo>
                  <a:pt x="274251" y="335939"/>
                  <a:pt x="279223" y="337905"/>
                  <a:pt x="285247" y="337905"/>
                </a:cubicBezTo>
                <a:cubicBezTo>
                  <a:pt x="291271" y="337905"/>
                  <a:pt x="296380" y="335802"/>
                  <a:pt x="300575" y="331619"/>
                </a:cubicBezTo>
                <a:close/>
                <a:moveTo>
                  <a:pt x="347723" y="164238"/>
                </a:moveTo>
                <a:cubicBezTo>
                  <a:pt x="351655" y="160306"/>
                  <a:pt x="353621" y="155334"/>
                  <a:pt x="353621" y="149310"/>
                </a:cubicBezTo>
                <a:cubicBezTo>
                  <a:pt x="353621" y="143275"/>
                  <a:pt x="351518" y="138303"/>
                  <a:pt x="347335" y="134371"/>
                </a:cubicBezTo>
                <a:cubicBezTo>
                  <a:pt x="343403" y="130188"/>
                  <a:pt x="338419" y="128085"/>
                  <a:pt x="332396" y="128085"/>
                </a:cubicBezTo>
                <a:cubicBezTo>
                  <a:pt x="326372" y="128085"/>
                  <a:pt x="321400" y="130188"/>
                  <a:pt x="317468" y="134371"/>
                </a:cubicBezTo>
                <a:cubicBezTo>
                  <a:pt x="313273" y="138303"/>
                  <a:pt x="311182" y="143275"/>
                  <a:pt x="311182" y="149310"/>
                </a:cubicBezTo>
                <a:cubicBezTo>
                  <a:pt x="311182" y="155334"/>
                  <a:pt x="313273" y="160431"/>
                  <a:pt x="317468" y="164626"/>
                </a:cubicBezTo>
                <a:cubicBezTo>
                  <a:pt x="321400" y="168558"/>
                  <a:pt x="326372" y="170524"/>
                  <a:pt x="332396" y="170524"/>
                </a:cubicBezTo>
                <a:cubicBezTo>
                  <a:pt x="338419" y="170524"/>
                  <a:pt x="343529" y="168421"/>
                  <a:pt x="347723" y="164238"/>
                </a:cubicBezTo>
                <a:close/>
                <a:moveTo>
                  <a:pt x="188595" y="44794"/>
                </a:moveTo>
                <a:close/>
                <a:moveTo>
                  <a:pt x="44794" y="149310"/>
                </a:moveTo>
                <a:close/>
                <a:moveTo>
                  <a:pt x="188595" y="196459"/>
                </a:moveTo>
                <a:close/>
                <a:moveTo>
                  <a:pt x="332396" y="149310"/>
                </a:moveTo>
                <a:close/>
                <a:moveTo>
                  <a:pt x="91943" y="316680"/>
                </a:moveTo>
                <a:close/>
                <a:moveTo>
                  <a:pt x="285247" y="316680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圖說"/>
          <p:cNvSpPr/>
          <p:nvPr/>
        </p:nvSpPr>
        <p:spPr>
          <a:xfrm>
            <a:off x="662940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樞紐</a:t>
            </a:r>
            <a:endParaRPr lang="en-US" sz="950" dirty="0"/>
          </a:p>
        </p:txBody>
      </p:sp>
      <p:sp>
        <p:nvSpPr>
          <p:cNvPr id="87" name="圖示 網路"/>
          <p:cNvSpPr/>
          <p:nvPr/>
        </p:nvSpPr>
        <p:spPr>
          <a:xfrm>
            <a:off x="1537306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47149" y="322189"/>
                </a:moveTo>
                <a:lnTo>
                  <a:pt x="47149" y="263244"/>
                </a:lnTo>
                <a:cubicBezTo>
                  <a:pt x="47149" y="256695"/>
                  <a:pt x="49503" y="251197"/>
                  <a:pt x="54224" y="246751"/>
                </a:cubicBezTo>
                <a:cubicBezTo>
                  <a:pt x="58670" y="242030"/>
                  <a:pt x="64179" y="239676"/>
                  <a:pt x="70729" y="239676"/>
                </a:cubicBezTo>
                <a:lnTo>
                  <a:pt x="94298" y="239676"/>
                </a:lnTo>
                <a:lnTo>
                  <a:pt x="94298" y="200379"/>
                </a:lnTo>
                <a:cubicBezTo>
                  <a:pt x="94298" y="193830"/>
                  <a:pt x="96652" y="188332"/>
                  <a:pt x="101373" y="183886"/>
                </a:cubicBezTo>
                <a:cubicBezTo>
                  <a:pt x="105819" y="179165"/>
                  <a:pt x="111328" y="176811"/>
                  <a:pt x="117878" y="176811"/>
                </a:cubicBezTo>
                <a:lnTo>
                  <a:pt x="176811" y="176811"/>
                </a:lnTo>
                <a:lnTo>
                  <a:pt x="176811" y="137514"/>
                </a:lnTo>
                <a:lnTo>
                  <a:pt x="153231" y="137514"/>
                </a:lnTo>
                <a:cubicBezTo>
                  <a:pt x="146681" y="137514"/>
                  <a:pt x="141183" y="135160"/>
                  <a:pt x="136737" y="130451"/>
                </a:cubicBezTo>
                <a:cubicBezTo>
                  <a:pt x="132017" y="125993"/>
                  <a:pt x="129662" y="120495"/>
                  <a:pt x="129662" y="113946"/>
                </a:cubicBezTo>
                <a:lnTo>
                  <a:pt x="129662" y="55013"/>
                </a:lnTo>
                <a:cubicBezTo>
                  <a:pt x="129662" y="48463"/>
                  <a:pt x="132017" y="42954"/>
                  <a:pt x="136737" y="38508"/>
                </a:cubicBezTo>
                <a:cubicBezTo>
                  <a:pt x="141183" y="33787"/>
                  <a:pt x="146681" y="31433"/>
                  <a:pt x="153231" y="31433"/>
                </a:cubicBezTo>
                <a:lnTo>
                  <a:pt x="223959" y="31433"/>
                </a:lnTo>
                <a:cubicBezTo>
                  <a:pt x="230509" y="31433"/>
                  <a:pt x="236007" y="33787"/>
                  <a:pt x="240464" y="38508"/>
                </a:cubicBezTo>
                <a:cubicBezTo>
                  <a:pt x="245174" y="42954"/>
                  <a:pt x="247528" y="48463"/>
                  <a:pt x="247528" y="55013"/>
                </a:cubicBezTo>
                <a:lnTo>
                  <a:pt x="247528" y="113946"/>
                </a:lnTo>
                <a:cubicBezTo>
                  <a:pt x="247528" y="120495"/>
                  <a:pt x="245174" y="125993"/>
                  <a:pt x="240464" y="130451"/>
                </a:cubicBezTo>
                <a:cubicBezTo>
                  <a:pt x="236007" y="135160"/>
                  <a:pt x="230509" y="137514"/>
                  <a:pt x="223959" y="137514"/>
                </a:cubicBezTo>
                <a:lnTo>
                  <a:pt x="200379" y="137514"/>
                </a:lnTo>
                <a:lnTo>
                  <a:pt x="200379" y="176811"/>
                </a:lnTo>
                <a:lnTo>
                  <a:pt x="259324" y="176811"/>
                </a:lnTo>
                <a:cubicBezTo>
                  <a:pt x="265862" y="176811"/>
                  <a:pt x="271371" y="179165"/>
                  <a:pt x="275817" y="183886"/>
                </a:cubicBezTo>
                <a:cubicBezTo>
                  <a:pt x="280538" y="188332"/>
                  <a:pt x="282893" y="193830"/>
                  <a:pt x="282893" y="200379"/>
                </a:cubicBezTo>
                <a:lnTo>
                  <a:pt x="282893" y="239676"/>
                </a:lnTo>
                <a:lnTo>
                  <a:pt x="306473" y="239676"/>
                </a:lnTo>
                <a:cubicBezTo>
                  <a:pt x="313011" y="239676"/>
                  <a:pt x="318520" y="242030"/>
                  <a:pt x="322966" y="246751"/>
                </a:cubicBezTo>
                <a:cubicBezTo>
                  <a:pt x="327687" y="251197"/>
                  <a:pt x="330041" y="256695"/>
                  <a:pt x="330041" y="263244"/>
                </a:cubicBezTo>
                <a:lnTo>
                  <a:pt x="330041" y="322189"/>
                </a:lnTo>
                <a:cubicBezTo>
                  <a:pt x="330041" y="328727"/>
                  <a:pt x="327687" y="334236"/>
                  <a:pt x="322966" y="338682"/>
                </a:cubicBezTo>
                <a:cubicBezTo>
                  <a:pt x="318520" y="343403"/>
                  <a:pt x="313011" y="345758"/>
                  <a:pt x="306473" y="345758"/>
                </a:cubicBezTo>
                <a:lnTo>
                  <a:pt x="235744" y="345758"/>
                </a:lnTo>
                <a:cubicBezTo>
                  <a:pt x="229194" y="345758"/>
                  <a:pt x="223697" y="343403"/>
                  <a:pt x="219239" y="338682"/>
                </a:cubicBezTo>
                <a:cubicBezTo>
                  <a:pt x="214530" y="334236"/>
                  <a:pt x="212175" y="328727"/>
                  <a:pt x="212175" y="322189"/>
                </a:cubicBezTo>
                <a:lnTo>
                  <a:pt x="212175" y="263244"/>
                </a:lnTo>
                <a:cubicBezTo>
                  <a:pt x="212175" y="256695"/>
                  <a:pt x="214530" y="251197"/>
                  <a:pt x="219239" y="246751"/>
                </a:cubicBezTo>
                <a:cubicBezTo>
                  <a:pt x="223697" y="242030"/>
                  <a:pt x="229194" y="239676"/>
                  <a:pt x="235744" y="239676"/>
                </a:cubicBezTo>
                <a:lnTo>
                  <a:pt x="259324" y="239676"/>
                </a:lnTo>
                <a:lnTo>
                  <a:pt x="259324" y="200379"/>
                </a:lnTo>
                <a:lnTo>
                  <a:pt x="117878" y="200379"/>
                </a:lnTo>
                <a:lnTo>
                  <a:pt x="117878" y="239676"/>
                </a:lnTo>
                <a:lnTo>
                  <a:pt x="141446" y="239676"/>
                </a:lnTo>
                <a:cubicBezTo>
                  <a:pt x="147996" y="239676"/>
                  <a:pt x="153493" y="242030"/>
                  <a:pt x="157951" y="246751"/>
                </a:cubicBezTo>
                <a:cubicBezTo>
                  <a:pt x="162660" y="251197"/>
                  <a:pt x="165026" y="256695"/>
                  <a:pt x="165026" y="263244"/>
                </a:cubicBezTo>
                <a:lnTo>
                  <a:pt x="165026" y="322189"/>
                </a:lnTo>
                <a:cubicBezTo>
                  <a:pt x="165026" y="328727"/>
                  <a:pt x="162660" y="334236"/>
                  <a:pt x="157951" y="338682"/>
                </a:cubicBezTo>
                <a:cubicBezTo>
                  <a:pt x="153493" y="343403"/>
                  <a:pt x="147996" y="345758"/>
                  <a:pt x="141446" y="345758"/>
                </a:cubicBezTo>
                <a:lnTo>
                  <a:pt x="70729" y="345758"/>
                </a:lnTo>
                <a:cubicBezTo>
                  <a:pt x="64179" y="345758"/>
                  <a:pt x="58670" y="343403"/>
                  <a:pt x="54224" y="338682"/>
                </a:cubicBezTo>
                <a:cubicBezTo>
                  <a:pt x="49503" y="334236"/>
                  <a:pt x="47149" y="328727"/>
                  <a:pt x="47149" y="322189"/>
                </a:cubicBezTo>
                <a:close/>
                <a:moveTo>
                  <a:pt x="153231" y="113946"/>
                </a:moveTo>
                <a:lnTo>
                  <a:pt x="223959" y="113946"/>
                </a:lnTo>
                <a:lnTo>
                  <a:pt x="223959" y="55013"/>
                </a:lnTo>
                <a:lnTo>
                  <a:pt x="153231" y="55013"/>
                </a:lnTo>
                <a:lnTo>
                  <a:pt x="153231" y="113946"/>
                </a:lnTo>
                <a:close/>
                <a:moveTo>
                  <a:pt x="70729" y="322189"/>
                </a:moveTo>
                <a:lnTo>
                  <a:pt x="141446" y="322189"/>
                </a:lnTo>
                <a:lnTo>
                  <a:pt x="141446" y="263244"/>
                </a:lnTo>
                <a:lnTo>
                  <a:pt x="70729" y="263244"/>
                </a:lnTo>
                <a:lnTo>
                  <a:pt x="70729" y="322189"/>
                </a:lnTo>
                <a:close/>
                <a:moveTo>
                  <a:pt x="235744" y="322189"/>
                </a:moveTo>
                <a:lnTo>
                  <a:pt x="306473" y="322189"/>
                </a:lnTo>
                <a:lnTo>
                  <a:pt x="306473" y="263244"/>
                </a:lnTo>
                <a:lnTo>
                  <a:pt x="235744" y="263244"/>
                </a:lnTo>
                <a:lnTo>
                  <a:pt x="235744" y="322189"/>
                </a:lnTo>
                <a:close/>
                <a:moveTo>
                  <a:pt x="188595" y="113946"/>
                </a:moveTo>
                <a:close/>
                <a:moveTo>
                  <a:pt x="141446" y="263244"/>
                </a:moveTo>
                <a:close/>
                <a:moveTo>
                  <a:pt x="235744" y="263244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圖說"/>
          <p:cNvSpPr/>
          <p:nvPr/>
        </p:nvSpPr>
        <p:spPr>
          <a:xfrm>
            <a:off x="1356341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網路</a:t>
            </a:r>
            <a:endParaRPr lang="en-US" sz="950" dirty="0"/>
          </a:p>
        </p:txBody>
      </p:sp>
      <p:sp>
        <p:nvSpPr>
          <p:cNvPr id="89" name="圖示 同步"/>
          <p:cNvSpPr/>
          <p:nvPr/>
        </p:nvSpPr>
        <p:spPr>
          <a:xfrm>
            <a:off x="2230707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86445" y="189772"/>
                </a:moveTo>
                <a:cubicBezTo>
                  <a:pt x="86445" y="206277"/>
                  <a:pt x="89588" y="220679"/>
                  <a:pt x="95875" y="232989"/>
                </a:cubicBezTo>
                <a:cubicBezTo>
                  <a:pt x="101898" y="245048"/>
                  <a:pt x="110139" y="255518"/>
                  <a:pt x="120621" y="264422"/>
                </a:cubicBezTo>
                <a:lnTo>
                  <a:pt x="132405" y="272674"/>
                </a:lnTo>
                <a:lnTo>
                  <a:pt x="132405" y="235744"/>
                </a:lnTo>
                <a:cubicBezTo>
                  <a:pt x="132405" y="232338"/>
                  <a:pt x="133594" y="229583"/>
                  <a:pt x="135948" y="227491"/>
                </a:cubicBezTo>
                <a:cubicBezTo>
                  <a:pt x="138040" y="225137"/>
                  <a:pt x="140795" y="223959"/>
                  <a:pt x="144201" y="223959"/>
                </a:cubicBezTo>
                <a:cubicBezTo>
                  <a:pt x="147607" y="223959"/>
                  <a:pt x="150487" y="225137"/>
                  <a:pt x="152842" y="227491"/>
                </a:cubicBezTo>
                <a:cubicBezTo>
                  <a:pt x="154934" y="229583"/>
                  <a:pt x="155985" y="232338"/>
                  <a:pt x="155985" y="235744"/>
                </a:cubicBezTo>
                <a:lnTo>
                  <a:pt x="155985" y="302541"/>
                </a:lnTo>
                <a:cubicBezTo>
                  <a:pt x="155985" y="305947"/>
                  <a:pt x="154934" y="308827"/>
                  <a:pt x="152842" y="311182"/>
                </a:cubicBezTo>
                <a:cubicBezTo>
                  <a:pt x="150487" y="313273"/>
                  <a:pt x="147607" y="314325"/>
                  <a:pt x="144201" y="314325"/>
                </a:cubicBezTo>
                <a:lnTo>
                  <a:pt x="77404" y="314325"/>
                </a:lnTo>
                <a:cubicBezTo>
                  <a:pt x="73998" y="314325"/>
                  <a:pt x="71243" y="313273"/>
                  <a:pt x="69152" y="311182"/>
                </a:cubicBezTo>
                <a:cubicBezTo>
                  <a:pt x="66797" y="308827"/>
                  <a:pt x="65620" y="305947"/>
                  <a:pt x="65620" y="302541"/>
                </a:cubicBezTo>
                <a:cubicBezTo>
                  <a:pt x="65620" y="299135"/>
                  <a:pt x="66797" y="296380"/>
                  <a:pt x="69152" y="294288"/>
                </a:cubicBezTo>
                <a:cubicBezTo>
                  <a:pt x="71243" y="291934"/>
                  <a:pt x="73998" y="290756"/>
                  <a:pt x="77404" y="290756"/>
                </a:cubicBezTo>
                <a:lnTo>
                  <a:pt x="116689" y="290756"/>
                </a:lnTo>
                <a:lnTo>
                  <a:pt x="110802" y="286036"/>
                </a:lnTo>
                <a:cubicBezTo>
                  <a:pt x="94035" y="272674"/>
                  <a:pt x="81850" y="258135"/>
                  <a:pt x="74261" y="242419"/>
                </a:cubicBezTo>
                <a:cubicBezTo>
                  <a:pt x="66660" y="226703"/>
                  <a:pt x="62865" y="209158"/>
                  <a:pt x="62865" y="189772"/>
                </a:cubicBezTo>
                <a:cubicBezTo>
                  <a:pt x="62865" y="165152"/>
                  <a:pt x="69414" y="142761"/>
                  <a:pt x="82513" y="122587"/>
                </a:cubicBezTo>
                <a:cubicBezTo>
                  <a:pt x="95349" y="102161"/>
                  <a:pt x="112631" y="86697"/>
                  <a:pt x="134371" y="76227"/>
                </a:cubicBezTo>
                <a:cubicBezTo>
                  <a:pt x="137251" y="74912"/>
                  <a:pt x="140006" y="74912"/>
                  <a:pt x="142624" y="76227"/>
                </a:cubicBezTo>
                <a:cubicBezTo>
                  <a:pt x="145241" y="77530"/>
                  <a:pt x="147081" y="79633"/>
                  <a:pt x="148121" y="82513"/>
                </a:cubicBezTo>
                <a:cubicBezTo>
                  <a:pt x="149436" y="85394"/>
                  <a:pt x="149436" y="88400"/>
                  <a:pt x="148121" y="91543"/>
                </a:cubicBezTo>
                <a:cubicBezTo>
                  <a:pt x="146818" y="94423"/>
                  <a:pt x="144715" y="96652"/>
                  <a:pt x="141835" y="98229"/>
                </a:cubicBezTo>
                <a:cubicBezTo>
                  <a:pt x="125078" y="107133"/>
                  <a:pt x="111717" y="119832"/>
                  <a:pt x="101761" y="136337"/>
                </a:cubicBezTo>
                <a:cubicBezTo>
                  <a:pt x="91543" y="152579"/>
                  <a:pt x="86445" y="170387"/>
                  <a:pt x="86445" y="189772"/>
                </a:cubicBezTo>
                <a:close/>
                <a:moveTo>
                  <a:pt x="290756" y="187418"/>
                </a:moveTo>
                <a:cubicBezTo>
                  <a:pt x="290756" y="174845"/>
                  <a:pt x="287739" y="162135"/>
                  <a:pt x="281715" y="149310"/>
                </a:cubicBezTo>
                <a:cubicBezTo>
                  <a:pt x="275429" y="136211"/>
                  <a:pt x="267302" y="124678"/>
                  <a:pt x="257358" y="114734"/>
                </a:cubicBezTo>
                <a:lnTo>
                  <a:pt x="245962" y="104516"/>
                </a:lnTo>
                <a:lnTo>
                  <a:pt x="245962" y="141446"/>
                </a:lnTo>
                <a:cubicBezTo>
                  <a:pt x="245962" y="144852"/>
                  <a:pt x="244911" y="147733"/>
                  <a:pt x="242819" y="150087"/>
                </a:cubicBezTo>
                <a:cubicBezTo>
                  <a:pt x="240464" y="152190"/>
                  <a:pt x="237573" y="153231"/>
                  <a:pt x="234178" y="153231"/>
                </a:cubicBezTo>
                <a:cubicBezTo>
                  <a:pt x="230772" y="153231"/>
                  <a:pt x="228017" y="152190"/>
                  <a:pt x="225925" y="150087"/>
                </a:cubicBezTo>
                <a:cubicBezTo>
                  <a:pt x="223559" y="147733"/>
                  <a:pt x="222382" y="144852"/>
                  <a:pt x="222382" y="141446"/>
                </a:cubicBezTo>
                <a:lnTo>
                  <a:pt x="222382" y="74649"/>
                </a:lnTo>
                <a:cubicBezTo>
                  <a:pt x="222382" y="71243"/>
                  <a:pt x="223559" y="68500"/>
                  <a:pt x="225925" y="66397"/>
                </a:cubicBezTo>
                <a:cubicBezTo>
                  <a:pt x="228017" y="64042"/>
                  <a:pt x="230772" y="62865"/>
                  <a:pt x="234178" y="62865"/>
                </a:cubicBezTo>
                <a:lnTo>
                  <a:pt x="300963" y="62865"/>
                </a:lnTo>
                <a:cubicBezTo>
                  <a:pt x="304369" y="62865"/>
                  <a:pt x="307250" y="64042"/>
                  <a:pt x="309616" y="66397"/>
                </a:cubicBezTo>
                <a:cubicBezTo>
                  <a:pt x="311708" y="68500"/>
                  <a:pt x="312759" y="71243"/>
                  <a:pt x="312759" y="74649"/>
                </a:cubicBezTo>
                <a:cubicBezTo>
                  <a:pt x="312759" y="78055"/>
                  <a:pt x="311708" y="80936"/>
                  <a:pt x="309616" y="83302"/>
                </a:cubicBezTo>
                <a:cubicBezTo>
                  <a:pt x="307250" y="85394"/>
                  <a:pt x="304369" y="86445"/>
                  <a:pt x="300963" y="86445"/>
                </a:cubicBezTo>
                <a:lnTo>
                  <a:pt x="261278" y="86445"/>
                </a:lnTo>
                <a:lnTo>
                  <a:pt x="267176" y="91943"/>
                </a:lnTo>
                <a:cubicBezTo>
                  <a:pt x="282893" y="106608"/>
                  <a:pt x="294677" y="122324"/>
                  <a:pt x="302541" y="139092"/>
                </a:cubicBezTo>
                <a:cubicBezTo>
                  <a:pt x="310393" y="155848"/>
                  <a:pt x="314325" y="171964"/>
                  <a:pt x="314325" y="187418"/>
                </a:cubicBezTo>
                <a:cubicBezTo>
                  <a:pt x="314325" y="211775"/>
                  <a:pt x="308039" y="234041"/>
                  <a:pt x="295466" y="254215"/>
                </a:cubicBezTo>
                <a:cubicBezTo>
                  <a:pt x="282893" y="274114"/>
                  <a:pt x="265999" y="289568"/>
                  <a:pt x="244785" y="300575"/>
                </a:cubicBezTo>
                <a:cubicBezTo>
                  <a:pt x="241905" y="302141"/>
                  <a:pt x="239013" y="302404"/>
                  <a:pt x="236132" y="301363"/>
                </a:cubicBezTo>
                <a:cubicBezTo>
                  <a:pt x="232989" y="300049"/>
                  <a:pt x="230772" y="297820"/>
                  <a:pt x="229457" y="294677"/>
                </a:cubicBezTo>
                <a:cubicBezTo>
                  <a:pt x="228143" y="291796"/>
                  <a:pt x="228143" y="288916"/>
                  <a:pt x="229457" y="286036"/>
                </a:cubicBezTo>
                <a:cubicBezTo>
                  <a:pt x="230772" y="282893"/>
                  <a:pt x="232863" y="280538"/>
                  <a:pt x="235744" y="278961"/>
                </a:cubicBezTo>
                <a:cubicBezTo>
                  <a:pt x="252774" y="270320"/>
                  <a:pt x="266262" y="257747"/>
                  <a:pt x="276217" y="241242"/>
                </a:cubicBezTo>
                <a:cubicBezTo>
                  <a:pt x="285910" y="224748"/>
                  <a:pt x="290756" y="206803"/>
                  <a:pt x="290756" y="187418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0" name="圖說"/>
          <p:cNvSpPr/>
          <p:nvPr/>
        </p:nvSpPr>
        <p:spPr>
          <a:xfrm>
            <a:off x="2049742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同步</a:t>
            </a:r>
            <a:endParaRPr lang="en-US" sz="950" dirty="0"/>
          </a:p>
        </p:txBody>
      </p:sp>
      <p:sp>
        <p:nvSpPr>
          <p:cNvPr id="91" name="圖示 分析"/>
          <p:cNvSpPr/>
          <p:nvPr/>
        </p:nvSpPr>
        <p:spPr>
          <a:xfrm>
            <a:off x="2924108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15123" y="191350"/>
                </a:moveTo>
                <a:cubicBezTo>
                  <a:pt x="112768" y="193441"/>
                  <a:pt x="111591" y="196196"/>
                  <a:pt x="111591" y="199602"/>
                </a:cubicBezTo>
                <a:lnTo>
                  <a:pt x="111591" y="256569"/>
                </a:lnTo>
                <a:cubicBezTo>
                  <a:pt x="111591" y="259975"/>
                  <a:pt x="112768" y="262719"/>
                  <a:pt x="115123" y="264822"/>
                </a:cubicBezTo>
                <a:cubicBezTo>
                  <a:pt x="117215" y="267176"/>
                  <a:pt x="119969" y="268354"/>
                  <a:pt x="123375" y="268354"/>
                </a:cubicBezTo>
                <a:cubicBezTo>
                  <a:pt x="126782" y="268354"/>
                  <a:pt x="129662" y="267176"/>
                  <a:pt x="132017" y="264822"/>
                </a:cubicBezTo>
                <a:cubicBezTo>
                  <a:pt x="134108" y="262719"/>
                  <a:pt x="135160" y="259975"/>
                  <a:pt x="135160" y="256569"/>
                </a:cubicBezTo>
                <a:lnTo>
                  <a:pt x="135160" y="199602"/>
                </a:lnTo>
                <a:cubicBezTo>
                  <a:pt x="135160" y="196196"/>
                  <a:pt x="133982" y="193441"/>
                  <a:pt x="131628" y="191350"/>
                </a:cubicBezTo>
                <a:cubicBezTo>
                  <a:pt x="129525" y="188984"/>
                  <a:pt x="126782" y="187806"/>
                  <a:pt x="123375" y="187806"/>
                </a:cubicBezTo>
                <a:cubicBezTo>
                  <a:pt x="119969" y="187806"/>
                  <a:pt x="117215" y="188984"/>
                  <a:pt x="115123" y="191350"/>
                </a:cubicBezTo>
                <a:close/>
                <a:moveTo>
                  <a:pt x="245562" y="106871"/>
                </a:moveTo>
                <a:cubicBezTo>
                  <a:pt x="243208" y="108962"/>
                  <a:pt x="242030" y="111717"/>
                  <a:pt x="242030" y="115123"/>
                </a:cubicBezTo>
                <a:lnTo>
                  <a:pt x="242030" y="256569"/>
                </a:lnTo>
                <a:cubicBezTo>
                  <a:pt x="242030" y="259975"/>
                  <a:pt x="243208" y="262719"/>
                  <a:pt x="245562" y="264822"/>
                </a:cubicBezTo>
                <a:cubicBezTo>
                  <a:pt x="247665" y="267176"/>
                  <a:pt x="250408" y="268354"/>
                  <a:pt x="253815" y="268354"/>
                </a:cubicBezTo>
                <a:cubicBezTo>
                  <a:pt x="257221" y="268354"/>
                  <a:pt x="260101" y="267176"/>
                  <a:pt x="262467" y="264822"/>
                </a:cubicBezTo>
                <a:cubicBezTo>
                  <a:pt x="264559" y="262719"/>
                  <a:pt x="265610" y="259975"/>
                  <a:pt x="265610" y="256569"/>
                </a:cubicBezTo>
                <a:lnTo>
                  <a:pt x="265610" y="115123"/>
                </a:lnTo>
                <a:cubicBezTo>
                  <a:pt x="265610" y="111717"/>
                  <a:pt x="264422" y="108962"/>
                  <a:pt x="262067" y="106871"/>
                </a:cubicBezTo>
                <a:cubicBezTo>
                  <a:pt x="259975" y="104516"/>
                  <a:pt x="257221" y="103339"/>
                  <a:pt x="253815" y="103339"/>
                </a:cubicBezTo>
                <a:cubicBezTo>
                  <a:pt x="250408" y="103339"/>
                  <a:pt x="247665" y="104516"/>
                  <a:pt x="245562" y="106871"/>
                </a:cubicBezTo>
                <a:close/>
                <a:moveTo>
                  <a:pt x="180343" y="225525"/>
                </a:moveTo>
                <a:cubicBezTo>
                  <a:pt x="177988" y="227628"/>
                  <a:pt x="176811" y="230372"/>
                  <a:pt x="176811" y="233778"/>
                </a:cubicBezTo>
                <a:lnTo>
                  <a:pt x="176811" y="256569"/>
                </a:lnTo>
                <a:cubicBezTo>
                  <a:pt x="176811" y="259975"/>
                  <a:pt x="177988" y="262719"/>
                  <a:pt x="180343" y="264822"/>
                </a:cubicBezTo>
                <a:cubicBezTo>
                  <a:pt x="182434" y="267176"/>
                  <a:pt x="185189" y="268354"/>
                  <a:pt x="188595" y="268354"/>
                </a:cubicBezTo>
                <a:cubicBezTo>
                  <a:pt x="192001" y="268354"/>
                  <a:pt x="194882" y="267176"/>
                  <a:pt x="197236" y="264822"/>
                </a:cubicBezTo>
                <a:cubicBezTo>
                  <a:pt x="199339" y="262719"/>
                  <a:pt x="200379" y="259975"/>
                  <a:pt x="200379" y="256569"/>
                </a:cubicBezTo>
                <a:lnTo>
                  <a:pt x="200379" y="233778"/>
                </a:lnTo>
                <a:cubicBezTo>
                  <a:pt x="200379" y="230372"/>
                  <a:pt x="199202" y="227628"/>
                  <a:pt x="196847" y="225525"/>
                </a:cubicBezTo>
                <a:cubicBezTo>
                  <a:pt x="194756" y="223171"/>
                  <a:pt x="192001" y="221993"/>
                  <a:pt x="188595" y="221993"/>
                </a:cubicBezTo>
                <a:cubicBezTo>
                  <a:pt x="185189" y="221993"/>
                  <a:pt x="182434" y="223171"/>
                  <a:pt x="180343" y="225525"/>
                </a:cubicBezTo>
                <a:close/>
                <a:moveTo>
                  <a:pt x="70729" y="330041"/>
                </a:moveTo>
                <a:cubicBezTo>
                  <a:pt x="64442" y="330041"/>
                  <a:pt x="58933" y="327687"/>
                  <a:pt x="54224" y="322966"/>
                </a:cubicBezTo>
                <a:cubicBezTo>
                  <a:pt x="49503" y="318257"/>
                  <a:pt x="47149" y="312759"/>
                  <a:pt x="47149" y="306473"/>
                </a:cubicBezTo>
                <a:lnTo>
                  <a:pt x="47149" y="70729"/>
                </a:lnTo>
                <a:cubicBezTo>
                  <a:pt x="47149" y="64442"/>
                  <a:pt x="49503" y="58933"/>
                  <a:pt x="54224" y="54224"/>
                </a:cubicBezTo>
                <a:cubicBezTo>
                  <a:pt x="58933" y="49503"/>
                  <a:pt x="64442" y="47149"/>
                  <a:pt x="70729" y="47149"/>
                </a:cubicBezTo>
                <a:lnTo>
                  <a:pt x="306473" y="47149"/>
                </a:lnTo>
                <a:cubicBezTo>
                  <a:pt x="312759" y="47149"/>
                  <a:pt x="318257" y="49503"/>
                  <a:pt x="322966" y="54224"/>
                </a:cubicBezTo>
                <a:cubicBezTo>
                  <a:pt x="327687" y="58933"/>
                  <a:pt x="330041" y="64442"/>
                  <a:pt x="330041" y="70729"/>
                </a:cubicBezTo>
                <a:lnTo>
                  <a:pt x="330041" y="306473"/>
                </a:lnTo>
                <a:cubicBezTo>
                  <a:pt x="330041" y="312759"/>
                  <a:pt x="327687" y="318257"/>
                  <a:pt x="322966" y="322966"/>
                </a:cubicBezTo>
                <a:cubicBezTo>
                  <a:pt x="318257" y="327687"/>
                  <a:pt x="312759" y="330041"/>
                  <a:pt x="306473" y="330041"/>
                </a:cubicBezTo>
                <a:lnTo>
                  <a:pt x="70729" y="330041"/>
                </a:lnTo>
                <a:close/>
                <a:moveTo>
                  <a:pt x="70729" y="306473"/>
                </a:moveTo>
                <a:lnTo>
                  <a:pt x="306473" y="306473"/>
                </a:lnTo>
                <a:lnTo>
                  <a:pt x="306473" y="70729"/>
                </a:lnTo>
                <a:lnTo>
                  <a:pt x="70729" y="70729"/>
                </a:lnTo>
                <a:lnTo>
                  <a:pt x="70729" y="306473"/>
                </a:lnTo>
                <a:close/>
                <a:moveTo>
                  <a:pt x="70729" y="70729"/>
                </a:moveTo>
                <a:lnTo>
                  <a:pt x="70729" y="306473"/>
                </a:lnTo>
                <a:lnTo>
                  <a:pt x="70729" y="70729"/>
                </a:lnTo>
                <a:close/>
                <a:moveTo>
                  <a:pt x="197236" y="184274"/>
                </a:moveTo>
                <a:cubicBezTo>
                  <a:pt x="199339" y="182183"/>
                  <a:pt x="200379" y="179428"/>
                  <a:pt x="200379" y="176022"/>
                </a:cubicBezTo>
                <a:cubicBezTo>
                  <a:pt x="200379" y="172616"/>
                  <a:pt x="199202" y="169736"/>
                  <a:pt x="196847" y="167381"/>
                </a:cubicBezTo>
                <a:cubicBezTo>
                  <a:pt x="194756" y="165278"/>
                  <a:pt x="192001" y="164238"/>
                  <a:pt x="188595" y="164238"/>
                </a:cubicBezTo>
                <a:cubicBezTo>
                  <a:pt x="185189" y="164238"/>
                  <a:pt x="182434" y="165415"/>
                  <a:pt x="180343" y="167770"/>
                </a:cubicBezTo>
                <a:cubicBezTo>
                  <a:pt x="177988" y="169861"/>
                  <a:pt x="176811" y="172616"/>
                  <a:pt x="176811" y="176022"/>
                </a:cubicBezTo>
                <a:cubicBezTo>
                  <a:pt x="176811" y="179428"/>
                  <a:pt x="177988" y="182183"/>
                  <a:pt x="180343" y="184274"/>
                </a:cubicBezTo>
                <a:cubicBezTo>
                  <a:pt x="182434" y="186629"/>
                  <a:pt x="185189" y="187806"/>
                  <a:pt x="188595" y="187806"/>
                </a:cubicBezTo>
                <a:cubicBezTo>
                  <a:pt x="192001" y="187806"/>
                  <a:pt x="194882" y="186629"/>
                  <a:pt x="197236" y="184274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圖說"/>
          <p:cNvSpPr/>
          <p:nvPr/>
        </p:nvSpPr>
        <p:spPr>
          <a:xfrm>
            <a:off x="2743143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950" dirty="0"/>
          </a:p>
        </p:txBody>
      </p:sp>
      <p:sp>
        <p:nvSpPr>
          <p:cNvPr id="93" name="圖示 監控"/>
          <p:cNvSpPr/>
          <p:nvPr/>
        </p:nvSpPr>
        <p:spPr>
          <a:xfrm>
            <a:off x="3617509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50681" y="326509"/>
                </a:moveTo>
                <a:cubicBezTo>
                  <a:pt x="48326" y="324406"/>
                  <a:pt x="47149" y="321663"/>
                  <a:pt x="47149" y="318257"/>
                </a:cubicBezTo>
                <a:lnTo>
                  <a:pt x="47149" y="300186"/>
                </a:lnTo>
                <a:cubicBezTo>
                  <a:pt x="47149" y="296780"/>
                  <a:pt x="48326" y="294025"/>
                  <a:pt x="50681" y="291934"/>
                </a:cubicBezTo>
                <a:cubicBezTo>
                  <a:pt x="52784" y="289568"/>
                  <a:pt x="55527" y="288390"/>
                  <a:pt x="58933" y="288390"/>
                </a:cubicBezTo>
                <a:cubicBezTo>
                  <a:pt x="62339" y="288390"/>
                  <a:pt x="65220" y="289568"/>
                  <a:pt x="67586" y="291934"/>
                </a:cubicBezTo>
                <a:cubicBezTo>
                  <a:pt x="69677" y="294025"/>
                  <a:pt x="70729" y="296780"/>
                  <a:pt x="70729" y="300186"/>
                </a:cubicBezTo>
                <a:lnTo>
                  <a:pt x="70729" y="318257"/>
                </a:lnTo>
                <a:cubicBezTo>
                  <a:pt x="70729" y="321663"/>
                  <a:pt x="69540" y="324406"/>
                  <a:pt x="67186" y="326509"/>
                </a:cubicBezTo>
                <a:cubicBezTo>
                  <a:pt x="65094" y="328864"/>
                  <a:pt x="62339" y="330041"/>
                  <a:pt x="58933" y="330041"/>
                </a:cubicBezTo>
                <a:cubicBezTo>
                  <a:pt x="55527" y="330041"/>
                  <a:pt x="52784" y="328864"/>
                  <a:pt x="50681" y="326509"/>
                </a:cubicBezTo>
                <a:close/>
                <a:moveTo>
                  <a:pt x="115512" y="326509"/>
                </a:moveTo>
                <a:cubicBezTo>
                  <a:pt x="113157" y="324406"/>
                  <a:pt x="111980" y="321663"/>
                  <a:pt x="111980" y="318257"/>
                </a:cubicBezTo>
                <a:lnTo>
                  <a:pt x="111980" y="237321"/>
                </a:lnTo>
                <a:cubicBezTo>
                  <a:pt x="111980" y="233915"/>
                  <a:pt x="113157" y="231160"/>
                  <a:pt x="115512" y="229069"/>
                </a:cubicBezTo>
                <a:cubicBezTo>
                  <a:pt x="117615" y="226703"/>
                  <a:pt x="120358" y="225525"/>
                  <a:pt x="123764" y="225525"/>
                </a:cubicBezTo>
                <a:cubicBezTo>
                  <a:pt x="127170" y="225525"/>
                  <a:pt x="130051" y="226703"/>
                  <a:pt x="132405" y="229069"/>
                </a:cubicBezTo>
                <a:cubicBezTo>
                  <a:pt x="134508" y="231160"/>
                  <a:pt x="135548" y="233915"/>
                  <a:pt x="135548" y="237321"/>
                </a:cubicBezTo>
                <a:lnTo>
                  <a:pt x="135548" y="318257"/>
                </a:lnTo>
                <a:cubicBezTo>
                  <a:pt x="135548" y="321663"/>
                  <a:pt x="134371" y="324406"/>
                  <a:pt x="132017" y="326509"/>
                </a:cubicBezTo>
                <a:cubicBezTo>
                  <a:pt x="129925" y="328864"/>
                  <a:pt x="127170" y="330041"/>
                  <a:pt x="123764" y="330041"/>
                </a:cubicBezTo>
                <a:cubicBezTo>
                  <a:pt x="120358" y="330041"/>
                  <a:pt x="117615" y="328864"/>
                  <a:pt x="115512" y="326509"/>
                </a:cubicBezTo>
                <a:close/>
                <a:moveTo>
                  <a:pt x="180343" y="326509"/>
                </a:moveTo>
                <a:cubicBezTo>
                  <a:pt x="177988" y="324406"/>
                  <a:pt x="176811" y="321663"/>
                  <a:pt x="176811" y="318257"/>
                </a:cubicBezTo>
                <a:lnTo>
                  <a:pt x="176811" y="260890"/>
                </a:lnTo>
                <a:cubicBezTo>
                  <a:pt x="176811" y="257484"/>
                  <a:pt x="177988" y="254729"/>
                  <a:pt x="180343" y="252637"/>
                </a:cubicBezTo>
                <a:cubicBezTo>
                  <a:pt x="182434" y="250283"/>
                  <a:pt x="185189" y="249105"/>
                  <a:pt x="188595" y="249105"/>
                </a:cubicBezTo>
                <a:cubicBezTo>
                  <a:pt x="192001" y="249105"/>
                  <a:pt x="194882" y="250283"/>
                  <a:pt x="197236" y="252637"/>
                </a:cubicBezTo>
                <a:cubicBezTo>
                  <a:pt x="199339" y="254729"/>
                  <a:pt x="200379" y="257484"/>
                  <a:pt x="200379" y="260890"/>
                </a:cubicBezTo>
                <a:lnTo>
                  <a:pt x="200379" y="318257"/>
                </a:lnTo>
                <a:cubicBezTo>
                  <a:pt x="200379" y="321663"/>
                  <a:pt x="199202" y="324406"/>
                  <a:pt x="196847" y="326509"/>
                </a:cubicBezTo>
                <a:cubicBezTo>
                  <a:pt x="194756" y="328864"/>
                  <a:pt x="192001" y="330041"/>
                  <a:pt x="188595" y="330041"/>
                </a:cubicBezTo>
                <a:cubicBezTo>
                  <a:pt x="185189" y="330041"/>
                  <a:pt x="182434" y="328864"/>
                  <a:pt x="180343" y="326509"/>
                </a:cubicBezTo>
                <a:close/>
                <a:moveTo>
                  <a:pt x="245174" y="326509"/>
                </a:moveTo>
                <a:cubicBezTo>
                  <a:pt x="242819" y="324406"/>
                  <a:pt x="241642" y="321663"/>
                  <a:pt x="241642" y="318257"/>
                </a:cubicBezTo>
                <a:lnTo>
                  <a:pt x="241642" y="221605"/>
                </a:lnTo>
                <a:cubicBezTo>
                  <a:pt x="241642" y="218199"/>
                  <a:pt x="242819" y="215444"/>
                  <a:pt x="245174" y="213352"/>
                </a:cubicBezTo>
                <a:cubicBezTo>
                  <a:pt x="247265" y="210986"/>
                  <a:pt x="250020" y="209809"/>
                  <a:pt x="253426" y="209809"/>
                </a:cubicBezTo>
                <a:cubicBezTo>
                  <a:pt x="256832" y="209809"/>
                  <a:pt x="259712" y="210986"/>
                  <a:pt x="262067" y="213352"/>
                </a:cubicBezTo>
                <a:cubicBezTo>
                  <a:pt x="264159" y="215444"/>
                  <a:pt x="265210" y="218199"/>
                  <a:pt x="265210" y="221605"/>
                </a:cubicBezTo>
                <a:lnTo>
                  <a:pt x="265210" y="318257"/>
                </a:lnTo>
                <a:cubicBezTo>
                  <a:pt x="265210" y="321663"/>
                  <a:pt x="264033" y="324406"/>
                  <a:pt x="261678" y="326509"/>
                </a:cubicBezTo>
                <a:cubicBezTo>
                  <a:pt x="259575" y="328864"/>
                  <a:pt x="256832" y="330041"/>
                  <a:pt x="253426" y="330041"/>
                </a:cubicBezTo>
                <a:cubicBezTo>
                  <a:pt x="250020" y="330041"/>
                  <a:pt x="247265" y="328864"/>
                  <a:pt x="245174" y="326509"/>
                </a:cubicBezTo>
                <a:close/>
                <a:moveTo>
                  <a:pt x="310004" y="326509"/>
                </a:moveTo>
                <a:cubicBezTo>
                  <a:pt x="307650" y="324406"/>
                  <a:pt x="306473" y="321663"/>
                  <a:pt x="306473" y="318257"/>
                </a:cubicBezTo>
                <a:lnTo>
                  <a:pt x="306473" y="174456"/>
                </a:lnTo>
                <a:cubicBezTo>
                  <a:pt x="306473" y="171050"/>
                  <a:pt x="307650" y="168295"/>
                  <a:pt x="310004" y="166204"/>
                </a:cubicBezTo>
                <a:cubicBezTo>
                  <a:pt x="312096" y="163838"/>
                  <a:pt x="314851" y="162660"/>
                  <a:pt x="318257" y="162660"/>
                </a:cubicBezTo>
                <a:cubicBezTo>
                  <a:pt x="321663" y="162660"/>
                  <a:pt x="324543" y="163838"/>
                  <a:pt x="326898" y="166204"/>
                </a:cubicBezTo>
                <a:cubicBezTo>
                  <a:pt x="328990" y="168295"/>
                  <a:pt x="330041" y="171050"/>
                  <a:pt x="330041" y="174456"/>
                </a:cubicBezTo>
                <a:lnTo>
                  <a:pt x="330041" y="318257"/>
                </a:lnTo>
                <a:cubicBezTo>
                  <a:pt x="330041" y="321663"/>
                  <a:pt x="328864" y="324406"/>
                  <a:pt x="326509" y="326509"/>
                </a:cubicBezTo>
                <a:cubicBezTo>
                  <a:pt x="324406" y="328864"/>
                  <a:pt x="321663" y="330041"/>
                  <a:pt x="318257" y="330041"/>
                </a:cubicBezTo>
                <a:cubicBezTo>
                  <a:pt x="314851" y="330041"/>
                  <a:pt x="312096" y="328864"/>
                  <a:pt x="310004" y="326509"/>
                </a:cubicBezTo>
                <a:close/>
                <a:moveTo>
                  <a:pt x="220028" y="181131"/>
                </a:moveTo>
                <a:cubicBezTo>
                  <a:pt x="216884" y="181131"/>
                  <a:pt x="213867" y="180480"/>
                  <a:pt x="210986" y="179165"/>
                </a:cubicBezTo>
                <a:cubicBezTo>
                  <a:pt x="208106" y="178114"/>
                  <a:pt x="205489" y="176411"/>
                  <a:pt x="203134" y="174056"/>
                </a:cubicBezTo>
                <a:lnTo>
                  <a:pt x="157163" y="128085"/>
                </a:lnTo>
                <a:lnTo>
                  <a:pt x="67586" y="217273"/>
                </a:lnTo>
                <a:cubicBezTo>
                  <a:pt x="65220" y="219639"/>
                  <a:pt x="62339" y="220816"/>
                  <a:pt x="58933" y="220816"/>
                </a:cubicBezTo>
                <a:cubicBezTo>
                  <a:pt x="55790" y="220553"/>
                  <a:pt x="53047" y="219239"/>
                  <a:pt x="50681" y="216884"/>
                </a:cubicBezTo>
                <a:cubicBezTo>
                  <a:pt x="48589" y="214530"/>
                  <a:pt x="47537" y="211775"/>
                  <a:pt x="47537" y="208632"/>
                </a:cubicBezTo>
                <a:cubicBezTo>
                  <a:pt x="47274" y="205489"/>
                  <a:pt x="48326" y="202745"/>
                  <a:pt x="50681" y="200379"/>
                </a:cubicBezTo>
                <a:lnTo>
                  <a:pt x="140658" y="111191"/>
                </a:lnTo>
                <a:cubicBezTo>
                  <a:pt x="143024" y="108836"/>
                  <a:pt x="145641" y="107133"/>
                  <a:pt x="148521" y="106082"/>
                </a:cubicBezTo>
                <a:cubicBezTo>
                  <a:pt x="151402" y="105042"/>
                  <a:pt x="154282" y="104516"/>
                  <a:pt x="157163" y="104516"/>
                </a:cubicBezTo>
                <a:cubicBezTo>
                  <a:pt x="160043" y="104516"/>
                  <a:pt x="162923" y="105042"/>
                  <a:pt x="165804" y="106082"/>
                </a:cubicBezTo>
                <a:cubicBezTo>
                  <a:pt x="168947" y="107133"/>
                  <a:pt x="171564" y="108836"/>
                  <a:pt x="173667" y="111191"/>
                </a:cubicBezTo>
                <a:lnTo>
                  <a:pt x="220028" y="157551"/>
                </a:lnTo>
                <a:lnTo>
                  <a:pt x="310004" y="67586"/>
                </a:lnTo>
                <a:cubicBezTo>
                  <a:pt x="312359" y="65220"/>
                  <a:pt x="315114" y="64042"/>
                  <a:pt x="318257" y="64042"/>
                </a:cubicBezTo>
                <a:cubicBezTo>
                  <a:pt x="321400" y="64042"/>
                  <a:pt x="324143" y="65220"/>
                  <a:pt x="326509" y="67586"/>
                </a:cubicBezTo>
                <a:cubicBezTo>
                  <a:pt x="328601" y="69940"/>
                  <a:pt x="329778" y="72683"/>
                  <a:pt x="330041" y="75827"/>
                </a:cubicBezTo>
                <a:cubicBezTo>
                  <a:pt x="330041" y="78970"/>
                  <a:pt x="328864" y="81725"/>
                  <a:pt x="326509" y="84079"/>
                </a:cubicBezTo>
                <a:lnTo>
                  <a:pt x="236532" y="174056"/>
                </a:lnTo>
                <a:cubicBezTo>
                  <a:pt x="234429" y="176411"/>
                  <a:pt x="231949" y="178251"/>
                  <a:pt x="229069" y="179554"/>
                </a:cubicBezTo>
                <a:cubicBezTo>
                  <a:pt x="225925" y="180605"/>
                  <a:pt x="222908" y="181131"/>
                  <a:pt x="220028" y="181131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圖說"/>
          <p:cNvSpPr/>
          <p:nvPr/>
        </p:nvSpPr>
        <p:spPr>
          <a:xfrm>
            <a:off x="3436544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監控</a:t>
            </a:r>
            <a:endParaRPr lang="en-US" sz="950" dirty="0"/>
          </a:p>
        </p:txBody>
      </p:sp>
      <p:sp>
        <p:nvSpPr>
          <p:cNvPr id="95" name="圖示 數據查詢"/>
          <p:cNvSpPr/>
          <p:nvPr/>
        </p:nvSpPr>
        <p:spPr>
          <a:xfrm>
            <a:off x="4310910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24757" y="207843"/>
                </a:moveTo>
                <a:cubicBezTo>
                  <a:pt x="22128" y="206014"/>
                  <a:pt x="20563" y="203523"/>
                  <a:pt x="20037" y="200379"/>
                </a:cubicBezTo>
                <a:cubicBezTo>
                  <a:pt x="19511" y="197236"/>
                  <a:pt x="20037" y="194356"/>
                  <a:pt x="21614" y="191738"/>
                </a:cubicBezTo>
                <a:lnTo>
                  <a:pt x="74649" y="106482"/>
                </a:lnTo>
                <a:cubicBezTo>
                  <a:pt x="78844" y="99670"/>
                  <a:pt x="84868" y="96001"/>
                  <a:pt x="92732" y="95475"/>
                </a:cubicBezTo>
                <a:cubicBezTo>
                  <a:pt x="100584" y="94949"/>
                  <a:pt x="107133" y="97704"/>
                  <a:pt x="112368" y="103727"/>
                </a:cubicBezTo>
                <a:lnTo>
                  <a:pt x="140658" y="136737"/>
                </a:lnTo>
                <a:lnTo>
                  <a:pt x="186240" y="62476"/>
                </a:lnTo>
                <a:cubicBezTo>
                  <a:pt x="190687" y="55138"/>
                  <a:pt x="197236" y="51344"/>
                  <a:pt x="205889" y="51081"/>
                </a:cubicBezTo>
                <a:cubicBezTo>
                  <a:pt x="214530" y="51081"/>
                  <a:pt x="221205" y="54613"/>
                  <a:pt x="225925" y="61688"/>
                </a:cubicBezTo>
                <a:lnTo>
                  <a:pt x="254603" y="104516"/>
                </a:lnTo>
                <a:lnTo>
                  <a:pt x="304107" y="26323"/>
                </a:lnTo>
                <a:cubicBezTo>
                  <a:pt x="305947" y="23443"/>
                  <a:pt x="308427" y="21740"/>
                  <a:pt x="311570" y="21214"/>
                </a:cubicBezTo>
                <a:cubicBezTo>
                  <a:pt x="314977" y="20437"/>
                  <a:pt x="318120" y="21088"/>
                  <a:pt x="321000" y="23180"/>
                </a:cubicBezTo>
                <a:cubicBezTo>
                  <a:pt x="323629" y="25020"/>
                  <a:pt x="325195" y="27501"/>
                  <a:pt x="325721" y="30644"/>
                </a:cubicBezTo>
                <a:cubicBezTo>
                  <a:pt x="325984" y="33524"/>
                  <a:pt x="325332" y="36279"/>
                  <a:pt x="323755" y="38896"/>
                </a:cubicBezTo>
                <a:lnTo>
                  <a:pt x="274251" y="117089"/>
                </a:lnTo>
                <a:cubicBezTo>
                  <a:pt x="269794" y="124416"/>
                  <a:pt x="263381" y="128222"/>
                  <a:pt x="254992" y="128485"/>
                </a:cubicBezTo>
                <a:cubicBezTo>
                  <a:pt x="246351" y="128485"/>
                  <a:pt x="239676" y="124941"/>
                  <a:pt x="234955" y="117878"/>
                </a:cubicBezTo>
                <a:lnTo>
                  <a:pt x="206277" y="75438"/>
                </a:lnTo>
                <a:lnTo>
                  <a:pt x="160694" y="149310"/>
                </a:lnTo>
                <a:cubicBezTo>
                  <a:pt x="156511" y="156111"/>
                  <a:pt x="150487" y="159780"/>
                  <a:pt x="142624" y="160306"/>
                </a:cubicBezTo>
                <a:cubicBezTo>
                  <a:pt x="134508" y="160832"/>
                  <a:pt x="127822" y="158077"/>
                  <a:pt x="122587" y="152053"/>
                </a:cubicBezTo>
                <a:lnTo>
                  <a:pt x="94686" y="119443"/>
                </a:lnTo>
                <a:lnTo>
                  <a:pt x="41651" y="204311"/>
                </a:lnTo>
                <a:cubicBezTo>
                  <a:pt x="39811" y="207192"/>
                  <a:pt x="37330" y="209032"/>
                  <a:pt x="34187" y="209809"/>
                </a:cubicBezTo>
                <a:cubicBezTo>
                  <a:pt x="30781" y="210598"/>
                  <a:pt x="27638" y="209946"/>
                  <a:pt x="24757" y="207843"/>
                </a:cubicBezTo>
                <a:close/>
                <a:moveTo>
                  <a:pt x="229069" y="290756"/>
                </a:moveTo>
                <a:cubicBezTo>
                  <a:pt x="241642" y="290756"/>
                  <a:pt x="252512" y="286424"/>
                  <a:pt x="261678" y="277783"/>
                </a:cubicBezTo>
                <a:cubicBezTo>
                  <a:pt x="270582" y="268879"/>
                  <a:pt x="275040" y="258135"/>
                  <a:pt x="275040" y="245562"/>
                </a:cubicBezTo>
                <a:cubicBezTo>
                  <a:pt x="275040" y="232726"/>
                  <a:pt x="270582" y="221856"/>
                  <a:pt x="261678" y="212952"/>
                </a:cubicBezTo>
                <a:cubicBezTo>
                  <a:pt x="252774" y="204048"/>
                  <a:pt x="241905" y="199602"/>
                  <a:pt x="229069" y="199602"/>
                </a:cubicBezTo>
                <a:cubicBezTo>
                  <a:pt x="216496" y="199602"/>
                  <a:pt x="205751" y="204186"/>
                  <a:pt x="196847" y="213352"/>
                </a:cubicBezTo>
                <a:cubicBezTo>
                  <a:pt x="188206" y="222256"/>
                  <a:pt x="183886" y="232989"/>
                  <a:pt x="183886" y="245562"/>
                </a:cubicBezTo>
                <a:cubicBezTo>
                  <a:pt x="183886" y="258135"/>
                  <a:pt x="188206" y="268879"/>
                  <a:pt x="196847" y="277783"/>
                </a:cubicBezTo>
                <a:cubicBezTo>
                  <a:pt x="205751" y="286424"/>
                  <a:pt x="216496" y="290756"/>
                  <a:pt x="229069" y="290756"/>
                </a:cubicBezTo>
                <a:close/>
                <a:moveTo>
                  <a:pt x="229069" y="314325"/>
                </a:moveTo>
                <a:cubicBezTo>
                  <a:pt x="209946" y="314325"/>
                  <a:pt x="193704" y="307650"/>
                  <a:pt x="180343" y="294288"/>
                </a:cubicBezTo>
                <a:cubicBezTo>
                  <a:pt x="166981" y="280927"/>
                  <a:pt x="160306" y="264685"/>
                  <a:pt x="160306" y="245562"/>
                </a:cubicBezTo>
                <a:cubicBezTo>
                  <a:pt x="160306" y="226440"/>
                  <a:pt x="166981" y="210072"/>
                  <a:pt x="180343" y="196459"/>
                </a:cubicBezTo>
                <a:cubicBezTo>
                  <a:pt x="193704" y="182834"/>
                  <a:pt x="209946" y="176022"/>
                  <a:pt x="229069" y="176022"/>
                </a:cubicBezTo>
                <a:cubicBezTo>
                  <a:pt x="248442" y="176022"/>
                  <a:pt x="264822" y="182834"/>
                  <a:pt x="278183" y="196459"/>
                </a:cubicBezTo>
                <a:cubicBezTo>
                  <a:pt x="291796" y="209809"/>
                  <a:pt x="298609" y="226188"/>
                  <a:pt x="298609" y="245562"/>
                </a:cubicBezTo>
                <a:cubicBezTo>
                  <a:pt x="298609" y="253163"/>
                  <a:pt x="297557" y="260364"/>
                  <a:pt x="295466" y="267176"/>
                </a:cubicBezTo>
                <a:cubicBezTo>
                  <a:pt x="293111" y="273726"/>
                  <a:pt x="289831" y="279875"/>
                  <a:pt x="285647" y="285647"/>
                </a:cubicBezTo>
                <a:lnTo>
                  <a:pt x="321400" y="321000"/>
                </a:lnTo>
                <a:cubicBezTo>
                  <a:pt x="323755" y="323366"/>
                  <a:pt x="324932" y="326109"/>
                  <a:pt x="324932" y="329253"/>
                </a:cubicBezTo>
                <a:cubicBezTo>
                  <a:pt x="324932" y="332396"/>
                  <a:pt x="323755" y="335150"/>
                  <a:pt x="321400" y="337505"/>
                </a:cubicBezTo>
                <a:cubicBezTo>
                  <a:pt x="319046" y="339860"/>
                  <a:pt x="316291" y="341048"/>
                  <a:pt x="313148" y="341048"/>
                </a:cubicBezTo>
                <a:cubicBezTo>
                  <a:pt x="310004" y="341048"/>
                  <a:pt x="307250" y="339860"/>
                  <a:pt x="304895" y="337505"/>
                </a:cubicBezTo>
                <a:lnTo>
                  <a:pt x="269142" y="301752"/>
                </a:lnTo>
                <a:cubicBezTo>
                  <a:pt x="263381" y="305684"/>
                  <a:pt x="257221" y="308827"/>
                  <a:pt x="250671" y="311182"/>
                </a:cubicBezTo>
                <a:cubicBezTo>
                  <a:pt x="243859" y="313273"/>
                  <a:pt x="236658" y="314325"/>
                  <a:pt x="229069" y="314325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圖說"/>
          <p:cNvSpPr/>
          <p:nvPr/>
        </p:nvSpPr>
        <p:spPr>
          <a:xfrm>
            <a:off x="4129945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數據查詢</a:t>
            </a:r>
            <a:endParaRPr lang="en-US" sz="950" dirty="0"/>
          </a:p>
        </p:txBody>
      </p:sp>
      <p:sp>
        <p:nvSpPr>
          <p:cNvPr id="97" name="圖示 長條圖"/>
          <p:cNvSpPr/>
          <p:nvPr/>
        </p:nvSpPr>
        <p:spPr>
          <a:xfrm>
            <a:off x="5004311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271108" y="314325"/>
                </a:moveTo>
                <a:cubicBezTo>
                  <a:pt x="267702" y="314325"/>
                  <a:pt x="264947" y="313148"/>
                  <a:pt x="262856" y="310793"/>
                </a:cubicBezTo>
                <a:cubicBezTo>
                  <a:pt x="260501" y="308690"/>
                  <a:pt x="259324" y="305947"/>
                  <a:pt x="259324" y="302541"/>
                </a:cubicBezTo>
                <a:lnTo>
                  <a:pt x="259324" y="216096"/>
                </a:lnTo>
                <a:cubicBezTo>
                  <a:pt x="259324" y="212689"/>
                  <a:pt x="260501" y="209946"/>
                  <a:pt x="262856" y="207843"/>
                </a:cubicBezTo>
                <a:cubicBezTo>
                  <a:pt x="264947" y="205489"/>
                  <a:pt x="267702" y="204311"/>
                  <a:pt x="271108" y="204311"/>
                </a:cubicBezTo>
                <a:lnTo>
                  <a:pt x="302541" y="204311"/>
                </a:lnTo>
                <a:cubicBezTo>
                  <a:pt x="305947" y="204311"/>
                  <a:pt x="308690" y="205489"/>
                  <a:pt x="310793" y="207843"/>
                </a:cubicBezTo>
                <a:cubicBezTo>
                  <a:pt x="313148" y="209946"/>
                  <a:pt x="314325" y="212689"/>
                  <a:pt x="314325" y="216096"/>
                </a:cubicBezTo>
                <a:lnTo>
                  <a:pt x="314325" y="302541"/>
                </a:lnTo>
                <a:cubicBezTo>
                  <a:pt x="314325" y="305947"/>
                  <a:pt x="313148" y="308690"/>
                  <a:pt x="310793" y="310793"/>
                </a:cubicBezTo>
                <a:cubicBezTo>
                  <a:pt x="308690" y="313148"/>
                  <a:pt x="305947" y="314325"/>
                  <a:pt x="302541" y="314325"/>
                </a:cubicBezTo>
                <a:lnTo>
                  <a:pt x="271108" y="314325"/>
                </a:lnTo>
                <a:close/>
                <a:moveTo>
                  <a:pt x="172879" y="314325"/>
                </a:moveTo>
                <a:cubicBezTo>
                  <a:pt x="169473" y="314325"/>
                  <a:pt x="166718" y="313148"/>
                  <a:pt x="164626" y="310793"/>
                </a:cubicBezTo>
                <a:cubicBezTo>
                  <a:pt x="162272" y="308690"/>
                  <a:pt x="161094" y="305947"/>
                  <a:pt x="161094" y="302541"/>
                </a:cubicBezTo>
                <a:lnTo>
                  <a:pt x="161094" y="74649"/>
                </a:lnTo>
                <a:cubicBezTo>
                  <a:pt x="161094" y="71243"/>
                  <a:pt x="162272" y="68500"/>
                  <a:pt x="164626" y="66397"/>
                </a:cubicBezTo>
                <a:cubicBezTo>
                  <a:pt x="166718" y="64042"/>
                  <a:pt x="169473" y="62865"/>
                  <a:pt x="172879" y="62865"/>
                </a:cubicBezTo>
                <a:lnTo>
                  <a:pt x="204311" y="62865"/>
                </a:lnTo>
                <a:cubicBezTo>
                  <a:pt x="207717" y="62865"/>
                  <a:pt x="210472" y="64042"/>
                  <a:pt x="212564" y="66397"/>
                </a:cubicBezTo>
                <a:cubicBezTo>
                  <a:pt x="214918" y="68500"/>
                  <a:pt x="216096" y="71243"/>
                  <a:pt x="216096" y="74649"/>
                </a:cubicBezTo>
                <a:lnTo>
                  <a:pt x="216096" y="302541"/>
                </a:lnTo>
                <a:cubicBezTo>
                  <a:pt x="216096" y="305947"/>
                  <a:pt x="214918" y="308690"/>
                  <a:pt x="212564" y="310793"/>
                </a:cubicBezTo>
                <a:cubicBezTo>
                  <a:pt x="210472" y="313148"/>
                  <a:pt x="207717" y="314325"/>
                  <a:pt x="204311" y="314325"/>
                </a:cubicBezTo>
                <a:lnTo>
                  <a:pt x="172879" y="314325"/>
                </a:lnTo>
                <a:close/>
                <a:moveTo>
                  <a:pt x="74649" y="314325"/>
                </a:moveTo>
                <a:cubicBezTo>
                  <a:pt x="71243" y="314325"/>
                  <a:pt x="68500" y="313148"/>
                  <a:pt x="66397" y="310793"/>
                </a:cubicBezTo>
                <a:cubicBezTo>
                  <a:pt x="64042" y="308690"/>
                  <a:pt x="62865" y="305947"/>
                  <a:pt x="62865" y="302541"/>
                </a:cubicBezTo>
                <a:lnTo>
                  <a:pt x="62865" y="153231"/>
                </a:lnTo>
                <a:cubicBezTo>
                  <a:pt x="62865" y="149824"/>
                  <a:pt x="64042" y="147081"/>
                  <a:pt x="66397" y="144978"/>
                </a:cubicBezTo>
                <a:cubicBezTo>
                  <a:pt x="68500" y="142624"/>
                  <a:pt x="71243" y="141446"/>
                  <a:pt x="74649" y="141446"/>
                </a:cubicBezTo>
                <a:lnTo>
                  <a:pt x="106082" y="141446"/>
                </a:lnTo>
                <a:cubicBezTo>
                  <a:pt x="109488" y="141446"/>
                  <a:pt x="112243" y="142624"/>
                  <a:pt x="114334" y="144978"/>
                </a:cubicBezTo>
                <a:cubicBezTo>
                  <a:pt x="116689" y="147081"/>
                  <a:pt x="117878" y="149824"/>
                  <a:pt x="117878" y="153231"/>
                </a:cubicBezTo>
                <a:lnTo>
                  <a:pt x="117878" y="302541"/>
                </a:lnTo>
                <a:cubicBezTo>
                  <a:pt x="117878" y="305947"/>
                  <a:pt x="116689" y="308690"/>
                  <a:pt x="114334" y="310793"/>
                </a:cubicBezTo>
                <a:cubicBezTo>
                  <a:pt x="112243" y="313148"/>
                  <a:pt x="109488" y="314325"/>
                  <a:pt x="106082" y="314325"/>
                </a:cubicBezTo>
                <a:lnTo>
                  <a:pt x="74649" y="314325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圖說"/>
          <p:cNvSpPr/>
          <p:nvPr/>
        </p:nvSpPr>
        <p:spPr>
          <a:xfrm>
            <a:off x="4823346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長條圖</a:t>
            </a:r>
            <a:endParaRPr lang="en-US" sz="950" dirty="0"/>
          </a:p>
        </p:txBody>
      </p:sp>
      <p:sp>
        <p:nvSpPr>
          <p:cNvPr id="99" name="圖示 排名"/>
          <p:cNvSpPr/>
          <p:nvPr/>
        </p:nvSpPr>
        <p:spPr>
          <a:xfrm>
            <a:off x="5697712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55013" y="306473"/>
                </a:moveTo>
                <a:lnTo>
                  <a:pt x="128485" y="306473"/>
                </a:lnTo>
                <a:lnTo>
                  <a:pt x="128485" y="165026"/>
                </a:lnTo>
                <a:lnTo>
                  <a:pt x="55013" y="165026"/>
                </a:lnTo>
                <a:lnTo>
                  <a:pt x="55013" y="306473"/>
                </a:lnTo>
                <a:close/>
                <a:moveTo>
                  <a:pt x="152053" y="306473"/>
                </a:moveTo>
                <a:lnTo>
                  <a:pt x="225137" y="306473"/>
                </a:lnTo>
                <a:lnTo>
                  <a:pt x="225137" y="70729"/>
                </a:lnTo>
                <a:lnTo>
                  <a:pt x="152053" y="70729"/>
                </a:lnTo>
                <a:lnTo>
                  <a:pt x="152053" y="306473"/>
                </a:lnTo>
                <a:close/>
                <a:moveTo>
                  <a:pt x="248705" y="306473"/>
                </a:moveTo>
                <a:lnTo>
                  <a:pt x="322189" y="306473"/>
                </a:lnTo>
                <a:lnTo>
                  <a:pt x="322189" y="196459"/>
                </a:lnTo>
                <a:lnTo>
                  <a:pt x="248705" y="196459"/>
                </a:lnTo>
                <a:lnTo>
                  <a:pt x="248705" y="306473"/>
                </a:lnTo>
                <a:close/>
                <a:moveTo>
                  <a:pt x="31433" y="306473"/>
                </a:moveTo>
                <a:lnTo>
                  <a:pt x="31433" y="165026"/>
                </a:lnTo>
                <a:cubicBezTo>
                  <a:pt x="31433" y="158477"/>
                  <a:pt x="33787" y="152968"/>
                  <a:pt x="38508" y="148521"/>
                </a:cubicBezTo>
                <a:cubicBezTo>
                  <a:pt x="42954" y="143801"/>
                  <a:pt x="48463" y="141446"/>
                  <a:pt x="55013" y="141446"/>
                </a:cubicBezTo>
                <a:lnTo>
                  <a:pt x="128485" y="141446"/>
                </a:lnTo>
                <a:lnTo>
                  <a:pt x="128485" y="70729"/>
                </a:lnTo>
                <a:cubicBezTo>
                  <a:pt x="128485" y="64179"/>
                  <a:pt x="130839" y="58670"/>
                  <a:pt x="135548" y="54224"/>
                </a:cubicBezTo>
                <a:cubicBezTo>
                  <a:pt x="140006" y="49503"/>
                  <a:pt x="145504" y="47149"/>
                  <a:pt x="152053" y="47149"/>
                </a:cubicBezTo>
                <a:lnTo>
                  <a:pt x="225137" y="47149"/>
                </a:lnTo>
                <a:cubicBezTo>
                  <a:pt x="231686" y="47149"/>
                  <a:pt x="237184" y="49503"/>
                  <a:pt x="241642" y="54224"/>
                </a:cubicBezTo>
                <a:cubicBezTo>
                  <a:pt x="246351" y="58670"/>
                  <a:pt x="248705" y="64179"/>
                  <a:pt x="248705" y="70729"/>
                </a:cubicBezTo>
                <a:lnTo>
                  <a:pt x="248705" y="172879"/>
                </a:lnTo>
                <a:lnTo>
                  <a:pt x="322189" y="172879"/>
                </a:lnTo>
                <a:cubicBezTo>
                  <a:pt x="328727" y="172879"/>
                  <a:pt x="334236" y="175233"/>
                  <a:pt x="338682" y="179954"/>
                </a:cubicBezTo>
                <a:cubicBezTo>
                  <a:pt x="343403" y="184400"/>
                  <a:pt x="345758" y="189909"/>
                  <a:pt x="345758" y="196459"/>
                </a:cubicBezTo>
                <a:lnTo>
                  <a:pt x="345758" y="306473"/>
                </a:lnTo>
                <a:cubicBezTo>
                  <a:pt x="345758" y="313011"/>
                  <a:pt x="343403" y="318520"/>
                  <a:pt x="338682" y="322966"/>
                </a:cubicBezTo>
                <a:cubicBezTo>
                  <a:pt x="334236" y="327687"/>
                  <a:pt x="328727" y="330041"/>
                  <a:pt x="322189" y="330041"/>
                </a:cubicBezTo>
                <a:lnTo>
                  <a:pt x="55013" y="330041"/>
                </a:lnTo>
                <a:cubicBezTo>
                  <a:pt x="48463" y="330041"/>
                  <a:pt x="42954" y="327687"/>
                  <a:pt x="38508" y="322966"/>
                </a:cubicBezTo>
                <a:cubicBezTo>
                  <a:pt x="33787" y="318520"/>
                  <a:pt x="31433" y="313011"/>
                  <a:pt x="31433" y="306473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" name="圖說"/>
          <p:cNvSpPr/>
          <p:nvPr/>
        </p:nvSpPr>
        <p:spPr>
          <a:xfrm>
            <a:off x="5516747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排名</a:t>
            </a:r>
            <a:endParaRPr lang="en-US" sz="950" dirty="0"/>
          </a:p>
        </p:txBody>
      </p:sp>
      <p:sp>
        <p:nvSpPr>
          <p:cNvPr id="101" name="圖示 占比"/>
          <p:cNvSpPr/>
          <p:nvPr/>
        </p:nvSpPr>
        <p:spPr>
          <a:xfrm>
            <a:off x="6391113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200379" y="176811"/>
                </a:moveTo>
                <a:lnTo>
                  <a:pt x="321789" y="176811"/>
                </a:lnTo>
                <a:cubicBezTo>
                  <a:pt x="318908" y="144852"/>
                  <a:pt x="306073" y="117215"/>
                  <a:pt x="283281" y="93909"/>
                </a:cubicBezTo>
                <a:cubicBezTo>
                  <a:pt x="260238" y="70329"/>
                  <a:pt x="232600" y="57493"/>
                  <a:pt x="200379" y="55401"/>
                </a:cubicBezTo>
                <a:lnTo>
                  <a:pt x="200379" y="176811"/>
                </a:lnTo>
                <a:close/>
                <a:moveTo>
                  <a:pt x="176811" y="321789"/>
                </a:moveTo>
                <a:lnTo>
                  <a:pt x="176811" y="55401"/>
                </a:lnTo>
                <a:cubicBezTo>
                  <a:pt x="142498" y="58282"/>
                  <a:pt x="113683" y="72558"/>
                  <a:pt x="90366" y="98229"/>
                </a:cubicBezTo>
                <a:cubicBezTo>
                  <a:pt x="66797" y="123901"/>
                  <a:pt x="55013" y="154019"/>
                  <a:pt x="55013" y="188595"/>
                </a:cubicBezTo>
                <a:cubicBezTo>
                  <a:pt x="55013" y="223171"/>
                  <a:pt x="66797" y="253289"/>
                  <a:pt x="90366" y="278961"/>
                </a:cubicBezTo>
                <a:cubicBezTo>
                  <a:pt x="113683" y="304632"/>
                  <a:pt x="142498" y="318908"/>
                  <a:pt x="176811" y="321789"/>
                </a:cubicBezTo>
                <a:close/>
                <a:moveTo>
                  <a:pt x="200379" y="321789"/>
                </a:moveTo>
                <a:cubicBezTo>
                  <a:pt x="232600" y="319697"/>
                  <a:pt x="260238" y="306987"/>
                  <a:pt x="283281" y="283681"/>
                </a:cubicBezTo>
                <a:cubicBezTo>
                  <a:pt x="306073" y="260101"/>
                  <a:pt x="318908" y="232338"/>
                  <a:pt x="321789" y="200379"/>
                </a:cubicBezTo>
                <a:lnTo>
                  <a:pt x="200379" y="200379"/>
                </a:lnTo>
                <a:lnTo>
                  <a:pt x="200379" y="321789"/>
                </a:lnTo>
                <a:close/>
                <a:moveTo>
                  <a:pt x="188595" y="188595"/>
                </a:moveTo>
                <a:close/>
                <a:moveTo>
                  <a:pt x="188595" y="345758"/>
                </a:moveTo>
                <a:cubicBezTo>
                  <a:pt x="166855" y="345758"/>
                  <a:pt x="146418" y="341700"/>
                  <a:pt x="127307" y="333573"/>
                </a:cubicBezTo>
                <a:cubicBezTo>
                  <a:pt x="108185" y="325195"/>
                  <a:pt x="91543" y="313936"/>
                  <a:pt x="77404" y="299786"/>
                </a:cubicBezTo>
                <a:cubicBezTo>
                  <a:pt x="63254" y="285647"/>
                  <a:pt x="52121" y="269005"/>
                  <a:pt x="44006" y="249894"/>
                </a:cubicBezTo>
                <a:cubicBezTo>
                  <a:pt x="35627" y="230772"/>
                  <a:pt x="31433" y="210335"/>
                  <a:pt x="31433" y="188595"/>
                </a:cubicBezTo>
                <a:cubicBezTo>
                  <a:pt x="31433" y="166855"/>
                  <a:pt x="35627" y="146418"/>
                  <a:pt x="44006" y="127307"/>
                </a:cubicBezTo>
                <a:cubicBezTo>
                  <a:pt x="52121" y="108185"/>
                  <a:pt x="63254" y="91543"/>
                  <a:pt x="77404" y="77404"/>
                </a:cubicBezTo>
                <a:cubicBezTo>
                  <a:pt x="91543" y="63254"/>
                  <a:pt x="108185" y="52121"/>
                  <a:pt x="127307" y="44006"/>
                </a:cubicBezTo>
                <a:cubicBezTo>
                  <a:pt x="146418" y="35627"/>
                  <a:pt x="166855" y="31433"/>
                  <a:pt x="188595" y="31433"/>
                </a:cubicBezTo>
                <a:cubicBezTo>
                  <a:pt x="210335" y="31433"/>
                  <a:pt x="230772" y="35627"/>
                  <a:pt x="249894" y="44006"/>
                </a:cubicBezTo>
                <a:cubicBezTo>
                  <a:pt x="269005" y="52121"/>
                  <a:pt x="285647" y="63254"/>
                  <a:pt x="299786" y="77404"/>
                </a:cubicBezTo>
                <a:cubicBezTo>
                  <a:pt x="313936" y="91543"/>
                  <a:pt x="325195" y="108185"/>
                  <a:pt x="333573" y="127307"/>
                </a:cubicBezTo>
                <a:cubicBezTo>
                  <a:pt x="341700" y="146418"/>
                  <a:pt x="345758" y="166855"/>
                  <a:pt x="345758" y="188595"/>
                </a:cubicBezTo>
                <a:cubicBezTo>
                  <a:pt x="345758" y="210335"/>
                  <a:pt x="341700" y="230772"/>
                  <a:pt x="333573" y="249894"/>
                </a:cubicBezTo>
                <a:cubicBezTo>
                  <a:pt x="325195" y="269005"/>
                  <a:pt x="313936" y="285647"/>
                  <a:pt x="299786" y="299786"/>
                </a:cubicBezTo>
                <a:cubicBezTo>
                  <a:pt x="285647" y="313936"/>
                  <a:pt x="269005" y="325195"/>
                  <a:pt x="249894" y="333573"/>
                </a:cubicBezTo>
                <a:cubicBezTo>
                  <a:pt x="230772" y="341700"/>
                  <a:pt x="210335" y="345758"/>
                  <a:pt x="188595" y="345758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2" name="圖說"/>
          <p:cNvSpPr/>
          <p:nvPr/>
        </p:nvSpPr>
        <p:spPr>
          <a:xfrm>
            <a:off x="6210148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占比</a:t>
            </a:r>
            <a:endParaRPr lang="en-US" sz="950" dirty="0"/>
          </a:p>
        </p:txBody>
      </p:sp>
      <p:sp>
        <p:nvSpPr>
          <p:cNvPr id="103" name="圖示 表格"/>
          <p:cNvSpPr/>
          <p:nvPr/>
        </p:nvSpPr>
        <p:spPr>
          <a:xfrm>
            <a:off x="7084514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306473" y="329653"/>
                </a:moveTo>
                <a:lnTo>
                  <a:pt x="70729" y="329653"/>
                </a:lnTo>
                <a:cubicBezTo>
                  <a:pt x="64442" y="329653"/>
                  <a:pt x="58933" y="327287"/>
                  <a:pt x="54224" y="322577"/>
                </a:cubicBezTo>
                <a:cubicBezTo>
                  <a:pt x="49503" y="317857"/>
                  <a:pt x="47149" y="312359"/>
                  <a:pt x="47149" y="306073"/>
                </a:cubicBezTo>
                <a:lnTo>
                  <a:pt x="47149" y="70729"/>
                </a:lnTo>
                <a:cubicBezTo>
                  <a:pt x="47149" y="64442"/>
                  <a:pt x="49503" y="58933"/>
                  <a:pt x="54224" y="54224"/>
                </a:cubicBezTo>
                <a:cubicBezTo>
                  <a:pt x="58933" y="49503"/>
                  <a:pt x="64442" y="47149"/>
                  <a:pt x="70729" y="47149"/>
                </a:cubicBezTo>
                <a:lnTo>
                  <a:pt x="306473" y="47149"/>
                </a:lnTo>
                <a:cubicBezTo>
                  <a:pt x="312759" y="47149"/>
                  <a:pt x="318257" y="49503"/>
                  <a:pt x="322966" y="54224"/>
                </a:cubicBezTo>
                <a:cubicBezTo>
                  <a:pt x="327687" y="58933"/>
                  <a:pt x="330041" y="64442"/>
                  <a:pt x="330041" y="70729"/>
                </a:cubicBezTo>
                <a:lnTo>
                  <a:pt x="330041" y="306073"/>
                </a:lnTo>
                <a:cubicBezTo>
                  <a:pt x="330041" y="312359"/>
                  <a:pt x="327687" y="317857"/>
                  <a:pt x="322966" y="322577"/>
                </a:cubicBezTo>
                <a:cubicBezTo>
                  <a:pt x="318257" y="327287"/>
                  <a:pt x="312759" y="329653"/>
                  <a:pt x="306473" y="329653"/>
                </a:cubicBezTo>
                <a:close/>
                <a:moveTo>
                  <a:pt x="70729" y="126119"/>
                </a:moveTo>
                <a:lnTo>
                  <a:pt x="306473" y="126119"/>
                </a:lnTo>
                <a:lnTo>
                  <a:pt x="306473" y="70729"/>
                </a:lnTo>
                <a:lnTo>
                  <a:pt x="70729" y="70729"/>
                </a:lnTo>
                <a:lnTo>
                  <a:pt x="70729" y="126119"/>
                </a:lnTo>
                <a:close/>
                <a:moveTo>
                  <a:pt x="121798" y="149699"/>
                </a:moveTo>
                <a:lnTo>
                  <a:pt x="70729" y="149699"/>
                </a:lnTo>
                <a:lnTo>
                  <a:pt x="70729" y="306073"/>
                </a:lnTo>
                <a:lnTo>
                  <a:pt x="121798" y="306073"/>
                </a:lnTo>
                <a:lnTo>
                  <a:pt x="121798" y="149699"/>
                </a:lnTo>
                <a:close/>
                <a:moveTo>
                  <a:pt x="255392" y="149699"/>
                </a:moveTo>
                <a:lnTo>
                  <a:pt x="255392" y="306073"/>
                </a:lnTo>
                <a:lnTo>
                  <a:pt x="306473" y="306073"/>
                </a:lnTo>
                <a:lnTo>
                  <a:pt x="306473" y="149699"/>
                </a:lnTo>
                <a:lnTo>
                  <a:pt x="255392" y="149699"/>
                </a:lnTo>
                <a:close/>
                <a:moveTo>
                  <a:pt x="231812" y="149699"/>
                </a:moveTo>
                <a:lnTo>
                  <a:pt x="145378" y="149699"/>
                </a:lnTo>
                <a:lnTo>
                  <a:pt x="145378" y="306073"/>
                </a:lnTo>
                <a:lnTo>
                  <a:pt x="231812" y="306073"/>
                </a:lnTo>
                <a:lnTo>
                  <a:pt x="231812" y="149699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4" name="圖說"/>
          <p:cNvSpPr/>
          <p:nvPr/>
        </p:nvSpPr>
        <p:spPr>
          <a:xfrm>
            <a:off x="6903549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表格</a:t>
            </a:r>
            <a:endParaRPr lang="en-US" sz="950" dirty="0"/>
          </a:p>
        </p:txBody>
      </p:sp>
      <p:sp>
        <p:nvSpPr>
          <p:cNvPr id="105" name="圖示 上升"/>
          <p:cNvSpPr/>
          <p:nvPr/>
        </p:nvSpPr>
        <p:spPr>
          <a:xfrm>
            <a:off x="7777915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40074" y="278183"/>
                </a:moveTo>
                <a:cubicBezTo>
                  <a:pt x="37719" y="275817"/>
                  <a:pt x="36542" y="273074"/>
                  <a:pt x="36542" y="269931"/>
                </a:cubicBezTo>
                <a:cubicBezTo>
                  <a:pt x="36542" y="266525"/>
                  <a:pt x="37719" y="263644"/>
                  <a:pt x="40074" y="261278"/>
                </a:cubicBezTo>
                <a:lnTo>
                  <a:pt x="129662" y="172090"/>
                </a:lnTo>
                <a:cubicBezTo>
                  <a:pt x="134108" y="167644"/>
                  <a:pt x="139617" y="165415"/>
                  <a:pt x="146167" y="165415"/>
                </a:cubicBezTo>
                <a:cubicBezTo>
                  <a:pt x="152705" y="165415"/>
                  <a:pt x="158214" y="167644"/>
                  <a:pt x="162660" y="172090"/>
                </a:cubicBezTo>
                <a:lnTo>
                  <a:pt x="211775" y="221205"/>
                </a:lnTo>
                <a:lnTo>
                  <a:pt x="306473" y="126519"/>
                </a:lnTo>
                <a:lnTo>
                  <a:pt x="268354" y="126519"/>
                </a:lnTo>
                <a:cubicBezTo>
                  <a:pt x="264947" y="126519"/>
                  <a:pt x="262204" y="125341"/>
                  <a:pt x="260101" y="122975"/>
                </a:cubicBezTo>
                <a:cubicBezTo>
                  <a:pt x="257747" y="120884"/>
                  <a:pt x="256569" y="118129"/>
                  <a:pt x="256569" y="114734"/>
                </a:cubicBezTo>
                <a:cubicBezTo>
                  <a:pt x="256569" y="111328"/>
                  <a:pt x="257747" y="108574"/>
                  <a:pt x="260101" y="106482"/>
                </a:cubicBezTo>
                <a:cubicBezTo>
                  <a:pt x="262204" y="104116"/>
                  <a:pt x="264947" y="102939"/>
                  <a:pt x="268354" y="102939"/>
                </a:cubicBezTo>
                <a:lnTo>
                  <a:pt x="333973" y="102939"/>
                </a:lnTo>
                <a:cubicBezTo>
                  <a:pt x="337379" y="102939"/>
                  <a:pt x="340123" y="104116"/>
                  <a:pt x="342226" y="106482"/>
                </a:cubicBezTo>
                <a:cubicBezTo>
                  <a:pt x="344580" y="108574"/>
                  <a:pt x="345758" y="111328"/>
                  <a:pt x="345758" y="114734"/>
                </a:cubicBezTo>
                <a:lnTo>
                  <a:pt x="345758" y="180343"/>
                </a:lnTo>
                <a:cubicBezTo>
                  <a:pt x="345758" y="183486"/>
                  <a:pt x="344706" y="186240"/>
                  <a:pt x="342614" y="188595"/>
                </a:cubicBezTo>
                <a:cubicBezTo>
                  <a:pt x="340260" y="190950"/>
                  <a:pt x="337505" y="192127"/>
                  <a:pt x="334362" y="192127"/>
                </a:cubicBezTo>
                <a:cubicBezTo>
                  <a:pt x="331219" y="192127"/>
                  <a:pt x="328475" y="190950"/>
                  <a:pt x="326109" y="188595"/>
                </a:cubicBezTo>
                <a:cubicBezTo>
                  <a:pt x="323755" y="186240"/>
                  <a:pt x="322577" y="183486"/>
                  <a:pt x="322577" y="180343"/>
                </a:cubicBezTo>
                <a:lnTo>
                  <a:pt x="322577" y="143801"/>
                </a:lnTo>
                <a:lnTo>
                  <a:pt x="227891" y="238098"/>
                </a:lnTo>
                <a:cubicBezTo>
                  <a:pt x="223434" y="242556"/>
                  <a:pt x="217936" y="244785"/>
                  <a:pt x="211386" y="244785"/>
                </a:cubicBezTo>
                <a:cubicBezTo>
                  <a:pt x="204837" y="244785"/>
                  <a:pt x="199339" y="242556"/>
                  <a:pt x="194882" y="238098"/>
                </a:cubicBezTo>
                <a:lnTo>
                  <a:pt x="145767" y="189384"/>
                </a:lnTo>
                <a:lnTo>
                  <a:pt x="56967" y="278183"/>
                </a:lnTo>
                <a:cubicBezTo>
                  <a:pt x="54613" y="280538"/>
                  <a:pt x="51869" y="281715"/>
                  <a:pt x="48726" y="281715"/>
                </a:cubicBezTo>
                <a:cubicBezTo>
                  <a:pt x="45320" y="281715"/>
                  <a:pt x="42440" y="280538"/>
                  <a:pt x="40074" y="278183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6" name="圖說"/>
          <p:cNvSpPr/>
          <p:nvPr/>
        </p:nvSpPr>
        <p:spPr>
          <a:xfrm>
            <a:off x="7596950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上升</a:t>
            </a:r>
            <a:endParaRPr lang="en-US" sz="950" dirty="0"/>
          </a:p>
        </p:txBody>
      </p:sp>
      <p:sp>
        <p:nvSpPr>
          <p:cNvPr id="107" name="圖示 下降"/>
          <p:cNvSpPr/>
          <p:nvPr/>
        </p:nvSpPr>
        <p:spPr>
          <a:xfrm>
            <a:off x="8471316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306473" y="259324"/>
                </a:moveTo>
                <a:lnTo>
                  <a:pt x="211775" y="164626"/>
                </a:lnTo>
                <a:lnTo>
                  <a:pt x="162660" y="213741"/>
                </a:lnTo>
                <a:cubicBezTo>
                  <a:pt x="158214" y="218199"/>
                  <a:pt x="152705" y="220416"/>
                  <a:pt x="146167" y="220416"/>
                </a:cubicBezTo>
                <a:cubicBezTo>
                  <a:pt x="139617" y="220416"/>
                  <a:pt x="134108" y="218199"/>
                  <a:pt x="129662" y="213741"/>
                </a:cubicBezTo>
                <a:lnTo>
                  <a:pt x="40074" y="124164"/>
                </a:lnTo>
                <a:cubicBezTo>
                  <a:pt x="37719" y="121798"/>
                  <a:pt x="36542" y="119055"/>
                  <a:pt x="36542" y="115912"/>
                </a:cubicBezTo>
                <a:cubicBezTo>
                  <a:pt x="36542" y="112505"/>
                  <a:pt x="37719" y="109625"/>
                  <a:pt x="40074" y="107259"/>
                </a:cubicBezTo>
                <a:cubicBezTo>
                  <a:pt x="42440" y="104905"/>
                  <a:pt x="45320" y="103727"/>
                  <a:pt x="48726" y="103727"/>
                </a:cubicBezTo>
                <a:cubicBezTo>
                  <a:pt x="51869" y="103727"/>
                  <a:pt x="54613" y="104905"/>
                  <a:pt x="56967" y="107259"/>
                </a:cubicBezTo>
                <a:lnTo>
                  <a:pt x="145767" y="196459"/>
                </a:lnTo>
                <a:lnTo>
                  <a:pt x="194882" y="147344"/>
                </a:lnTo>
                <a:cubicBezTo>
                  <a:pt x="199339" y="142886"/>
                  <a:pt x="204837" y="140658"/>
                  <a:pt x="211386" y="140658"/>
                </a:cubicBezTo>
                <a:cubicBezTo>
                  <a:pt x="217936" y="140658"/>
                  <a:pt x="223434" y="142886"/>
                  <a:pt x="227891" y="147344"/>
                </a:cubicBezTo>
                <a:lnTo>
                  <a:pt x="322577" y="242030"/>
                </a:lnTo>
                <a:lnTo>
                  <a:pt x="322577" y="205100"/>
                </a:lnTo>
                <a:cubicBezTo>
                  <a:pt x="322577" y="201957"/>
                  <a:pt x="323755" y="199202"/>
                  <a:pt x="326109" y="196847"/>
                </a:cubicBezTo>
                <a:cubicBezTo>
                  <a:pt x="328475" y="194756"/>
                  <a:pt x="331219" y="193704"/>
                  <a:pt x="334362" y="193704"/>
                </a:cubicBezTo>
                <a:cubicBezTo>
                  <a:pt x="337505" y="193704"/>
                  <a:pt x="340260" y="194756"/>
                  <a:pt x="342614" y="196847"/>
                </a:cubicBezTo>
                <a:cubicBezTo>
                  <a:pt x="344706" y="199202"/>
                  <a:pt x="345758" y="201957"/>
                  <a:pt x="345758" y="205100"/>
                </a:cubicBezTo>
                <a:lnTo>
                  <a:pt x="345758" y="271108"/>
                </a:lnTo>
                <a:cubicBezTo>
                  <a:pt x="345758" y="274514"/>
                  <a:pt x="344580" y="277258"/>
                  <a:pt x="342226" y="279361"/>
                </a:cubicBezTo>
                <a:cubicBezTo>
                  <a:pt x="340123" y="281715"/>
                  <a:pt x="337379" y="282893"/>
                  <a:pt x="333973" y="282893"/>
                </a:cubicBezTo>
                <a:lnTo>
                  <a:pt x="268354" y="282893"/>
                </a:lnTo>
                <a:cubicBezTo>
                  <a:pt x="264947" y="282893"/>
                  <a:pt x="262204" y="281715"/>
                  <a:pt x="260101" y="279361"/>
                </a:cubicBezTo>
                <a:cubicBezTo>
                  <a:pt x="257747" y="277258"/>
                  <a:pt x="256569" y="274514"/>
                  <a:pt x="256569" y="271108"/>
                </a:cubicBezTo>
                <a:cubicBezTo>
                  <a:pt x="256569" y="267702"/>
                  <a:pt x="257747" y="264947"/>
                  <a:pt x="260101" y="262856"/>
                </a:cubicBezTo>
                <a:cubicBezTo>
                  <a:pt x="262204" y="260501"/>
                  <a:pt x="264947" y="259324"/>
                  <a:pt x="268354" y="259324"/>
                </a:cubicBezTo>
                <a:lnTo>
                  <a:pt x="306473" y="259324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8" name="圖說"/>
          <p:cNvSpPr/>
          <p:nvPr/>
        </p:nvSpPr>
        <p:spPr>
          <a:xfrm>
            <a:off x="8290350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下降</a:t>
            </a:r>
            <a:endParaRPr lang="en-US" sz="950" dirty="0"/>
          </a:p>
        </p:txBody>
      </p:sp>
      <p:sp>
        <p:nvSpPr>
          <p:cNvPr id="109" name="圖示 時間軸"/>
          <p:cNvSpPr/>
          <p:nvPr/>
        </p:nvSpPr>
        <p:spPr>
          <a:xfrm>
            <a:off x="9164717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43217" y="282893"/>
                </a:moveTo>
                <a:cubicBezTo>
                  <a:pt x="35627" y="282893"/>
                  <a:pt x="29204" y="280138"/>
                  <a:pt x="23969" y="274640"/>
                </a:cubicBezTo>
                <a:cubicBezTo>
                  <a:pt x="18471" y="269405"/>
                  <a:pt x="15716" y="262981"/>
                  <a:pt x="15716" y="255392"/>
                </a:cubicBezTo>
                <a:cubicBezTo>
                  <a:pt x="15716" y="247791"/>
                  <a:pt x="18334" y="241379"/>
                  <a:pt x="23580" y="236132"/>
                </a:cubicBezTo>
                <a:cubicBezTo>
                  <a:pt x="29078" y="230635"/>
                  <a:pt x="35627" y="227891"/>
                  <a:pt x="43217" y="227891"/>
                </a:cubicBezTo>
                <a:cubicBezTo>
                  <a:pt x="44531" y="227891"/>
                  <a:pt x="45834" y="228017"/>
                  <a:pt x="47149" y="228280"/>
                </a:cubicBezTo>
                <a:cubicBezTo>
                  <a:pt x="48463" y="228280"/>
                  <a:pt x="50166" y="228543"/>
                  <a:pt x="52258" y="229069"/>
                </a:cubicBezTo>
                <a:lnTo>
                  <a:pt x="130839" y="150487"/>
                </a:lnTo>
                <a:cubicBezTo>
                  <a:pt x="130313" y="148384"/>
                  <a:pt x="130051" y="146681"/>
                  <a:pt x="130051" y="145378"/>
                </a:cubicBezTo>
                <a:cubicBezTo>
                  <a:pt x="129788" y="144064"/>
                  <a:pt x="129662" y="142761"/>
                  <a:pt x="129662" y="141446"/>
                </a:cubicBezTo>
                <a:cubicBezTo>
                  <a:pt x="129662" y="133845"/>
                  <a:pt x="132405" y="127307"/>
                  <a:pt x="137914" y="121798"/>
                </a:cubicBezTo>
                <a:cubicBezTo>
                  <a:pt x="143149" y="116563"/>
                  <a:pt x="149562" y="113946"/>
                  <a:pt x="157163" y="113946"/>
                </a:cubicBezTo>
                <a:cubicBezTo>
                  <a:pt x="164763" y="113946"/>
                  <a:pt x="171313" y="116689"/>
                  <a:pt x="176811" y="122198"/>
                </a:cubicBezTo>
                <a:cubicBezTo>
                  <a:pt x="182046" y="127433"/>
                  <a:pt x="184663" y="133845"/>
                  <a:pt x="184663" y="141446"/>
                </a:cubicBezTo>
                <a:cubicBezTo>
                  <a:pt x="184663" y="141972"/>
                  <a:pt x="184274" y="144978"/>
                  <a:pt x="183486" y="150487"/>
                </a:cubicBezTo>
                <a:lnTo>
                  <a:pt x="226703" y="193704"/>
                </a:lnTo>
                <a:cubicBezTo>
                  <a:pt x="228806" y="193178"/>
                  <a:pt x="230509" y="192916"/>
                  <a:pt x="231812" y="192916"/>
                </a:cubicBezTo>
                <a:cubicBezTo>
                  <a:pt x="233126" y="192653"/>
                  <a:pt x="234429" y="192527"/>
                  <a:pt x="235744" y="192527"/>
                </a:cubicBezTo>
                <a:cubicBezTo>
                  <a:pt x="237058" y="192527"/>
                  <a:pt x="238361" y="192653"/>
                  <a:pt x="239676" y="192916"/>
                </a:cubicBezTo>
                <a:cubicBezTo>
                  <a:pt x="240979" y="192916"/>
                  <a:pt x="242682" y="193178"/>
                  <a:pt x="244785" y="193704"/>
                </a:cubicBezTo>
                <a:lnTo>
                  <a:pt x="307650" y="130839"/>
                </a:lnTo>
                <a:cubicBezTo>
                  <a:pt x="307124" y="128748"/>
                  <a:pt x="306861" y="127044"/>
                  <a:pt x="306861" y="125730"/>
                </a:cubicBezTo>
                <a:cubicBezTo>
                  <a:pt x="306598" y="124416"/>
                  <a:pt x="306473" y="123113"/>
                  <a:pt x="306473" y="121798"/>
                </a:cubicBezTo>
                <a:cubicBezTo>
                  <a:pt x="306473" y="114209"/>
                  <a:pt x="309216" y="107659"/>
                  <a:pt x="314714" y="102161"/>
                </a:cubicBezTo>
                <a:cubicBezTo>
                  <a:pt x="319960" y="96915"/>
                  <a:pt x="326372" y="94298"/>
                  <a:pt x="333973" y="94298"/>
                </a:cubicBezTo>
                <a:cubicBezTo>
                  <a:pt x="341563" y="94298"/>
                  <a:pt x="348112" y="97052"/>
                  <a:pt x="353621" y="102550"/>
                </a:cubicBezTo>
                <a:cubicBezTo>
                  <a:pt x="358856" y="107785"/>
                  <a:pt x="361474" y="114209"/>
                  <a:pt x="361474" y="121798"/>
                </a:cubicBezTo>
                <a:cubicBezTo>
                  <a:pt x="361474" y="129399"/>
                  <a:pt x="358856" y="135948"/>
                  <a:pt x="353621" y="141446"/>
                </a:cubicBezTo>
                <a:cubicBezTo>
                  <a:pt x="348112" y="146681"/>
                  <a:pt x="341563" y="149310"/>
                  <a:pt x="333973" y="149310"/>
                </a:cubicBezTo>
                <a:cubicBezTo>
                  <a:pt x="332659" y="149310"/>
                  <a:pt x="331356" y="149310"/>
                  <a:pt x="330041" y="149310"/>
                </a:cubicBezTo>
                <a:cubicBezTo>
                  <a:pt x="328727" y="149047"/>
                  <a:pt x="327024" y="148647"/>
                  <a:pt x="324932" y="148121"/>
                </a:cubicBezTo>
                <a:lnTo>
                  <a:pt x="262067" y="210986"/>
                </a:lnTo>
                <a:cubicBezTo>
                  <a:pt x="262593" y="213089"/>
                  <a:pt x="262981" y="214793"/>
                  <a:pt x="263244" y="216096"/>
                </a:cubicBezTo>
                <a:cubicBezTo>
                  <a:pt x="263244" y="217410"/>
                  <a:pt x="263244" y="218713"/>
                  <a:pt x="263244" y="220028"/>
                </a:cubicBezTo>
                <a:cubicBezTo>
                  <a:pt x="263244" y="227628"/>
                  <a:pt x="260501" y="234178"/>
                  <a:pt x="254992" y="239676"/>
                </a:cubicBezTo>
                <a:cubicBezTo>
                  <a:pt x="249757" y="244911"/>
                  <a:pt x="243345" y="247528"/>
                  <a:pt x="235744" y="247528"/>
                </a:cubicBezTo>
                <a:cubicBezTo>
                  <a:pt x="228143" y="247528"/>
                  <a:pt x="221731" y="244911"/>
                  <a:pt x="216496" y="239676"/>
                </a:cubicBezTo>
                <a:cubicBezTo>
                  <a:pt x="210986" y="234178"/>
                  <a:pt x="208243" y="227628"/>
                  <a:pt x="208243" y="220028"/>
                </a:cubicBezTo>
                <a:cubicBezTo>
                  <a:pt x="208243" y="218713"/>
                  <a:pt x="208369" y="217410"/>
                  <a:pt x="208632" y="216096"/>
                </a:cubicBezTo>
                <a:cubicBezTo>
                  <a:pt x="208632" y="214793"/>
                  <a:pt x="208895" y="213089"/>
                  <a:pt x="209420" y="210986"/>
                </a:cubicBezTo>
                <a:lnTo>
                  <a:pt x="166204" y="167770"/>
                </a:lnTo>
                <a:cubicBezTo>
                  <a:pt x="164101" y="168295"/>
                  <a:pt x="162397" y="168684"/>
                  <a:pt x="161094" y="168947"/>
                </a:cubicBezTo>
                <a:cubicBezTo>
                  <a:pt x="159780" y="168947"/>
                  <a:pt x="158477" y="168947"/>
                  <a:pt x="157163" y="168947"/>
                </a:cubicBezTo>
                <a:cubicBezTo>
                  <a:pt x="156637" y="168947"/>
                  <a:pt x="153631" y="168558"/>
                  <a:pt x="148121" y="167770"/>
                </a:cubicBezTo>
                <a:lnTo>
                  <a:pt x="69540" y="246351"/>
                </a:lnTo>
                <a:cubicBezTo>
                  <a:pt x="70066" y="248442"/>
                  <a:pt x="70466" y="250146"/>
                  <a:pt x="70729" y="251460"/>
                </a:cubicBezTo>
                <a:cubicBezTo>
                  <a:pt x="70729" y="252774"/>
                  <a:pt x="70729" y="254077"/>
                  <a:pt x="70729" y="255392"/>
                </a:cubicBezTo>
                <a:cubicBezTo>
                  <a:pt x="70729" y="262981"/>
                  <a:pt x="67974" y="269531"/>
                  <a:pt x="62476" y="275040"/>
                </a:cubicBezTo>
                <a:cubicBezTo>
                  <a:pt x="57230" y="280275"/>
                  <a:pt x="50818" y="282893"/>
                  <a:pt x="43217" y="282893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0" name="圖說"/>
          <p:cNvSpPr/>
          <p:nvPr/>
        </p:nvSpPr>
        <p:spPr>
          <a:xfrm>
            <a:off x="8983751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時間軸</a:t>
            </a:r>
            <a:endParaRPr lang="en-US" sz="950" dirty="0"/>
          </a:p>
        </p:txBody>
      </p:sp>
      <p:sp>
        <p:nvSpPr>
          <p:cNvPr id="111" name="圖示 效能"/>
          <p:cNvSpPr/>
          <p:nvPr/>
        </p:nvSpPr>
        <p:spPr>
          <a:xfrm>
            <a:off x="9858118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6240" y="258135"/>
                </a:moveTo>
                <a:cubicBezTo>
                  <a:pt x="197499" y="257621"/>
                  <a:pt x="205751" y="253289"/>
                  <a:pt x="210986" y="245174"/>
                </a:cubicBezTo>
                <a:lnTo>
                  <a:pt x="281327" y="135160"/>
                </a:lnTo>
                <a:cubicBezTo>
                  <a:pt x="283155" y="132279"/>
                  <a:pt x="283018" y="129788"/>
                  <a:pt x="280927" y="127696"/>
                </a:cubicBezTo>
                <a:cubicBezTo>
                  <a:pt x="278572" y="125341"/>
                  <a:pt x="275954" y="125078"/>
                  <a:pt x="273074" y="126907"/>
                </a:cubicBezTo>
                <a:lnTo>
                  <a:pt x="164238" y="198025"/>
                </a:lnTo>
                <a:cubicBezTo>
                  <a:pt x="156374" y="203260"/>
                  <a:pt x="152190" y="211649"/>
                  <a:pt x="151665" y="223171"/>
                </a:cubicBezTo>
                <a:cubicBezTo>
                  <a:pt x="151139" y="234692"/>
                  <a:pt x="153894" y="243470"/>
                  <a:pt x="159917" y="249494"/>
                </a:cubicBezTo>
                <a:cubicBezTo>
                  <a:pt x="165941" y="255518"/>
                  <a:pt x="174708" y="258398"/>
                  <a:pt x="186240" y="258135"/>
                </a:cubicBezTo>
                <a:close/>
                <a:moveTo>
                  <a:pt x="187806" y="63254"/>
                </a:moveTo>
                <a:cubicBezTo>
                  <a:pt x="199602" y="63254"/>
                  <a:pt x="212038" y="64831"/>
                  <a:pt x="225137" y="67974"/>
                </a:cubicBezTo>
                <a:cubicBezTo>
                  <a:pt x="237973" y="71117"/>
                  <a:pt x="250671" y="76227"/>
                  <a:pt x="263244" y="83302"/>
                </a:cubicBezTo>
                <a:cubicBezTo>
                  <a:pt x="266125" y="85131"/>
                  <a:pt x="268091" y="87622"/>
                  <a:pt x="269142" y="90766"/>
                </a:cubicBezTo>
                <a:cubicBezTo>
                  <a:pt x="270194" y="94172"/>
                  <a:pt x="269668" y="97315"/>
                  <a:pt x="267565" y="100195"/>
                </a:cubicBezTo>
                <a:cubicBezTo>
                  <a:pt x="265473" y="103076"/>
                  <a:pt x="262856" y="104779"/>
                  <a:pt x="259712" y="105305"/>
                </a:cubicBezTo>
                <a:cubicBezTo>
                  <a:pt x="256306" y="105556"/>
                  <a:pt x="253037" y="104905"/>
                  <a:pt x="249894" y="103339"/>
                </a:cubicBezTo>
                <a:cubicBezTo>
                  <a:pt x="239150" y="97566"/>
                  <a:pt x="228280" y="93383"/>
                  <a:pt x="217273" y="90766"/>
                </a:cubicBezTo>
                <a:cubicBezTo>
                  <a:pt x="206014" y="88137"/>
                  <a:pt x="196196" y="86834"/>
                  <a:pt x="187806" y="86834"/>
                </a:cubicBezTo>
                <a:cubicBezTo>
                  <a:pt x="151139" y="86834"/>
                  <a:pt x="119832" y="99932"/>
                  <a:pt x="93909" y="126119"/>
                </a:cubicBezTo>
                <a:cubicBezTo>
                  <a:pt x="67974" y="152316"/>
                  <a:pt x="55013" y="184137"/>
                  <a:pt x="55013" y="221605"/>
                </a:cubicBezTo>
                <a:cubicBezTo>
                  <a:pt x="55013" y="233389"/>
                  <a:pt x="56704" y="245299"/>
                  <a:pt x="60110" y="257358"/>
                </a:cubicBezTo>
                <a:cubicBezTo>
                  <a:pt x="63254" y="269405"/>
                  <a:pt x="67837" y="280538"/>
                  <a:pt x="73872" y="290756"/>
                </a:cubicBezTo>
                <a:lnTo>
                  <a:pt x="301363" y="290756"/>
                </a:lnTo>
                <a:cubicBezTo>
                  <a:pt x="307124" y="281327"/>
                  <a:pt x="311708" y="270320"/>
                  <a:pt x="315114" y="257747"/>
                </a:cubicBezTo>
                <a:cubicBezTo>
                  <a:pt x="318520" y="245174"/>
                  <a:pt x="320223" y="232863"/>
                  <a:pt x="320223" y="220816"/>
                </a:cubicBezTo>
                <a:cubicBezTo>
                  <a:pt x="320223" y="211649"/>
                  <a:pt x="319046" y="201820"/>
                  <a:pt x="316680" y="191350"/>
                </a:cubicBezTo>
                <a:cubicBezTo>
                  <a:pt x="314325" y="180605"/>
                  <a:pt x="310393" y="170387"/>
                  <a:pt x="304895" y="160694"/>
                </a:cubicBezTo>
                <a:cubicBezTo>
                  <a:pt x="303066" y="157814"/>
                  <a:pt x="302404" y="154671"/>
                  <a:pt x="302929" y="151265"/>
                </a:cubicBezTo>
                <a:cubicBezTo>
                  <a:pt x="303192" y="147858"/>
                  <a:pt x="304770" y="145241"/>
                  <a:pt x="307650" y="143412"/>
                </a:cubicBezTo>
                <a:cubicBezTo>
                  <a:pt x="310530" y="141321"/>
                  <a:pt x="313536" y="140795"/>
                  <a:pt x="316680" y="141835"/>
                </a:cubicBezTo>
                <a:cubicBezTo>
                  <a:pt x="320086" y="142886"/>
                  <a:pt x="322577" y="144978"/>
                  <a:pt x="324143" y="148121"/>
                </a:cubicBezTo>
                <a:cubicBezTo>
                  <a:pt x="330167" y="159917"/>
                  <a:pt x="334888" y="171701"/>
                  <a:pt x="338294" y="183486"/>
                </a:cubicBezTo>
                <a:cubicBezTo>
                  <a:pt x="341437" y="195007"/>
                  <a:pt x="343266" y="206666"/>
                  <a:pt x="343792" y="218462"/>
                </a:cubicBezTo>
                <a:cubicBezTo>
                  <a:pt x="344317" y="234178"/>
                  <a:pt x="342740" y="248968"/>
                  <a:pt x="339082" y="262856"/>
                </a:cubicBezTo>
                <a:cubicBezTo>
                  <a:pt x="335413" y="276732"/>
                  <a:pt x="330041" y="289568"/>
                  <a:pt x="322966" y="301363"/>
                </a:cubicBezTo>
                <a:cubicBezTo>
                  <a:pt x="319823" y="307387"/>
                  <a:pt x="316554" y="311056"/>
                  <a:pt x="313148" y="312359"/>
                </a:cubicBezTo>
                <a:cubicBezTo>
                  <a:pt x="309479" y="313673"/>
                  <a:pt x="305021" y="314325"/>
                  <a:pt x="299786" y="314325"/>
                </a:cubicBezTo>
                <a:lnTo>
                  <a:pt x="75438" y="314325"/>
                </a:lnTo>
                <a:cubicBezTo>
                  <a:pt x="70980" y="314325"/>
                  <a:pt x="66660" y="313273"/>
                  <a:pt x="62476" y="311182"/>
                </a:cubicBezTo>
                <a:cubicBezTo>
                  <a:pt x="58019" y="308827"/>
                  <a:pt x="54750" y="305547"/>
                  <a:pt x="52647" y="301363"/>
                </a:cubicBezTo>
                <a:cubicBezTo>
                  <a:pt x="45834" y="288790"/>
                  <a:pt x="40599" y="276080"/>
                  <a:pt x="36930" y="263244"/>
                </a:cubicBezTo>
                <a:cubicBezTo>
                  <a:pt x="33261" y="250146"/>
                  <a:pt x="31433" y="236270"/>
                  <a:pt x="31433" y="221605"/>
                </a:cubicBezTo>
                <a:cubicBezTo>
                  <a:pt x="31433" y="199854"/>
                  <a:pt x="35627" y="179428"/>
                  <a:pt x="44006" y="160306"/>
                </a:cubicBezTo>
                <a:cubicBezTo>
                  <a:pt x="52121" y="140920"/>
                  <a:pt x="63254" y="124164"/>
                  <a:pt x="77404" y="110014"/>
                </a:cubicBezTo>
                <a:cubicBezTo>
                  <a:pt x="91543" y="95612"/>
                  <a:pt x="108185" y="84216"/>
                  <a:pt x="127307" y="75827"/>
                </a:cubicBezTo>
                <a:cubicBezTo>
                  <a:pt x="146167" y="67448"/>
                  <a:pt x="166329" y="63254"/>
                  <a:pt x="187806" y="63254"/>
                </a:cubicBezTo>
                <a:close/>
                <a:moveTo>
                  <a:pt x="184274" y="193316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2" name="圖說"/>
          <p:cNvSpPr/>
          <p:nvPr/>
        </p:nvSpPr>
        <p:spPr>
          <a:xfrm>
            <a:off x="9677152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效能</a:t>
            </a:r>
            <a:endParaRPr lang="en-US" sz="950" dirty="0"/>
          </a:p>
        </p:txBody>
      </p:sp>
      <p:sp>
        <p:nvSpPr>
          <p:cNvPr id="113" name="圖示 儀表板"/>
          <p:cNvSpPr/>
          <p:nvPr/>
        </p:nvSpPr>
        <p:spPr>
          <a:xfrm>
            <a:off x="10551519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200379" y="141446"/>
                </a:moveTo>
                <a:lnTo>
                  <a:pt x="200379" y="58933"/>
                </a:lnTo>
                <a:cubicBezTo>
                  <a:pt x="200379" y="55527"/>
                  <a:pt x="201557" y="52784"/>
                  <a:pt x="203923" y="50681"/>
                </a:cubicBezTo>
                <a:cubicBezTo>
                  <a:pt x="206014" y="48326"/>
                  <a:pt x="208769" y="47149"/>
                  <a:pt x="212175" y="47149"/>
                </a:cubicBezTo>
                <a:lnTo>
                  <a:pt x="318257" y="47149"/>
                </a:lnTo>
                <a:cubicBezTo>
                  <a:pt x="321663" y="47149"/>
                  <a:pt x="324406" y="48326"/>
                  <a:pt x="326509" y="50681"/>
                </a:cubicBezTo>
                <a:cubicBezTo>
                  <a:pt x="328864" y="52784"/>
                  <a:pt x="330041" y="55527"/>
                  <a:pt x="330041" y="58933"/>
                </a:cubicBezTo>
                <a:lnTo>
                  <a:pt x="330041" y="141446"/>
                </a:lnTo>
                <a:cubicBezTo>
                  <a:pt x="330041" y="144852"/>
                  <a:pt x="328864" y="147607"/>
                  <a:pt x="326509" y="149699"/>
                </a:cubicBezTo>
                <a:cubicBezTo>
                  <a:pt x="324406" y="152053"/>
                  <a:pt x="321663" y="153231"/>
                  <a:pt x="318257" y="153231"/>
                </a:cubicBezTo>
                <a:lnTo>
                  <a:pt x="212175" y="153231"/>
                </a:lnTo>
                <a:cubicBezTo>
                  <a:pt x="208769" y="153231"/>
                  <a:pt x="206014" y="152053"/>
                  <a:pt x="203923" y="149699"/>
                </a:cubicBezTo>
                <a:cubicBezTo>
                  <a:pt x="201557" y="147607"/>
                  <a:pt x="200379" y="144852"/>
                  <a:pt x="200379" y="141446"/>
                </a:cubicBezTo>
                <a:close/>
                <a:moveTo>
                  <a:pt x="47149" y="188595"/>
                </a:moveTo>
                <a:lnTo>
                  <a:pt x="47149" y="58933"/>
                </a:lnTo>
                <a:cubicBezTo>
                  <a:pt x="47149" y="55527"/>
                  <a:pt x="48326" y="52784"/>
                  <a:pt x="50681" y="50681"/>
                </a:cubicBezTo>
                <a:cubicBezTo>
                  <a:pt x="52784" y="48326"/>
                  <a:pt x="55527" y="47149"/>
                  <a:pt x="58933" y="47149"/>
                </a:cubicBezTo>
                <a:lnTo>
                  <a:pt x="165026" y="47149"/>
                </a:lnTo>
                <a:cubicBezTo>
                  <a:pt x="168421" y="47149"/>
                  <a:pt x="171176" y="48326"/>
                  <a:pt x="173267" y="50681"/>
                </a:cubicBezTo>
                <a:cubicBezTo>
                  <a:pt x="175633" y="52784"/>
                  <a:pt x="176811" y="55527"/>
                  <a:pt x="176811" y="58933"/>
                </a:cubicBezTo>
                <a:lnTo>
                  <a:pt x="176811" y="188595"/>
                </a:lnTo>
                <a:cubicBezTo>
                  <a:pt x="176811" y="192001"/>
                  <a:pt x="175633" y="194756"/>
                  <a:pt x="173267" y="196847"/>
                </a:cubicBezTo>
                <a:cubicBezTo>
                  <a:pt x="171176" y="199202"/>
                  <a:pt x="168421" y="200379"/>
                  <a:pt x="165026" y="200379"/>
                </a:cubicBezTo>
                <a:lnTo>
                  <a:pt x="58933" y="200379"/>
                </a:lnTo>
                <a:cubicBezTo>
                  <a:pt x="55527" y="200379"/>
                  <a:pt x="52784" y="199202"/>
                  <a:pt x="50681" y="196847"/>
                </a:cubicBezTo>
                <a:cubicBezTo>
                  <a:pt x="48326" y="194756"/>
                  <a:pt x="47149" y="192001"/>
                  <a:pt x="47149" y="188595"/>
                </a:cubicBezTo>
                <a:close/>
                <a:moveTo>
                  <a:pt x="200379" y="318257"/>
                </a:moveTo>
                <a:lnTo>
                  <a:pt x="200379" y="188595"/>
                </a:lnTo>
                <a:cubicBezTo>
                  <a:pt x="200379" y="185189"/>
                  <a:pt x="201557" y="182434"/>
                  <a:pt x="203923" y="180343"/>
                </a:cubicBezTo>
                <a:cubicBezTo>
                  <a:pt x="206014" y="177988"/>
                  <a:pt x="208769" y="176811"/>
                  <a:pt x="212175" y="176811"/>
                </a:cubicBezTo>
                <a:lnTo>
                  <a:pt x="318257" y="176811"/>
                </a:lnTo>
                <a:cubicBezTo>
                  <a:pt x="321663" y="176811"/>
                  <a:pt x="324406" y="177988"/>
                  <a:pt x="326509" y="180343"/>
                </a:cubicBezTo>
                <a:cubicBezTo>
                  <a:pt x="328864" y="182434"/>
                  <a:pt x="330041" y="185189"/>
                  <a:pt x="330041" y="188595"/>
                </a:cubicBezTo>
                <a:lnTo>
                  <a:pt x="330041" y="318257"/>
                </a:lnTo>
                <a:cubicBezTo>
                  <a:pt x="330041" y="321663"/>
                  <a:pt x="328864" y="324406"/>
                  <a:pt x="326509" y="326509"/>
                </a:cubicBezTo>
                <a:cubicBezTo>
                  <a:pt x="324406" y="328864"/>
                  <a:pt x="321663" y="330041"/>
                  <a:pt x="318257" y="330041"/>
                </a:cubicBezTo>
                <a:lnTo>
                  <a:pt x="212175" y="330041"/>
                </a:lnTo>
                <a:cubicBezTo>
                  <a:pt x="208769" y="330041"/>
                  <a:pt x="206014" y="328864"/>
                  <a:pt x="203923" y="326509"/>
                </a:cubicBezTo>
                <a:cubicBezTo>
                  <a:pt x="201557" y="324406"/>
                  <a:pt x="200379" y="321663"/>
                  <a:pt x="200379" y="318257"/>
                </a:cubicBezTo>
                <a:close/>
                <a:moveTo>
                  <a:pt x="47149" y="318257"/>
                </a:moveTo>
                <a:lnTo>
                  <a:pt x="47149" y="235744"/>
                </a:lnTo>
                <a:cubicBezTo>
                  <a:pt x="47149" y="232338"/>
                  <a:pt x="48326" y="229583"/>
                  <a:pt x="50681" y="227491"/>
                </a:cubicBezTo>
                <a:cubicBezTo>
                  <a:pt x="52784" y="225137"/>
                  <a:pt x="55527" y="223959"/>
                  <a:pt x="58933" y="223959"/>
                </a:cubicBezTo>
                <a:lnTo>
                  <a:pt x="165026" y="223959"/>
                </a:lnTo>
                <a:cubicBezTo>
                  <a:pt x="168421" y="223959"/>
                  <a:pt x="171176" y="225137"/>
                  <a:pt x="173267" y="227491"/>
                </a:cubicBezTo>
                <a:cubicBezTo>
                  <a:pt x="175633" y="229583"/>
                  <a:pt x="176811" y="232338"/>
                  <a:pt x="176811" y="235744"/>
                </a:cubicBezTo>
                <a:lnTo>
                  <a:pt x="176811" y="318257"/>
                </a:lnTo>
                <a:cubicBezTo>
                  <a:pt x="176811" y="321663"/>
                  <a:pt x="175633" y="324406"/>
                  <a:pt x="173267" y="326509"/>
                </a:cubicBezTo>
                <a:cubicBezTo>
                  <a:pt x="171176" y="328864"/>
                  <a:pt x="168421" y="330041"/>
                  <a:pt x="165026" y="330041"/>
                </a:cubicBezTo>
                <a:lnTo>
                  <a:pt x="58933" y="330041"/>
                </a:lnTo>
                <a:cubicBezTo>
                  <a:pt x="55527" y="330041"/>
                  <a:pt x="52784" y="328864"/>
                  <a:pt x="50681" y="326509"/>
                </a:cubicBezTo>
                <a:cubicBezTo>
                  <a:pt x="48326" y="324406"/>
                  <a:pt x="47149" y="321663"/>
                  <a:pt x="47149" y="318257"/>
                </a:cubicBezTo>
                <a:close/>
                <a:moveTo>
                  <a:pt x="70729" y="176811"/>
                </a:moveTo>
                <a:lnTo>
                  <a:pt x="153231" y="176811"/>
                </a:lnTo>
                <a:lnTo>
                  <a:pt x="153231" y="70729"/>
                </a:lnTo>
                <a:lnTo>
                  <a:pt x="70729" y="70729"/>
                </a:lnTo>
                <a:lnTo>
                  <a:pt x="70729" y="176811"/>
                </a:lnTo>
                <a:close/>
                <a:moveTo>
                  <a:pt x="223959" y="306473"/>
                </a:moveTo>
                <a:lnTo>
                  <a:pt x="306473" y="306473"/>
                </a:lnTo>
                <a:lnTo>
                  <a:pt x="306473" y="200379"/>
                </a:lnTo>
                <a:lnTo>
                  <a:pt x="223959" y="200379"/>
                </a:lnTo>
                <a:lnTo>
                  <a:pt x="223959" y="306473"/>
                </a:lnTo>
                <a:close/>
                <a:moveTo>
                  <a:pt x="223959" y="129662"/>
                </a:moveTo>
                <a:lnTo>
                  <a:pt x="306473" y="129662"/>
                </a:lnTo>
                <a:lnTo>
                  <a:pt x="306473" y="70729"/>
                </a:lnTo>
                <a:lnTo>
                  <a:pt x="223959" y="70729"/>
                </a:lnTo>
                <a:lnTo>
                  <a:pt x="223959" y="129662"/>
                </a:lnTo>
                <a:close/>
                <a:moveTo>
                  <a:pt x="70729" y="306473"/>
                </a:moveTo>
                <a:lnTo>
                  <a:pt x="153231" y="306473"/>
                </a:lnTo>
                <a:lnTo>
                  <a:pt x="153231" y="247528"/>
                </a:lnTo>
                <a:lnTo>
                  <a:pt x="70729" y="247528"/>
                </a:lnTo>
                <a:lnTo>
                  <a:pt x="70729" y="306473"/>
                </a:lnTo>
                <a:close/>
                <a:moveTo>
                  <a:pt x="153231" y="176811"/>
                </a:moveTo>
                <a:close/>
                <a:moveTo>
                  <a:pt x="223959" y="129662"/>
                </a:moveTo>
                <a:close/>
                <a:moveTo>
                  <a:pt x="223959" y="200379"/>
                </a:moveTo>
                <a:close/>
                <a:moveTo>
                  <a:pt x="153231" y="247528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4" name="圖說"/>
          <p:cNvSpPr/>
          <p:nvPr/>
        </p:nvSpPr>
        <p:spPr>
          <a:xfrm>
            <a:off x="10370553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儀表板</a:t>
            </a:r>
            <a:endParaRPr lang="en-US" sz="950" dirty="0"/>
          </a:p>
        </p:txBody>
      </p:sp>
      <p:sp>
        <p:nvSpPr>
          <p:cNvPr id="115" name="圖示 完成"/>
          <p:cNvSpPr/>
          <p:nvPr/>
        </p:nvSpPr>
        <p:spPr>
          <a:xfrm>
            <a:off x="11244920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65415" y="224348"/>
                </a:moveTo>
                <a:lnTo>
                  <a:pt x="126907" y="185840"/>
                </a:lnTo>
                <a:cubicBezTo>
                  <a:pt x="124553" y="183486"/>
                  <a:pt x="121672" y="182309"/>
                  <a:pt x="118266" y="182309"/>
                </a:cubicBezTo>
                <a:cubicBezTo>
                  <a:pt x="114860" y="182309"/>
                  <a:pt x="111843" y="183623"/>
                  <a:pt x="109225" y="186240"/>
                </a:cubicBezTo>
                <a:cubicBezTo>
                  <a:pt x="106871" y="188595"/>
                  <a:pt x="105693" y="191475"/>
                  <a:pt x="105693" y="194882"/>
                </a:cubicBezTo>
                <a:cubicBezTo>
                  <a:pt x="105693" y="198288"/>
                  <a:pt x="106871" y="201168"/>
                  <a:pt x="109225" y="203523"/>
                </a:cubicBezTo>
                <a:lnTo>
                  <a:pt x="157163" y="251849"/>
                </a:lnTo>
                <a:cubicBezTo>
                  <a:pt x="159517" y="254215"/>
                  <a:pt x="162272" y="255392"/>
                  <a:pt x="165415" y="255392"/>
                </a:cubicBezTo>
                <a:cubicBezTo>
                  <a:pt x="168558" y="255392"/>
                  <a:pt x="171313" y="254215"/>
                  <a:pt x="173667" y="251849"/>
                </a:cubicBezTo>
                <a:lnTo>
                  <a:pt x="267565" y="157951"/>
                </a:lnTo>
                <a:cubicBezTo>
                  <a:pt x="270194" y="155334"/>
                  <a:pt x="271497" y="152316"/>
                  <a:pt x="271497" y="148910"/>
                </a:cubicBezTo>
                <a:cubicBezTo>
                  <a:pt x="271497" y="145504"/>
                  <a:pt x="270194" y="142498"/>
                  <a:pt x="267565" y="139880"/>
                </a:cubicBezTo>
                <a:cubicBezTo>
                  <a:pt x="264947" y="137514"/>
                  <a:pt x="261941" y="136474"/>
                  <a:pt x="258535" y="136737"/>
                </a:cubicBezTo>
                <a:cubicBezTo>
                  <a:pt x="254866" y="136737"/>
                  <a:pt x="251849" y="137914"/>
                  <a:pt x="249494" y="140269"/>
                </a:cubicBezTo>
                <a:lnTo>
                  <a:pt x="165415" y="224348"/>
                </a:lnTo>
                <a:close/>
                <a:moveTo>
                  <a:pt x="188595" y="345758"/>
                </a:moveTo>
                <a:cubicBezTo>
                  <a:pt x="167118" y="345758"/>
                  <a:pt x="146818" y="341700"/>
                  <a:pt x="127696" y="333573"/>
                </a:cubicBezTo>
                <a:cubicBezTo>
                  <a:pt x="108574" y="325195"/>
                  <a:pt x="91943" y="313936"/>
                  <a:pt x="77793" y="299786"/>
                </a:cubicBezTo>
                <a:cubicBezTo>
                  <a:pt x="63391" y="285384"/>
                  <a:pt x="52121" y="268616"/>
                  <a:pt x="44006" y="249494"/>
                </a:cubicBezTo>
                <a:cubicBezTo>
                  <a:pt x="35627" y="230372"/>
                  <a:pt x="31433" y="210072"/>
                  <a:pt x="31433" y="188595"/>
                </a:cubicBezTo>
                <a:cubicBezTo>
                  <a:pt x="31433" y="166855"/>
                  <a:pt x="35627" y="146418"/>
                  <a:pt x="44006" y="127307"/>
                </a:cubicBezTo>
                <a:cubicBezTo>
                  <a:pt x="52121" y="108185"/>
                  <a:pt x="63391" y="91543"/>
                  <a:pt x="77793" y="77404"/>
                </a:cubicBezTo>
                <a:cubicBezTo>
                  <a:pt x="91943" y="63254"/>
                  <a:pt x="108574" y="52121"/>
                  <a:pt x="127696" y="44006"/>
                </a:cubicBezTo>
                <a:cubicBezTo>
                  <a:pt x="146818" y="35627"/>
                  <a:pt x="167118" y="31433"/>
                  <a:pt x="188595" y="31433"/>
                </a:cubicBezTo>
                <a:cubicBezTo>
                  <a:pt x="210335" y="31433"/>
                  <a:pt x="230772" y="35627"/>
                  <a:pt x="249894" y="44006"/>
                </a:cubicBezTo>
                <a:cubicBezTo>
                  <a:pt x="269005" y="52121"/>
                  <a:pt x="285647" y="63254"/>
                  <a:pt x="299786" y="77404"/>
                </a:cubicBezTo>
                <a:cubicBezTo>
                  <a:pt x="313936" y="91543"/>
                  <a:pt x="325195" y="108185"/>
                  <a:pt x="333573" y="127307"/>
                </a:cubicBezTo>
                <a:cubicBezTo>
                  <a:pt x="341700" y="146418"/>
                  <a:pt x="345758" y="166855"/>
                  <a:pt x="345758" y="188595"/>
                </a:cubicBezTo>
                <a:cubicBezTo>
                  <a:pt x="345758" y="210072"/>
                  <a:pt x="341700" y="230372"/>
                  <a:pt x="333573" y="249494"/>
                </a:cubicBezTo>
                <a:cubicBezTo>
                  <a:pt x="325195" y="268616"/>
                  <a:pt x="313936" y="285384"/>
                  <a:pt x="299786" y="299786"/>
                </a:cubicBezTo>
                <a:cubicBezTo>
                  <a:pt x="285647" y="313936"/>
                  <a:pt x="269005" y="325195"/>
                  <a:pt x="249894" y="333573"/>
                </a:cubicBezTo>
                <a:cubicBezTo>
                  <a:pt x="230772" y="341700"/>
                  <a:pt x="210335" y="345758"/>
                  <a:pt x="188595" y="345758"/>
                </a:cubicBezTo>
                <a:close/>
                <a:moveTo>
                  <a:pt x="188595" y="322189"/>
                </a:moveTo>
                <a:cubicBezTo>
                  <a:pt x="225788" y="322189"/>
                  <a:pt x="257358" y="309216"/>
                  <a:pt x="283281" y="283281"/>
                </a:cubicBezTo>
                <a:cubicBezTo>
                  <a:pt x="309216" y="257095"/>
                  <a:pt x="322189" y="225525"/>
                  <a:pt x="322189" y="188595"/>
                </a:cubicBezTo>
                <a:cubicBezTo>
                  <a:pt x="322189" y="151402"/>
                  <a:pt x="309216" y="119832"/>
                  <a:pt x="283281" y="93909"/>
                </a:cubicBezTo>
                <a:cubicBezTo>
                  <a:pt x="257358" y="67974"/>
                  <a:pt x="225788" y="55013"/>
                  <a:pt x="188595" y="55013"/>
                </a:cubicBezTo>
                <a:cubicBezTo>
                  <a:pt x="151665" y="55013"/>
                  <a:pt x="120232" y="67974"/>
                  <a:pt x="94298" y="93909"/>
                </a:cubicBezTo>
                <a:cubicBezTo>
                  <a:pt x="68100" y="119832"/>
                  <a:pt x="55013" y="151402"/>
                  <a:pt x="55013" y="188595"/>
                </a:cubicBezTo>
                <a:cubicBezTo>
                  <a:pt x="55013" y="225525"/>
                  <a:pt x="68100" y="257095"/>
                  <a:pt x="94298" y="283281"/>
                </a:cubicBezTo>
                <a:cubicBezTo>
                  <a:pt x="120232" y="309216"/>
                  <a:pt x="151665" y="322189"/>
                  <a:pt x="188595" y="322189"/>
                </a:cubicBez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6" name="圖說"/>
          <p:cNvSpPr/>
          <p:nvPr/>
        </p:nvSpPr>
        <p:spPr>
          <a:xfrm>
            <a:off x="11063954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</a:t>
            </a:r>
            <a:endParaRPr lang="en-US" sz="950" dirty="0"/>
          </a:p>
        </p:txBody>
      </p:sp>
      <p:sp>
        <p:nvSpPr>
          <p:cNvPr id="117" name="圖示 錯誤"/>
          <p:cNvSpPr/>
          <p:nvPr/>
        </p:nvSpPr>
        <p:spPr>
          <a:xfrm>
            <a:off x="11938321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595" y="205100"/>
                </a:moveTo>
                <a:lnTo>
                  <a:pt x="239276" y="255781"/>
                </a:lnTo>
                <a:cubicBezTo>
                  <a:pt x="241642" y="258135"/>
                  <a:pt x="244385" y="259324"/>
                  <a:pt x="247528" y="259324"/>
                </a:cubicBezTo>
                <a:cubicBezTo>
                  <a:pt x="250671" y="259324"/>
                  <a:pt x="253426" y="258135"/>
                  <a:pt x="255781" y="255781"/>
                </a:cubicBezTo>
                <a:cubicBezTo>
                  <a:pt x="258135" y="253426"/>
                  <a:pt x="259324" y="250671"/>
                  <a:pt x="259324" y="247528"/>
                </a:cubicBezTo>
                <a:cubicBezTo>
                  <a:pt x="259324" y="244385"/>
                  <a:pt x="258135" y="241642"/>
                  <a:pt x="255781" y="239276"/>
                </a:cubicBezTo>
                <a:lnTo>
                  <a:pt x="205100" y="188595"/>
                </a:lnTo>
                <a:lnTo>
                  <a:pt x="255781" y="137914"/>
                </a:lnTo>
                <a:cubicBezTo>
                  <a:pt x="258135" y="135548"/>
                  <a:pt x="259324" y="132805"/>
                  <a:pt x="259324" y="129662"/>
                </a:cubicBezTo>
                <a:cubicBezTo>
                  <a:pt x="259324" y="126519"/>
                  <a:pt x="258135" y="123764"/>
                  <a:pt x="255781" y="121409"/>
                </a:cubicBezTo>
                <a:cubicBezTo>
                  <a:pt x="253426" y="119055"/>
                  <a:pt x="250671" y="117878"/>
                  <a:pt x="247528" y="117878"/>
                </a:cubicBezTo>
                <a:cubicBezTo>
                  <a:pt x="244385" y="117878"/>
                  <a:pt x="241642" y="119055"/>
                  <a:pt x="239276" y="121409"/>
                </a:cubicBezTo>
                <a:lnTo>
                  <a:pt x="188595" y="172090"/>
                </a:lnTo>
                <a:lnTo>
                  <a:pt x="137914" y="121409"/>
                </a:lnTo>
                <a:cubicBezTo>
                  <a:pt x="135548" y="119055"/>
                  <a:pt x="132805" y="117878"/>
                  <a:pt x="129662" y="117878"/>
                </a:cubicBezTo>
                <a:cubicBezTo>
                  <a:pt x="126519" y="117878"/>
                  <a:pt x="123764" y="119055"/>
                  <a:pt x="121409" y="121409"/>
                </a:cubicBezTo>
                <a:cubicBezTo>
                  <a:pt x="119055" y="123764"/>
                  <a:pt x="117878" y="126519"/>
                  <a:pt x="117878" y="129662"/>
                </a:cubicBezTo>
                <a:cubicBezTo>
                  <a:pt x="117878" y="132805"/>
                  <a:pt x="119055" y="135548"/>
                  <a:pt x="121409" y="137914"/>
                </a:cubicBezTo>
                <a:lnTo>
                  <a:pt x="172090" y="188595"/>
                </a:lnTo>
                <a:lnTo>
                  <a:pt x="121409" y="239276"/>
                </a:lnTo>
                <a:cubicBezTo>
                  <a:pt x="119055" y="241642"/>
                  <a:pt x="117878" y="244385"/>
                  <a:pt x="117878" y="247528"/>
                </a:cubicBezTo>
                <a:cubicBezTo>
                  <a:pt x="117878" y="250671"/>
                  <a:pt x="119055" y="253426"/>
                  <a:pt x="121409" y="255781"/>
                </a:cubicBezTo>
                <a:cubicBezTo>
                  <a:pt x="123764" y="258135"/>
                  <a:pt x="126519" y="259324"/>
                  <a:pt x="129662" y="259324"/>
                </a:cubicBezTo>
                <a:cubicBezTo>
                  <a:pt x="132805" y="259324"/>
                  <a:pt x="135548" y="258135"/>
                  <a:pt x="137914" y="255781"/>
                </a:cubicBezTo>
                <a:lnTo>
                  <a:pt x="188595" y="205100"/>
                </a:lnTo>
                <a:close/>
                <a:moveTo>
                  <a:pt x="188595" y="345758"/>
                </a:moveTo>
                <a:cubicBezTo>
                  <a:pt x="167118" y="345758"/>
                  <a:pt x="146818" y="341700"/>
                  <a:pt x="127696" y="333573"/>
                </a:cubicBezTo>
                <a:cubicBezTo>
                  <a:pt x="108574" y="325195"/>
                  <a:pt x="91943" y="313936"/>
                  <a:pt x="77793" y="299786"/>
                </a:cubicBezTo>
                <a:cubicBezTo>
                  <a:pt x="63391" y="285384"/>
                  <a:pt x="52121" y="268616"/>
                  <a:pt x="44006" y="249494"/>
                </a:cubicBezTo>
                <a:cubicBezTo>
                  <a:pt x="35627" y="230372"/>
                  <a:pt x="31433" y="210072"/>
                  <a:pt x="31433" y="188595"/>
                </a:cubicBezTo>
                <a:cubicBezTo>
                  <a:pt x="31433" y="166855"/>
                  <a:pt x="35627" y="146418"/>
                  <a:pt x="44006" y="127307"/>
                </a:cubicBezTo>
                <a:cubicBezTo>
                  <a:pt x="52121" y="108185"/>
                  <a:pt x="63391" y="91543"/>
                  <a:pt x="77793" y="77404"/>
                </a:cubicBezTo>
                <a:cubicBezTo>
                  <a:pt x="91943" y="63254"/>
                  <a:pt x="108574" y="52121"/>
                  <a:pt x="127696" y="44006"/>
                </a:cubicBezTo>
                <a:cubicBezTo>
                  <a:pt x="146818" y="35627"/>
                  <a:pt x="167118" y="31433"/>
                  <a:pt x="188595" y="31433"/>
                </a:cubicBezTo>
                <a:cubicBezTo>
                  <a:pt x="210335" y="31433"/>
                  <a:pt x="230772" y="35627"/>
                  <a:pt x="249894" y="44006"/>
                </a:cubicBezTo>
                <a:cubicBezTo>
                  <a:pt x="269005" y="52121"/>
                  <a:pt x="285647" y="63254"/>
                  <a:pt x="299786" y="77404"/>
                </a:cubicBezTo>
                <a:cubicBezTo>
                  <a:pt x="313936" y="91543"/>
                  <a:pt x="325195" y="108185"/>
                  <a:pt x="333573" y="127307"/>
                </a:cubicBezTo>
                <a:cubicBezTo>
                  <a:pt x="341700" y="146418"/>
                  <a:pt x="345758" y="166855"/>
                  <a:pt x="345758" y="188595"/>
                </a:cubicBezTo>
                <a:cubicBezTo>
                  <a:pt x="345758" y="210072"/>
                  <a:pt x="341700" y="230372"/>
                  <a:pt x="333573" y="249494"/>
                </a:cubicBezTo>
                <a:cubicBezTo>
                  <a:pt x="325195" y="268616"/>
                  <a:pt x="313936" y="285384"/>
                  <a:pt x="299786" y="299786"/>
                </a:cubicBezTo>
                <a:cubicBezTo>
                  <a:pt x="285647" y="313936"/>
                  <a:pt x="269005" y="325195"/>
                  <a:pt x="249894" y="333573"/>
                </a:cubicBezTo>
                <a:cubicBezTo>
                  <a:pt x="230772" y="341700"/>
                  <a:pt x="210335" y="345758"/>
                  <a:pt x="188595" y="345758"/>
                </a:cubicBezTo>
                <a:close/>
                <a:moveTo>
                  <a:pt x="188595" y="322189"/>
                </a:moveTo>
                <a:cubicBezTo>
                  <a:pt x="225788" y="322189"/>
                  <a:pt x="257358" y="309216"/>
                  <a:pt x="283281" y="283281"/>
                </a:cubicBezTo>
                <a:cubicBezTo>
                  <a:pt x="309216" y="257095"/>
                  <a:pt x="322189" y="225525"/>
                  <a:pt x="322189" y="188595"/>
                </a:cubicBezTo>
                <a:cubicBezTo>
                  <a:pt x="322189" y="151402"/>
                  <a:pt x="309216" y="119832"/>
                  <a:pt x="283281" y="93909"/>
                </a:cubicBezTo>
                <a:cubicBezTo>
                  <a:pt x="257358" y="67974"/>
                  <a:pt x="225788" y="55013"/>
                  <a:pt x="188595" y="55013"/>
                </a:cubicBezTo>
                <a:cubicBezTo>
                  <a:pt x="151665" y="55013"/>
                  <a:pt x="120232" y="67974"/>
                  <a:pt x="94298" y="93909"/>
                </a:cubicBezTo>
                <a:cubicBezTo>
                  <a:pt x="68100" y="119832"/>
                  <a:pt x="55013" y="151402"/>
                  <a:pt x="55013" y="188595"/>
                </a:cubicBezTo>
                <a:cubicBezTo>
                  <a:pt x="55013" y="225525"/>
                  <a:pt x="68100" y="257095"/>
                  <a:pt x="94298" y="283281"/>
                </a:cubicBezTo>
                <a:cubicBezTo>
                  <a:pt x="120232" y="309216"/>
                  <a:pt x="151665" y="322189"/>
                  <a:pt x="188595" y="322189"/>
                </a:cubicBez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8" name="圖說"/>
          <p:cNvSpPr/>
          <p:nvPr/>
        </p:nvSpPr>
        <p:spPr>
          <a:xfrm>
            <a:off x="11757355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錯誤</a:t>
            </a:r>
            <a:endParaRPr lang="en-US" sz="950" dirty="0"/>
          </a:p>
        </p:txBody>
      </p:sp>
      <p:sp>
        <p:nvSpPr>
          <p:cNvPr id="119" name="圖示 阻擋"/>
          <p:cNvSpPr/>
          <p:nvPr/>
        </p:nvSpPr>
        <p:spPr>
          <a:xfrm>
            <a:off x="12631722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27307" y="333573"/>
                </a:moveTo>
                <a:cubicBezTo>
                  <a:pt x="108185" y="325195"/>
                  <a:pt x="91543" y="313936"/>
                  <a:pt x="77404" y="299786"/>
                </a:cubicBezTo>
                <a:cubicBezTo>
                  <a:pt x="63254" y="285647"/>
                  <a:pt x="52121" y="269005"/>
                  <a:pt x="44006" y="249894"/>
                </a:cubicBezTo>
                <a:cubicBezTo>
                  <a:pt x="35627" y="230772"/>
                  <a:pt x="31433" y="210335"/>
                  <a:pt x="31433" y="188595"/>
                </a:cubicBezTo>
                <a:cubicBezTo>
                  <a:pt x="31433" y="166855"/>
                  <a:pt x="35627" y="146418"/>
                  <a:pt x="44006" y="127307"/>
                </a:cubicBezTo>
                <a:cubicBezTo>
                  <a:pt x="52121" y="108185"/>
                  <a:pt x="63254" y="91543"/>
                  <a:pt x="77404" y="77404"/>
                </a:cubicBezTo>
                <a:cubicBezTo>
                  <a:pt x="91543" y="63254"/>
                  <a:pt x="108185" y="52121"/>
                  <a:pt x="127307" y="44006"/>
                </a:cubicBezTo>
                <a:cubicBezTo>
                  <a:pt x="146418" y="35627"/>
                  <a:pt x="166855" y="31433"/>
                  <a:pt x="188595" y="31433"/>
                </a:cubicBezTo>
                <a:cubicBezTo>
                  <a:pt x="210335" y="31433"/>
                  <a:pt x="230772" y="35627"/>
                  <a:pt x="249894" y="44006"/>
                </a:cubicBezTo>
                <a:cubicBezTo>
                  <a:pt x="269005" y="52121"/>
                  <a:pt x="285647" y="63254"/>
                  <a:pt x="299786" y="77404"/>
                </a:cubicBezTo>
                <a:cubicBezTo>
                  <a:pt x="313936" y="91543"/>
                  <a:pt x="325195" y="108185"/>
                  <a:pt x="333573" y="127307"/>
                </a:cubicBezTo>
                <a:cubicBezTo>
                  <a:pt x="341700" y="146418"/>
                  <a:pt x="345758" y="166855"/>
                  <a:pt x="345758" y="188595"/>
                </a:cubicBezTo>
                <a:cubicBezTo>
                  <a:pt x="345758" y="210335"/>
                  <a:pt x="341700" y="230772"/>
                  <a:pt x="333573" y="249894"/>
                </a:cubicBezTo>
                <a:cubicBezTo>
                  <a:pt x="325195" y="269005"/>
                  <a:pt x="313936" y="285647"/>
                  <a:pt x="299786" y="299786"/>
                </a:cubicBezTo>
                <a:cubicBezTo>
                  <a:pt x="285647" y="313936"/>
                  <a:pt x="269005" y="325195"/>
                  <a:pt x="249894" y="333573"/>
                </a:cubicBezTo>
                <a:cubicBezTo>
                  <a:pt x="230772" y="341700"/>
                  <a:pt x="210335" y="345758"/>
                  <a:pt x="188595" y="345758"/>
                </a:cubicBezTo>
                <a:cubicBezTo>
                  <a:pt x="166855" y="345758"/>
                  <a:pt x="146418" y="341700"/>
                  <a:pt x="127307" y="333573"/>
                </a:cubicBezTo>
                <a:close/>
                <a:moveTo>
                  <a:pt x="188595" y="322189"/>
                </a:moveTo>
                <a:cubicBezTo>
                  <a:pt x="204574" y="322189"/>
                  <a:pt x="220028" y="319560"/>
                  <a:pt x="234955" y="314325"/>
                </a:cubicBezTo>
                <a:cubicBezTo>
                  <a:pt x="249631" y="308827"/>
                  <a:pt x="262856" y="300963"/>
                  <a:pt x="274640" y="290756"/>
                </a:cubicBezTo>
                <a:lnTo>
                  <a:pt x="86445" y="102550"/>
                </a:lnTo>
                <a:cubicBezTo>
                  <a:pt x="76490" y="114597"/>
                  <a:pt x="68763" y="127959"/>
                  <a:pt x="63254" y="142624"/>
                </a:cubicBezTo>
                <a:cubicBezTo>
                  <a:pt x="57756" y="157288"/>
                  <a:pt x="55013" y="172616"/>
                  <a:pt x="55013" y="188595"/>
                </a:cubicBezTo>
                <a:cubicBezTo>
                  <a:pt x="55013" y="225788"/>
                  <a:pt x="67974" y="257358"/>
                  <a:pt x="93909" y="283281"/>
                </a:cubicBezTo>
                <a:cubicBezTo>
                  <a:pt x="119832" y="309216"/>
                  <a:pt x="151402" y="322189"/>
                  <a:pt x="188595" y="322189"/>
                </a:cubicBezTo>
                <a:close/>
                <a:moveTo>
                  <a:pt x="290356" y="274640"/>
                </a:moveTo>
                <a:cubicBezTo>
                  <a:pt x="300049" y="262856"/>
                  <a:pt x="307776" y="249631"/>
                  <a:pt x="313536" y="234955"/>
                </a:cubicBezTo>
                <a:cubicBezTo>
                  <a:pt x="319297" y="220028"/>
                  <a:pt x="322189" y="204574"/>
                  <a:pt x="322189" y="188595"/>
                </a:cubicBezTo>
                <a:cubicBezTo>
                  <a:pt x="322189" y="151402"/>
                  <a:pt x="309216" y="119832"/>
                  <a:pt x="283281" y="93909"/>
                </a:cubicBezTo>
                <a:cubicBezTo>
                  <a:pt x="257358" y="67974"/>
                  <a:pt x="225788" y="55013"/>
                  <a:pt x="188595" y="55013"/>
                </a:cubicBezTo>
                <a:cubicBezTo>
                  <a:pt x="172616" y="55013"/>
                  <a:pt x="157288" y="57756"/>
                  <a:pt x="142624" y="63254"/>
                </a:cubicBezTo>
                <a:cubicBezTo>
                  <a:pt x="127959" y="68763"/>
                  <a:pt x="114597" y="76615"/>
                  <a:pt x="102550" y="86834"/>
                </a:cubicBezTo>
                <a:lnTo>
                  <a:pt x="290356" y="274640"/>
                </a:ln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0" name="圖說"/>
          <p:cNvSpPr/>
          <p:nvPr/>
        </p:nvSpPr>
        <p:spPr>
          <a:xfrm>
            <a:off x="12450756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阻擋</a:t>
            </a:r>
            <a:endParaRPr lang="en-US" sz="950" dirty="0"/>
          </a:p>
        </p:txBody>
      </p:sp>
      <p:sp>
        <p:nvSpPr>
          <p:cNvPr id="121" name="圖示 警示"/>
          <p:cNvSpPr/>
          <p:nvPr/>
        </p:nvSpPr>
        <p:spPr>
          <a:xfrm>
            <a:off x="13325123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36153" y="330041"/>
                </a:moveTo>
                <a:cubicBezTo>
                  <a:pt x="33787" y="330041"/>
                  <a:pt x="31821" y="329515"/>
                  <a:pt x="30255" y="328475"/>
                </a:cubicBezTo>
                <a:cubicBezTo>
                  <a:pt x="28415" y="327424"/>
                  <a:pt x="26975" y="325984"/>
                  <a:pt x="25935" y="324143"/>
                </a:cubicBezTo>
                <a:cubicBezTo>
                  <a:pt x="24883" y="322315"/>
                  <a:pt x="24357" y="320486"/>
                  <a:pt x="24357" y="318646"/>
                </a:cubicBezTo>
                <a:cubicBezTo>
                  <a:pt x="24094" y="316554"/>
                  <a:pt x="24620" y="314451"/>
                  <a:pt x="25935" y="312359"/>
                </a:cubicBezTo>
                <a:lnTo>
                  <a:pt x="178377" y="49115"/>
                </a:lnTo>
                <a:cubicBezTo>
                  <a:pt x="179691" y="47023"/>
                  <a:pt x="181257" y="45583"/>
                  <a:pt x="183097" y="44794"/>
                </a:cubicBezTo>
                <a:cubicBezTo>
                  <a:pt x="184663" y="43743"/>
                  <a:pt x="186503" y="43217"/>
                  <a:pt x="188595" y="43217"/>
                </a:cubicBezTo>
                <a:cubicBezTo>
                  <a:pt x="190687" y="43217"/>
                  <a:pt x="192653" y="43743"/>
                  <a:pt x="194493" y="44794"/>
                </a:cubicBezTo>
                <a:cubicBezTo>
                  <a:pt x="196059" y="45583"/>
                  <a:pt x="197499" y="47023"/>
                  <a:pt x="198813" y="49115"/>
                </a:cubicBezTo>
                <a:lnTo>
                  <a:pt x="351255" y="312359"/>
                </a:lnTo>
                <a:cubicBezTo>
                  <a:pt x="352570" y="314451"/>
                  <a:pt x="353221" y="316554"/>
                  <a:pt x="353221" y="318646"/>
                </a:cubicBezTo>
                <a:cubicBezTo>
                  <a:pt x="352958" y="320486"/>
                  <a:pt x="352307" y="322315"/>
                  <a:pt x="351255" y="324143"/>
                </a:cubicBezTo>
                <a:cubicBezTo>
                  <a:pt x="350215" y="325984"/>
                  <a:pt x="348901" y="327424"/>
                  <a:pt x="347335" y="328475"/>
                </a:cubicBezTo>
                <a:cubicBezTo>
                  <a:pt x="345495" y="329515"/>
                  <a:pt x="343403" y="330041"/>
                  <a:pt x="341048" y="330041"/>
                </a:cubicBezTo>
                <a:lnTo>
                  <a:pt x="36153" y="330041"/>
                </a:lnTo>
                <a:close/>
                <a:moveTo>
                  <a:pt x="56579" y="306473"/>
                </a:moveTo>
                <a:lnTo>
                  <a:pt x="320612" y="306473"/>
                </a:lnTo>
                <a:lnTo>
                  <a:pt x="188595" y="78581"/>
                </a:lnTo>
                <a:lnTo>
                  <a:pt x="56579" y="306473"/>
                </a:lnTo>
                <a:close/>
                <a:moveTo>
                  <a:pt x="198813" y="280927"/>
                </a:moveTo>
                <a:cubicBezTo>
                  <a:pt x="200905" y="278572"/>
                  <a:pt x="201957" y="275692"/>
                  <a:pt x="201957" y="272285"/>
                </a:cubicBezTo>
                <a:cubicBezTo>
                  <a:pt x="201957" y="268879"/>
                  <a:pt x="200905" y="266125"/>
                  <a:pt x="198813" y="264033"/>
                </a:cubicBezTo>
                <a:cubicBezTo>
                  <a:pt x="196459" y="261678"/>
                  <a:pt x="193567" y="260501"/>
                  <a:pt x="190172" y="260501"/>
                </a:cubicBezTo>
                <a:cubicBezTo>
                  <a:pt x="186766" y="260501"/>
                  <a:pt x="184012" y="261678"/>
                  <a:pt x="181920" y="264033"/>
                </a:cubicBezTo>
                <a:cubicBezTo>
                  <a:pt x="179554" y="266125"/>
                  <a:pt x="178377" y="268879"/>
                  <a:pt x="178377" y="272285"/>
                </a:cubicBezTo>
                <a:cubicBezTo>
                  <a:pt x="178377" y="275692"/>
                  <a:pt x="179554" y="278572"/>
                  <a:pt x="181920" y="280927"/>
                </a:cubicBezTo>
                <a:cubicBezTo>
                  <a:pt x="184012" y="283018"/>
                  <a:pt x="186766" y="284070"/>
                  <a:pt x="190172" y="284070"/>
                </a:cubicBezTo>
                <a:cubicBezTo>
                  <a:pt x="193567" y="284070"/>
                  <a:pt x="196459" y="283018"/>
                  <a:pt x="198813" y="280927"/>
                </a:cubicBezTo>
                <a:close/>
                <a:moveTo>
                  <a:pt x="198813" y="237321"/>
                </a:moveTo>
                <a:cubicBezTo>
                  <a:pt x="200905" y="234955"/>
                  <a:pt x="201957" y="232075"/>
                  <a:pt x="201957" y="228669"/>
                </a:cubicBezTo>
                <a:lnTo>
                  <a:pt x="201957" y="164238"/>
                </a:lnTo>
                <a:cubicBezTo>
                  <a:pt x="201957" y="160832"/>
                  <a:pt x="200905" y="158077"/>
                  <a:pt x="198813" y="155985"/>
                </a:cubicBezTo>
                <a:cubicBezTo>
                  <a:pt x="196459" y="153631"/>
                  <a:pt x="193567" y="152453"/>
                  <a:pt x="190172" y="152453"/>
                </a:cubicBezTo>
                <a:cubicBezTo>
                  <a:pt x="186766" y="152453"/>
                  <a:pt x="184012" y="153631"/>
                  <a:pt x="181920" y="155985"/>
                </a:cubicBezTo>
                <a:cubicBezTo>
                  <a:pt x="179554" y="158077"/>
                  <a:pt x="178377" y="160832"/>
                  <a:pt x="178377" y="164238"/>
                </a:cubicBezTo>
                <a:lnTo>
                  <a:pt x="178377" y="228669"/>
                </a:lnTo>
                <a:cubicBezTo>
                  <a:pt x="178377" y="232075"/>
                  <a:pt x="179554" y="234955"/>
                  <a:pt x="181920" y="237321"/>
                </a:cubicBezTo>
                <a:cubicBezTo>
                  <a:pt x="184012" y="239413"/>
                  <a:pt x="186766" y="240464"/>
                  <a:pt x="190172" y="240464"/>
                </a:cubicBezTo>
                <a:cubicBezTo>
                  <a:pt x="193567" y="240464"/>
                  <a:pt x="196459" y="239413"/>
                  <a:pt x="198813" y="237321"/>
                </a:cubicBezTo>
                <a:close/>
                <a:moveTo>
                  <a:pt x="188595" y="192527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2" name="圖說"/>
          <p:cNvSpPr/>
          <p:nvPr/>
        </p:nvSpPr>
        <p:spPr>
          <a:xfrm>
            <a:off x="13144157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</a:t>
            </a:r>
            <a:endParaRPr lang="en-US" sz="950" dirty="0"/>
          </a:p>
        </p:txBody>
      </p:sp>
      <p:sp>
        <p:nvSpPr>
          <p:cNvPr id="123" name="圖示 異常"/>
          <p:cNvSpPr/>
          <p:nvPr/>
        </p:nvSpPr>
        <p:spPr>
          <a:xfrm>
            <a:off x="14018524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98025" y="263644"/>
                </a:moveTo>
                <a:cubicBezTo>
                  <a:pt x="200379" y="261015"/>
                  <a:pt x="201557" y="257872"/>
                  <a:pt x="201557" y="254215"/>
                </a:cubicBezTo>
                <a:cubicBezTo>
                  <a:pt x="201557" y="250546"/>
                  <a:pt x="200379" y="247528"/>
                  <a:pt x="198025" y="245174"/>
                </a:cubicBezTo>
                <a:cubicBezTo>
                  <a:pt x="195407" y="242556"/>
                  <a:pt x="192264" y="241242"/>
                  <a:pt x="188595" y="241242"/>
                </a:cubicBezTo>
                <a:cubicBezTo>
                  <a:pt x="184926" y="241242"/>
                  <a:pt x="181920" y="242419"/>
                  <a:pt x="179554" y="244785"/>
                </a:cubicBezTo>
                <a:cubicBezTo>
                  <a:pt x="176936" y="247402"/>
                  <a:pt x="175633" y="250546"/>
                  <a:pt x="175633" y="254215"/>
                </a:cubicBezTo>
                <a:cubicBezTo>
                  <a:pt x="175633" y="257872"/>
                  <a:pt x="176811" y="261015"/>
                  <a:pt x="179165" y="263644"/>
                </a:cubicBezTo>
                <a:cubicBezTo>
                  <a:pt x="181783" y="265999"/>
                  <a:pt x="184926" y="267176"/>
                  <a:pt x="188595" y="267176"/>
                </a:cubicBezTo>
                <a:cubicBezTo>
                  <a:pt x="192264" y="267176"/>
                  <a:pt x="195407" y="265999"/>
                  <a:pt x="198025" y="263644"/>
                </a:cubicBezTo>
                <a:close/>
                <a:moveTo>
                  <a:pt x="198413" y="203523"/>
                </a:moveTo>
                <a:cubicBezTo>
                  <a:pt x="200516" y="201431"/>
                  <a:pt x="201557" y="198676"/>
                  <a:pt x="201557" y="195270"/>
                </a:cubicBezTo>
                <a:lnTo>
                  <a:pt x="201557" y="119443"/>
                </a:lnTo>
                <a:cubicBezTo>
                  <a:pt x="201557" y="116037"/>
                  <a:pt x="200379" y="113283"/>
                  <a:pt x="198025" y="111191"/>
                </a:cubicBezTo>
                <a:cubicBezTo>
                  <a:pt x="195933" y="108836"/>
                  <a:pt x="193178" y="107659"/>
                  <a:pt x="189772" y="107659"/>
                </a:cubicBezTo>
                <a:cubicBezTo>
                  <a:pt x="186366" y="107659"/>
                  <a:pt x="183623" y="108836"/>
                  <a:pt x="181520" y="111191"/>
                </a:cubicBezTo>
                <a:cubicBezTo>
                  <a:pt x="179165" y="113283"/>
                  <a:pt x="177988" y="116037"/>
                  <a:pt x="177988" y="119443"/>
                </a:cubicBezTo>
                <a:lnTo>
                  <a:pt x="177988" y="195270"/>
                </a:lnTo>
                <a:cubicBezTo>
                  <a:pt x="177988" y="198676"/>
                  <a:pt x="179165" y="201431"/>
                  <a:pt x="181520" y="203523"/>
                </a:cubicBezTo>
                <a:cubicBezTo>
                  <a:pt x="183623" y="205889"/>
                  <a:pt x="186366" y="207066"/>
                  <a:pt x="189772" y="207066"/>
                </a:cubicBezTo>
                <a:cubicBezTo>
                  <a:pt x="193178" y="207066"/>
                  <a:pt x="196059" y="205889"/>
                  <a:pt x="198413" y="203523"/>
                </a:cubicBezTo>
                <a:close/>
                <a:moveTo>
                  <a:pt x="188595" y="345758"/>
                </a:moveTo>
                <a:cubicBezTo>
                  <a:pt x="167118" y="345758"/>
                  <a:pt x="146818" y="341700"/>
                  <a:pt x="127696" y="333573"/>
                </a:cubicBezTo>
                <a:cubicBezTo>
                  <a:pt x="108574" y="325195"/>
                  <a:pt x="91943" y="313936"/>
                  <a:pt x="77793" y="299786"/>
                </a:cubicBezTo>
                <a:cubicBezTo>
                  <a:pt x="63391" y="285384"/>
                  <a:pt x="52121" y="268616"/>
                  <a:pt x="44006" y="249494"/>
                </a:cubicBezTo>
                <a:cubicBezTo>
                  <a:pt x="35627" y="230372"/>
                  <a:pt x="31433" y="210072"/>
                  <a:pt x="31433" y="188595"/>
                </a:cubicBezTo>
                <a:cubicBezTo>
                  <a:pt x="31433" y="166855"/>
                  <a:pt x="35627" y="146418"/>
                  <a:pt x="44006" y="127307"/>
                </a:cubicBezTo>
                <a:cubicBezTo>
                  <a:pt x="52121" y="108185"/>
                  <a:pt x="63391" y="91543"/>
                  <a:pt x="77793" y="77404"/>
                </a:cubicBezTo>
                <a:cubicBezTo>
                  <a:pt x="91943" y="63254"/>
                  <a:pt x="108574" y="52121"/>
                  <a:pt x="127696" y="44006"/>
                </a:cubicBezTo>
                <a:cubicBezTo>
                  <a:pt x="146818" y="35627"/>
                  <a:pt x="167244" y="31433"/>
                  <a:pt x="188984" y="31433"/>
                </a:cubicBezTo>
                <a:cubicBezTo>
                  <a:pt x="210472" y="31433"/>
                  <a:pt x="230772" y="35627"/>
                  <a:pt x="249894" y="44006"/>
                </a:cubicBezTo>
                <a:cubicBezTo>
                  <a:pt x="269005" y="52121"/>
                  <a:pt x="285647" y="63254"/>
                  <a:pt x="299786" y="77404"/>
                </a:cubicBezTo>
                <a:cubicBezTo>
                  <a:pt x="313936" y="91543"/>
                  <a:pt x="325195" y="108185"/>
                  <a:pt x="333573" y="127307"/>
                </a:cubicBezTo>
                <a:cubicBezTo>
                  <a:pt x="341700" y="146418"/>
                  <a:pt x="345758" y="166855"/>
                  <a:pt x="345758" y="188595"/>
                </a:cubicBezTo>
                <a:cubicBezTo>
                  <a:pt x="345758" y="210072"/>
                  <a:pt x="341700" y="230372"/>
                  <a:pt x="333573" y="249494"/>
                </a:cubicBezTo>
                <a:cubicBezTo>
                  <a:pt x="325195" y="268616"/>
                  <a:pt x="313936" y="285247"/>
                  <a:pt x="299786" y="299397"/>
                </a:cubicBezTo>
                <a:cubicBezTo>
                  <a:pt x="285647" y="313799"/>
                  <a:pt x="269005" y="325069"/>
                  <a:pt x="249894" y="333185"/>
                </a:cubicBezTo>
                <a:cubicBezTo>
                  <a:pt x="230772" y="341563"/>
                  <a:pt x="210335" y="345758"/>
                  <a:pt x="188595" y="345758"/>
                </a:cubicBezTo>
                <a:close/>
                <a:moveTo>
                  <a:pt x="188984" y="322189"/>
                </a:moveTo>
                <a:cubicBezTo>
                  <a:pt x="225925" y="322189"/>
                  <a:pt x="257358" y="309216"/>
                  <a:pt x="283281" y="283281"/>
                </a:cubicBezTo>
                <a:cubicBezTo>
                  <a:pt x="309216" y="257095"/>
                  <a:pt x="322189" y="225525"/>
                  <a:pt x="322189" y="188595"/>
                </a:cubicBezTo>
                <a:cubicBezTo>
                  <a:pt x="322189" y="151402"/>
                  <a:pt x="309216" y="119832"/>
                  <a:pt x="283281" y="93909"/>
                </a:cubicBezTo>
                <a:cubicBezTo>
                  <a:pt x="257358" y="67974"/>
                  <a:pt x="225788" y="55013"/>
                  <a:pt x="188595" y="55013"/>
                </a:cubicBezTo>
                <a:cubicBezTo>
                  <a:pt x="151665" y="55013"/>
                  <a:pt x="120232" y="67974"/>
                  <a:pt x="94298" y="93909"/>
                </a:cubicBezTo>
                <a:cubicBezTo>
                  <a:pt x="68100" y="119832"/>
                  <a:pt x="55013" y="151402"/>
                  <a:pt x="55013" y="188595"/>
                </a:cubicBezTo>
                <a:cubicBezTo>
                  <a:pt x="55013" y="225525"/>
                  <a:pt x="68100" y="257095"/>
                  <a:pt x="94298" y="283281"/>
                </a:cubicBezTo>
                <a:cubicBezTo>
                  <a:pt x="120232" y="309216"/>
                  <a:pt x="151790" y="322189"/>
                  <a:pt x="188984" y="322189"/>
                </a:cubicBez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4" name="圖說"/>
          <p:cNvSpPr/>
          <p:nvPr/>
        </p:nvSpPr>
        <p:spPr>
          <a:xfrm>
            <a:off x="13837558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異常</a:t>
            </a:r>
            <a:endParaRPr lang="en-US" sz="950" dirty="0"/>
          </a:p>
        </p:txBody>
      </p:sp>
      <p:sp>
        <p:nvSpPr>
          <p:cNvPr id="125" name="圖示 緊急"/>
          <p:cNvSpPr/>
          <p:nvPr/>
        </p:nvSpPr>
        <p:spPr>
          <a:xfrm>
            <a:off x="843905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595" y="330041"/>
                </a:moveTo>
                <a:cubicBezTo>
                  <a:pt x="180994" y="330041"/>
                  <a:pt x="174582" y="327287"/>
                  <a:pt x="169347" y="321789"/>
                </a:cubicBezTo>
                <a:cubicBezTo>
                  <a:pt x="163838" y="316554"/>
                  <a:pt x="161094" y="310130"/>
                  <a:pt x="161094" y="302541"/>
                </a:cubicBezTo>
                <a:cubicBezTo>
                  <a:pt x="161094" y="294940"/>
                  <a:pt x="163838" y="288527"/>
                  <a:pt x="169347" y="283281"/>
                </a:cubicBezTo>
                <a:cubicBezTo>
                  <a:pt x="174582" y="277783"/>
                  <a:pt x="180994" y="275040"/>
                  <a:pt x="188595" y="275040"/>
                </a:cubicBezTo>
                <a:cubicBezTo>
                  <a:pt x="196196" y="275040"/>
                  <a:pt x="202745" y="277783"/>
                  <a:pt x="208243" y="283281"/>
                </a:cubicBezTo>
                <a:cubicBezTo>
                  <a:pt x="213478" y="288527"/>
                  <a:pt x="216096" y="294940"/>
                  <a:pt x="216096" y="302541"/>
                </a:cubicBezTo>
                <a:cubicBezTo>
                  <a:pt x="216096" y="310130"/>
                  <a:pt x="213352" y="316680"/>
                  <a:pt x="207843" y="322189"/>
                </a:cubicBezTo>
                <a:cubicBezTo>
                  <a:pt x="202608" y="327424"/>
                  <a:pt x="196196" y="330041"/>
                  <a:pt x="188595" y="330041"/>
                </a:cubicBezTo>
                <a:close/>
                <a:moveTo>
                  <a:pt x="188595" y="235744"/>
                </a:moveTo>
                <a:cubicBezTo>
                  <a:pt x="180994" y="235744"/>
                  <a:pt x="174582" y="232989"/>
                  <a:pt x="169347" y="227491"/>
                </a:cubicBezTo>
                <a:cubicBezTo>
                  <a:pt x="163838" y="222256"/>
                  <a:pt x="161094" y="215833"/>
                  <a:pt x="161094" y="208243"/>
                </a:cubicBezTo>
                <a:lnTo>
                  <a:pt x="161094" y="74649"/>
                </a:lnTo>
                <a:cubicBezTo>
                  <a:pt x="161094" y="67060"/>
                  <a:pt x="163838" y="60636"/>
                  <a:pt x="169347" y="55401"/>
                </a:cubicBezTo>
                <a:cubicBezTo>
                  <a:pt x="174582" y="49903"/>
                  <a:pt x="180994" y="47149"/>
                  <a:pt x="188595" y="47149"/>
                </a:cubicBezTo>
                <a:cubicBezTo>
                  <a:pt x="196196" y="47149"/>
                  <a:pt x="202745" y="49903"/>
                  <a:pt x="208243" y="55401"/>
                </a:cubicBezTo>
                <a:cubicBezTo>
                  <a:pt x="213478" y="60636"/>
                  <a:pt x="216096" y="67060"/>
                  <a:pt x="216096" y="74649"/>
                </a:cubicBezTo>
                <a:lnTo>
                  <a:pt x="216096" y="208243"/>
                </a:lnTo>
                <a:cubicBezTo>
                  <a:pt x="216096" y="215833"/>
                  <a:pt x="213352" y="222256"/>
                  <a:pt x="207843" y="227491"/>
                </a:cubicBezTo>
                <a:cubicBezTo>
                  <a:pt x="202608" y="232989"/>
                  <a:pt x="196196" y="235744"/>
                  <a:pt x="188595" y="235744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6" name="圖說"/>
          <p:cNvSpPr/>
          <p:nvPr/>
        </p:nvSpPr>
        <p:spPr>
          <a:xfrm>
            <a:off x="662940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緊急</a:t>
            </a:r>
            <a:endParaRPr lang="en-US" sz="950" dirty="0"/>
          </a:p>
        </p:txBody>
      </p:sp>
      <p:sp>
        <p:nvSpPr>
          <p:cNvPr id="127" name="圖示 資訊"/>
          <p:cNvSpPr/>
          <p:nvPr/>
        </p:nvSpPr>
        <p:spPr>
          <a:xfrm>
            <a:off x="1537306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98413" y="263644"/>
                </a:moveTo>
                <a:cubicBezTo>
                  <a:pt x="200516" y="261541"/>
                  <a:pt x="201557" y="258798"/>
                  <a:pt x="201557" y="255392"/>
                </a:cubicBezTo>
                <a:lnTo>
                  <a:pt x="201557" y="184663"/>
                </a:lnTo>
                <a:cubicBezTo>
                  <a:pt x="201557" y="181257"/>
                  <a:pt x="200379" y="178514"/>
                  <a:pt x="198025" y="176411"/>
                </a:cubicBezTo>
                <a:cubicBezTo>
                  <a:pt x="195933" y="174056"/>
                  <a:pt x="193178" y="172879"/>
                  <a:pt x="189772" y="172879"/>
                </a:cubicBezTo>
                <a:cubicBezTo>
                  <a:pt x="186366" y="172879"/>
                  <a:pt x="183623" y="174056"/>
                  <a:pt x="181520" y="176411"/>
                </a:cubicBezTo>
                <a:cubicBezTo>
                  <a:pt x="179165" y="178514"/>
                  <a:pt x="177988" y="181257"/>
                  <a:pt x="177988" y="184663"/>
                </a:cubicBezTo>
                <a:lnTo>
                  <a:pt x="177988" y="255392"/>
                </a:lnTo>
                <a:cubicBezTo>
                  <a:pt x="177988" y="258798"/>
                  <a:pt x="179165" y="261541"/>
                  <a:pt x="181520" y="263644"/>
                </a:cubicBezTo>
                <a:cubicBezTo>
                  <a:pt x="183623" y="265999"/>
                  <a:pt x="186366" y="267176"/>
                  <a:pt x="189772" y="267176"/>
                </a:cubicBezTo>
                <a:cubicBezTo>
                  <a:pt x="193178" y="267176"/>
                  <a:pt x="196059" y="265999"/>
                  <a:pt x="198413" y="263644"/>
                </a:cubicBezTo>
                <a:close/>
                <a:moveTo>
                  <a:pt x="198025" y="140269"/>
                </a:moveTo>
                <a:cubicBezTo>
                  <a:pt x="200379" y="137914"/>
                  <a:pt x="201557" y="134897"/>
                  <a:pt x="201557" y="131228"/>
                </a:cubicBezTo>
                <a:cubicBezTo>
                  <a:pt x="201557" y="127559"/>
                  <a:pt x="200379" y="124416"/>
                  <a:pt x="198025" y="121798"/>
                </a:cubicBezTo>
                <a:cubicBezTo>
                  <a:pt x="195407" y="119181"/>
                  <a:pt x="192264" y="117878"/>
                  <a:pt x="188595" y="117878"/>
                </a:cubicBezTo>
                <a:cubicBezTo>
                  <a:pt x="184926" y="117878"/>
                  <a:pt x="181920" y="119181"/>
                  <a:pt x="179554" y="121798"/>
                </a:cubicBezTo>
                <a:cubicBezTo>
                  <a:pt x="176936" y="124416"/>
                  <a:pt x="175633" y="127559"/>
                  <a:pt x="175633" y="131228"/>
                </a:cubicBezTo>
                <a:cubicBezTo>
                  <a:pt x="175633" y="134897"/>
                  <a:pt x="176811" y="137914"/>
                  <a:pt x="179165" y="140269"/>
                </a:cubicBezTo>
                <a:cubicBezTo>
                  <a:pt x="181783" y="142624"/>
                  <a:pt x="184926" y="143801"/>
                  <a:pt x="188595" y="143801"/>
                </a:cubicBezTo>
                <a:cubicBezTo>
                  <a:pt x="192264" y="143801"/>
                  <a:pt x="195407" y="142624"/>
                  <a:pt x="198025" y="140269"/>
                </a:cubicBezTo>
                <a:close/>
                <a:moveTo>
                  <a:pt x="188595" y="345758"/>
                </a:moveTo>
                <a:cubicBezTo>
                  <a:pt x="167118" y="345758"/>
                  <a:pt x="146818" y="341700"/>
                  <a:pt x="127696" y="333573"/>
                </a:cubicBezTo>
                <a:cubicBezTo>
                  <a:pt x="108574" y="325195"/>
                  <a:pt x="91943" y="313936"/>
                  <a:pt x="77793" y="299786"/>
                </a:cubicBezTo>
                <a:cubicBezTo>
                  <a:pt x="63391" y="285384"/>
                  <a:pt x="52121" y="268616"/>
                  <a:pt x="44006" y="249494"/>
                </a:cubicBezTo>
                <a:cubicBezTo>
                  <a:pt x="35627" y="230372"/>
                  <a:pt x="31433" y="210072"/>
                  <a:pt x="31433" y="188595"/>
                </a:cubicBezTo>
                <a:cubicBezTo>
                  <a:pt x="31433" y="166855"/>
                  <a:pt x="35627" y="146418"/>
                  <a:pt x="44006" y="127307"/>
                </a:cubicBezTo>
                <a:cubicBezTo>
                  <a:pt x="52121" y="108185"/>
                  <a:pt x="63391" y="91543"/>
                  <a:pt x="77793" y="77404"/>
                </a:cubicBezTo>
                <a:cubicBezTo>
                  <a:pt x="91943" y="63254"/>
                  <a:pt x="108574" y="52121"/>
                  <a:pt x="127696" y="44006"/>
                </a:cubicBezTo>
                <a:cubicBezTo>
                  <a:pt x="146818" y="35627"/>
                  <a:pt x="167244" y="31433"/>
                  <a:pt x="188984" y="31433"/>
                </a:cubicBezTo>
                <a:cubicBezTo>
                  <a:pt x="210472" y="31433"/>
                  <a:pt x="230772" y="35627"/>
                  <a:pt x="249894" y="44006"/>
                </a:cubicBezTo>
                <a:cubicBezTo>
                  <a:pt x="269005" y="52121"/>
                  <a:pt x="285647" y="63254"/>
                  <a:pt x="299786" y="77404"/>
                </a:cubicBezTo>
                <a:cubicBezTo>
                  <a:pt x="313936" y="91543"/>
                  <a:pt x="325195" y="108185"/>
                  <a:pt x="333573" y="127307"/>
                </a:cubicBezTo>
                <a:cubicBezTo>
                  <a:pt x="341700" y="146418"/>
                  <a:pt x="345758" y="166855"/>
                  <a:pt x="345758" y="188595"/>
                </a:cubicBezTo>
                <a:cubicBezTo>
                  <a:pt x="345758" y="210072"/>
                  <a:pt x="341700" y="230372"/>
                  <a:pt x="333573" y="249494"/>
                </a:cubicBezTo>
                <a:cubicBezTo>
                  <a:pt x="325195" y="268616"/>
                  <a:pt x="313936" y="285247"/>
                  <a:pt x="299786" y="299397"/>
                </a:cubicBezTo>
                <a:cubicBezTo>
                  <a:pt x="285647" y="313799"/>
                  <a:pt x="269005" y="325069"/>
                  <a:pt x="249894" y="333185"/>
                </a:cubicBezTo>
                <a:cubicBezTo>
                  <a:pt x="230772" y="341563"/>
                  <a:pt x="210335" y="345758"/>
                  <a:pt x="188595" y="345758"/>
                </a:cubicBezTo>
                <a:close/>
                <a:moveTo>
                  <a:pt x="188984" y="322189"/>
                </a:moveTo>
                <a:cubicBezTo>
                  <a:pt x="225925" y="322189"/>
                  <a:pt x="257358" y="309216"/>
                  <a:pt x="283281" y="283281"/>
                </a:cubicBezTo>
                <a:cubicBezTo>
                  <a:pt x="309216" y="257095"/>
                  <a:pt x="322189" y="225525"/>
                  <a:pt x="322189" y="188595"/>
                </a:cubicBezTo>
                <a:cubicBezTo>
                  <a:pt x="322189" y="151402"/>
                  <a:pt x="309216" y="119832"/>
                  <a:pt x="283281" y="93909"/>
                </a:cubicBezTo>
                <a:cubicBezTo>
                  <a:pt x="257358" y="67974"/>
                  <a:pt x="225788" y="55013"/>
                  <a:pt x="188595" y="55013"/>
                </a:cubicBezTo>
                <a:cubicBezTo>
                  <a:pt x="151665" y="55013"/>
                  <a:pt x="120232" y="67974"/>
                  <a:pt x="94298" y="93909"/>
                </a:cubicBezTo>
                <a:cubicBezTo>
                  <a:pt x="68100" y="119832"/>
                  <a:pt x="55013" y="151402"/>
                  <a:pt x="55013" y="188595"/>
                </a:cubicBezTo>
                <a:cubicBezTo>
                  <a:pt x="55013" y="225525"/>
                  <a:pt x="68100" y="257095"/>
                  <a:pt x="94298" y="283281"/>
                </a:cubicBezTo>
                <a:cubicBezTo>
                  <a:pt x="120232" y="309216"/>
                  <a:pt x="151790" y="322189"/>
                  <a:pt x="188984" y="322189"/>
                </a:cubicBez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8" name="圖說"/>
          <p:cNvSpPr/>
          <p:nvPr/>
        </p:nvSpPr>
        <p:spPr>
          <a:xfrm>
            <a:off x="1356341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</a:t>
            </a:r>
            <a:endParaRPr lang="en-US" sz="950" dirty="0"/>
          </a:p>
        </p:txBody>
      </p:sp>
      <p:sp>
        <p:nvSpPr>
          <p:cNvPr id="129" name="圖示 問題"/>
          <p:cNvSpPr/>
          <p:nvPr/>
        </p:nvSpPr>
        <p:spPr>
          <a:xfrm>
            <a:off x="2230707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200779" y="275817"/>
                </a:moveTo>
                <a:cubicBezTo>
                  <a:pt x="203660" y="272937"/>
                  <a:pt x="205100" y="269405"/>
                  <a:pt x="205100" y="265210"/>
                </a:cubicBezTo>
                <a:cubicBezTo>
                  <a:pt x="205100" y="261015"/>
                  <a:pt x="203660" y="257484"/>
                  <a:pt x="200779" y="254603"/>
                </a:cubicBezTo>
                <a:cubicBezTo>
                  <a:pt x="197899" y="251723"/>
                  <a:pt x="194356" y="250283"/>
                  <a:pt x="190172" y="250283"/>
                </a:cubicBezTo>
                <a:cubicBezTo>
                  <a:pt x="185978" y="250283"/>
                  <a:pt x="182434" y="251723"/>
                  <a:pt x="179554" y="254603"/>
                </a:cubicBezTo>
                <a:cubicBezTo>
                  <a:pt x="176674" y="257484"/>
                  <a:pt x="175233" y="261015"/>
                  <a:pt x="175233" y="265210"/>
                </a:cubicBezTo>
                <a:cubicBezTo>
                  <a:pt x="175233" y="269405"/>
                  <a:pt x="176674" y="272937"/>
                  <a:pt x="179554" y="275817"/>
                </a:cubicBezTo>
                <a:cubicBezTo>
                  <a:pt x="182434" y="278698"/>
                  <a:pt x="185978" y="280138"/>
                  <a:pt x="190172" y="280138"/>
                </a:cubicBezTo>
                <a:cubicBezTo>
                  <a:pt x="194356" y="280138"/>
                  <a:pt x="197899" y="278698"/>
                  <a:pt x="200779" y="275817"/>
                </a:cubicBezTo>
                <a:close/>
                <a:moveTo>
                  <a:pt x="188595" y="345758"/>
                </a:moveTo>
                <a:cubicBezTo>
                  <a:pt x="167118" y="345758"/>
                  <a:pt x="146818" y="341700"/>
                  <a:pt x="127696" y="333573"/>
                </a:cubicBezTo>
                <a:cubicBezTo>
                  <a:pt x="108574" y="325195"/>
                  <a:pt x="91943" y="313936"/>
                  <a:pt x="77793" y="299786"/>
                </a:cubicBezTo>
                <a:cubicBezTo>
                  <a:pt x="63391" y="285384"/>
                  <a:pt x="52121" y="268616"/>
                  <a:pt x="44006" y="249494"/>
                </a:cubicBezTo>
                <a:cubicBezTo>
                  <a:pt x="35627" y="230372"/>
                  <a:pt x="31433" y="210072"/>
                  <a:pt x="31433" y="188595"/>
                </a:cubicBezTo>
                <a:cubicBezTo>
                  <a:pt x="31433" y="166855"/>
                  <a:pt x="35627" y="146418"/>
                  <a:pt x="44006" y="127307"/>
                </a:cubicBezTo>
                <a:cubicBezTo>
                  <a:pt x="52121" y="108185"/>
                  <a:pt x="63391" y="91543"/>
                  <a:pt x="77793" y="77404"/>
                </a:cubicBezTo>
                <a:cubicBezTo>
                  <a:pt x="91943" y="63254"/>
                  <a:pt x="108574" y="52121"/>
                  <a:pt x="127696" y="44006"/>
                </a:cubicBezTo>
                <a:cubicBezTo>
                  <a:pt x="146818" y="35627"/>
                  <a:pt x="167244" y="31433"/>
                  <a:pt x="188984" y="31433"/>
                </a:cubicBezTo>
                <a:cubicBezTo>
                  <a:pt x="210472" y="31433"/>
                  <a:pt x="230772" y="35627"/>
                  <a:pt x="249894" y="44006"/>
                </a:cubicBezTo>
                <a:cubicBezTo>
                  <a:pt x="269005" y="52121"/>
                  <a:pt x="285647" y="63254"/>
                  <a:pt x="299786" y="77404"/>
                </a:cubicBezTo>
                <a:cubicBezTo>
                  <a:pt x="313936" y="91543"/>
                  <a:pt x="325195" y="108185"/>
                  <a:pt x="333573" y="127307"/>
                </a:cubicBezTo>
                <a:cubicBezTo>
                  <a:pt x="341700" y="146418"/>
                  <a:pt x="345758" y="166855"/>
                  <a:pt x="345758" y="188595"/>
                </a:cubicBezTo>
                <a:cubicBezTo>
                  <a:pt x="345758" y="210072"/>
                  <a:pt x="341700" y="230372"/>
                  <a:pt x="333573" y="249494"/>
                </a:cubicBezTo>
                <a:cubicBezTo>
                  <a:pt x="325195" y="268616"/>
                  <a:pt x="313936" y="285247"/>
                  <a:pt x="299786" y="299397"/>
                </a:cubicBezTo>
                <a:cubicBezTo>
                  <a:pt x="285647" y="313799"/>
                  <a:pt x="269005" y="325069"/>
                  <a:pt x="249894" y="333185"/>
                </a:cubicBezTo>
                <a:cubicBezTo>
                  <a:pt x="230772" y="341563"/>
                  <a:pt x="210335" y="345758"/>
                  <a:pt x="188595" y="345758"/>
                </a:cubicBezTo>
                <a:close/>
                <a:moveTo>
                  <a:pt x="188984" y="322189"/>
                </a:moveTo>
                <a:cubicBezTo>
                  <a:pt x="225925" y="322189"/>
                  <a:pt x="257358" y="309216"/>
                  <a:pt x="283281" y="283281"/>
                </a:cubicBezTo>
                <a:cubicBezTo>
                  <a:pt x="309216" y="257095"/>
                  <a:pt x="322189" y="225525"/>
                  <a:pt x="322189" y="188595"/>
                </a:cubicBezTo>
                <a:cubicBezTo>
                  <a:pt x="322189" y="151402"/>
                  <a:pt x="309216" y="119832"/>
                  <a:pt x="283281" y="93909"/>
                </a:cubicBezTo>
                <a:cubicBezTo>
                  <a:pt x="257358" y="67974"/>
                  <a:pt x="225788" y="55013"/>
                  <a:pt x="188595" y="55013"/>
                </a:cubicBezTo>
                <a:cubicBezTo>
                  <a:pt x="151665" y="55013"/>
                  <a:pt x="120232" y="67974"/>
                  <a:pt x="94298" y="93909"/>
                </a:cubicBezTo>
                <a:cubicBezTo>
                  <a:pt x="68100" y="119832"/>
                  <a:pt x="55013" y="151402"/>
                  <a:pt x="55013" y="188595"/>
                </a:cubicBezTo>
                <a:cubicBezTo>
                  <a:pt x="55013" y="225525"/>
                  <a:pt x="68100" y="257095"/>
                  <a:pt x="94298" y="283281"/>
                </a:cubicBezTo>
                <a:cubicBezTo>
                  <a:pt x="120232" y="309216"/>
                  <a:pt x="151790" y="322189"/>
                  <a:pt x="188984" y="322189"/>
                </a:cubicBezTo>
                <a:close/>
                <a:moveTo>
                  <a:pt x="188595" y="188595"/>
                </a:moveTo>
                <a:close/>
                <a:moveTo>
                  <a:pt x="189772" y="117878"/>
                </a:moveTo>
                <a:cubicBezTo>
                  <a:pt x="197636" y="117878"/>
                  <a:pt x="204574" y="120358"/>
                  <a:pt x="210598" y="125341"/>
                </a:cubicBezTo>
                <a:cubicBezTo>
                  <a:pt x="216621" y="130051"/>
                  <a:pt x="219639" y="136211"/>
                  <a:pt x="219639" y="143801"/>
                </a:cubicBezTo>
                <a:cubicBezTo>
                  <a:pt x="219639" y="150613"/>
                  <a:pt x="217536" y="156511"/>
                  <a:pt x="213352" y="161483"/>
                </a:cubicBezTo>
                <a:cubicBezTo>
                  <a:pt x="209420" y="166718"/>
                  <a:pt x="204837" y="171564"/>
                  <a:pt x="199602" y="176022"/>
                </a:cubicBezTo>
                <a:cubicBezTo>
                  <a:pt x="193567" y="180994"/>
                  <a:pt x="188332" y="186503"/>
                  <a:pt x="183886" y="192527"/>
                </a:cubicBezTo>
                <a:cubicBezTo>
                  <a:pt x="179428" y="198813"/>
                  <a:pt x="177199" y="205751"/>
                  <a:pt x="177199" y="213352"/>
                </a:cubicBezTo>
                <a:cubicBezTo>
                  <a:pt x="177199" y="216233"/>
                  <a:pt x="178251" y="218587"/>
                  <a:pt x="180343" y="220416"/>
                </a:cubicBezTo>
                <a:cubicBezTo>
                  <a:pt x="182697" y="221993"/>
                  <a:pt x="185326" y="222782"/>
                  <a:pt x="188206" y="222782"/>
                </a:cubicBezTo>
                <a:cubicBezTo>
                  <a:pt x="191350" y="222782"/>
                  <a:pt x="193967" y="221731"/>
                  <a:pt x="196059" y="219639"/>
                </a:cubicBezTo>
                <a:cubicBezTo>
                  <a:pt x="198150" y="217536"/>
                  <a:pt x="199465" y="214918"/>
                  <a:pt x="199991" y="211775"/>
                </a:cubicBezTo>
                <a:cubicBezTo>
                  <a:pt x="200779" y="206277"/>
                  <a:pt x="202871" y="201294"/>
                  <a:pt x="206277" y="196847"/>
                </a:cubicBezTo>
                <a:cubicBezTo>
                  <a:pt x="209683" y="192390"/>
                  <a:pt x="213615" y="188332"/>
                  <a:pt x="218062" y="184663"/>
                </a:cubicBezTo>
                <a:cubicBezTo>
                  <a:pt x="224611" y="179428"/>
                  <a:pt x="229983" y="173267"/>
                  <a:pt x="234178" y="166204"/>
                </a:cubicBezTo>
                <a:cubicBezTo>
                  <a:pt x="238361" y="159128"/>
                  <a:pt x="240464" y="151402"/>
                  <a:pt x="240464" y="143024"/>
                </a:cubicBezTo>
                <a:cubicBezTo>
                  <a:pt x="240464" y="129925"/>
                  <a:pt x="235618" y="119055"/>
                  <a:pt x="225925" y="110402"/>
                </a:cubicBezTo>
                <a:cubicBezTo>
                  <a:pt x="215970" y="101498"/>
                  <a:pt x="204311" y="97052"/>
                  <a:pt x="190950" y="97052"/>
                </a:cubicBezTo>
                <a:cubicBezTo>
                  <a:pt x="181520" y="97052"/>
                  <a:pt x="172490" y="99018"/>
                  <a:pt x="163838" y="102939"/>
                </a:cubicBezTo>
                <a:cubicBezTo>
                  <a:pt x="155197" y="106871"/>
                  <a:pt x="148121" y="112631"/>
                  <a:pt x="142624" y="120232"/>
                </a:cubicBezTo>
                <a:cubicBezTo>
                  <a:pt x="140795" y="122850"/>
                  <a:pt x="140006" y="125730"/>
                  <a:pt x="140269" y="128873"/>
                </a:cubicBezTo>
                <a:cubicBezTo>
                  <a:pt x="140269" y="131754"/>
                  <a:pt x="141446" y="134108"/>
                  <a:pt x="143801" y="135948"/>
                </a:cubicBezTo>
                <a:cubicBezTo>
                  <a:pt x="146681" y="138040"/>
                  <a:pt x="149824" y="138692"/>
                  <a:pt x="153231" y="137914"/>
                </a:cubicBezTo>
                <a:cubicBezTo>
                  <a:pt x="156374" y="137126"/>
                  <a:pt x="158991" y="135285"/>
                  <a:pt x="161094" y="132405"/>
                </a:cubicBezTo>
                <a:cubicBezTo>
                  <a:pt x="164501" y="127696"/>
                  <a:pt x="168684" y="124164"/>
                  <a:pt x="173667" y="121798"/>
                </a:cubicBezTo>
                <a:cubicBezTo>
                  <a:pt x="178639" y="119181"/>
                  <a:pt x="184012" y="117878"/>
                  <a:pt x="189772" y="117878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0" name="圖說"/>
          <p:cNvSpPr/>
          <p:nvPr/>
        </p:nvSpPr>
        <p:spPr>
          <a:xfrm>
            <a:off x="2049742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950" dirty="0"/>
          </a:p>
        </p:txBody>
      </p:sp>
      <p:sp>
        <p:nvSpPr>
          <p:cNvPr id="131" name="圖示 進行中"/>
          <p:cNvSpPr/>
          <p:nvPr/>
        </p:nvSpPr>
        <p:spPr>
          <a:xfrm>
            <a:off x="2924108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18655" y="202345"/>
                </a:moveTo>
                <a:cubicBezTo>
                  <a:pt x="122324" y="198676"/>
                  <a:pt x="124164" y="194093"/>
                  <a:pt x="124164" y="188595"/>
                </a:cubicBezTo>
                <a:cubicBezTo>
                  <a:pt x="124164" y="183097"/>
                  <a:pt x="122198" y="178514"/>
                  <a:pt x="118266" y="174845"/>
                </a:cubicBezTo>
                <a:cubicBezTo>
                  <a:pt x="114597" y="170913"/>
                  <a:pt x="110014" y="168947"/>
                  <a:pt x="104516" y="168947"/>
                </a:cubicBezTo>
                <a:cubicBezTo>
                  <a:pt x="99018" y="168947"/>
                  <a:pt x="94423" y="170913"/>
                  <a:pt x="90766" y="174845"/>
                </a:cubicBezTo>
                <a:cubicBezTo>
                  <a:pt x="86834" y="178514"/>
                  <a:pt x="84868" y="183097"/>
                  <a:pt x="84868" y="188595"/>
                </a:cubicBezTo>
                <a:cubicBezTo>
                  <a:pt x="84868" y="194093"/>
                  <a:pt x="86834" y="198813"/>
                  <a:pt x="90766" y="202745"/>
                </a:cubicBezTo>
                <a:cubicBezTo>
                  <a:pt x="94423" y="206403"/>
                  <a:pt x="99018" y="208243"/>
                  <a:pt x="104516" y="208243"/>
                </a:cubicBezTo>
                <a:cubicBezTo>
                  <a:pt x="110014" y="208243"/>
                  <a:pt x="114734" y="206277"/>
                  <a:pt x="118655" y="202345"/>
                </a:cubicBezTo>
                <a:close/>
                <a:moveTo>
                  <a:pt x="202745" y="202345"/>
                </a:moveTo>
                <a:cubicBezTo>
                  <a:pt x="206403" y="198676"/>
                  <a:pt x="208243" y="194093"/>
                  <a:pt x="208243" y="188595"/>
                </a:cubicBezTo>
                <a:cubicBezTo>
                  <a:pt x="208243" y="183097"/>
                  <a:pt x="206277" y="178514"/>
                  <a:pt x="202345" y="174845"/>
                </a:cubicBezTo>
                <a:cubicBezTo>
                  <a:pt x="198676" y="170913"/>
                  <a:pt x="194093" y="168947"/>
                  <a:pt x="188595" y="168947"/>
                </a:cubicBezTo>
                <a:cubicBezTo>
                  <a:pt x="183097" y="168947"/>
                  <a:pt x="178514" y="170913"/>
                  <a:pt x="174845" y="174845"/>
                </a:cubicBezTo>
                <a:cubicBezTo>
                  <a:pt x="170913" y="178514"/>
                  <a:pt x="168947" y="183097"/>
                  <a:pt x="168947" y="188595"/>
                </a:cubicBezTo>
                <a:cubicBezTo>
                  <a:pt x="168947" y="194093"/>
                  <a:pt x="170913" y="198813"/>
                  <a:pt x="174845" y="202745"/>
                </a:cubicBezTo>
                <a:cubicBezTo>
                  <a:pt x="178514" y="206403"/>
                  <a:pt x="183097" y="208243"/>
                  <a:pt x="188595" y="208243"/>
                </a:cubicBezTo>
                <a:cubicBezTo>
                  <a:pt x="194093" y="208243"/>
                  <a:pt x="198813" y="206277"/>
                  <a:pt x="202745" y="202345"/>
                </a:cubicBezTo>
                <a:close/>
                <a:moveTo>
                  <a:pt x="286424" y="202345"/>
                </a:moveTo>
                <a:cubicBezTo>
                  <a:pt x="290093" y="198676"/>
                  <a:pt x="291934" y="194093"/>
                  <a:pt x="291934" y="188595"/>
                </a:cubicBezTo>
                <a:cubicBezTo>
                  <a:pt x="291934" y="183097"/>
                  <a:pt x="289968" y="178514"/>
                  <a:pt x="286036" y="174845"/>
                </a:cubicBezTo>
                <a:cubicBezTo>
                  <a:pt x="282367" y="170913"/>
                  <a:pt x="277783" y="168947"/>
                  <a:pt x="272285" y="168947"/>
                </a:cubicBezTo>
                <a:cubicBezTo>
                  <a:pt x="266788" y="168947"/>
                  <a:pt x="262204" y="170913"/>
                  <a:pt x="258535" y="174845"/>
                </a:cubicBezTo>
                <a:cubicBezTo>
                  <a:pt x="254603" y="178514"/>
                  <a:pt x="252637" y="183097"/>
                  <a:pt x="252637" y="188595"/>
                </a:cubicBezTo>
                <a:cubicBezTo>
                  <a:pt x="252637" y="194093"/>
                  <a:pt x="254603" y="198813"/>
                  <a:pt x="258535" y="202745"/>
                </a:cubicBezTo>
                <a:cubicBezTo>
                  <a:pt x="262204" y="206403"/>
                  <a:pt x="266788" y="208243"/>
                  <a:pt x="272285" y="208243"/>
                </a:cubicBezTo>
                <a:cubicBezTo>
                  <a:pt x="277783" y="208243"/>
                  <a:pt x="282504" y="206277"/>
                  <a:pt x="286424" y="202345"/>
                </a:cubicBezTo>
                <a:close/>
                <a:moveTo>
                  <a:pt x="188595" y="345758"/>
                </a:moveTo>
                <a:cubicBezTo>
                  <a:pt x="167118" y="345758"/>
                  <a:pt x="146818" y="341700"/>
                  <a:pt x="127696" y="333573"/>
                </a:cubicBezTo>
                <a:cubicBezTo>
                  <a:pt x="108574" y="325195"/>
                  <a:pt x="91943" y="313936"/>
                  <a:pt x="77793" y="299786"/>
                </a:cubicBezTo>
                <a:cubicBezTo>
                  <a:pt x="63391" y="285384"/>
                  <a:pt x="52121" y="268616"/>
                  <a:pt x="44006" y="249494"/>
                </a:cubicBezTo>
                <a:cubicBezTo>
                  <a:pt x="35627" y="230372"/>
                  <a:pt x="31433" y="210072"/>
                  <a:pt x="31433" y="188595"/>
                </a:cubicBezTo>
                <a:cubicBezTo>
                  <a:pt x="31433" y="166855"/>
                  <a:pt x="35627" y="146418"/>
                  <a:pt x="44006" y="127307"/>
                </a:cubicBezTo>
                <a:cubicBezTo>
                  <a:pt x="52121" y="108185"/>
                  <a:pt x="63391" y="91543"/>
                  <a:pt x="77793" y="77404"/>
                </a:cubicBezTo>
                <a:cubicBezTo>
                  <a:pt x="91943" y="63254"/>
                  <a:pt x="108574" y="52121"/>
                  <a:pt x="127696" y="44006"/>
                </a:cubicBezTo>
                <a:cubicBezTo>
                  <a:pt x="146818" y="35627"/>
                  <a:pt x="167244" y="31433"/>
                  <a:pt x="188984" y="31433"/>
                </a:cubicBezTo>
                <a:cubicBezTo>
                  <a:pt x="210472" y="31433"/>
                  <a:pt x="230772" y="35627"/>
                  <a:pt x="249894" y="44006"/>
                </a:cubicBezTo>
                <a:cubicBezTo>
                  <a:pt x="269005" y="52121"/>
                  <a:pt x="285647" y="63254"/>
                  <a:pt x="299786" y="77404"/>
                </a:cubicBezTo>
                <a:cubicBezTo>
                  <a:pt x="313936" y="91543"/>
                  <a:pt x="325195" y="108185"/>
                  <a:pt x="333573" y="127307"/>
                </a:cubicBezTo>
                <a:cubicBezTo>
                  <a:pt x="341700" y="146418"/>
                  <a:pt x="345758" y="166855"/>
                  <a:pt x="345758" y="188595"/>
                </a:cubicBezTo>
                <a:cubicBezTo>
                  <a:pt x="345758" y="210072"/>
                  <a:pt x="341700" y="230372"/>
                  <a:pt x="333573" y="249494"/>
                </a:cubicBezTo>
                <a:cubicBezTo>
                  <a:pt x="325195" y="268616"/>
                  <a:pt x="313936" y="285247"/>
                  <a:pt x="299786" y="299397"/>
                </a:cubicBezTo>
                <a:cubicBezTo>
                  <a:pt x="285647" y="313799"/>
                  <a:pt x="269005" y="325069"/>
                  <a:pt x="249894" y="333185"/>
                </a:cubicBezTo>
                <a:cubicBezTo>
                  <a:pt x="230772" y="341563"/>
                  <a:pt x="210335" y="345758"/>
                  <a:pt x="188595" y="345758"/>
                </a:cubicBezTo>
                <a:close/>
                <a:moveTo>
                  <a:pt x="188984" y="322189"/>
                </a:moveTo>
                <a:cubicBezTo>
                  <a:pt x="225925" y="322189"/>
                  <a:pt x="257358" y="309216"/>
                  <a:pt x="283281" y="283281"/>
                </a:cubicBezTo>
                <a:cubicBezTo>
                  <a:pt x="309216" y="257095"/>
                  <a:pt x="322189" y="225525"/>
                  <a:pt x="322189" y="188595"/>
                </a:cubicBezTo>
                <a:cubicBezTo>
                  <a:pt x="322189" y="151402"/>
                  <a:pt x="309216" y="119832"/>
                  <a:pt x="283281" y="93909"/>
                </a:cubicBezTo>
                <a:cubicBezTo>
                  <a:pt x="257358" y="67974"/>
                  <a:pt x="225788" y="55013"/>
                  <a:pt x="188595" y="55013"/>
                </a:cubicBezTo>
                <a:cubicBezTo>
                  <a:pt x="151665" y="55013"/>
                  <a:pt x="120232" y="67974"/>
                  <a:pt x="94298" y="93909"/>
                </a:cubicBezTo>
                <a:cubicBezTo>
                  <a:pt x="68100" y="119832"/>
                  <a:pt x="55013" y="151402"/>
                  <a:pt x="55013" y="188595"/>
                </a:cubicBezTo>
                <a:cubicBezTo>
                  <a:pt x="55013" y="225525"/>
                  <a:pt x="68100" y="257095"/>
                  <a:pt x="94298" y="283281"/>
                </a:cubicBezTo>
                <a:cubicBezTo>
                  <a:pt x="120232" y="309216"/>
                  <a:pt x="151790" y="322189"/>
                  <a:pt x="188984" y="322189"/>
                </a:cubicBez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2" name="圖說"/>
          <p:cNvSpPr/>
          <p:nvPr/>
        </p:nvSpPr>
        <p:spPr>
          <a:xfrm>
            <a:off x="2743143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進行中</a:t>
            </a:r>
            <a:endParaRPr lang="en-US" sz="950" dirty="0"/>
          </a:p>
        </p:txBody>
      </p:sp>
      <p:sp>
        <p:nvSpPr>
          <p:cNvPr id="133" name="圖示 等待"/>
          <p:cNvSpPr/>
          <p:nvPr/>
        </p:nvSpPr>
        <p:spPr>
          <a:xfrm>
            <a:off x="3617509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21021" y="322189"/>
                </a:moveTo>
                <a:lnTo>
                  <a:pt x="256181" y="322189"/>
                </a:lnTo>
                <a:lnTo>
                  <a:pt x="256181" y="272285"/>
                </a:lnTo>
                <a:cubicBezTo>
                  <a:pt x="256181" y="253426"/>
                  <a:pt x="249631" y="237573"/>
                  <a:pt x="236532" y="224748"/>
                </a:cubicBezTo>
                <a:cubicBezTo>
                  <a:pt x="223434" y="211649"/>
                  <a:pt x="207455" y="205100"/>
                  <a:pt x="188595" y="205100"/>
                </a:cubicBezTo>
                <a:cubicBezTo>
                  <a:pt x="169736" y="205100"/>
                  <a:pt x="153756" y="211649"/>
                  <a:pt x="140658" y="224748"/>
                </a:cubicBezTo>
                <a:cubicBezTo>
                  <a:pt x="127559" y="237573"/>
                  <a:pt x="121021" y="253426"/>
                  <a:pt x="121021" y="272285"/>
                </a:cubicBezTo>
                <a:lnTo>
                  <a:pt x="121021" y="322189"/>
                </a:lnTo>
                <a:close/>
                <a:moveTo>
                  <a:pt x="236532" y="152453"/>
                </a:moveTo>
                <a:cubicBezTo>
                  <a:pt x="249631" y="139355"/>
                  <a:pt x="256181" y="123375"/>
                  <a:pt x="256181" y="104516"/>
                </a:cubicBezTo>
                <a:lnTo>
                  <a:pt x="256181" y="55013"/>
                </a:lnTo>
                <a:lnTo>
                  <a:pt x="121021" y="55013"/>
                </a:lnTo>
                <a:lnTo>
                  <a:pt x="121021" y="104516"/>
                </a:lnTo>
                <a:cubicBezTo>
                  <a:pt x="121021" y="123375"/>
                  <a:pt x="127559" y="139355"/>
                  <a:pt x="140658" y="152453"/>
                </a:cubicBezTo>
                <a:cubicBezTo>
                  <a:pt x="153756" y="165541"/>
                  <a:pt x="169736" y="172090"/>
                  <a:pt x="188595" y="172090"/>
                </a:cubicBezTo>
                <a:cubicBezTo>
                  <a:pt x="207455" y="172090"/>
                  <a:pt x="223434" y="165541"/>
                  <a:pt x="236532" y="152453"/>
                </a:cubicBezTo>
                <a:close/>
                <a:moveTo>
                  <a:pt x="74649" y="345758"/>
                </a:moveTo>
                <a:cubicBezTo>
                  <a:pt x="71243" y="345758"/>
                  <a:pt x="68500" y="344706"/>
                  <a:pt x="66397" y="342614"/>
                </a:cubicBezTo>
                <a:cubicBezTo>
                  <a:pt x="64042" y="340260"/>
                  <a:pt x="62865" y="337379"/>
                  <a:pt x="62865" y="333973"/>
                </a:cubicBezTo>
                <a:cubicBezTo>
                  <a:pt x="62865" y="330567"/>
                  <a:pt x="64042" y="327812"/>
                  <a:pt x="66397" y="325721"/>
                </a:cubicBezTo>
                <a:cubicBezTo>
                  <a:pt x="68500" y="323366"/>
                  <a:pt x="71243" y="322189"/>
                  <a:pt x="74649" y="322189"/>
                </a:cubicBezTo>
                <a:lnTo>
                  <a:pt x="97441" y="322189"/>
                </a:lnTo>
                <a:lnTo>
                  <a:pt x="97441" y="272285"/>
                </a:lnTo>
                <a:cubicBezTo>
                  <a:pt x="97441" y="253689"/>
                  <a:pt x="102676" y="236795"/>
                  <a:pt x="113157" y="221605"/>
                </a:cubicBezTo>
                <a:cubicBezTo>
                  <a:pt x="123638" y="206403"/>
                  <a:pt x="137514" y="195407"/>
                  <a:pt x="154808" y="188595"/>
                </a:cubicBezTo>
                <a:cubicBezTo>
                  <a:pt x="137514" y="181520"/>
                  <a:pt x="123638" y="170387"/>
                  <a:pt x="113157" y="155197"/>
                </a:cubicBezTo>
                <a:cubicBezTo>
                  <a:pt x="102676" y="140006"/>
                  <a:pt x="97441" y="123113"/>
                  <a:pt x="97441" y="104516"/>
                </a:cubicBezTo>
                <a:lnTo>
                  <a:pt x="97441" y="55013"/>
                </a:lnTo>
                <a:lnTo>
                  <a:pt x="74649" y="55013"/>
                </a:lnTo>
                <a:cubicBezTo>
                  <a:pt x="71243" y="55013"/>
                  <a:pt x="68500" y="53961"/>
                  <a:pt x="66397" y="51869"/>
                </a:cubicBezTo>
                <a:cubicBezTo>
                  <a:pt x="64042" y="49503"/>
                  <a:pt x="62865" y="46623"/>
                  <a:pt x="62865" y="43217"/>
                </a:cubicBezTo>
                <a:cubicBezTo>
                  <a:pt x="62865" y="39811"/>
                  <a:pt x="64042" y="37067"/>
                  <a:pt x="66397" y="34964"/>
                </a:cubicBezTo>
                <a:cubicBezTo>
                  <a:pt x="68500" y="32610"/>
                  <a:pt x="71243" y="31433"/>
                  <a:pt x="74649" y="31433"/>
                </a:cubicBezTo>
                <a:lnTo>
                  <a:pt x="302541" y="31433"/>
                </a:lnTo>
                <a:cubicBezTo>
                  <a:pt x="305947" y="31433"/>
                  <a:pt x="308827" y="32610"/>
                  <a:pt x="311182" y="34964"/>
                </a:cubicBezTo>
                <a:cubicBezTo>
                  <a:pt x="313273" y="37067"/>
                  <a:pt x="314325" y="39811"/>
                  <a:pt x="314325" y="43217"/>
                </a:cubicBezTo>
                <a:cubicBezTo>
                  <a:pt x="314325" y="46623"/>
                  <a:pt x="313273" y="49503"/>
                  <a:pt x="311182" y="51869"/>
                </a:cubicBezTo>
                <a:cubicBezTo>
                  <a:pt x="308827" y="53961"/>
                  <a:pt x="305947" y="55013"/>
                  <a:pt x="302541" y="55013"/>
                </a:cubicBezTo>
                <a:lnTo>
                  <a:pt x="279749" y="55013"/>
                </a:lnTo>
                <a:lnTo>
                  <a:pt x="279749" y="104516"/>
                </a:lnTo>
                <a:cubicBezTo>
                  <a:pt x="279749" y="123113"/>
                  <a:pt x="274514" y="140006"/>
                  <a:pt x="264033" y="155197"/>
                </a:cubicBezTo>
                <a:cubicBezTo>
                  <a:pt x="253552" y="170387"/>
                  <a:pt x="239676" y="181520"/>
                  <a:pt x="222382" y="188595"/>
                </a:cubicBezTo>
                <a:cubicBezTo>
                  <a:pt x="239676" y="195407"/>
                  <a:pt x="253552" y="206403"/>
                  <a:pt x="264033" y="221605"/>
                </a:cubicBezTo>
                <a:cubicBezTo>
                  <a:pt x="274514" y="236795"/>
                  <a:pt x="279749" y="253689"/>
                  <a:pt x="279749" y="272285"/>
                </a:cubicBezTo>
                <a:lnTo>
                  <a:pt x="279749" y="322189"/>
                </a:lnTo>
                <a:lnTo>
                  <a:pt x="302541" y="322189"/>
                </a:lnTo>
                <a:cubicBezTo>
                  <a:pt x="305947" y="322189"/>
                  <a:pt x="308827" y="323366"/>
                  <a:pt x="311182" y="325721"/>
                </a:cubicBezTo>
                <a:cubicBezTo>
                  <a:pt x="313273" y="327812"/>
                  <a:pt x="314325" y="330567"/>
                  <a:pt x="314325" y="333973"/>
                </a:cubicBezTo>
                <a:cubicBezTo>
                  <a:pt x="314325" y="337379"/>
                  <a:pt x="313273" y="340260"/>
                  <a:pt x="311182" y="342614"/>
                </a:cubicBezTo>
                <a:cubicBezTo>
                  <a:pt x="308827" y="344706"/>
                  <a:pt x="305947" y="345758"/>
                  <a:pt x="302541" y="345758"/>
                </a:cubicBezTo>
                <a:lnTo>
                  <a:pt x="74649" y="345758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4" name="圖說"/>
          <p:cNvSpPr/>
          <p:nvPr/>
        </p:nvSpPr>
        <p:spPr>
          <a:xfrm>
            <a:off x="3436544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</a:t>
            </a:r>
            <a:endParaRPr lang="en-US" sz="950" dirty="0"/>
          </a:p>
        </p:txBody>
      </p:sp>
      <p:sp>
        <p:nvSpPr>
          <p:cNvPr id="135" name="圖示 通知"/>
          <p:cNvSpPr/>
          <p:nvPr/>
        </p:nvSpPr>
        <p:spPr>
          <a:xfrm>
            <a:off x="4310910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74649" y="298609"/>
                </a:moveTo>
                <a:cubicBezTo>
                  <a:pt x="71243" y="298609"/>
                  <a:pt x="68500" y="297431"/>
                  <a:pt x="66397" y="295077"/>
                </a:cubicBezTo>
                <a:cubicBezTo>
                  <a:pt x="64042" y="292974"/>
                  <a:pt x="62865" y="290231"/>
                  <a:pt x="62865" y="286824"/>
                </a:cubicBezTo>
                <a:cubicBezTo>
                  <a:pt x="62865" y="283418"/>
                  <a:pt x="64042" y="280664"/>
                  <a:pt x="66397" y="278572"/>
                </a:cubicBezTo>
                <a:cubicBezTo>
                  <a:pt x="68500" y="276217"/>
                  <a:pt x="71243" y="275040"/>
                  <a:pt x="74649" y="275040"/>
                </a:cubicBezTo>
                <a:lnTo>
                  <a:pt x="94298" y="275040"/>
                </a:lnTo>
                <a:lnTo>
                  <a:pt x="94298" y="155597"/>
                </a:lnTo>
                <a:cubicBezTo>
                  <a:pt x="94298" y="133594"/>
                  <a:pt x="100847" y="113946"/>
                  <a:pt x="113946" y="96652"/>
                </a:cubicBezTo>
                <a:cubicBezTo>
                  <a:pt x="126782" y="79107"/>
                  <a:pt x="143801" y="68100"/>
                  <a:pt x="165026" y="63654"/>
                </a:cubicBezTo>
                <a:lnTo>
                  <a:pt x="165026" y="55013"/>
                </a:lnTo>
                <a:cubicBezTo>
                  <a:pt x="165026" y="48463"/>
                  <a:pt x="167381" y="42954"/>
                  <a:pt x="172090" y="38508"/>
                </a:cubicBezTo>
                <a:cubicBezTo>
                  <a:pt x="176548" y="33787"/>
                  <a:pt x="182046" y="31433"/>
                  <a:pt x="188595" y="31433"/>
                </a:cubicBezTo>
                <a:cubicBezTo>
                  <a:pt x="195144" y="31433"/>
                  <a:pt x="200779" y="33787"/>
                  <a:pt x="205489" y="38508"/>
                </a:cubicBezTo>
                <a:cubicBezTo>
                  <a:pt x="209946" y="42954"/>
                  <a:pt x="212175" y="48463"/>
                  <a:pt x="212175" y="55013"/>
                </a:cubicBezTo>
                <a:lnTo>
                  <a:pt x="212175" y="63654"/>
                </a:lnTo>
                <a:cubicBezTo>
                  <a:pt x="233389" y="68100"/>
                  <a:pt x="250546" y="79107"/>
                  <a:pt x="263644" y="96652"/>
                </a:cubicBezTo>
                <a:cubicBezTo>
                  <a:pt x="276480" y="113946"/>
                  <a:pt x="282893" y="133594"/>
                  <a:pt x="282893" y="155597"/>
                </a:cubicBezTo>
                <a:lnTo>
                  <a:pt x="282893" y="275040"/>
                </a:lnTo>
                <a:lnTo>
                  <a:pt x="302541" y="275040"/>
                </a:lnTo>
                <a:cubicBezTo>
                  <a:pt x="305947" y="275040"/>
                  <a:pt x="308690" y="276217"/>
                  <a:pt x="310793" y="278572"/>
                </a:cubicBezTo>
                <a:cubicBezTo>
                  <a:pt x="313148" y="280664"/>
                  <a:pt x="314325" y="283418"/>
                  <a:pt x="314325" y="286824"/>
                </a:cubicBezTo>
                <a:cubicBezTo>
                  <a:pt x="314325" y="290231"/>
                  <a:pt x="313148" y="293111"/>
                  <a:pt x="310793" y="295466"/>
                </a:cubicBezTo>
                <a:cubicBezTo>
                  <a:pt x="308690" y="297557"/>
                  <a:pt x="305947" y="298609"/>
                  <a:pt x="302541" y="298609"/>
                </a:cubicBezTo>
                <a:lnTo>
                  <a:pt x="74649" y="298609"/>
                </a:lnTo>
                <a:close/>
                <a:moveTo>
                  <a:pt x="188595" y="179954"/>
                </a:moveTo>
                <a:close/>
                <a:moveTo>
                  <a:pt x="188595" y="345758"/>
                </a:moveTo>
                <a:cubicBezTo>
                  <a:pt x="179954" y="345758"/>
                  <a:pt x="172616" y="342740"/>
                  <a:pt x="166592" y="336716"/>
                </a:cubicBezTo>
                <a:cubicBezTo>
                  <a:pt x="160306" y="330430"/>
                  <a:pt x="157163" y="322966"/>
                  <a:pt x="157163" y="314325"/>
                </a:cubicBezTo>
                <a:lnTo>
                  <a:pt x="220028" y="314325"/>
                </a:lnTo>
                <a:cubicBezTo>
                  <a:pt x="220028" y="322966"/>
                  <a:pt x="217010" y="330430"/>
                  <a:pt x="210986" y="336716"/>
                </a:cubicBezTo>
                <a:cubicBezTo>
                  <a:pt x="204700" y="342740"/>
                  <a:pt x="197236" y="345758"/>
                  <a:pt x="188595" y="345758"/>
                </a:cubicBezTo>
                <a:close/>
                <a:moveTo>
                  <a:pt x="117878" y="275040"/>
                </a:moveTo>
                <a:lnTo>
                  <a:pt x="259324" y="275040"/>
                </a:lnTo>
                <a:lnTo>
                  <a:pt x="259324" y="155597"/>
                </a:lnTo>
                <a:cubicBezTo>
                  <a:pt x="259324" y="135948"/>
                  <a:pt x="252512" y="119318"/>
                  <a:pt x="238887" y="105693"/>
                </a:cubicBezTo>
                <a:cubicBezTo>
                  <a:pt x="225000" y="91806"/>
                  <a:pt x="208243" y="84868"/>
                  <a:pt x="188595" y="84868"/>
                </a:cubicBezTo>
                <a:cubicBezTo>
                  <a:pt x="168947" y="84868"/>
                  <a:pt x="152316" y="91806"/>
                  <a:pt x="138692" y="105693"/>
                </a:cubicBezTo>
                <a:cubicBezTo>
                  <a:pt x="124816" y="119318"/>
                  <a:pt x="117878" y="135948"/>
                  <a:pt x="117878" y="155597"/>
                </a:cubicBezTo>
                <a:lnTo>
                  <a:pt x="117878" y="275040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6" name="圖說"/>
          <p:cNvSpPr/>
          <p:nvPr/>
        </p:nvSpPr>
        <p:spPr>
          <a:xfrm>
            <a:off x="4129945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通知</a:t>
            </a:r>
            <a:endParaRPr lang="en-US" sz="950" dirty="0"/>
          </a:p>
        </p:txBody>
      </p:sp>
      <p:sp>
        <p:nvSpPr>
          <p:cNvPr id="137" name="圖示 時間"/>
          <p:cNvSpPr/>
          <p:nvPr/>
        </p:nvSpPr>
        <p:spPr>
          <a:xfrm>
            <a:off x="5004311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201557" y="183886"/>
                </a:moveTo>
                <a:lnTo>
                  <a:pt x="201557" y="116689"/>
                </a:lnTo>
                <a:cubicBezTo>
                  <a:pt x="201557" y="113283"/>
                  <a:pt x="200516" y="110540"/>
                  <a:pt x="198413" y="108448"/>
                </a:cubicBezTo>
                <a:cubicBezTo>
                  <a:pt x="196059" y="106082"/>
                  <a:pt x="193178" y="104905"/>
                  <a:pt x="189772" y="104905"/>
                </a:cubicBezTo>
                <a:cubicBezTo>
                  <a:pt x="186366" y="104905"/>
                  <a:pt x="183623" y="106082"/>
                  <a:pt x="181520" y="108448"/>
                </a:cubicBezTo>
                <a:cubicBezTo>
                  <a:pt x="179165" y="110540"/>
                  <a:pt x="177988" y="113283"/>
                  <a:pt x="177988" y="116689"/>
                </a:cubicBezTo>
                <a:lnTo>
                  <a:pt x="177988" y="188595"/>
                </a:lnTo>
                <a:cubicBezTo>
                  <a:pt x="177988" y="190172"/>
                  <a:pt x="178251" y="191613"/>
                  <a:pt x="178777" y="192916"/>
                </a:cubicBezTo>
                <a:cubicBezTo>
                  <a:pt x="179291" y="194230"/>
                  <a:pt x="180080" y="195533"/>
                  <a:pt x="181131" y="196847"/>
                </a:cubicBezTo>
                <a:lnTo>
                  <a:pt x="237710" y="255392"/>
                </a:lnTo>
                <a:cubicBezTo>
                  <a:pt x="240064" y="258009"/>
                  <a:pt x="243082" y="259324"/>
                  <a:pt x="246751" y="259324"/>
                </a:cubicBezTo>
                <a:cubicBezTo>
                  <a:pt x="250146" y="259061"/>
                  <a:pt x="253037" y="257747"/>
                  <a:pt x="255392" y="255392"/>
                </a:cubicBezTo>
                <a:cubicBezTo>
                  <a:pt x="257747" y="253037"/>
                  <a:pt x="258924" y="250146"/>
                  <a:pt x="258924" y="246751"/>
                </a:cubicBezTo>
                <a:cubicBezTo>
                  <a:pt x="258924" y="243345"/>
                  <a:pt x="257747" y="240464"/>
                  <a:pt x="255392" y="238098"/>
                </a:cubicBezTo>
                <a:lnTo>
                  <a:pt x="201557" y="183886"/>
                </a:lnTo>
                <a:close/>
                <a:moveTo>
                  <a:pt x="188595" y="345758"/>
                </a:moveTo>
                <a:cubicBezTo>
                  <a:pt x="167118" y="345758"/>
                  <a:pt x="146818" y="341700"/>
                  <a:pt x="127696" y="333573"/>
                </a:cubicBezTo>
                <a:cubicBezTo>
                  <a:pt x="108574" y="325195"/>
                  <a:pt x="91943" y="313936"/>
                  <a:pt x="77793" y="299786"/>
                </a:cubicBezTo>
                <a:cubicBezTo>
                  <a:pt x="63391" y="285384"/>
                  <a:pt x="52121" y="268616"/>
                  <a:pt x="44006" y="249494"/>
                </a:cubicBezTo>
                <a:cubicBezTo>
                  <a:pt x="35627" y="230372"/>
                  <a:pt x="31433" y="210072"/>
                  <a:pt x="31433" y="188595"/>
                </a:cubicBezTo>
                <a:cubicBezTo>
                  <a:pt x="31433" y="167118"/>
                  <a:pt x="35627" y="146818"/>
                  <a:pt x="44006" y="127696"/>
                </a:cubicBezTo>
                <a:cubicBezTo>
                  <a:pt x="52121" y="108574"/>
                  <a:pt x="63391" y="91943"/>
                  <a:pt x="77793" y="77793"/>
                </a:cubicBezTo>
                <a:cubicBezTo>
                  <a:pt x="91943" y="63391"/>
                  <a:pt x="108574" y="52121"/>
                  <a:pt x="127696" y="44006"/>
                </a:cubicBezTo>
                <a:cubicBezTo>
                  <a:pt x="146818" y="35627"/>
                  <a:pt x="167118" y="31433"/>
                  <a:pt x="188595" y="31433"/>
                </a:cubicBezTo>
                <a:cubicBezTo>
                  <a:pt x="210072" y="31433"/>
                  <a:pt x="230372" y="35627"/>
                  <a:pt x="249494" y="44006"/>
                </a:cubicBezTo>
                <a:cubicBezTo>
                  <a:pt x="268616" y="52121"/>
                  <a:pt x="285384" y="63391"/>
                  <a:pt x="299786" y="77793"/>
                </a:cubicBezTo>
                <a:cubicBezTo>
                  <a:pt x="313936" y="91943"/>
                  <a:pt x="325195" y="108574"/>
                  <a:pt x="333573" y="127696"/>
                </a:cubicBezTo>
                <a:cubicBezTo>
                  <a:pt x="341700" y="146818"/>
                  <a:pt x="345758" y="167118"/>
                  <a:pt x="345758" y="188595"/>
                </a:cubicBezTo>
                <a:cubicBezTo>
                  <a:pt x="345758" y="210072"/>
                  <a:pt x="341700" y="230372"/>
                  <a:pt x="333573" y="249494"/>
                </a:cubicBezTo>
                <a:cubicBezTo>
                  <a:pt x="325195" y="268616"/>
                  <a:pt x="313936" y="285384"/>
                  <a:pt x="299786" y="299786"/>
                </a:cubicBezTo>
                <a:cubicBezTo>
                  <a:pt x="285384" y="313936"/>
                  <a:pt x="268616" y="325195"/>
                  <a:pt x="249494" y="333573"/>
                </a:cubicBezTo>
                <a:cubicBezTo>
                  <a:pt x="230372" y="341700"/>
                  <a:pt x="210072" y="345758"/>
                  <a:pt x="188595" y="345758"/>
                </a:cubicBezTo>
                <a:close/>
                <a:moveTo>
                  <a:pt x="188595" y="188595"/>
                </a:moveTo>
                <a:close/>
                <a:moveTo>
                  <a:pt x="188595" y="322189"/>
                </a:moveTo>
                <a:cubicBezTo>
                  <a:pt x="225262" y="322189"/>
                  <a:pt x="256695" y="309090"/>
                  <a:pt x="282893" y="282893"/>
                </a:cubicBezTo>
                <a:cubicBezTo>
                  <a:pt x="309090" y="256695"/>
                  <a:pt x="322189" y="225262"/>
                  <a:pt x="322189" y="188595"/>
                </a:cubicBezTo>
                <a:cubicBezTo>
                  <a:pt x="322189" y="151928"/>
                  <a:pt x="309090" y="120495"/>
                  <a:pt x="282893" y="94298"/>
                </a:cubicBezTo>
                <a:cubicBezTo>
                  <a:pt x="256695" y="68100"/>
                  <a:pt x="225262" y="55013"/>
                  <a:pt x="188595" y="55013"/>
                </a:cubicBezTo>
                <a:cubicBezTo>
                  <a:pt x="151928" y="55013"/>
                  <a:pt x="120495" y="68100"/>
                  <a:pt x="94298" y="94298"/>
                </a:cubicBezTo>
                <a:cubicBezTo>
                  <a:pt x="68100" y="120495"/>
                  <a:pt x="55013" y="151928"/>
                  <a:pt x="55013" y="188595"/>
                </a:cubicBezTo>
                <a:cubicBezTo>
                  <a:pt x="55013" y="225262"/>
                  <a:pt x="68100" y="256695"/>
                  <a:pt x="94298" y="282893"/>
                </a:cubicBezTo>
                <a:cubicBezTo>
                  <a:pt x="120495" y="309090"/>
                  <a:pt x="151928" y="322189"/>
                  <a:pt x="188595" y="322189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8" name="圖說"/>
          <p:cNvSpPr/>
          <p:nvPr/>
        </p:nvSpPr>
        <p:spPr>
          <a:xfrm>
            <a:off x="4823346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</a:t>
            </a:r>
            <a:endParaRPr lang="en-US" sz="950" dirty="0"/>
          </a:p>
        </p:txBody>
      </p:sp>
      <p:sp>
        <p:nvSpPr>
          <p:cNvPr id="139" name="圖示 計時"/>
          <p:cNvSpPr/>
          <p:nvPr/>
        </p:nvSpPr>
        <p:spPr>
          <a:xfrm>
            <a:off x="5697712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53231" y="39296"/>
                </a:moveTo>
                <a:cubicBezTo>
                  <a:pt x="149824" y="39296"/>
                  <a:pt x="147081" y="38245"/>
                  <a:pt x="144978" y="36153"/>
                </a:cubicBezTo>
                <a:cubicBezTo>
                  <a:pt x="142624" y="33787"/>
                  <a:pt x="141446" y="30907"/>
                  <a:pt x="141446" y="27501"/>
                </a:cubicBezTo>
                <a:cubicBezTo>
                  <a:pt x="141446" y="24094"/>
                  <a:pt x="142624" y="21351"/>
                  <a:pt x="144978" y="19248"/>
                </a:cubicBezTo>
                <a:cubicBezTo>
                  <a:pt x="147081" y="16894"/>
                  <a:pt x="149824" y="15716"/>
                  <a:pt x="153231" y="15716"/>
                </a:cubicBezTo>
                <a:lnTo>
                  <a:pt x="223959" y="15716"/>
                </a:lnTo>
                <a:cubicBezTo>
                  <a:pt x="227366" y="15716"/>
                  <a:pt x="230246" y="16894"/>
                  <a:pt x="232600" y="19248"/>
                </a:cubicBezTo>
                <a:cubicBezTo>
                  <a:pt x="234692" y="21351"/>
                  <a:pt x="235744" y="24094"/>
                  <a:pt x="235744" y="27501"/>
                </a:cubicBezTo>
                <a:cubicBezTo>
                  <a:pt x="235744" y="30907"/>
                  <a:pt x="234692" y="33787"/>
                  <a:pt x="232600" y="36153"/>
                </a:cubicBezTo>
                <a:cubicBezTo>
                  <a:pt x="230246" y="38245"/>
                  <a:pt x="227366" y="39296"/>
                  <a:pt x="223959" y="39296"/>
                </a:cubicBezTo>
                <a:lnTo>
                  <a:pt x="153231" y="39296"/>
                </a:lnTo>
                <a:close/>
                <a:moveTo>
                  <a:pt x="197236" y="211775"/>
                </a:moveTo>
                <a:cubicBezTo>
                  <a:pt x="199339" y="209420"/>
                  <a:pt x="200379" y="206540"/>
                  <a:pt x="200379" y="203134"/>
                </a:cubicBezTo>
                <a:lnTo>
                  <a:pt x="200379" y="136337"/>
                </a:lnTo>
                <a:cubicBezTo>
                  <a:pt x="200379" y="132931"/>
                  <a:pt x="199339" y="130188"/>
                  <a:pt x="197236" y="128085"/>
                </a:cubicBezTo>
                <a:cubicBezTo>
                  <a:pt x="194882" y="125730"/>
                  <a:pt x="192001" y="124553"/>
                  <a:pt x="188595" y="124553"/>
                </a:cubicBezTo>
                <a:cubicBezTo>
                  <a:pt x="185189" y="124553"/>
                  <a:pt x="182434" y="125730"/>
                  <a:pt x="180343" y="128085"/>
                </a:cubicBezTo>
                <a:cubicBezTo>
                  <a:pt x="177988" y="130188"/>
                  <a:pt x="176811" y="132931"/>
                  <a:pt x="176811" y="136337"/>
                </a:cubicBezTo>
                <a:lnTo>
                  <a:pt x="176811" y="203134"/>
                </a:lnTo>
                <a:cubicBezTo>
                  <a:pt x="176811" y="206540"/>
                  <a:pt x="177988" y="209420"/>
                  <a:pt x="180343" y="211775"/>
                </a:cubicBezTo>
                <a:cubicBezTo>
                  <a:pt x="182434" y="213867"/>
                  <a:pt x="185189" y="214918"/>
                  <a:pt x="188595" y="214918"/>
                </a:cubicBezTo>
                <a:cubicBezTo>
                  <a:pt x="192001" y="214918"/>
                  <a:pt x="194882" y="213867"/>
                  <a:pt x="197236" y="211775"/>
                </a:cubicBezTo>
                <a:close/>
                <a:moveTo>
                  <a:pt x="133982" y="334362"/>
                </a:moveTo>
                <a:cubicBezTo>
                  <a:pt x="116689" y="326772"/>
                  <a:pt x="101636" y="316554"/>
                  <a:pt x="88800" y="303718"/>
                </a:cubicBezTo>
                <a:cubicBezTo>
                  <a:pt x="75964" y="290882"/>
                  <a:pt x="65883" y="275954"/>
                  <a:pt x="58544" y="258924"/>
                </a:cubicBezTo>
                <a:cubicBezTo>
                  <a:pt x="50944" y="241642"/>
                  <a:pt x="47149" y="223296"/>
                  <a:pt x="47149" y="203923"/>
                </a:cubicBezTo>
                <a:cubicBezTo>
                  <a:pt x="47149" y="184537"/>
                  <a:pt x="50944" y="166329"/>
                  <a:pt x="58544" y="149310"/>
                </a:cubicBezTo>
                <a:cubicBezTo>
                  <a:pt x="65883" y="132017"/>
                  <a:pt x="75964" y="116952"/>
                  <a:pt x="88800" y="104116"/>
                </a:cubicBezTo>
                <a:cubicBezTo>
                  <a:pt x="101636" y="91280"/>
                  <a:pt x="116689" y="81199"/>
                  <a:pt x="133982" y="73872"/>
                </a:cubicBezTo>
                <a:cubicBezTo>
                  <a:pt x="151002" y="66271"/>
                  <a:pt x="169210" y="62476"/>
                  <a:pt x="188595" y="62476"/>
                </a:cubicBezTo>
                <a:cubicBezTo>
                  <a:pt x="206140" y="62476"/>
                  <a:pt x="222645" y="65482"/>
                  <a:pt x="238098" y="71506"/>
                </a:cubicBezTo>
                <a:cubicBezTo>
                  <a:pt x="253552" y="77267"/>
                  <a:pt x="267302" y="85394"/>
                  <a:pt x="279361" y="95875"/>
                </a:cubicBezTo>
                <a:lnTo>
                  <a:pt x="291145" y="84079"/>
                </a:lnTo>
                <a:cubicBezTo>
                  <a:pt x="293500" y="81725"/>
                  <a:pt x="296254" y="80547"/>
                  <a:pt x="299397" y="80547"/>
                </a:cubicBezTo>
                <a:cubicBezTo>
                  <a:pt x="302541" y="80547"/>
                  <a:pt x="305284" y="81725"/>
                  <a:pt x="307650" y="84079"/>
                </a:cubicBezTo>
                <a:cubicBezTo>
                  <a:pt x="310004" y="86445"/>
                  <a:pt x="311182" y="89188"/>
                  <a:pt x="311182" y="92332"/>
                </a:cubicBezTo>
                <a:cubicBezTo>
                  <a:pt x="311182" y="95475"/>
                  <a:pt x="310004" y="98229"/>
                  <a:pt x="307650" y="100584"/>
                </a:cubicBezTo>
                <a:lnTo>
                  <a:pt x="295854" y="112368"/>
                </a:lnTo>
                <a:cubicBezTo>
                  <a:pt x="305284" y="122850"/>
                  <a:pt x="313411" y="135548"/>
                  <a:pt x="320223" y="150487"/>
                </a:cubicBezTo>
                <a:cubicBezTo>
                  <a:pt x="326772" y="165415"/>
                  <a:pt x="330041" y="183223"/>
                  <a:pt x="330041" y="203923"/>
                </a:cubicBezTo>
                <a:cubicBezTo>
                  <a:pt x="330041" y="223296"/>
                  <a:pt x="326372" y="241642"/>
                  <a:pt x="319046" y="258924"/>
                </a:cubicBezTo>
                <a:cubicBezTo>
                  <a:pt x="311445" y="275954"/>
                  <a:pt x="301226" y="290882"/>
                  <a:pt x="288390" y="303718"/>
                </a:cubicBezTo>
                <a:cubicBezTo>
                  <a:pt x="275554" y="316554"/>
                  <a:pt x="260627" y="326772"/>
                  <a:pt x="243608" y="334362"/>
                </a:cubicBezTo>
                <a:cubicBezTo>
                  <a:pt x="226314" y="341700"/>
                  <a:pt x="207980" y="345369"/>
                  <a:pt x="188595" y="345369"/>
                </a:cubicBezTo>
                <a:cubicBezTo>
                  <a:pt x="169210" y="345369"/>
                  <a:pt x="151002" y="341700"/>
                  <a:pt x="133982" y="334362"/>
                </a:cubicBezTo>
                <a:close/>
                <a:moveTo>
                  <a:pt x="272285" y="287613"/>
                </a:moveTo>
                <a:cubicBezTo>
                  <a:pt x="295077" y="264559"/>
                  <a:pt x="306473" y="236658"/>
                  <a:pt x="306473" y="203923"/>
                </a:cubicBezTo>
                <a:cubicBezTo>
                  <a:pt x="306473" y="171176"/>
                  <a:pt x="295077" y="143412"/>
                  <a:pt x="272285" y="120621"/>
                </a:cubicBezTo>
                <a:cubicBezTo>
                  <a:pt x="249231" y="97566"/>
                  <a:pt x="221342" y="86045"/>
                  <a:pt x="188595" y="86045"/>
                </a:cubicBezTo>
                <a:cubicBezTo>
                  <a:pt x="155848" y="86045"/>
                  <a:pt x="128085" y="97566"/>
                  <a:pt x="105305" y="120621"/>
                </a:cubicBezTo>
                <a:cubicBezTo>
                  <a:pt x="82250" y="143412"/>
                  <a:pt x="70729" y="171176"/>
                  <a:pt x="70729" y="203923"/>
                </a:cubicBezTo>
                <a:cubicBezTo>
                  <a:pt x="70729" y="236658"/>
                  <a:pt x="82250" y="264559"/>
                  <a:pt x="105305" y="287613"/>
                </a:cubicBezTo>
                <a:cubicBezTo>
                  <a:pt x="128085" y="310393"/>
                  <a:pt x="155848" y="321789"/>
                  <a:pt x="188595" y="321789"/>
                </a:cubicBezTo>
                <a:cubicBezTo>
                  <a:pt x="221342" y="321789"/>
                  <a:pt x="249231" y="310393"/>
                  <a:pt x="272285" y="287613"/>
                </a:cubicBezTo>
                <a:close/>
                <a:moveTo>
                  <a:pt x="188595" y="204311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0" name="圖說"/>
          <p:cNvSpPr/>
          <p:nvPr/>
        </p:nvSpPr>
        <p:spPr>
          <a:xfrm>
            <a:off x="5516747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計時</a:t>
            </a:r>
            <a:endParaRPr lang="en-US" sz="950" dirty="0"/>
          </a:p>
        </p:txBody>
      </p:sp>
      <p:sp>
        <p:nvSpPr>
          <p:cNvPr id="141" name="圖示 行事曆"/>
          <p:cNvSpPr/>
          <p:nvPr/>
        </p:nvSpPr>
        <p:spPr>
          <a:xfrm>
            <a:off x="6391113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70729" y="345758"/>
                </a:moveTo>
                <a:cubicBezTo>
                  <a:pt x="64442" y="345758"/>
                  <a:pt x="58933" y="343403"/>
                  <a:pt x="54224" y="338682"/>
                </a:cubicBezTo>
                <a:cubicBezTo>
                  <a:pt x="49503" y="333973"/>
                  <a:pt x="47149" y="328475"/>
                  <a:pt x="47149" y="322189"/>
                </a:cubicBezTo>
                <a:lnTo>
                  <a:pt x="47149" y="78581"/>
                </a:lnTo>
                <a:cubicBezTo>
                  <a:pt x="47149" y="72295"/>
                  <a:pt x="49503" y="66797"/>
                  <a:pt x="54224" y="62076"/>
                </a:cubicBezTo>
                <a:cubicBezTo>
                  <a:pt x="58933" y="57367"/>
                  <a:pt x="64442" y="55013"/>
                  <a:pt x="70729" y="55013"/>
                </a:cubicBezTo>
                <a:lnTo>
                  <a:pt x="96263" y="55013"/>
                </a:lnTo>
                <a:lnTo>
                  <a:pt x="96263" y="44006"/>
                </a:lnTo>
                <a:cubicBezTo>
                  <a:pt x="96263" y="40336"/>
                  <a:pt x="97441" y="37330"/>
                  <a:pt x="99795" y="34964"/>
                </a:cubicBezTo>
                <a:cubicBezTo>
                  <a:pt x="102161" y="32610"/>
                  <a:pt x="105167" y="31433"/>
                  <a:pt x="108836" y="31433"/>
                </a:cubicBezTo>
                <a:cubicBezTo>
                  <a:pt x="112505" y="31433"/>
                  <a:pt x="115649" y="32610"/>
                  <a:pt x="118266" y="34964"/>
                </a:cubicBezTo>
                <a:cubicBezTo>
                  <a:pt x="120621" y="37330"/>
                  <a:pt x="121798" y="40336"/>
                  <a:pt x="121798" y="44006"/>
                </a:cubicBezTo>
                <a:lnTo>
                  <a:pt x="121798" y="55013"/>
                </a:lnTo>
                <a:lnTo>
                  <a:pt x="255392" y="55013"/>
                </a:lnTo>
                <a:lnTo>
                  <a:pt x="255392" y="44006"/>
                </a:lnTo>
                <a:cubicBezTo>
                  <a:pt x="255392" y="40336"/>
                  <a:pt x="256569" y="37330"/>
                  <a:pt x="258924" y="34964"/>
                </a:cubicBezTo>
                <a:cubicBezTo>
                  <a:pt x="261278" y="32610"/>
                  <a:pt x="264296" y="31433"/>
                  <a:pt x="267965" y="31433"/>
                </a:cubicBezTo>
                <a:cubicBezTo>
                  <a:pt x="271634" y="31433"/>
                  <a:pt x="274777" y="32610"/>
                  <a:pt x="277395" y="34964"/>
                </a:cubicBezTo>
                <a:cubicBezTo>
                  <a:pt x="279749" y="37330"/>
                  <a:pt x="280927" y="40336"/>
                  <a:pt x="280927" y="44006"/>
                </a:cubicBezTo>
                <a:lnTo>
                  <a:pt x="280927" y="55013"/>
                </a:lnTo>
                <a:lnTo>
                  <a:pt x="306473" y="55013"/>
                </a:lnTo>
                <a:cubicBezTo>
                  <a:pt x="312759" y="55013"/>
                  <a:pt x="318257" y="57367"/>
                  <a:pt x="322966" y="62076"/>
                </a:cubicBezTo>
                <a:cubicBezTo>
                  <a:pt x="327687" y="66797"/>
                  <a:pt x="330041" y="72295"/>
                  <a:pt x="330041" y="78581"/>
                </a:cubicBezTo>
                <a:lnTo>
                  <a:pt x="330041" y="322189"/>
                </a:lnTo>
                <a:cubicBezTo>
                  <a:pt x="330041" y="328475"/>
                  <a:pt x="327687" y="333973"/>
                  <a:pt x="322966" y="338682"/>
                </a:cubicBezTo>
                <a:cubicBezTo>
                  <a:pt x="318257" y="343403"/>
                  <a:pt x="312759" y="345758"/>
                  <a:pt x="306473" y="345758"/>
                </a:cubicBezTo>
                <a:lnTo>
                  <a:pt x="70729" y="345758"/>
                </a:lnTo>
                <a:close/>
                <a:moveTo>
                  <a:pt x="70729" y="322189"/>
                </a:moveTo>
                <a:lnTo>
                  <a:pt x="306473" y="322189"/>
                </a:lnTo>
                <a:lnTo>
                  <a:pt x="306473" y="153231"/>
                </a:lnTo>
                <a:lnTo>
                  <a:pt x="70729" y="153231"/>
                </a:lnTo>
                <a:lnTo>
                  <a:pt x="70729" y="322189"/>
                </a:lnTo>
                <a:close/>
                <a:moveTo>
                  <a:pt x="70729" y="129662"/>
                </a:moveTo>
                <a:lnTo>
                  <a:pt x="306473" y="129662"/>
                </a:lnTo>
                <a:lnTo>
                  <a:pt x="306473" y="78581"/>
                </a:lnTo>
                <a:lnTo>
                  <a:pt x="70729" y="78581"/>
                </a:lnTo>
                <a:lnTo>
                  <a:pt x="70729" y="129662"/>
                </a:lnTo>
                <a:close/>
                <a:moveTo>
                  <a:pt x="70729" y="129662"/>
                </a:moveTo>
                <a:lnTo>
                  <a:pt x="70729" y="78581"/>
                </a:lnTo>
                <a:lnTo>
                  <a:pt x="70729" y="129662"/>
                </a:lnTo>
                <a:close/>
                <a:moveTo>
                  <a:pt x="188595" y="220028"/>
                </a:moveTo>
                <a:cubicBezTo>
                  <a:pt x="184137" y="220028"/>
                  <a:pt x="180480" y="218587"/>
                  <a:pt x="177599" y="215707"/>
                </a:cubicBezTo>
                <a:cubicBezTo>
                  <a:pt x="174456" y="212564"/>
                  <a:pt x="172879" y="208769"/>
                  <a:pt x="172879" y="204311"/>
                </a:cubicBezTo>
                <a:cubicBezTo>
                  <a:pt x="172879" y="199854"/>
                  <a:pt x="174456" y="196196"/>
                  <a:pt x="177599" y="193316"/>
                </a:cubicBezTo>
                <a:cubicBezTo>
                  <a:pt x="180480" y="190172"/>
                  <a:pt x="184137" y="188595"/>
                  <a:pt x="188595" y="188595"/>
                </a:cubicBezTo>
                <a:cubicBezTo>
                  <a:pt x="193053" y="188595"/>
                  <a:pt x="196847" y="190172"/>
                  <a:pt x="199991" y="193316"/>
                </a:cubicBezTo>
                <a:cubicBezTo>
                  <a:pt x="202871" y="196196"/>
                  <a:pt x="204311" y="199854"/>
                  <a:pt x="204311" y="204311"/>
                </a:cubicBezTo>
                <a:cubicBezTo>
                  <a:pt x="204311" y="208769"/>
                  <a:pt x="202871" y="212564"/>
                  <a:pt x="199991" y="215707"/>
                </a:cubicBezTo>
                <a:cubicBezTo>
                  <a:pt x="196847" y="218587"/>
                  <a:pt x="193053" y="220028"/>
                  <a:pt x="188595" y="220028"/>
                </a:cubicBezTo>
                <a:close/>
                <a:moveTo>
                  <a:pt x="114734" y="215707"/>
                </a:moveTo>
                <a:cubicBezTo>
                  <a:pt x="111591" y="212564"/>
                  <a:pt x="110014" y="208769"/>
                  <a:pt x="110014" y="204311"/>
                </a:cubicBezTo>
                <a:cubicBezTo>
                  <a:pt x="110014" y="199854"/>
                  <a:pt x="111591" y="196196"/>
                  <a:pt x="114734" y="193316"/>
                </a:cubicBezTo>
                <a:cubicBezTo>
                  <a:pt x="117615" y="190172"/>
                  <a:pt x="121272" y="188595"/>
                  <a:pt x="125730" y="188595"/>
                </a:cubicBezTo>
                <a:cubicBezTo>
                  <a:pt x="130188" y="188595"/>
                  <a:pt x="133982" y="190172"/>
                  <a:pt x="137126" y="193316"/>
                </a:cubicBezTo>
                <a:cubicBezTo>
                  <a:pt x="140006" y="196196"/>
                  <a:pt x="141446" y="199854"/>
                  <a:pt x="141446" y="204311"/>
                </a:cubicBezTo>
                <a:cubicBezTo>
                  <a:pt x="141446" y="208769"/>
                  <a:pt x="140006" y="212564"/>
                  <a:pt x="137126" y="215707"/>
                </a:cubicBezTo>
                <a:cubicBezTo>
                  <a:pt x="133982" y="218587"/>
                  <a:pt x="130188" y="220028"/>
                  <a:pt x="125730" y="220028"/>
                </a:cubicBezTo>
                <a:cubicBezTo>
                  <a:pt x="121272" y="220028"/>
                  <a:pt x="117615" y="218587"/>
                  <a:pt x="114734" y="215707"/>
                </a:cubicBezTo>
                <a:close/>
                <a:moveTo>
                  <a:pt x="251460" y="220028"/>
                </a:moveTo>
                <a:cubicBezTo>
                  <a:pt x="247002" y="220028"/>
                  <a:pt x="243345" y="218587"/>
                  <a:pt x="240464" y="215707"/>
                </a:cubicBezTo>
                <a:cubicBezTo>
                  <a:pt x="237321" y="212564"/>
                  <a:pt x="235744" y="208769"/>
                  <a:pt x="235744" y="204311"/>
                </a:cubicBezTo>
                <a:cubicBezTo>
                  <a:pt x="235744" y="199854"/>
                  <a:pt x="237321" y="196196"/>
                  <a:pt x="240464" y="193316"/>
                </a:cubicBezTo>
                <a:cubicBezTo>
                  <a:pt x="243345" y="190172"/>
                  <a:pt x="247002" y="188595"/>
                  <a:pt x="251460" y="188595"/>
                </a:cubicBezTo>
                <a:cubicBezTo>
                  <a:pt x="255918" y="188595"/>
                  <a:pt x="259712" y="190172"/>
                  <a:pt x="262856" y="193316"/>
                </a:cubicBezTo>
                <a:cubicBezTo>
                  <a:pt x="265736" y="196196"/>
                  <a:pt x="267176" y="199854"/>
                  <a:pt x="267176" y="204311"/>
                </a:cubicBezTo>
                <a:cubicBezTo>
                  <a:pt x="267176" y="208769"/>
                  <a:pt x="265736" y="212564"/>
                  <a:pt x="262856" y="215707"/>
                </a:cubicBezTo>
                <a:cubicBezTo>
                  <a:pt x="259712" y="218587"/>
                  <a:pt x="255918" y="220028"/>
                  <a:pt x="251460" y="220028"/>
                </a:cubicBezTo>
                <a:close/>
                <a:moveTo>
                  <a:pt x="188595" y="282893"/>
                </a:moveTo>
                <a:cubicBezTo>
                  <a:pt x="184137" y="282893"/>
                  <a:pt x="180480" y="281452"/>
                  <a:pt x="177599" y="278572"/>
                </a:cubicBezTo>
                <a:cubicBezTo>
                  <a:pt x="174456" y="275429"/>
                  <a:pt x="172879" y="271634"/>
                  <a:pt x="172879" y="267176"/>
                </a:cubicBezTo>
                <a:cubicBezTo>
                  <a:pt x="172879" y="262719"/>
                  <a:pt x="174456" y="259061"/>
                  <a:pt x="177599" y="256181"/>
                </a:cubicBezTo>
                <a:cubicBezTo>
                  <a:pt x="180480" y="253037"/>
                  <a:pt x="184137" y="251460"/>
                  <a:pt x="188595" y="251460"/>
                </a:cubicBezTo>
                <a:cubicBezTo>
                  <a:pt x="193053" y="251460"/>
                  <a:pt x="196847" y="253037"/>
                  <a:pt x="199991" y="256181"/>
                </a:cubicBezTo>
                <a:cubicBezTo>
                  <a:pt x="202871" y="259061"/>
                  <a:pt x="204311" y="262719"/>
                  <a:pt x="204311" y="267176"/>
                </a:cubicBezTo>
                <a:cubicBezTo>
                  <a:pt x="204311" y="271634"/>
                  <a:pt x="202871" y="275429"/>
                  <a:pt x="199991" y="278572"/>
                </a:cubicBezTo>
                <a:cubicBezTo>
                  <a:pt x="196847" y="281452"/>
                  <a:pt x="193053" y="282893"/>
                  <a:pt x="188595" y="282893"/>
                </a:cubicBezTo>
                <a:close/>
                <a:moveTo>
                  <a:pt x="114734" y="278572"/>
                </a:moveTo>
                <a:cubicBezTo>
                  <a:pt x="111591" y="275429"/>
                  <a:pt x="110014" y="271634"/>
                  <a:pt x="110014" y="267176"/>
                </a:cubicBezTo>
                <a:cubicBezTo>
                  <a:pt x="110014" y="262719"/>
                  <a:pt x="111591" y="259061"/>
                  <a:pt x="114734" y="256181"/>
                </a:cubicBezTo>
                <a:cubicBezTo>
                  <a:pt x="117615" y="253037"/>
                  <a:pt x="121272" y="251460"/>
                  <a:pt x="125730" y="251460"/>
                </a:cubicBezTo>
                <a:cubicBezTo>
                  <a:pt x="130188" y="251460"/>
                  <a:pt x="133982" y="253037"/>
                  <a:pt x="137126" y="256181"/>
                </a:cubicBezTo>
                <a:cubicBezTo>
                  <a:pt x="140006" y="259061"/>
                  <a:pt x="141446" y="262719"/>
                  <a:pt x="141446" y="267176"/>
                </a:cubicBezTo>
                <a:cubicBezTo>
                  <a:pt x="141446" y="271634"/>
                  <a:pt x="140006" y="275429"/>
                  <a:pt x="137126" y="278572"/>
                </a:cubicBezTo>
                <a:cubicBezTo>
                  <a:pt x="133982" y="281452"/>
                  <a:pt x="130188" y="282893"/>
                  <a:pt x="125730" y="282893"/>
                </a:cubicBezTo>
                <a:cubicBezTo>
                  <a:pt x="121272" y="282893"/>
                  <a:pt x="117615" y="281452"/>
                  <a:pt x="114734" y="278572"/>
                </a:cubicBezTo>
                <a:close/>
                <a:moveTo>
                  <a:pt x="251460" y="282893"/>
                </a:moveTo>
                <a:cubicBezTo>
                  <a:pt x="247002" y="282893"/>
                  <a:pt x="243345" y="281452"/>
                  <a:pt x="240464" y="278572"/>
                </a:cubicBezTo>
                <a:cubicBezTo>
                  <a:pt x="237321" y="275429"/>
                  <a:pt x="235744" y="271634"/>
                  <a:pt x="235744" y="267176"/>
                </a:cubicBezTo>
                <a:cubicBezTo>
                  <a:pt x="235744" y="262719"/>
                  <a:pt x="237321" y="259061"/>
                  <a:pt x="240464" y="256181"/>
                </a:cubicBezTo>
                <a:cubicBezTo>
                  <a:pt x="243345" y="253037"/>
                  <a:pt x="247002" y="251460"/>
                  <a:pt x="251460" y="251460"/>
                </a:cubicBezTo>
                <a:cubicBezTo>
                  <a:pt x="255918" y="251460"/>
                  <a:pt x="259712" y="253037"/>
                  <a:pt x="262856" y="256181"/>
                </a:cubicBezTo>
                <a:cubicBezTo>
                  <a:pt x="265736" y="259061"/>
                  <a:pt x="267176" y="262719"/>
                  <a:pt x="267176" y="267176"/>
                </a:cubicBezTo>
                <a:cubicBezTo>
                  <a:pt x="267176" y="271634"/>
                  <a:pt x="265736" y="275429"/>
                  <a:pt x="262856" y="278572"/>
                </a:cubicBezTo>
                <a:cubicBezTo>
                  <a:pt x="259712" y="281452"/>
                  <a:pt x="255918" y="282893"/>
                  <a:pt x="251460" y="282893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2" name="圖說"/>
          <p:cNvSpPr/>
          <p:nvPr/>
        </p:nvSpPr>
        <p:spPr>
          <a:xfrm>
            <a:off x="6210148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行事曆</a:t>
            </a:r>
            <a:endParaRPr lang="en-US" sz="950" dirty="0"/>
          </a:p>
        </p:txBody>
      </p:sp>
      <p:sp>
        <p:nvSpPr>
          <p:cNvPr id="143" name="圖示 事件"/>
          <p:cNvSpPr/>
          <p:nvPr/>
        </p:nvSpPr>
        <p:spPr>
          <a:xfrm>
            <a:off x="7084514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207455" y="279749"/>
                </a:moveTo>
                <a:cubicBezTo>
                  <a:pt x="200116" y="272411"/>
                  <a:pt x="196459" y="263381"/>
                  <a:pt x="196459" y="252637"/>
                </a:cubicBezTo>
                <a:cubicBezTo>
                  <a:pt x="196459" y="241905"/>
                  <a:pt x="200116" y="232863"/>
                  <a:pt x="207455" y="225525"/>
                </a:cubicBezTo>
                <a:cubicBezTo>
                  <a:pt x="214793" y="218199"/>
                  <a:pt x="223822" y="214530"/>
                  <a:pt x="234566" y="214530"/>
                </a:cubicBezTo>
                <a:cubicBezTo>
                  <a:pt x="245299" y="214530"/>
                  <a:pt x="254340" y="218199"/>
                  <a:pt x="261678" y="225525"/>
                </a:cubicBezTo>
                <a:cubicBezTo>
                  <a:pt x="269005" y="232863"/>
                  <a:pt x="272674" y="241905"/>
                  <a:pt x="272674" y="252637"/>
                </a:cubicBezTo>
                <a:cubicBezTo>
                  <a:pt x="272674" y="263381"/>
                  <a:pt x="269005" y="272411"/>
                  <a:pt x="261678" y="279749"/>
                </a:cubicBezTo>
                <a:cubicBezTo>
                  <a:pt x="254340" y="287087"/>
                  <a:pt x="245299" y="290756"/>
                  <a:pt x="234566" y="290756"/>
                </a:cubicBezTo>
                <a:cubicBezTo>
                  <a:pt x="223822" y="290756"/>
                  <a:pt x="214793" y="287087"/>
                  <a:pt x="207455" y="279749"/>
                </a:cubicBezTo>
                <a:close/>
                <a:moveTo>
                  <a:pt x="70729" y="345758"/>
                </a:moveTo>
                <a:cubicBezTo>
                  <a:pt x="64442" y="345758"/>
                  <a:pt x="58933" y="343403"/>
                  <a:pt x="54224" y="338682"/>
                </a:cubicBezTo>
                <a:cubicBezTo>
                  <a:pt x="49503" y="333973"/>
                  <a:pt x="47149" y="328475"/>
                  <a:pt x="47149" y="322189"/>
                </a:cubicBezTo>
                <a:lnTo>
                  <a:pt x="47149" y="78581"/>
                </a:lnTo>
                <a:cubicBezTo>
                  <a:pt x="47149" y="72295"/>
                  <a:pt x="49503" y="66797"/>
                  <a:pt x="54224" y="62076"/>
                </a:cubicBezTo>
                <a:cubicBezTo>
                  <a:pt x="58933" y="57367"/>
                  <a:pt x="64442" y="55013"/>
                  <a:pt x="70729" y="55013"/>
                </a:cubicBezTo>
                <a:lnTo>
                  <a:pt x="96263" y="55013"/>
                </a:lnTo>
                <a:lnTo>
                  <a:pt x="96263" y="44006"/>
                </a:lnTo>
                <a:cubicBezTo>
                  <a:pt x="96263" y="40336"/>
                  <a:pt x="97441" y="37330"/>
                  <a:pt x="99795" y="34964"/>
                </a:cubicBezTo>
                <a:cubicBezTo>
                  <a:pt x="102161" y="32610"/>
                  <a:pt x="105167" y="31433"/>
                  <a:pt x="108836" y="31433"/>
                </a:cubicBezTo>
                <a:cubicBezTo>
                  <a:pt x="112505" y="31433"/>
                  <a:pt x="115649" y="32610"/>
                  <a:pt x="118266" y="34964"/>
                </a:cubicBezTo>
                <a:cubicBezTo>
                  <a:pt x="120621" y="37330"/>
                  <a:pt x="121798" y="40336"/>
                  <a:pt x="121798" y="44006"/>
                </a:cubicBezTo>
                <a:lnTo>
                  <a:pt x="121798" y="55013"/>
                </a:lnTo>
                <a:lnTo>
                  <a:pt x="255392" y="55013"/>
                </a:lnTo>
                <a:lnTo>
                  <a:pt x="255392" y="44006"/>
                </a:lnTo>
                <a:cubicBezTo>
                  <a:pt x="255392" y="40336"/>
                  <a:pt x="256569" y="37330"/>
                  <a:pt x="258924" y="34964"/>
                </a:cubicBezTo>
                <a:cubicBezTo>
                  <a:pt x="261278" y="32610"/>
                  <a:pt x="264296" y="31433"/>
                  <a:pt x="267965" y="31433"/>
                </a:cubicBezTo>
                <a:cubicBezTo>
                  <a:pt x="271634" y="31433"/>
                  <a:pt x="274777" y="32610"/>
                  <a:pt x="277395" y="34964"/>
                </a:cubicBezTo>
                <a:cubicBezTo>
                  <a:pt x="279749" y="37330"/>
                  <a:pt x="280927" y="40336"/>
                  <a:pt x="280927" y="44006"/>
                </a:cubicBezTo>
                <a:lnTo>
                  <a:pt x="280927" y="55013"/>
                </a:lnTo>
                <a:lnTo>
                  <a:pt x="306473" y="55013"/>
                </a:lnTo>
                <a:cubicBezTo>
                  <a:pt x="312759" y="55013"/>
                  <a:pt x="318257" y="57367"/>
                  <a:pt x="322966" y="62076"/>
                </a:cubicBezTo>
                <a:cubicBezTo>
                  <a:pt x="327687" y="66797"/>
                  <a:pt x="330041" y="72295"/>
                  <a:pt x="330041" y="78581"/>
                </a:cubicBezTo>
                <a:lnTo>
                  <a:pt x="330041" y="322189"/>
                </a:lnTo>
                <a:cubicBezTo>
                  <a:pt x="330041" y="328475"/>
                  <a:pt x="327687" y="333973"/>
                  <a:pt x="322966" y="338682"/>
                </a:cubicBezTo>
                <a:cubicBezTo>
                  <a:pt x="318257" y="343403"/>
                  <a:pt x="312759" y="345758"/>
                  <a:pt x="306473" y="345758"/>
                </a:cubicBezTo>
                <a:lnTo>
                  <a:pt x="70729" y="345758"/>
                </a:lnTo>
                <a:close/>
                <a:moveTo>
                  <a:pt x="70729" y="322189"/>
                </a:moveTo>
                <a:lnTo>
                  <a:pt x="306473" y="322189"/>
                </a:lnTo>
                <a:lnTo>
                  <a:pt x="306473" y="153231"/>
                </a:lnTo>
                <a:lnTo>
                  <a:pt x="70729" y="153231"/>
                </a:lnTo>
                <a:lnTo>
                  <a:pt x="70729" y="322189"/>
                </a:lnTo>
                <a:close/>
                <a:moveTo>
                  <a:pt x="70729" y="129662"/>
                </a:moveTo>
                <a:lnTo>
                  <a:pt x="306473" y="129662"/>
                </a:lnTo>
                <a:lnTo>
                  <a:pt x="306473" y="78581"/>
                </a:lnTo>
                <a:lnTo>
                  <a:pt x="70729" y="78581"/>
                </a:lnTo>
                <a:lnTo>
                  <a:pt x="70729" y="129662"/>
                </a:lnTo>
                <a:close/>
                <a:moveTo>
                  <a:pt x="70729" y="129662"/>
                </a:moveTo>
                <a:lnTo>
                  <a:pt x="70729" y="78581"/>
                </a:lnTo>
                <a:lnTo>
                  <a:pt x="70729" y="129662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4" name="圖說"/>
          <p:cNvSpPr/>
          <p:nvPr/>
        </p:nvSpPr>
        <p:spPr>
          <a:xfrm>
            <a:off x="6903549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</a:t>
            </a:r>
            <a:endParaRPr lang="en-US" sz="950" dirty="0"/>
          </a:p>
        </p:txBody>
      </p:sp>
      <p:sp>
        <p:nvSpPr>
          <p:cNvPr id="145" name="圖示 已排程"/>
          <p:cNvSpPr/>
          <p:nvPr/>
        </p:nvSpPr>
        <p:spPr>
          <a:xfrm>
            <a:off x="7777915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70124" y="254215"/>
                </a:moveTo>
                <a:lnTo>
                  <a:pt x="234178" y="190172"/>
                </a:lnTo>
                <a:cubicBezTo>
                  <a:pt x="236532" y="187806"/>
                  <a:pt x="239276" y="186766"/>
                  <a:pt x="242419" y="187029"/>
                </a:cubicBezTo>
                <a:cubicBezTo>
                  <a:pt x="245562" y="187029"/>
                  <a:pt x="248317" y="188206"/>
                  <a:pt x="250671" y="190561"/>
                </a:cubicBezTo>
                <a:cubicBezTo>
                  <a:pt x="253037" y="192916"/>
                  <a:pt x="254215" y="195670"/>
                  <a:pt x="254215" y="198813"/>
                </a:cubicBezTo>
                <a:cubicBezTo>
                  <a:pt x="254215" y="201957"/>
                  <a:pt x="253037" y="204700"/>
                  <a:pt x="250671" y="207066"/>
                </a:cubicBezTo>
                <a:lnTo>
                  <a:pt x="178377" y="279361"/>
                </a:lnTo>
                <a:cubicBezTo>
                  <a:pt x="176022" y="281715"/>
                  <a:pt x="173267" y="282893"/>
                  <a:pt x="170124" y="282893"/>
                </a:cubicBezTo>
                <a:cubicBezTo>
                  <a:pt x="166981" y="282893"/>
                  <a:pt x="164238" y="281715"/>
                  <a:pt x="161883" y="279361"/>
                </a:cubicBezTo>
                <a:lnTo>
                  <a:pt x="124164" y="242030"/>
                </a:lnTo>
                <a:cubicBezTo>
                  <a:pt x="121798" y="239676"/>
                  <a:pt x="120621" y="236921"/>
                  <a:pt x="120621" y="233778"/>
                </a:cubicBezTo>
                <a:cubicBezTo>
                  <a:pt x="120621" y="230635"/>
                  <a:pt x="121798" y="227891"/>
                  <a:pt x="124164" y="225525"/>
                </a:cubicBezTo>
                <a:cubicBezTo>
                  <a:pt x="126519" y="223171"/>
                  <a:pt x="129262" y="222119"/>
                  <a:pt x="132405" y="222382"/>
                </a:cubicBezTo>
                <a:cubicBezTo>
                  <a:pt x="135548" y="222382"/>
                  <a:pt x="138303" y="223434"/>
                  <a:pt x="140658" y="225525"/>
                </a:cubicBezTo>
                <a:lnTo>
                  <a:pt x="170124" y="254215"/>
                </a:lnTo>
                <a:close/>
                <a:moveTo>
                  <a:pt x="70729" y="345758"/>
                </a:moveTo>
                <a:cubicBezTo>
                  <a:pt x="64442" y="345758"/>
                  <a:pt x="58933" y="343403"/>
                  <a:pt x="54224" y="338682"/>
                </a:cubicBezTo>
                <a:cubicBezTo>
                  <a:pt x="49503" y="333973"/>
                  <a:pt x="47149" y="328475"/>
                  <a:pt x="47149" y="322189"/>
                </a:cubicBezTo>
                <a:lnTo>
                  <a:pt x="47149" y="78581"/>
                </a:lnTo>
                <a:cubicBezTo>
                  <a:pt x="47149" y="72295"/>
                  <a:pt x="49503" y="66797"/>
                  <a:pt x="54224" y="62076"/>
                </a:cubicBezTo>
                <a:cubicBezTo>
                  <a:pt x="58933" y="57367"/>
                  <a:pt x="64442" y="55013"/>
                  <a:pt x="70729" y="55013"/>
                </a:cubicBezTo>
                <a:lnTo>
                  <a:pt x="96263" y="55013"/>
                </a:lnTo>
                <a:lnTo>
                  <a:pt x="96263" y="44006"/>
                </a:lnTo>
                <a:cubicBezTo>
                  <a:pt x="96263" y="40336"/>
                  <a:pt x="97441" y="37330"/>
                  <a:pt x="99795" y="34964"/>
                </a:cubicBezTo>
                <a:cubicBezTo>
                  <a:pt x="102161" y="32610"/>
                  <a:pt x="105167" y="31433"/>
                  <a:pt x="108836" y="31433"/>
                </a:cubicBezTo>
                <a:cubicBezTo>
                  <a:pt x="112505" y="31433"/>
                  <a:pt x="115649" y="32610"/>
                  <a:pt x="118266" y="34964"/>
                </a:cubicBezTo>
                <a:cubicBezTo>
                  <a:pt x="120621" y="37330"/>
                  <a:pt x="121798" y="40336"/>
                  <a:pt x="121798" y="44006"/>
                </a:cubicBezTo>
                <a:lnTo>
                  <a:pt x="121798" y="55013"/>
                </a:lnTo>
                <a:lnTo>
                  <a:pt x="255392" y="55013"/>
                </a:lnTo>
                <a:lnTo>
                  <a:pt x="255392" y="44006"/>
                </a:lnTo>
                <a:cubicBezTo>
                  <a:pt x="255392" y="40336"/>
                  <a:pt x="256569" y="37330"/>
                  <a:pt x="258924" y="34964"/>
                </a:cubicBezTo>
                <a:cubicBezTo>
                  <a:pt x="261278" y="32610"/>
                  <a:pt x="264296" y="31433"/>
                  <a:pt x="267965" y="31433"/>
                </a:cubicBezTo>
                <a:cubicBezTo>
                  <a:pt x="271634" y="31433"/>
                  <a:pt x="274777" y="32610"/>
                  <a:pt x="277395" y="34964"/>
                </a:cubicBezTo>
                <a:cubicBezTo>
                  <a:pt x="279749" y="37330"/>
                  <a:pt x="280927" y="40336"/>
                  <a:pt x="280927" y="44006"/>
                </a:cubicBezTo>
                <a:lnTo>
                  <a:pt x="280927" y="55013"/>
                </a:lnTo>
                <a:lnTo>
                  <a:pt x="306473" y="55013"/>
                </a:lnTo>
                <a:cubicBezTo>
                  <a:pt x="312759" y="55013"/>
                  <a:pt x="318257" y="57367"/>
                  <a:pt x="322966" y="62076"/>
                </a:cubicBezTo>
                <a:cubicBezTo>
                  <a:pt x="327687" y="66797"/>
                  <a:pt x="330041" y="72295"/>
                  <a:pt x="330041" y="78581"/>
                </a:cubicBezTo>
                <a:lnTo>
                  <a:pt x="330041" y="322189"/>
                </a:lnTo>
                <a:cubicBezTo>
                  <a:pt x="330041" y="328475"/>
                  <a:pt x="327687" y="333973"/>
                  <a:pt x="322966" y="338682"/>
                </a:cubicBezTo>
                <a:cubicBezTo>
                  <a:pt x="318257" y="343403"/>
                  <a:pt x="312759" y="345758"/>
                  <a:pt x="306473" y="345758"/>
                </a:cubicBezTo>
                <a:lnTo>
                  <a:pt x="70729" y="345758"/>
                </a:lnTo>
                <a:close/>
                <a:moveTo>
                  <a:pt x="70729" y="322189"/>
                </a:moveTo>
                <a:lnTo>
                  <a:pt x="306473" y="322189"/>
                </a:lnTo>
                <a:lnTo>
                  <a:pt x="306473" y="153231"/>
                </a:lnTo>
                <a:lnTo>
                  <a:pt x="70729" y="153231"/>
                </a:lnTo>
                <a:lnTo>
                  <a:pt x="70729" y="322189"/>
                </a:lnTo>
                <a:close/>
                <a:moveTo>
                  <a:pt x="70729" y="129662"/>
                </a:moveTo>
                <a:lnTo>
                  <a:pt x="306473" y="129662"/>
                </a:lnTo>
                <a:lnTo>
                  <a:pt x="306473" y="78581"/>
                </a:lnTo>
                <a:lnTo>
                  <a:pt x="70729" y="78581"/>
                </a:lnTo>
                <a:lnTo>
                  <a:pt x="70729" y="129662"/>
                </a:lnTo>
                <a:close/>
                <a:moveTo>
                  <a:pt x="70729" y="129662"/>
                </a:moveTo>
                <a:lnTo>
                  <a:pt x="70729" y="78581"/>
                </a:lnTo>
                <a:lnTo>
                  <a:pt x="70729" y="129662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6" name="圖說"/>
          <p:cNvSpPr/>
          <p:nvPr/>
        </p:nvSpPr>
        <p:spPr>
          <a:xfrm>
            <a:off x="7596950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已排程</a:t>
            </a:r>
            <a:endParaRPr lang="en-US" sz="950" dirty="0"/>
          </a:p>
        </p:txBody>
      </p:sp>
      <p:sp>
        <p:nvSpPr>
          <p:cNvPr id="147" name="圖示 文件"/>
          <p:cNvSpPr/>
          <p:nvPr/>
        </p:nvSpPr>
        <p:spPr>
          <a:xfrm>
            <a:off x="8471316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37126" y="278961"/>
                </a:moveTo>
                <a:lnTo>
                  <a:pt x="240064" y="278961"/>
                </a:lnTo>
                <a:cubicBezTo>
                  <a:pt x="243470" y="278961"/>
                  <a:pt x="246225" y="277783"/>
                  <a:pt x="248317" y="275429"/>
                </a:cubicBezTo>
                <a:cubicBezTo>
                  <a:pt x="250671" y="273337"/>
                  <a:pt x="251849" y="270582"/>
                  <a:pt x="251849" y="267176"/>
                </a:cubicBezTo>
                <a:cubicBezTo>
                  <a:pt x="251849" y="263770"/>
                  <a:pt x="250671" y="261015"/>
                  <a:pt x="248317" y="258924"/>
                </a:cubicBezTo>
                <a:cubicBezTo>
                  <a:pt x="246225" y="256569"/>
                  <a:pt x="243470" y="255392"/>
                  <a:pt x="240064" y="255392"/>
                </a:cubicBezTo>
                <a:lnTo>
                  <a:pt x="137126" y="255392"/>
                </a:lnTo>
                <a:cubicBezTo>
                  <a:pt x="133720" y="255392"/>
                  <a:pt x="130965" y="256569"/>
                  <a:pt x="128873" y="258924"/>
                </a:cubicBezTo>
                <a:cubicBezTo>
                  <a:pt x="126519" y="261015"/>
                  <a:pt x="125341" y="263770"/>
                  <a:pt x="125341" y="267176"/>
                </a:cubicBezTo>
                <a:cubicBezTo>
                  <a:pt x="125341" y="270582"/>
                  <a:pt x="126519" y="273463"/>
                  <a:pt x="128873" y="275817"/>
                </a:cubicBezTo>
                <a:cubicBezTo>
                  <a:pt x="130965" y="277920"/>
                  <a:pt x="133720" y="278961"/>
                  <a:pt x="137126" y="278961"/>
                </a:cubicBezTo>
                <a:close/>
                <a:moveTo>
                  <a:pt x="137126" y="212175"/>
                </a:moveTo>
                <a:lnTo>
                  <a:pt x="240064" y="212175"/>
                </a:lnTo>
                <a:cubicBezTo>
                  <a:pt x="243470" y="212175"/>
                  <a:pt x="246225" y="210986"/>
                  <a:pt x="248317" y="208632"/>
                </a:cubicBezTo>
                <a:cubicBezTo>
                  <a:pt x="250671" y="206540"/>
                  <a:pt x="251849" y="203785"/>
                  <a:pt x="251849" y="200379"/>
                </a:cubicBezTo>
                <a:cubicBezTo>
                  <a:pt x="251849" y="196973"/>
                  <a:pt x="250671" y="194230"/>
                  <a:pt x="248317" y="192127"/>
                </a:cubicBezTo>
                <a:cubicBezTo>
                  <a:pt x="246225" y="189772"/>
                  <a:pt x="243470" y="188595"/>
                  <a:pt x="240064" y="188595"/>
                </a:cubicBezTo>
                <a:lnTo>
                  <a:pt x="137126" y="188595"/>
                </a:lnTo>
                <a:cubicBezTo>
                  <a:pt x="133720" y="188595"/>
                  <a:pt x="130965" y="189772"/>
                  <a:pt x="128873" y="192127"/>
                </a:cubicBezTo>
                <a:cubicBezTo>
                  <a:pt x="126519" y="194230"/>
                  <a:pt x="125341" y="196973"/>
                  <a:pt x="125341" y="200379"/>
                </a:cubicBezTo>
                <a:cubicBezTo>
                  <a:pt x="125341" y="203785"/>
                  <a:pt x="126519" y="206666"/>
                  <a:pt x="128873" y="209032"/>
                </a:cubicBezTo>
                <a:cubicBezTo>
                  <a:pt x="130965" y="211124"/>
                  <a:pt x="133720" y="212175"/>
                  <a:pt x="137126" y="212175"/>
                </a:cubicBezTo>
                <a:close/>
                <a:moveTo>
                  <a:pt x="86445" y="345758"/>
                </a:moveTo>
                <a:cubicBezTo>
                  <a:pt x="80159" y="345758"/>
                  <a:pt x="74649" y="343403"/>
                  <a:pt x="69940" y="338682"/>
                </a:cubicBezTo>
                <a:cubicBezTo>
                  <a:pt x="65220" y="333973"/>
                  <a:pt x="62865" y="328475"/>
                  <a:pt x="62865" y="322189"/>
                </a:cubicBezTo>
                <a:lnTo>
                  <a:pt x="62865" y="55013"/>
                </a:lnTo>
                <a:cubicBezTo>
                  <a:pt x="62865" y="48726"/>
                  <a:pt x="65220" y="43217"/>
                  <a:pt x="69940" y="38508"/>
                </a:cubicBezTo>
                <a:cubicBezTo>
                  <a:pt x="74649" y="33787"/>
                  <a:pt x="80159" y="31433"/>
                  <a:pt x="86445" y="31433"/>
                </a:cubicBezTo>
                <a:lnTo>
                  <a:pt x="218462" y="31433"/>
                </a:lnTo>
                <a:cubicBezTo>
                  <a:pt x="221605" y="31433"/>
                  <a:pt x="224748" y="32084"/>
                  <a:pt x="227891" y="33398"/>
                </a:cubicBezTo>
                <a:cubicBezTo>
                  <a:pt x="230772" y="34701"/>
                  <a:pt x="233252" y="36405"/>
                  <a:pt x="235355" y="38508"/>
                </a:cubicBezTo>
                <a:lnTo>
                  <a:pt x="307250" y="110402"/>
                </a:lnTo>
                <a:cubicBezTo>
                  <a:pt x="309353" y="112505"/>
                  <a:pt x="311056" y="114986"/>
                  <a:pt x="312359" y="117878"/>
                </a:cubicBezTo>
                <a:cubicBezTo>
                  <a:pt x="313673" y="121021"/>
                  <a:pt x="314325" y="124164"/>
                  <a:pt x="314325" y="127307"/>
                </a:cubicBezTo>
                <a:lnTo>
                  <a:pt x="314325" y="322189"/>
                </a:lnTo>
                <a:cubicBezTo>
                  <a:pt x="314325" y="328475"/>
                  <a:pt x="311970" y="333973"/>
                  <a:pt x="307250" y="338682"/>
                </a:cubicBezTo>
                <a:cubicBezTo>
                  <a:pt x="302541" y="343403"/>
                  <a:pt x="297043" y="345758"/>
                  <a:pt x="290756" y="345758"/>
                </a:cubicBezTo>
                <a:lnTo>
                  <a:pt x="86445" y="345758"/>
                </a:lnTo>
                <a:close/>
                <a:moveTo>
                  <a:pt x="216496" y="116300"/>
                </a:moveTo>
                <a:lnTo>
                  <a:pt x="216496" y="55013"/>
                </a:lnTo>
                <a:lnTo>
                  <a:pt x="86445" y="55013"/>
                </a:lnTo>
                <a:lnTo>
                  <a:pt x="86445" y="322189"/>
                </a:lnTo>
                <a:lnTo>
                  <a:pt x="290756" y="322189"/>
                </a:lnTo>
                <a:lnTo>
                  <a:pt x="290756" y="128085"/>
                </a:lnTo>
                <a:lnTo>
                  <a:pt x="228280" y="128085"/>
                </a:lnTo>
                <a:cubicBezTo>
                  <a:pt x="224874" y="128085"/>
                  <a:pt x="222119" y="126907"/>
                  <a:pt x="220028" y="124553"/>
                </a:cubicBezTo>
                <a:cubicBezTo>
                  <a:pt x="217673" y="122461"/>
                  <a:pt x="216496" y="119706"/>
                  <a:pt x="216496" y="116300"/>
                </a:cubicBezTo>
                <a:close/>
                <a:moveTo>
                  <a:pt x="86445" y="55013"/>
                </a:moveTo>
                <a:lnTo>
                  <a:pt x="86445" y="128085"/>
                </a:lnTo>
                <a:lnTo>
                  <a:pt x="86445" y="55013"/>
                </a:lnTo>
                <a:lnTo>
                  <a:pt x="86445" y="322189"/>
                </a:lnTo>
                <a:lnTo>
                  <a:pt x="86445" y="55013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8" name="圖說"/>
          <p:cNvSpPr/>
          <p:nvPr/>
        </p:nvSpPr>
        <p:spPr>
          <a:xfrm>
            <a:off x="8290350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950" dirty="0"/>
          </a:p>
        </p:txBody>
      </p:sp>
      <p:sp>
        <p:nvSpPr>
          <p:cNvPr id="149" name="圖示 報告"/>
          <p:cNvSpPr/>
          <p:nvPr/>
        </p:nvSpPr>
        <p:spPr>
          <a:xfrm>
            <a:off x="9164717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70729" y="330041"/>
                </a:moveTo>
                <a:cubicBezTo>
                  <a:pt x="64442" y="330041"/>
                  <a:pt x="58933" y="327687"/>
                  <a:pt x="54224" y="322966"/>
                </a:cubicBezTo>
                <a:cubicBezTo>
                  <a:pt x="49503" y="318257"/>
                  <a:pt x="47149" y="312759"/>
                  <a:pt x="47149" y="306473"/>
                </a:cubicBezTo>
                <a:lnTo>
                  <a:pt x="47149" y="70729"/>
                </a:lnTo>
                <a:cubicBezTo>
                  <a:pt x="47149" y="64442"/>
                  <a:pt x="49503" y="58933"/>
                  <a:pt x="54224" y="54224"/>
                </a:cubicBezTo>
                <a:cubicBezTo>
                  <a:pt x="58933" y="49503"/>
                  <a:pt x="64442" y="47149"/>
                  <a:pt x="70729" y="47149"/>
                </a:cubicBezTo>
                <a:lnTo>
                  <a:pt x="306473" y="47149"/>
                </a:lnTo>
                <a:cubicBezTo>
                  <a:pt x="312759" y="47149"/>
                  <a:pt x="318257" y="49503"/>
                  <a:pt x="322966" y="54224"/>
                </a:cubicBezTo>
                <a:cubicBezTo>
                  <a:pt x="327687" y="58933"/>
                  <a:pt x="330041" y="64442"/>
                  <a:pt x="330041" y="70729"/>
                </a:cubicBezTo>
                <a:lnTo>
                  <a:pt x="330041" y="306473"/>
                </a:lnTo>
                <a:cubicBezTo>
                  <a:pt x="330041" y="312759"/>
                  <a:pt x="327687" y="318257"/>
                  <a:pt x="322966" y="322966"/>
                </a:cubicBezTo>
                <a:cubicBezTo>
                  <a:pt x="318257" y="327687"/>
                  <a:pt x="312759" y="330041"/>
                  <a:pt x="306473" y="330041"/>
                </a:cubicBezTo>
                <a:lnTo>
                  <a:pt x="70729" y="330041"/>
                </a:lnTo>
                <a:close/>
                <a:moveTo>
                  <a:pt x="70729" y="306473"/>
                </a:moveTo>
                <a:lnTo>
                  <a:pt x="306473" y="306473"/>
                </a:lnTo>
                <a:lnTo>
                  <a:pt x="306473" y="70729"/>
                </a:lnTo>
                <a:lnTo>
                  <a:pt x="70729" y="70729"/>
                </a:lnTo>
                <a:lnTo>
                  <a:pt x="70729" y="306473"/>
                </a:lnTo>
                <a:close/>
                <a:moveTo>
                  <a:pt x="70729" y="70729"/>
                </a:moveTo>
                <a:lnTo>
                  <a:pt x="70729" y="306473"/>
                </a:lnTo>
                <a:lnTo>
                  <a:pt x="70729" y="70729"/>
                </a:lnTo>
                <a:close/>
                <a:moveTo>
                  <a:pt x="120621" y="267565"/>
                </a:moveTo>
                <a:lnTo>
                  <a:pt x="205100" y="267565"/>
                </a:lnTo>
                <a:cubicBezTo>
                  <a:pt x="208506" y="267565"/>
                  <a:pt x="211249" y="266388"/>
                  <a:pt x="213352" y="264033"/>
                </a:cubicBezTo>
                <a:cubicBezTo>
                  <a:pt x="215707" y="261941"/>
                  <a:pt x="216884" y="259187"/>
                  <a:pt x="216884" y="255781"/>
                </a:cubicBezTo>
                <a:cubicBezTo>
                  <a:pt x="216884" y="252374"/>
                  <a:pt x="215707" y="249631"/>
                  <a:pt x="213352" y="247528"/>
                </a:cubicBezTo>
                <a:cubicBezTo>
                  <a:pt x="211249" y="245174"/>
                  <a:pt x="208506" y="243996"/>
                  <a:pt x="205100" y="243996"/>
                </a:cubicBezTo>
                <a:lnTo>
                  <a:pt x="120621" y="243996"/>
                </a:lnTo>
                <a:cubicBezTo>
                  <a:pt x="117215" y="243996"/>
                  <a:pt x="114471" y="245174"/>
                  <a:pt x="112368" y="247528"/>
                </a:cubicBezTo>
                <a:cubicBezTo>
                  <a:pt x="110014" y="249631"/>
                  <a:pt x="108836" y="252374"/>
                  <a:pt x="108836" y="255781"/>
                </a:cubicBezTo>
                <a:cubicBezTo>
                  <a:pt x="108836" y="259187"/>
                  <a:pt x="110014" y="262067"/>
                  <a:pt x="112368" y="264422"/>
                </a:cubicBezTo>
                <a:cubicBezTo>
                  <a:pt x="114471" y="266525"/>
                  <a:pt x="117215" y="267565"/>
                  <a:pt x="120621" y="267565"/>
                </a:cubicBezTo>
                <a:close/>
                <a:moveTo>
                  <a:pt x="120621" y="200379"/>
                </a:moveTo>
                <a:lnTo>
                  <a:pt x="256569" y="200379"/>
                </a:lnTo>
                <a:cubicBezTo>
                  <a:pt x="259975" y="200379"/>
                  <a:pt x="262719" y="199202"/>
                  <a:pt x="264822" y="196847"/>
                </a:cubicBezTo>
                <a:cubicBezTo>
                  <a:pt x="267176" y="194756"/>
                  <a:pt x="268354" y="192001"/>
                  <a:pt x="268354" y="188595"/>
                </a:cubicBezTo>
                <a:cubicBezTo>
                  <a:pt x="268354" y="185189"/>
                  <a:pt x="267176" y="182434"/>
                  <a:pt x="264822" y="180343"/>
                </a:cubicBezTo>
                <a:cubicBezTo>
                  <a:pt x="262719" y="177988"/>
                  <a:pt x="259975" y="176811"/>
                  <a:pt x="256569" y="176811"/>
                </a:cubicBezTo>
                <a:lnTo>
                  <a:pt x="120621" y="176811"/>
                </a:lnTo>
                <a:cubicBezTo>
                  <a:pt x="117215" y="176811"/>
                  <a:pt x="114471" y="177988"/>
                  <a:pt x="112368" y="180343"/>
                </a:cubicBezTo>
                <a:cubicBezTo>
                  <a:pt x="110014" y="182434"/>
                  <a:pt x="108836" y="185189"/>
                  <a:pt x="108836" y="188595"/>
                </a:cubicBezTo>
                <a:cubicBezTo>
                  <a:pt x="108836" y="192001"/>
                  <a:pt x="110014" y="194882"/>
                  <a:pt x="112368" y="197236"/>
                </a:cubicBezTo>
                <a:cubicBezTo>
                  <a:pt x="114471" y="199339"/>
                  <a:pt x="117215" y="200379"/>
                  <a:pt x="120621" y="200379"/>
                </a:cubicBezTo>
                <a:close/>
                <a:moveTo>
                  <a:pt x="120621" y="133194"/>
                </a:moveTo>
                <a:lnTo>
                  <a:pt x="256569" y="133194"/>
                </a:lnTo>
                <a:cubicBezTo>
                  <a:pt x="259975" y="133194"/>
                  <a:pt x="262719" y="132017"/>
                  <a:pt x="264822" y="129662"/>
                </a:cubicBezTo>
                <a:cubicBezTo>
                  <a:pt x="267176" y="127559"/>
                  <a:pt x="268354" y="124816"/>
                  <a:pt x="268354" y="121409"/>
                </a:cubicBezTo>
                <a:cubicBezTo>
                  <a:pt x="268354" y="118003"/>
                  <a:pt x="267176" y="115249"/>
                  <a:pt x="264822" y="113157"/>
                </a:cubicBezTo>
                <a:cubicBezTo>
                  <a:pt x="262719" y="110802"/>
                  <a:pt x="259975" y="109625"/>
                  <a:pt x="256569" y="109625"/>
                </a:cubicBezTo>
                <a:lnTo>
                  <a:pt x="120621" y="109625"/>
                </a:lnTo>
                <a:cubicBezTo>
                  <a:pt x="117215" y="109625"/>
                  <a:pt x="114471" y="110802"/>
                  <a:pt x="112368" y="113157"/>
                </a:cubicBezTo>
                <a:cubicBezTo>
                  <a:pt x="110014" y="115249"/>
                  <a:pt x="108836" y="118003"/>
                  <a:pt x="108836" y="121409"/>
                </a:cubicBezTo>
                <a:cubicBezTo>
                  <a:pt x="108836" y="124816"/>
                  <a:pt x="110014" y="127696"/>
                  <a:pt x="112368" y="130051"/>
                </a:cubicBezTo>
                <a:cubicBezTo>
                  <a:pt x="114471" y="132142"/>
                  <a:pt x="117215" y="133194"/>
                  <a:pt x="120621" y="133194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0" name="圖說"/>
          <p:cNvSpPr/>
          <p:nvPr/>
        </p:nvSpPr>
        <p:spPr>
          <a:xfrm>
            <a:off x="8983751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</a:t>
            </a:r>
            <a:endParaRPr lang="en-US" sz="950" dirty="0"/>
          </a:p>
        </p:txBody>
      </p:sp>
      <p:sp>
        <p:nvSpPr>
          <p:cNvPr id="151" name="圖示 筆記"/>
          <p:cNvSpPr/>
          <p:nvPr/>
        </p:nvSpPr>
        <p:spPr>
          <a:xfrm>
            <a:off x="9858118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74649" y="216096"/>
                </a:moveTo>
                <a:cubicBezTo>
                  <a:pt x="71243" y="216096"/>
                  <a:pt x="68500" y="214918"/>
                  <a:pt x="66397" y="212564"/>
                </a:cubicBezTo>
                <a:cubicBezTo>
                  <a:pt x="64042" y="210472"/>
                  <a:pt x="62865" y="207717"/>
                  <a:pt x="62865" y="204311"/>
                </a:cubicBezTo>
                <a:cubicBezTo>
                  <a:pt x="62865" y="200905"/>
                  <a:pt x="64042" y="198150"/>
                  <a:pt x="66397" y="196059"/>
                </a:cubicBezTo>
                <a:cubicBezTo>
                  <a:pt x="68500" y="193704"/>
                  <a:pt x="71243" y="192527"/>
                  <a:pt x="74649" y="192527"/>
                </a:cubicBezTo>
                <a:lnTo>
                  <a:pt x="168947" y="192527"/>
                </a:lnTo>
                <a:cubicBezTo>
                  <a:pt x="172353" y="192527"/>
                  <a:pt x="175108" y="193704"/>
                  <a:pt x="177199" y="196059"/>
                </a:cubicBezTo>
                <a:cubicBezTo>
                  <a:pt x="179554" y="198150"/>
                  <a:pt x="180743" y="200905"/>
                  <a:pt x="180743" y="204311"/>
                </a:cubicBezTo>
                <a:cubicBezTo>
                  <a:pt x="180743" y="207717"/>
                  <a:pt x="179554" y="210598"/>
                  <a:pt x="177199" y="212952"/>
                </a:cubicBezTo>
                <a:cubicBezTo>
                  <a:pt x="175108" y="215055"/>
                  <a:pt x="172353" y="216096"/>
                  <a:pt x="168947" y="216096"/>
                </a:cubicBezTo>
                <a:lnTo>
                  <a:pt x="74649" y="216096"/>
                </a:lnTo>
                <a:close/>
                <a:moveTo>
                  <a:pt x="74649" y="151265"/>
                </a:moveTo>
                <a:cubicBezTo>
                  <a:pt x="71243" y="151265"/>
                  <a:pt x="68500" y="150087"/>
                  <a:pt x="66397" y="147733"/>
                </a:cubicBezTo>
                <a:cubicBezTo>
                  <a:pt x="64042" y="145641"/>
                  <a:pt x="62865" y="142886"/>
                  <a:pt x="62865" y="139480"/>
                </a:cubicBezTo>
                <a:cubicBezTo>
                  <a:pt x="62865" y="136074"/>
                  <a:pt x="64042" y="133331"/>
                  <a:pt x="66397" y="131228"/>
                </a:cubicBezTo>
                <a:cubicBezTo>
                  <a:pt x="68500" y="128873"/>
                  <a:pt x="71243" y="127696"/>
                  <a:pt x="74649" y="127696"/>
                </a:cubicBezTo>
                <a:lnTo>
                  <a:pt x="235744" y="127696"/>
                </a:lnTo>
                <a:cubicBezTo>
                  <a:pt x="239150" y="127696"/>
                  <a:pt x="241905" y="128873"/>
                  <a:pt x="243996" y="131228"/>
                </a:cubicBezTo>
                <a:cubicBezTo>
                  <a:pt x="246351" y="133331"/>
                  <a:pt x="247528" y="136074"/>
                  <a:pt x="247528" y="139480"/>
                </a:cubicBezTo>
                <a:cubicBezTo>
                  <a:pt x="247528" y="142886"/>
                  <a:pt x="246351" y="145767"/>
                  <a:pt x="243996" y="148121"/>
                </a:cubicBezTo>
                <a:cubicBezTo>
                  <a:pt x="241905" y="150224"/>
                  <a:pt x="239150" y="151265"/>
                  <a:pt x="235744" y="151265"/>
                </a:cubicBezTo>
                <a:lnTo>
                  <a:pt x="74649" y="151265"/>
                </a:lnTo>
                <a:close/>
                <a:moveTo>
                  <a:pt x="74649" y="86445"/>
                </a:moveTo>
                <a:cubicBezTo>
                  <a:pt x="71243" y="86445"/>
                  <a:pt x="68500" y="85256"/>
                  <a:pt x="66397" y="82902"/>
                </a:cubicBezTo>
                <a:cubicBezTo>
                  <a:pt x="64042" y="80810"/>
                  <a:pt x="62865" y="78055"/>
                  <a:pt x="62865" y="74649"/>
                </a:cubicBezTo>
                <a:cubicBezTo>
                  <a:pt x="62865" y="71243"/>
                  <a:pt x="64042" y="68500"/>
                  <a:pt x="66397" y="66397"/>
                </a:cubicBezTo>
                <a:cubicBezTo>
                  <a:pt x="68500" y="64042"/>
                  <a:pt x="71243" y="62865"/>
                  <a:pt x="74649" y="62865"/>
                </a:cubicBezTo>
                <a:lnTo>
                  <a:pt x="235744" y="62865"/>
                </a:lnTo>
                <a:cubicBezTo>
                  <a:pt x="239150" y="62865"/>
                  <a:pt x="241905" y="64042"/>
                  <a:pt x="243996" y="66397"/>
                </a:cubicBezTo>
                <a:cubicBezTo>
                  <a:pt x="246351" y="68500"/>
                  <a:pt x="247528" y="71243"/>
                  <a:pt x="247528" y="74649"/>
                </a:cubicBezTo>
                <a:cubicBezTo>
                  <a:pt x="247528" y="78055"/>
                  <a:pt x="246351" y="80936"/>
                  <a:pt x="243996" y="83302"/>
                </a:cubicBezTo>
                <a:cubicBezTo>
                  <a:pt x="241905" y="85394"/>
                  <a:pt x="239150" y="86445"/>
                  <a:pt x="235744" y="86445"/>
                </a:cubicBezTo>
                <a:lnTo>
                  <a:pt x="74649" y="86445"/>
                </a:lnTo>
                <a:close/>
                <a:moveTo>
                  <a:pt x="204311" y="302541"/>
                </a:moveTo>
                <a:lnTo>
                  <a:pt x="204311" y="270708"/>
                </a:lnTo>
                <a:cubicBezTo>
                  <a:pt x="204311" y="269142"/>
                  <a:pt x="204574" y="267702"/>
                  <a:pt x="205100" y="266388"/>
                </a:cubicBezTo>
                <a:cubicBezTo>
                  <a:pt x="205626" y="265085"/>
                  <a:pt x="206540" y="263770"/>
                  <a:pt x="207843" y="262467"/>
                </a:cubicBezTo>
                <a:lnTo>
                  <a:pt x="291145" y="179554"/>
                </a:lnTo>
                <a:cubicBezTo>
                  <a:pt x="293500" y="177199"/>
                  <a:pt x="296117" y="175496"/>
                  <a:pt x="298997" y="174456"/>
                </a:cubicBezTo>
                <a:cubicBezTo>
                  <a:pt x="301878" y="173405"/>
                  <a:pt x="304770" y="172879"/>
                  <a:pt x="307650" y="172879"/>
                </a:cubicBezTo>
                <a:cubicBezTo>
                  <a:pt x="310793" y="172879"/>
                  <a:pt x="313799" y="173530"/>
                  <a:pt x="316680" y="174845"/>
                </a:cubicBezTo>
                <a:cubicBezTo>
                  <a:pt x="319560" y="175896"/>
                  <a:pt x="322189" y="177599"/>
                  <a:pt x="324543" y="179954"/>
                </a:cubicBezTo>
                <a:lnTo>
                  <a:pt x="339082" y="194493"/>
                </a:lnTo>
                <a:cubicBezTo>
                  <a:pt x="341437" y="196847"/>
                  <a:pt x="343140" y="199465"/>
                  <a:pt x="344192" y="202345"/>
                </a:cubicBezTo>
                <a:cubicBezTo>
                  <a:pt x="345232" y="205226"/>
                  <a:pt x="345758" y="208106"/>
                  <a:pt x="345758" y="210986"/>
                </a:cubicBezTo>
                <a:cubicBezTo>
                  <a:pt x="345758" y="213867"/>
                  <a:pt x="345232" y="216884"/>
                  <a:pt x="344192" y="220028"/>
                </a:cubicBezTo>
                <a:cubicBezTo>
                  <a:pt x="342877" y="222908"/>
                  <a:pt x="341048" y="225525"/>
                  <a:pt x="338682" y="227891"/>
                </a:cubicBezTo>
                <a:lnTo>
                  <a:pt x="256181" y="310793"/>
                </a:lnTo>
                <a:cubicBezTo>
                  <a:pt x="254866" y="312096"/>
                  <a:pt x="253552" y="313011"/>
                  <a:pt x="252249" y="313536"/>
                </a:cubicBezTo>
                <a:cubicBezTo>
                  <a:pt x="250934" y="314062"/>
                  <a:pt x="249494" y="314325"/>
                  <a:pt x="247928" y="314325"/>
                </a:cubicBezTo>
                <a:lnTo>
                  <a:pt x="216096" y="314325"/>
                </a:lnTo>
                <a:cubicBezTo>
                  <a:pt x="212689" y="314325"/>
                  <a:pt x="209946" y="313148"/>
                  <a:pt x="207843" y="310793"/>
                </a:cubicBezTo>
                <a:cubicBezTo>
                  <a:pt x="205489" y="308690"/>
                  <a:pt x="204311" y="305947"/>
                  <a:pt x="204311" y="302541"/>
                </a:cubicBezTo>
                <a:close/>
                <a:moveTo>
                  <a:pt x="322189" y="210986"/>
                </a:moveTo>
                <a:lnTo>
                  <a:pt x="307650" y="196459"/>
                </a:lnTo>
                <a:lnTo>
                  <a:pt x="322189" y="210986"/>
                </a:lnTo>
                <a:close/>
                <a:moveTo>
                  <a:pt x="227891" y="290756"/>
                </a:moveTo>
                <a:lnTo>
                  <a:pt x="242819" y="290756"/>
                </a:lnTo>
                <a:lnTo>
                  <a:pt x="290356" y="242819"/>
                </a:lnTo>
                <a:lnTo>
                  <a:pt x="283281" y="235355"/>
                </a:lnTo>
                <a:lnTo>
                  <a:pt x="275817" y="228280"/>
                </a:lnTo>
                <a:lnTo>
                  <a:pt x="227891" y="275817"/>
                </a:lnTo>
                <a:lnTo>
                  <a:pt x="227891" y="290756"/>
                </a:lnTo>
                <a:close/>
                <a:moveTo>
                  <a:pt x="283281" y="235355"/>
                </a:moveTo>
                <a:lnTo>
                  <a:pt x="275817" y="228280"/>
                </a:lnTo>
                <a:lnTo>
                  <a:pt x="290356" y="242819"/>
                </a:lnTo>
                <a:lnTo>
                  <a:pt x="283281" y="235355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2" name="圖說"/>
          <p:cNvSpPr/>
          <p:nvPr/>
        </p:nvSpPr>
        <p:spPr>
          <a:xfrm>
            <a:off x="9677152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筆記</a:t>
            </a:r>
            <a:endParaRPr lang="en-US" sz="950" dirty="0"/>
          </a:p>
        </p:txBody>
      </p:sp>
      <p:sp>
        <p:nvSpPr>
          <p:cNvPr id="153" name="圖示 任務"/>
          <p:cNvSpPr/>
          <p:nvPr/>
        </p:nvSpPr>
        <p:spPr>
          <a:xfrm>
            <a:off x="10551519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70729" y="330041"/>
                </a:moveTo>
                <a:cubicBezTo>
                  <a:pt x="64179" y="330041"/>
                  <a:pt x="58670" y="327687"/>
                  <a:pt x="54224" y="322966"/>
                </a:cubicBezTo>
                <a:cubicBezTo>
                  <a:pt x="49503" y="318520"/>
                  <a:pt x="47149" y="313011"/>
                  <a:pt x="47149" y="306473"/>
                </a:cubicBezTo>
                <a:lnTo>
                  <a:pt x="47149" y="70729"/>
                </a:lnTo>
                <a:cubicBezTo>
                  <a:pt x="47149" y="64179"/>
                  <a:pt x="49503" y="58670"/>
                  <a:pt x="54224" y="54224"/>
                </a:cubicBezTo>
                <a:cubicBezTo>
                  <a:pt x="58670" y="49503"/>
                  <a:pt x="64179" y="47149"/>
                  <a:pt x="70729" y="47149"/>
                </a:cubicBezTo>
                <a:lnTo>
                  <a:pt x="151265" y="47149"/>
                </a:lnTo>
                <a:cubicBezTo>
                  <a:pt x="152579" y="37982"/>
                  <a:pt x="156774" y="30518"/>
                  <a:pt x="163838" y="24757"/>
                </a:cubicBezTo>
                <a:cubicBezTo>
                  <a:pt x="170913" y="18734"/>
                  <a:pt x="179165" y="15716"/>
                  <a:pt x="188595" y="15716"/>
                </a:cubicBezTo>
                <a:cubicBezTo>
                  <a:pt x="198025" y="15716"/>
                  <a:pt x="206277" y="18734"/>
                  <a:pt x="213352" y="24757"/>
                </a:cubicBezTo>
                <a:cubicBezTo>
                  <a:pt x="220416" y="30518"/>
                  <a:pt x="224611" y="37982"/>
                  <a:pt x="225925" y="47149"/>
                </a:cubicBezTo>
                <a:lnTo>
                  <a:pt x="306473" y="47149"/>
                </a:lnTo>
                <a:cubicBezTo>
                  <a:pt x="313011" y="47149"/>
                  <a:pt x="318520" y="49503"/>
                  <a:pt x="322966" y="54224"/>
                </a:cubicBezTo>
                <a:cubicBezTo>
                  <a:pt x="327687" y="58670"/>
                  <a:pt x="330041" y="64179"/>
                  <a:pt x="330041" y="70729"/>
                </a:cubicBezTo>
                <a:lnTo>
                  <a:pt x="330041" y="306473"/>
                </a:lnTo>
                <a:cubicBezTo>
                  <a:pt x="330041" y="313011"/>
                  <a:pt x="327687" y="318520"/>
                  <a:pt x="322966" y="322966"/>
                </a:cubicBezTo>
                <a:cubicBezTo>
                  <a:pt x="318520" y="327687"/>
                  <a:pt x="313011" y="330041"/>
                  <a:pt x="306473" y="330041"/>
                </a:cubicBezTo>
                <a:lnTo>
                  <a:pt x="70729" y="330041"/>
                </a:lnTo>
                <a:close/>
                <a:moveTo>
                  <a:pt x="70729" y="306473"/>
                </a:moveTo>
                <a:lnTo>
                  <a:pt x="306473" y="306473"/>
                </a:lnTo>
                <a:lnTo>
                  <a:pt x="306473" y="70729"/>
                </a:lnTo>
                <a:lnTo>
                  <a:pt x="70729" y="70729"/>
                </a:lnTo>
                <a:lnTo>
                  <a:pt x="70729" y="306473"/>
                </a:lnTo>
                <a:close/>
                <a:moveTo>
                  <a:pt x="121798" y="267176"/>
                </a:moveTo>
                <a:lnTo>
                  <a:pt x="205489" y="267176"/>
                </a:lnTo>
                <a:cubicBezTo>
                  <a:pt x="208895" y="267176"/>
                  <a:pt x="211649" y="265999"/>
                  <a:pt x="213741" y="263644"/>
                </a:cubicBezTo>
                <a:cubicBezTo>
                  <a:pt x="216096" y="261541"/>
                  <a:pt x="217273" y="258798"/>
                  <a:pt x="217273" y="255392"/>
                </a:cubicBezTo>
                <a:cubicBezTo>
                  <a:pt x="217273" y="251986"/>
                  <a:pt x="216096" y="249231"/>
                  <a:pt x="213741" y="247139"/>
                </a:cubicBezTo>
                <a:cubicBezTo>
                  <a:pt x="211649" y="244785"/>
                  <a:pt x="208895" y="243608"/>
                  <a:pt x="205489" y="243608"/>
                </a:cubicBezTo>
                <a:lnTo>
                  <a:pt x="121798" y="243608"/>
                </a:lnTo>
                <a:cubicBezTo>
                  <a:pt x="118392" y="243608"/>
                  <a:pt x="115649" y="244785"/>
                  <a:pt x="113546" y="247139"/>
                </a:cubicBezTo>
                <a:cubicBezTo>
                  <a:pt x="111191" y="249231"/>
                  <a:pt x="110014" y="251986"/>
                  <a:pt x="110014" y="255392"/>
                </a:cubicBezTo>
                <a:cubicBezTo>
                  <a:pt x="110014" y="258798"/>
                  <a:pt x="111191" y="261678"/>
                  <a:pt x="113546" y="264033"/>
                </a:cubicBezTo>
                <a:cubicBezTo>
                  <a:pt x="115649" y="266125"/>
                  <a:pt x="118392" y="267176"/>
                  <a:pt x="121798" y="267176"/>
                </a:cubicBezTo>
                <a:close/>
                <a:moveTo>
                  <a:pt x="121798" y="200379"/>
                </a:moveTo>
                <a:lnTo>
                  <a:pt x="255392" y="200379"/>
                </a:lnTo>
                <a:cubicBezTo>
                  <a:pt x="258798" y="200379"/>
                  <a:pt x="261541" y="199202"/>
                  <a:pt x="263644" y="196847"/>
                </a:cubicBezTo>
                <a:cubicBezTo>
                  <a:pt x="265999" y="194756"/>
                  <a:pt x="267176" y="192001"/>
                  <a:pt x="267176" y="188595"/>
                </a:cubicBezTo>
                <a:cubicBezTo>
                  <a:pt x="267176" y="185189"/>
                  <a:pt x="265999" y="182434"/>
                  <a:pt x="263644" y="180343"/>
                </a:cubicBezTo>
                <a:cubicBezTo>
                  <a:pt x="261541" y="177988"/>
                  <a:pt x="258798" y="176811"/>
                  <a:pt x="255392" y="176811"/>
                </a:cubicBezTo>
                <a:lnTo>
                  <a:pt x="121798" y="176811"/>
                </a:lnTo>
                <a:cubicBezTo>
                  <a:pt x="118392" y="176811"/>
                  <a:pt x="115649" y="177988"/>
                  <a:pt x="113546" y="180343"/>
                </a:cubicBezTo>
                <a:cubicBezTo>
                  <a:pt x="111191" y="182434"/>
                  <a:pt x="110014" y="185189"/>
                  <a:pt x="110014" y="188595"/>
                </a:cubicBezTo>
                <a:cubicBezTo>
                  <a:pt x="110014" y="192001"/>
                  <a:pt x="111191" y="194882"/>
                  <a:pt x="113546" y="197236"/>
                </a:cubicBezTo>
                <a:cubicBezTo>
                  <a:pt x="115649" y="199339"/>
                  <a:pt x="118392" y="200379"/>
                  <a:pt x="121798" y="200379"/>
                </a:cubicBezTo>
                <a:close/>
                <a:moveTo>
                  <a:pt x="121798" y="133594"/>
                </a:moveTo>
                <a:lnTo>
                  <a:pt x="255392" y="133594"/>
                </a:lnTo>
                <a:cubicBezTo>
                  <a:pt x="258798" y="133594"/>
                  <a:pt x="261541" y="132405"/>
                  <a:pt x="263644" y="130051"/>
                </a:cubicBezTo>
                <a:cubicBezTo>
                  <a:pt x="265999" y="127959"/>
                  <a:pt x="267176" y="125204"/>
                  <a:pt x="267176" y="121798"/>
                </a:cubicBezTo>
                <a:cubicBezTo>
                  <a:pt x="267176" y="118392"/>
                  <a:pt x="265999" y="115649"/>
                  <a:pt x="263644" y="113546"/>
                </a:cubicBezTo>
                <a:cubicBezTo>
                  <a:pt x="261541" y="111191"/>
                  <a:pt x="258798" y="110014"/>
                  <a:pt x="255392" y="110014"/>
                </a:cubicBezTo>
                <a:lnTo>
                  <a:pt x="121798" y="110014"/>
                </a:lnTo>
                <a:cubicBezTo>
                  <a:pt x="118392" y="110014"/>
                  <a:pt x="115649" y="111191"/>
                  <a:pt x="113546" y="113546"/>
                </a:cubicBezTo>
                <a:cubicBezTo>
                  <a:pt x="111191" y="115649"/>
                  <a:pt x="110014" y="118392"/>
                  <a:pt x="110014" y="121798"/>
                </a:cubicBezTo>
                <a:cubicBezTo>
                  <a:pt x="110014" y="125204"/>
                  <a:pt x="111191" y="128085"/>
                  <a:pt x="113546" y="130451"/>
                </a:cubicBezTo>
                <a:cubicBezTo>
                  <a:pt x="115649" y="132542"/>
                  <a:pt x="118392" y="133594"/>
                  <a:pt x="121798" y="133594"/>
                </a:cubicBezTo>
                <a:close/>
                <a:moveTo>
                  <a:pt x="198413" y="60110"/>
                </a:moveTo>
                <a:cubicBezTo>
                  <a:pt x="201042" y="57230"/>
                  <a:pt x="202345" y="53961"/>
                  <a:pt x="202345" y="50292"/>
                </a:cubicBezTo>
                <a:cubicBezTo>
                  <a:pt x="202345" y="46623"/>
                  <a:pt x="201042" y="43480"/>
                  <a:pt x="198413" y="40862"/>
                </a:cubicBezTo>
                <a:cubicBezTo>
                  <a:pt x="195533" y="37982"/>
                  <a:pt x="192264" y="36542"/>
                  <a:pt x="188595" y="36542"/>
                </a:cubicBezTo>
                <a:cubicBezTo>
                  <a:pt x="184926" y="36542"/>
                  <a:pt x="181783" y="37982"/>
                  <a:pt x="179165" y="40862"/>
                </a:cubicBezTo>
                <a:cubicBezTo>
                  <a:pt x="176285" y="43480"/>
                  <a:pt x="174845" y="46623"/>
                  <a:pt x="174845" y="50292"/>
                </a:cubicBezTo>
                <a:cubicBezTo>
                  <a:pt x="174845" y="53961"/>
                  <a:pt x="176285" y="57230"/>
                  <a:pt x="179165" y="60110"/>
                </a:cubicBezTo>
                <a:cubicBezTo>
                  <a:pt x="181783" y="62739"/>
                  <a:pt x="184926" y="64042"/>
                  <a:pt x="188595" y="64042"/>
                </a:cubicBezTo>
                <a:cubicBezTo>
                  <a:pt x="192264" y="64042"/>
                  <a:pt x="195533" y="62739"/>
                  <a:pt x="198413" y="60110"/>
                </a:cubicBezTo>
                <a:close/>
                <a:moveTo>
                  <a:pt x="70729" y="306473"/>
                </a:moveTo>
                <a:lnTo>
                  <a:pt x="70729" y="70729"/>
                </a:lnTo>
                <a:lnTo>
                  <a:pt x="70729" y="306473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4" name="圖說"/>
          <p:cNvSpPr/>
          <p:nvPr/>
        </p:nvSpPr>
        <p:spPr>
          <a:xfrm>
            <a:off x="10370553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</a:t>
            </a:r>
            <a:endParaRPr lang="en-US" sz="950" dirty="0"/>
          </a:p>
        </p:txBody>
      </p:sp>
      <p:sp>
        <p:nvSpPr>
          <p:cNvPr id="155" name="圖示 已交付"/>
          <p:cNvSpPr/>
          <p:nvPr/>
        </p:nvSpPr>
        <p:spPr>
          <a:xfrm>
            <a:off x="11244920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66204" y="214130"/>
                </a:moveTo>
                <a:lnTo>
                  <a:pt x="126907" y="174845"/>
                </a:lnTo>
                <a:cubicBezTo>
                  <a:pt x="124553" y="172490"/>
                  <a:pt x="121798" y="171313"/>
                  <a:pt x="118655" y="171313"/>
                </a:cubicBezTo>
                <a:cubicBezTo>
                  <a:pt x="115512" y="171313"/>
                  <a:pt x="112768" y="172490"/>
                  <a:pt x="110402" y="174845"/>
                </a:cubicBezTo>
                <a:cubicBezTo>
                  <a:pt x="108048" y="177199"/>
                  <a:pt x="106996" y="179954"/>
                  <a:pt x="107259" y="183097"/>
                </a:cubicBezTo>
                <a:cubicBezTo>
                  <a:pt x="107259" y="186240"/>
                  <a:pt x="108311" y="188984"/>
                  <a:pt x="110402" y="191350"/>
                </a:cubicBezTo>
                <a:lnTo>
                  <a:pt x="157951" y="239676"/>
                </a:lnTo>
                <a:cubicBezTo>
                  <a:pt x="160306" y="242030"/>
                  <a:pt x="163060" y="243208"/>
                  <a:pt x="166204" y="243208"/>
                </a:cubicBezTo>
                <a:cubicBezTo>
                  <a:pt x="169347" y="243208"/>
                  <a:pt x="172090" y="242030"/>
                  <a:pt x="174456" y="239676"/>
                </a:cubicBezTo>
                <a:lnTo>
                  <a:pt x="266788" y="147344"/>
                </a:lnTo>
                <a:cubicBezTo>
                  <a:pt x="269142" y="144978"/>
                  <a:pt x="270320" y="142235"/>
                  <a:pt x="270320" y="139092"/>
                </a:cubicBezTo>
                <a:cubicBezTo>
                  <a:pt x="270320" y="135686"/>
                  <a:pt x="269142" y="132805"/>
                  <a:pt x="266788" y="130451"/>
                </a:cubicBezTo>
                <a:cubicBezTo>
                  <a:pt x="264422" y="128085"/>
                  <a:pt x="261678" y="126907"/>
                  <a:pt x="258535" y="126907"/>
                </a:cubicBezTo>
                <a:cubicBezTo>
                  <a:pt x="255129" y="126907"/>
                  <a:pt x="252249" y="128085"/>
                  <a:pt x="249894" y="130451"/>
                </a:cubicBezTo>
                <a:lnTo>
                  <a:pt x="166204" y="214130"/>
                </a:lnTo>
                <a:close/>
                <a:moveTo>
                  <a:pt x="70729" y="330041"/>
                </a:moveTo>
                <a:cubicBezTo>
                  <a:pt x="64179" y="330041"/>
                  <a:pt x="58670" y="327687"/>
                  <a:pt x="54224" y="322966"/>
                </a:cubicBezTo>
                <a:cubicBezTo>
                  <a:pt x="49503" y="318520"/>
                  <a:pt x="47149" y="313011"/>
                  <a:pt x="47149" y="306473"/>
                </a:cubicBezTo>
                <a:lnTo>
                  <a:pt x="47149" y="70729"/>
                </a:lnTo>
                <a:cubicBezTo>
                  <a:pt x="47149" y="64179"/>
                  <a:pt x="49503" y="58670"/>
                  <a:pt x="54224" y="54224"/>
                </a:cubicBezTo>
                <a:cubicBezTo>
                  <a:pt x="58670" y="49503"/>
                  <a:pt x="64179" y="47149"/>
                  <a:pt x="70729" y="47149"/>
                </a:cubicBezTo>
                <a:lnTo>
                  <a:pt x="151265" y="47149"/>
                </a:lnTo>
                <a:cubicBezTo>
                  <a:pt x="152579" y="37982"/>
                  <a:pt x="156774" y="30518"/>
                  <a:pt x="163838" y="24757"/>
                </a:cubicBezTo>
                <a:cubicBezTo>
                  <a:pt x="170913" y="18734"/>
                  <a:pt x="179165" y="15716"/>
                  <a:pt x="188595" y="15716"/>
                </a:cubicBezTo>
                <a:cubicBezTo>
                  <a:pt x="198025" y="15716"/>
                  <a:pt x="206277" y="18734"/>
                  <a:pt x="213352" y="24757"/>
                </a:cubicBezTo>
                <a:cubicBezTo>
                  <a:pt x="220416" y="30518"/>
                  <a:pt x="224611" y="37982"/>
                  <a:pt x="225925" y="47149"/>
                </a:cubicBezTo>
                <a:lnTo>
                  <a:pt x="306473" y="47149"/>
                </a:lnTo>
                <a:cubicBezTo>
                  <a:pt x="313011" y="47149"/>
                  <a:pt x="318520" y="49503"/>
                  <a:pt x="322966" y="54224"/>
                </a:cubicBezTo>
                <a:cubicBezTo>
                  <a:pt x="327687" y="58670"/>
                  <a:pt x="330041" y="64179"/>
                  <a:pt x="330041" y="70729"/>
                </a:cubicBezTo>
                <a:lnTo>
                  <a:pt x="330041" y="306473"/>
                </a:lnTo>
                <a:cubicBezTo>
                  <a:pt x="330041" y="313011"/>
                  <a:pt x="327687" y="318520"/>
                  <a:pt x="322966" y="322966"/>
                </a:cubicBezTo>
                <a:cubicBezTo>
                  <a:pt x="318520" y="327687"/>
                  <a:pt x="313011" y="330041"/>
                  <a:pt x="306473" y="330041"/>
                </a:cubicBezTo>
                <a:lnTo>
                  <a:pt x="70729" y="330041"/>
                </a:lnTo>
                <a:close/>
                <a:moveTo>
                  <a:pt x="70729" y="306473"/>
                </a:moveTo>
                <a:lnTo>
                  <a:pt x="306473" y="306473"/>
                </a:lnTo>
                <a:lnTo>
                  <a:pt x="306473" y="70729"/>
                </a:lnTo>
                <a:lnTo>
                  <a:pt x="70729" y="70729"/>
                </a:lnTo>
                <a:lnTo>
                  <a:pt x="70729" y="306473"/>
                </a:lnTo>
                <a:close/>
                <a:moveTo>
                  <a:pt x="198413" y="60110"/>
                </a:moveTo>
                <a:cubicBezTo>
                  <a:pt x="201042" y="57230"/>
                  <a:pt x="202345" y="53961"/>
                  <a:pt x="202345" y="50292"/>
                </a:cubicBezTo>
                <a:cubicBezTo>
                  <a:pt x="202345" y="46623"/>
                  <a:pt x="201042" y="43480"/>
                  <a:pt x="198413" y="40862"/>
                </a:cubicBezTo>
                <a:cubicBezTo>
                  <a:pt x="195533" y="37982"/>
                  <a:pt x="192264" y="36542"/>
                  <a:pt x="188595" y="36542"/>
                </a:cubicBezTo>
                <a:cubicBezTo>
                  <a:pt x="184926" y="36542"/>
                  <a:pt x="181783" y="37982"/>
                  <a:pt x="179165" y="40862"/>
                </a:cubicBezTo>
                <a:cubicBezTo>
                  <a:pt x="176285" y="43480"/>
                  <a:pt x="174845" y="46623"/>
                  <a:pt x="174845" y="50292"/>
                </a:cubicBezTo>
                <a:cubicBezTo>
                  <a:pt x="174845" y="53961"/>
                  <a:pt x="176285" y="57230"/>
                  <a:pt x="179165" y="60110"/>
                </a:cubicBezTo>
                <a:cubicBezTo>
                  <a:pt x="181783" y="62739"/>
                  <a:pt x="184926" y="64042"/>
                  <a:pt x="188595" y="64042"/>
                </a:cubicBezTo>
                <a:cubicBezTo>
                  <a:pt x="192264" y="64042"/>
                  <a:pt x="195533" y="62739"/>
                  <a:pt x="198413" y="60110"/>
                </a:cubicBezTo>
                <a:close/>
                <a:moveTo>
                  <a:pt x="70729" y="306473"/>
                </a:moveTo>
                <a:lnTo>
                  <a:pt x="70729" y="70729"/>
                </a:lnTo>
                <a:lnTo>
                  <a:pt x="70729" y="306473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6" name="圖說"/>
          <p:cNvSpPr/>
          <p:nvPr/>
        </p:nvSpPr>
        <p:spPr>
          <a:xfrm>
            <a:off x="11063954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已交付</a:t>
            </a:r>
            <a:endParaRPr lang="en-US" sz="950" dirty="0"/>
          </a:p>
        </p:txBody>
      </p:sp>
      <p:sp>
        <p:nvSpPr>
          <p:cNvPr id="157" name="圖示 報價"/>
          <p:cNvSpPr/>
          <p:nvPr/>
        </p:nvSpPr>
        <p:spPr>
          <a:xfrm>
            <a:off x="11938321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76811" y="282504"/>
                </a:moveTo>
                <a:lnTo>
                  <a:pt x="176811" y="292322"/>
                </a:lnTo>
                <a:cubicBezTo>
                  <a:pt x="176811" y="293900"/>
                  <a:pt x="177462" y="295340"/>
                  <a:pt x="178777" y="296643"/>
                </a:cubicBezTo>
                <a:cubicBezTo>
                  <a:pt x="179817" y="297694"/>
                  <a:pt x="181131" y="298220"/>
                  <a:pt x="182697" y="298220"/>
                </a:cubicBezTo>
                <a:lnTo>
                  <a:pt x="194493" y="298220"/>
                </a:lnTo>
                <a:cubicBezTo>
                  <a:pt x="196059" y="298220"/>
                  <a:pt x="197499" y="297694"/>
                  <a:pt x="198813" y="296643"/>
                </a:cubicBezTo>
                <a:cubicBezTo>
                  <a:pt x="199854" y="295340"/>
                  <a:pt x="200379" y="293900"/>
                  <a:pt x="200379" y="292322"/>
                </a:cubicBezTo>
                <a:lnTo>
                  <a:pt x="200379" y="282504"/>
                </a:lnTo>
                <a:lnTo>
                  <a:pt x="223959" y="282504"/>
                </a:lnTo>
                <a:cubicBezTo>
                  <a:pt x="227366" y="282504"/>
                  <a:pt x="230109" y="281327"/>
                  <a:pt x="232212" y="278961"/>
                </a:cubicBezTo>
                <a:cubicBezTo>
                  <a:pt x="234566" y="276869"/>
                  <a:pt x="235744" y="274114"/>
                  <a:pt x="235744" y="270708"/>
                </a:cubicBezTo>
                <a:lnTo>
                  <a:pt x="235744" y="219639"/>
                </a:lnTo>
                <a:cubicBezTo>
                  <a:pt x="235744" y="216233"/>
                  <a:pt x="234566" y="213478"/>
                  <a:pt x="232212" y="211386"/>
                </a:cubicBezTo>
                <a:cubicBezTo>
                  <a:pt x="230109" y="209032"/>
                  <a:pt x="227366" y="207843"/>
                  <a:pt x="223959" y="207843"/>
                </a:cubicBezTo>
                <a:lnTo>
                  <a:pt x="165026" y="207843"/>
                </a:lnTo>
                <a:lnTo>
                  <a:pt x="165026" y="180343"/>
                </a:lnTo>
                <a:lnTo>
                  <a:pt x="223959" y="180343"/>
                </a:lnTo>
                <a:cubicBezTo>
                  <a:pt x="227366" y="180343"/>
                  <a:pt x="230109" y="179165"/>
                  <a:pt x="232212" y="176811"/>
                </a:cubicBezTo>
                <a:cubicBezTo>
                  <a:pt x="234566" y="174708"/>
                  <a:pt x="235744" y="171964"/>
                  <a:pt x="235744" y="168558"/>
                </a:cubicBezTo>
                <a:cubicBezTo>
                  <a:pt x="235744" y="165152"/>
                  <a:pt x="234566" y="162272"/>
                  <a:pt x="232212" y="159917"/>
                </a:cubicBezTo>
                <a:cubicBezTo>
                  <a:pt x="230109" y="157814"/>
                  <a:pt x="227366" y="156774"/>
                  <a:pt x="223959" y="156774"/>
                </a:cubicBezTo>
                <a:lnTo>
                  <a:pt x="200379" y="156774"/>
                </a:lnTo>
                <a:lnTo>
                  <a:pt x="200379" y="146944"/>
                </a:lnTo>
                <a:cubicBezTo>
                  <a:pt x="200379" y="145378"/>
                  <a:pt x="199854" y="143938"/>
                  <a:pt x="198813" y="142624"/>
                </a:cubicBezTo>
                <a:cubicBezTo>
                  <a:pt x="197499" y="141572"/>
                  <a:pt x="196059" y="141058"/>
                  <a:pt x="194493" y="141058"/>
                </a:cubicBezTo>
                <a:lnTo>
                  <a:pt x="182697" y="141058"/>
                </a:lnTo>
                <a:cubicBezTo>
                  <a:pt x="181131" y="141058"/>
                  <a:pt x="179817" y="141709"/>
                  <a:pt x="178777" y="143024"/>
                </a:cubicBezTo>
                <a:cubicBezTo>
                  <a:pt x="177462" y="144064"/>
                  <a:pt x="176811" y="145378"/>
                  <a:pt x="176811" y="146944"/>
                </a:cubicBezTo>
                <a:lnTo>
                  <a:pt x="176811" y="156774"/>
                </a:lnTo>
                <a:lnTo>
                  <a:pt x="153231" y="156774"/>
                </a:lnTo>
                <a:cubicBezTo>
                  <a:pt x="149824" y="156774"/>
                  <a:pt x="147081" y="157951"/>
                  <a:pt x="144978" y="160306"/>
                </a:cubicBezTo>
                <a:cubicBezTo>
                  <a:pt x="142624" y="162397"/>
                  <a:pt x="141446" y="165152"/>
                  <a:pt x="141446" y="168558"/>
                </a:cubicBezTo>
                <a:lnTo>
                  <a:pt x="141446" y="219639"/>
                </a:lnTo>
                <a:cubicBezTo>
                  <a:pt x="141446" y="223045"/>
                  <a:pt x="142624" y="225788"/>
                  <a:pt x="144978" y="227891"/>
                </a:cubicBezTo>
                <a:cubicBezTo>
                  <a:pt x="147081" y="230246"/>
                  <a:pt x="149824" y="231423"/>
                  <a:pt x="153231" y="231423"/>
                </a:cubicBezTo>
                <a:lnTo>
                  <a:pt x="212175" y="231423"/>
                </a:lnTo>
                <a:lnTo>
                  <a:pt x="212175" y="258924"/>
                </a:lnTo>
                <a:lnTo>
                  <a:pt x="153231" y="258924"/>
                </a:lnTo>
                <a:cubicBezTo>
                  <a:pt x="149824" y="258924"/>
                  <a:pt x="147081" y="260101"/>
                  <a:pt x="144978" y="262467"/>
                </a:cubicBezTo>
                <a:cubicBezTo>
                  <a:pt x="142624" y="264559"/>
                  <a:pt x="141446" y="267302"/>
                  <a:pt x="141446" y="270708"/>
                </a:cubicBezTo>
                <a:cubicBezTo>
                  <a:pt x="141446" y="274114"/>
                  <a:pt x="142624" y="276995"/>
                  <a:pt x="144978" y="279361"/>
                </a:cubicBezTo>
                <a:cubicBezTo>
                  <a:pt x="147081" y="281452"/>
                  <a:pt x="149824" y="282504"/>
                  <a:pt x="153231" y="282504"/>
                </a:cubicBezTo>
                <a:lnTo>
                  <a:pt x="176811" y="282504"/>
                </a:lnTo>
                <a:close/>
                <a:moveTo>
                  <a:pt x="86445" y="345758"/>
                </a:moveTo>
                <a:cubicBezTo>
                  <a:pt x="80159" y="345758"/>
                  <a:pt x="74649" y="343403"/>
                  <a:pt x="69940" y="338682"/>
                </a:cubicBezTo>
                <a:cubicBezTo>
                  <a:pt x="65220" y="333973"/>
                  <a:pt x="62865" y="328475"/>
                  <a:pt x="62865" y="322189"/>
                </a:cubicBezTo>
                <a:lnTo>
                  <a:pt x="62865" y="55013"/>
                </a:lnTo>
                <a:cubicBezTo>
                  <a:pt x="62865" y="48726"/>
                  <a:pt x="65220" y="43217"/>
                  <a:pt x="69940" y="38508"/>
                </a:cubicBezTo>
                <a:cubicBezTo>
                  <a:pt x="74649" y="33787"/>
                  <a:pt x="80159" y="31433"/>
                  <a:pt x="86445" y="31433"/>
                </a:cubicBezTo>
                <a:lnTo>
                  <a:pt x="228280" y="31433"/>
                </a:lnTo>
                <a:lnTo>
                  <a:pt x="314325" y="117478"/>
                </a:lnTo>
                <a:lnTo>
                  <a:pt x="314325" y="322189"/>
                </a:lnTo>
                <a:cubicBezTo>
                  <a:pt x="314325" y="328475"/>
                  <a:pt x="311970" y="333973"/>
                  <a:pt x="307250" y="338682"/>
                </a:cubicBezTo>
                <a:cubicBezTo>
                  <a:pt x="302541" y="343403"/>
                  <a:pt x="297043" y="345758"/>
                  <a:pt x="290756" y="345758"/>
                </a:cubicBezTo>
                <a:lnTo>
                  <a:pt x="86445" y="345758"/>
                </a:lnTo>
                <a:close/>
                <a:moveTo>
                  <a:pt x="86445" y="322189"/>
                </a:moveTo>
                <a:lnTo>
                  <a:pt x="290756" y="322189"/>
                </a:lnTo>
                <a:lnTo>
                  <a:pt x="290756" y="128085"/>
                </a:lnTo>
                <a:lnTo>
                  <a:pt x="229457" y="128085"/>
                </a:lnTo>
                <a:cubicBezTo>
                  <a:pt x="226051" y="128085"/>
                  <a:pt x="223296" y="126907"/>
                  <a:pt x="221205" y="124553"/>
                </a:cubicBezTo>
                <a:cubicBezTo>
                  <a:pt x="218850" y="122461"/>
                  <a:pt x="217673" y="119706"/>
                  <a:pt x="217673" y="116300"/>
                </a:cubicBezTo>
                <a:lnTo>
                  <a:pt x="217673" y="55013"/>
                </a:lnTo>
                <a:lnTo>
                  <a:pt x="86445" y="55013"/>
                </a:lnTo>
                <a:lnTo>
                  <a:pt x="86445" y="322189"/>
                </a:lnTo>
                <a:close/>
                <a:moveTo>
                  <a:pt x="86445" y="55013"/>
                </a:moveTo>
                <a:lnTo>
                  <a:pt x="86445" y="128085"/>
                </a:lnTo>
                <a:lnTo>
                  <a:pt x="86445" y="55013"/>
                </a:lnTo>
                <a:lnTo>
                  <a:pt x="86445" y="322189"/>
                </a:lnTo>
                <a:lnTo>
                  <a:pt x="86445" y="55013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8" name="圖說"/>
          <p:cNvSpPr/>
          <p:nvPr/>
        </p:nvSpPr>
        <p:spPr>
          <a:xfrm>
            <a:off x="11757355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報價</a:t>
            </a:r>
            <a:endParaRPr lang="en-US" sz="950" dirty="0"/>
          </a:p>
        </p:txBody>
      </p:sp>
      <p:sp>
        <p:nvSpPr>
          <p:cNvPr id="159" name="圖示 資料夾"/>
          <p:cNvSpPr/>
          <p:nvPr/>
        </p:nvSpPr>
        <p:spPr>
          <a:xfrm>
            <a:off x="12631722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55013" y="314325"/>
                </a:moveTo>
                <a:cubicBezTo>
                  <a:pt x="48726" y="314325"/>
                  <a:pt x="43217" y="311970"/>
                  <a:pt x="38508" y="307250"/>
                </a:cubicBezTo>
                <a:cubicBezTo>
                  <a:pt x="33787" y="302278"/>
                  <a:pt x="31433" y="296780"/>
                  <a:pt x="31433" y="290756"/>
                </a:cubicBezTo>
                <a:lnTo>
                  <a:pt x="31433" y="86445"/>
                </a:lnTo>
                <a:cubicBezTo>
                  <a:pt x="31433" y="80410"/>
                  <a:pt x="33787" y="75049"/>
                  <a:pt x="38508" y="70329"/>
                </a:cubicBezTo>
                <a:cubicBezTo>
                  <a:pt x="43217" y="65357"/>
                  <a:pt x="48726" y="62865"/>
                  <a:pt x="55013" y="62865"/>
                </a:cubicBezTo>
                <a:lnTo>
                  <a:pt x="155597" y="62865"/>
                </a:lnTo>
                <a:cubicBezTo>
                  <a:pt x="158740" y="62865"/>
                  <a:pt x="161883" y="63517"/>
                  <a:pt x="165026" y="64831"/>
                </a:cubicBezTo>
                <a:cubicBezTo>
                  <a:pt x="167907" y="66134"/>
                  <a:pt x="170387" y="67837"/>
                  <a:pt x="172490" y="69940"/>
                </a:cubicBezTo>
                <a:lnTo>
                  <a:pt x="188984" y="86445"/>
                </a:lnTo>
                <a:lnTo>
                  <a:pt x="322189" y="86445"/>
                </a:lnTo>
                <a:cubicBezTo>
                  <a:pt x="328212" y="86445"/>
                  <a:pt x="333710" y="88925"/>
                  <a:pt x="338682" y="93909"/>
                </a:cubicBezTo>
                <a:cubicBezTo>
                  <a:pt x="343403" y="98618"/>
                  <a:pt x="345758" y="103990"/>
                  <a:pt x="345758" y="110014"/>
                </a:cubicBezTo>
                <a:lnTo>
                  <a:pt x="345758" y="290756"/>
                </a:lnTo>
                <a:cubicBezTo>
                  <a:pt x="345758" y="296780"/>
                  <a:pt x="343403" y="302278"/>
                  <a:pt x="338682" y="307250"/>
                </a:cubicBezTo>
                <a:cubicBezTo>
                  <a:pt x="333710" y="311970"/>
                  <a:pt x="328212" y="314325"/>
                  <a:pt x="322189" y="314325"/>
                </a:cubicBezTo>
                <a:lnTo>
                  <a:pt x="55013" y="314325"/>
                </a:lnTo>
                <a:close/>
                <a:moveTo>
                  <a:pt x="55013" y="290756"/>
                </a:moveTo>
                <a:lnTo>
                  <a:pt x="322189" y="290756"/>
                </a:lnTo>
                <a:lnTo>
                  <a:pt x="322189" y="110014"/>
                </a:lnTo>
                <a:lnTo>
                  <a:pt x="179165" y="110014"/>
                </a:lnTo>
                <a:lnTo>
                  <a:pt x="155597" y="86445"/>
                </a:lnTo>
                <a:lnTo>
                  <a:pt x="55013" y="86445"/>
                </a:lnTo>
                <a:lnTo>
                  <a:pt x="55013" y="290756"/>
                </a:lnTo>
                <a:close/>
                <a:moveTo>
                  <a:pt x="55013" y="290756"/>
                </a:moveTo>
                <a:lnTo>
                  <a:pt x="55013" y="86445"/>
                </a:lnTo>
                <a:lnTo>
                  <a:pt x="55013" y="290756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0" name="圖說"/>
          <p:cNvSpPr/>
          <p:nvPr/>
        </p:nvSpPr>
        <p:spPr>
          <a:xfrm>
            <a:off x="12450756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資料夾</a:t>
            </a:r>
            <a:endParaRPr lang="en-US" sz="950" dirty="0"/>
          </a:p>
        </p:txBody>
      </p:sp>
      <p:sp>
        <p:nvSpPr>
          <p:cNvPr id="161" name="圖示 手冊"/>
          <p:cNvSpPr/>
          <p:nvPr/>
        </p:nvSpPr>
        <p:spPr>
          <a:xfrm>
            <a:off x="13325123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97441" y="259324"/>
                </a:moveTo>
                <a:cubicBezTo>
                  <a:pt x="111591" y="259324"/>
                  <a:pt x="125204" y="261015"/>
                  <a:pt x="138303" y="264422"/>
                </a:cubicBezTo>
                <a:cubicBezTo>
                  <a:pt x="151665" y="267565"/>
                  <a:pt x="164763" y="272411"/>
                  <a:pt x="177599" y="278961"/>
                </a:cubicBezTo>
                <a:lnTo>
                  <a:pt x="177599" y="111191"/>
                </a:lnTo>
                <a:cubicBezTo>
                  <a:pt x="165804" y="103339"/>
                  <a:pt x="152968" y="97315"/>
                  <a:pt x="139092" y="93120"/>
                </a:cubicBezTo>
                <a:cubicBezTo>
                  <a:pt x="125467" y="88663"/>
                  <a:pt x="111591" y="86445"/>
                  <a:pt x="97441" y="86445"/>
                </a:cubicBezTo>
                <a:cubicBezTo>
                  <a:pt x="87485" y="86445"/>
                  <a:pt x="77793" y="87748"/>
                  <a:pt x="68363" y="90366"/>
                </a:cubicBezTo>
                <a:cubicBezTo>
                  <a:pt x="58670" y="92732"/>
                  <a:pt x="48978" y="95738"/>
                  <a:pt x="39296" y="99407"/>
                </a:cubicBezTo>
                <a:lnTo>
                  <a:pt x="39296" y="269931"/>
                </a:lnTo>
                <a:cubicBezTo>
                  <a:pt x="47412" y="266262"/>
                  <a:pt x="56704" y="263644"/>
                  <a:pt x="67186" y="262067"/>
                </a:cubicBezTo>
                <a:cubicBezTo>
                  <a:pt x="77404" y="260238"/>
                  <a:pt x="87485" y="259324"/>
                  <a:pt x="97441" y="259324"/>
                </a:cubicBezTo>
                <a:close/>
                <a:moveTo>
                  <a:pt x="201168" y="278961"/>
                </a:moveTo>
                <a:cubicBezTo>
                  <a:pt x="214267" y="272411"/>
                  <a:pt x="227103" y="267565"/>
                  <a:pt x="239676" y="264422"/>
                </a:cubicBezTo>
                <a:cubicBezTo>
                  <a:pt x="252249" y="261015"/>
                  <a:pt x="265610" y="259324"/>
                  <a:pt x="279749" y="259324"/>
                </a:cubicBezTo>
                <a:cubicBezTo>
                  <a:pt x="289705" y="259324"/>
                  <a:pt x="300049" y="260101"/>
                  <a:pt x="310793" y="261678"/>
                </a:cubicBezTo>
                <a:cubicBezTo>
                  <a:pt x="321263" y="263244"/>
                  <a:pt x="330304" y="265347"/>
                  <a:pt x="337905" y="267965"/>
                </a:cubicBezTo>
                <a:lnTo>
                  <a:pt x="337905" y="99407"/>
                </a:lnTo>
                <a:cubicBezTo>
                  <a:pt x="328990" y="94949"/>
                  <a:pt x="319560" y="91680"/>
                  <a:pt x="309616" y="89588"/>
                </a:cubicBezTo>
                <a:cubicBezTo>
                  <a:pt x="299660" y="87485"/>
                  <a:pt x="289705" y="86445"/>
                  <a:pt x="279749" y="86445"/>
                </a:cubicBezTo>
                <a:cubicBezTo>
                  <a:pt x="265610" y="86445"/>
                  <a:pt x="251986" y="88663"/>
                  <a:pt x="238887" y="93120"/>
                </a:cubicBezTo>
                <a:cubicBezTo>
                  <a:pt x="225525" y="97315"/>
                  <a:pt x="212952" y="103339"/>
                  <a:pt x="201168" y="111191"/>
                </a:cubicBezTo>
                <a:lnTo>
                  <a:pt x="201168" y="278961"/>
                </a:lnTo>
                <a:close/>
                <a:moveTo>
                  <a:pt x="183886" y="309616"/>
                </a:moveTo>
                <a:cubicBezTo>
                  <a:pt x="182046" y="309090"/>
                  <a:pt x="180480" y="308301"/>
                  <a:pt x="179165" y="307250"/>
                </a:cubicBezTo>
                <a:cubicBezTo>
                  <a:pt x="166855" y="299660"/>
                  <a:pt x="153756" y="293762"/>
                  <a:pt x="139880" y="289568"/>
                </a:cubicBezTo>
                <a:cubicBezTo>
                  <a:pt x="125993" y="285384"/>
                  <a:pt x="111843" y="283281"/>
                  <a:pt x="97441" y="283281"/>
                </a:cubicBezTo>
                <a:cubicBezTo>
                  <a:pt x="87748" y="283281"/>
                  <a:pt x="78318" y="284470"/>
                  <a:pt x="69152" y="286824"/>
                </a:cubicBezTo>
                <a:cubicBezTo>
                  <a:pt x="59985" y="289179"/>
                  <a:pt x="50818" y="292059"/>
                  <a:pt x="41651" y="295466"/>
                </a:cubicBezTo>
                <a:cubicBezTo>
                  <a:pt x="35627" y="298346"/>
                  <a:pt x="29729" y="297957"/>
                  <a:pt x="23969" y="294288"/>
                </a:cubicBezTo>
                <a:cubicBezTo>
                  <a:pt x="18471" y="290619"/>
                  <a:pt x="15716" y="285384"/>
                  <a:pt x="15716" y="278572"/>
                </a:cubicBezTo>
                <a:lnTo>
                  <a:pt x="15716" y="96652"/>
                </a:lnTo>
                <a:cubicBezTo>
                  <a:pt x="15716" y="92732"/>
                  <a:pt x="16631" y="89188"/>
                  <a:pt x="18471" y="86045"/>
                </a:cubicBezTo>
                <a:cubicBezTo>
                  <a:pt x="20300" y="82639"/>
                  <a:pt x="23054" y="80021"/>
                  <a:pt x="26723" y="78193"/>
                </a:cubicBezTo>
                <a:cubicBezTo>
                  <a:pt x="37719" y="72946"/>
                  <a:pt x="49115" y="69152"/>
                  <a:pt x="60899" y="66797"/>
                </a:cubicBezTo>
                <a:cubicBezTo>
                  <a:pt x="72946" y="64179"/>
                  <a:pt x="85131" y="62865"/>
                  <a:pt x="97441" y="62865"/>
                </a:cubicBezTo>
                <a:cubicBezTo>
                  <a:pt x="113946" y="62865"/>
                  <a:pt x="130051" y="65094"/>
                  <a:pt x="145767" y="69540"/>
                </a:cubicBezTo>
                <a:cubicBezTo>
                  <a:pt x="161220" y="73998"/>
                  <a:pt x="175759" y="80810"/>
                  <a:pt x="189384" y="89977"/>
                </a:cubicBezTo>
                <a:cubicBezTo>
                  <a:pt x="202745" y="80810"/>
                  <a:pt x="217147" y="73998"/>
                  <a:pt x="232600" y="69540"/>
                </a:cubicBezTo>
                <a:cubicBezTo>
                  <a:pt x="247791" y="65094"/>
                  <a:pt x="263507" y="62865"/>
                  <a:pt x="279749" y="62865"/>
                </a:cubicBezTo>
                <a:cubicBezTo>
                  <a:pt x="292059" y="62865"/>
                  <a:pt x="304107" y="64179"/>
                  <a:pt x="315902" y="66797"/>
                </a:cubicBezTo>
                <a:cubicBezTo>
                  <a:pt x="327687" y="69152"/>
                  <a:pt x="339082" y="72946"/>
                  <a:pt x="350078" y="78193"/>
                </a:cubicBezTo>
                <a:cubicBezTo>
                  <a:pt x="353747" y="80021"/>
                  <a:pt x="356627" y="82639"/>
                  <a:pt x="358719" y="86045"/>
                </a:cubicBezTo>
                <a:cubicBezTo>
                  <a:pt x="360559" y="89188"/>
                  <a:pt x="361474" y="92732"/>
                  <a:pt x="361474" y="96652"/>
                </a:cubicBezTo>
                <a:lnTo>
                  <a:pt x="361474" y="278572"/>
                </a:lnTo>
                <a:cubicBezTo>
                  <a:pt x="361474" y="285910"/>
                  <a:pt x="358593" y="291408"/>
                  <a:pt x="352833" y="295077"/>
                </a:cubicBezTo>
                <a:cubicBezTo>
                  <a:pt x="346809" y="298997"/>
                  <a:pt x="340911" y="299135"/>
                  <a:pt x="335150" y="295466"/>
                </a:cubicBezTo>
                <a:cubicBezTo>
                  <a:pt x="326246" y="291796"/>
                  <a:pt x="317205" y="288916"/>
                  <a:pt x="308039" y="286824"/>
                </a:cubicBezTo>
                <a:cubicBezTo>
                  <a:pt x="298872" y="284470"/>
                  <a:pt x="289442" y="283281"/>
                  <a:pt x="279749" y="283281"/>
                </a:cubicBezTo>
                <a:cubicBezTo>
                  <a:pt x="265610" y="283281"/>
                  <a:pt x="251723" y="285384"/>
                  <a:pt x="238098" y="289568"/>
                </a:cubicBezTo>
                <a:cubicBezTo>
                  <a:pt x="224485" y="293762"/>
                  <a:pt x="211649" y="299660"/>
                  <a:pt x="199602" y="307250"/>
                </a:cubicBezTo>
                <a:cubicBezTo>
                  <a:pt x="198288" y="308301"/>
                  <a:pt x="196847" y="309090"/>
                  <a:pt x="195270" y="309616"/>
                </a:cubicBezTo>
                <a:cubicBezTo>
                  <a:pt x="193441" y="309867"/>
                  <a:pt x="191475" y="310004"/>
                  <a:pt x="189384" y="310004"/>
                </a:cubicBezTo>
                <a:cubicBezTo>
                  <a:pt x="187281" y="310004"/>
                  <a:pt x="185452" y="309867"/>
                  <a:pt x="183886" y="309616"/>
                </a:cubicBezTo>
                <a:close/>
                <a:moveTo>
                  <a:pt x="108448" y="185063"/>
                </a:moveTo>
                <a:close/>
                <a:moveTo>
                  <a:pt x="220028" y="138303"/>
                </a:moveTo>
                <a:cubicBezTo>
                  <a:pt x="220028" y="136737"/>
                  <a:pt x="220553" y="135285"/>
                  <a:pt x="221605" y="133982"/>
                </a:cubicBezTo>
                <a:cubicBezTo>
                  <a:pt x="222645" y="132405"/>
                  <a:pt x="223822" y="131365"/>
                  <a:pt x="225137" y="130839"/>
                </a:cubicBezTo>
                <a:cubicBezTo>
                  <a:pt x="232989" y="127959"/>
                  <a:pt x="240979" y="125730"/>
                  <a:pt x="249105" y="124164"/>
                </a:cubicBezTo>
                <a:cubicBezTo>
                  <a:pt x="257484" y="122587"/>
                  <a:pt x="266125" y="121798"/>
                  <a:pt x="275040" y="121798"/>
                </a:cubicBezTo>
                <a:cubicBezTo>
                  <a:pt x="280801" y="121798"/>
                  <a:pt x="286424" y="122198"/>
                  <a:pt x="291934" y="122975"/>
                </a:cubicBezTo>
                <a:cubicBezTo>
                  <a:pt x="297431" y="123501"/>
                  <a:pt x="302804" y="124416"/>
                  <a:pt x="308039" y="125730"/>
                </a:cubicBezTo>
                <a:cubicBezTo>
                  <a:pt x="309616" y="126256"/>
                  <a:pt x="311056" y="127170"/>
                  <a:pt x="312359" y="128485"/>
                </a:cubicBezTo>
                <a:cubicBezTo>
                  <a:pt x="313673" y="130051"/>
                  <a:pt x="314325" y="131754"/>
                  <a:pt x="314325" y="133594"/>
                </a:cubicBezTo>
                <a:cubicBezTo>
                  <a:pt x="314325" y="136474"/>
                  <a:pt x="313411" y="138692"/>
                  <a:pt x="311570" y="140269"/>
                </a:cubicBezTo>
                <a:cubicBezTo>
                  <a:pt x="309479" y="141835"/>
                  <a:pt x="306987" y="142235"/>
                  <a:pt x="304107" y="141446"/>
                </a:cubicBezTo>
                <a:cubicBezTo>
                  <a:pt x="299660" y="140132"/>
                  <a:pt x="295077" y="139217"/>
                  <a:pt x="290356" y="138692"/>
                </a:cubicBezTo>
                <a:cubicBezTo>
                  <a:pt x="285384" y="137914"/>
                  <a:pt x="280275" y="137514"/>
                  <a:pt x="275040" y="137514"/>
                </a:cubicBezTo>
                <a:cubicBezTo>
                  <a:pt x="267439" y="137514"/>
                  <a:pt x="260101" y="138303"/>
                  <a:pt x="253037" y="139880"/>
                </a:cubicBezTo>
                <a:cubicBezTo>
                  <a:pt x="245962" y="141183"/>
                  <a:pt x="239013" y="143275"/>
                  <a:pt x="232212" y="146167"/>
                </a:cubicBezTo>
                <a:cubicBezTo>
                  <a:pt x="228543" y="147470"/>
                  <a:pt x="225662" y="147470"/>
                  <a:pt x="223559" y="146167"/>
                </a:cubicBezTo>
                <a:cubicBezTo>
                  <a:pt x="221205" y="144590"/>
                  <a:pt x="220028" y="141972"/>
                  <a:pt x="220028" y="138303"/>
                </a:cubicBezTo>
                <a:close/>
                <a:moveTo>
                  <a:pt x="220028" y="224748"/>
                </a:moveTo>
                <a:cubicBezTo>
                  <a:pt x="220028" y="223171"/>
                  <a:pt x="220553" y="221605"/>
                  <a:pt x="221605" y="220028"/>
                </a:cubicBezTo>
                <a:cubicBezTo>
                  <a:pt x="222645" y="218462"/>
                  <a:pt x="223822" y="217410"/>
                  <a:pt x="225137" y="216884"/>
                </a:cubicBezTo>
                <a:cubicBezTo>
                  <a:pt x="232989" y="214004"/>
                  <a:pt x="240979" y="211912"/>
                  <a:pt x="249105" y="210598"/>
                </a:cubicBezTo>
                <a:cubicBezTo>
                  <a:pt x="257484" y="209032"/>
                  <a:pt x="266125" y="208243"/>
                  <a:pt x="275040" y="208243"/>
                </a:cubicBezTo>
                <a:cubicBezTo>
                  <a:pt x="280801" y="208243"/>
                  <a:pt x="286424" y="208632"/>
                  <a:pt x="291934" y="209420"/>
                </a:cubicBezTo>
                <a:cubicBezTo>
                  <a:pt x="297431" y="209946"/>
                  <a:pt x="302804" y="210861"/>
                  <a:pt x="308039" y="212175"/>
                </a:cubicBezTo>
                <a:cubicBezTo>
                  <a:pt x="309616" y="212689"/>
                  <a:pt x="311056" y="213615"/>
                  <a:pt x="312359" y="214918"/>
                </a:cubicBezTo>
                <a:cubicBezTo>
                  <a:pt x="313673" y="216496"/>
                  <a:pt x="314325" y="218199"/>
                  <a:pt x="314325" y="220028"/>
                </a:cubicBezTo>
                <a:cubicBezTo>
                  <a:pt x="314325" y="222908"/>
                  <a:pt x="313411" y="225137"/>
                  <a:pt x="311570" y="226703"/>
                </a:cubicBezTo>
                <a:cubicBezTo>
                  <a:pt x="309479" y="228280"/>
                  <a:pt x="306987" y="228669"/>
                  <a:pt x="304107" y="227891"/>
                </a:cubicBezTo>
                <a:cubicBezTo>
                  <a:pt x="299660" y="226577"/>
                  <a:pt x="295077" y="225662"/>
                  <a:pt x="290356" y="225137"/>
                </a:cubicBezTo>
                <a:cubicBezTo>
                  <a:pt x="285384" y="224348"/>
                  <a:pt x="280275" y="223959"/>
                  <a:pt x="275040" y="223959"/>
                </a:cubicBezTo>
                <a:cubicBezTo>
                  <a:pt x="267439" y="223959"/>
                  <a:pt x="260101" y="224611"/>
                  <a:pt x="253037" y="225925"/>
                </a:cubicBezTo>
                <a:cubicBezTo>
                  <a:pt x="245962" y="227228"/>
                  <a:pt x="239013" y="229332"/>
                  <a:pt x="232212" y="232212"/>
                </a:cubicBezTo>
                <a:cubicBezTo>
                  <a:pt x="228543" y="233515"/>
                  <a:pt x="225662" y="233515"/>
                  <a:pt x="223559" y="232212"/>
                </a:cubicBezTo>
                <a:cubicBezTo>
                  <a:pt x="221205" y="230897"/>
                  <a:pt x="220028" y="228406"/>
                  <a:pt x="220028" y="224748"/>
                </a:cubicBezTo>
                <a:close/>
                <a:moveTo>
                  <a:pt x="220028" y="181520"/>
                </a:moveTo>
                <a:cubicBezTo>
                  <a:pt x="220028" y="179954"/>
                  <a:pt x="220553" y="178514"/>
                  <a:pt x="221605" y="177199"/>
                </a:cubicBezTo>
                <a:cubicBezTo>
                  <a:pt x="222645" y="175633"/>
                  <a:pt x="223822" y="174582"/>
                  <a:pt x="225137" y="174056"/>
                </a:cubicBezTo>
                <a:cubicBezTo>
                  <a:pt x="232989" y="171176"/>
                  <a:pt x="240979" y="168947"/>
                  <a:pt x="249105" y="167381"/>
                </a:cubicBezTo>
                <a:cubicBezTo>
                  <a:pt x="257484" y="165804"/>
                  <a:pt x="266125" y="165026"/>
                  <a:pt x="275040" y="165026"/>
                </a:cubicBezTo>
                <a:cubicBezTo>
                  <a:pt x="280801" y="165026"/>
                  <a:pt x="286424" y="165415"/>
                  <a:pt x="291934" y="166204"/>
                </a:cubicBezTo>
                <a:cubicBezTo>
                  <a:pt x="297431" y="166718"/>
                  <a:pt x="302804" y="167644"/>
                  <a:pt x="308039" y="168947"/>
                </a:cubicBezTo>
                <a:cubicBezTo>
                  <a:pt x="309616" y="169473"/>
                  <a:pt x="311056" y="170387"/>
                  <a:pt x="312359" y="171701"/>
                </a:cubicBezTo>
                <a:cubicBezTo>
                  <a:pt x="313673" y="173267"/>
                  <a:pt x="314325" y="174970"/>
                  <a:pt x="314325" y="176811"/>
                </a:cubicBezTo>
                <a:cubicBezTo>
                  <a:pt x="314325" y="179691"/>
                  <a:pt x="313411" y="181920"/>
                  <a:pt x="311570" y="183486"/>
                </a:cubicBezTo>
                <a:cubicBezTo>
                  <a:pt x="309479" y="185063"/>
                  <a:pt x="306987" y="185452"/>
                  <a:pt x="304107" y="184663"/>
                </a:cubicBezTo>
                <a:cubicBezTo>
                  <a:pt x="299660" y="183360"/>
                  <a:pt x="295077" y="182434"/>
                  <a:pt x="290356" y="181920"/>
                </a:cubicBezTo>
                <a:cubicBezTo>
                  <a:pt x="285384" y="181131"/>
                  <a:pt x="280275" y="180743"/>
                  <a:pt x="275040" y="180743"/>
                </a:cubicBezTo>
                <a:cubicBezTo>
                  <a:pt x="267439" y="180743"/>
                  <a:pt x="260101" y="181520"/>
                  <a:pt x="253037" y="183097"/>
                </a:cubicBezTo>
                <a:cubicBezTo>
                  <a:pt x="245962" y="184400"/>
                  <a:pt x="239013" y="186503"/>
                  <a:pt x="232212" y="189384"/>
                </a:cubicBezTo>
                <a:cubicBezTo>
                  <a:pt x="228543" y="190687"/>
                  <a:pt x="225662" y="190687"/>
                  <a:pt x="223559" y="189384"/>
                </a:cubicBezTo>
                <a:cubicBezTo>
                  <a:pt x="221205" y="187806"/>
                  <a:pt x="220028" y="185189"/>
                  <a:pt x="220028" y="181520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2" name="圖說"/>
          <p:cNvSpPr/>
          <p:nvPr/>
        </p:nvSpPr>
        <p:spPr>
          <a:xfrm>
            <a:off x="13144157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手冊</a:t>
            </a:r>
            <a:endParaRPr lang="en-US" sz="950" dirty="0"/>
          </a:p>
        </p:txBody>
      </p:sp>
      <p:sp>
        <p:nvSpPr>
          <p:cNvPr id="163" name="圖示 稽核"/>
          <p:cNvSpPr/>
          <p:nvPr/>
        </p:nvSpPr>
        <p:spPr>
          <a:xfrm>
            <a:off x="14018524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4663" y="343792"/>
                </a:moveTo>
                <a:cubicBezTo>
                  <a:pt x="183360" y="343792"/>
                  <a:pt x="182046" y="343529"/>
                  <a:pt x="180743" y="343003"/>
                </a:cubicBezTo>
                <a:cubicBezTo>
                  <a:pt x="144590" y="330693"/>
                  <a:pt x="115912" y="308690"/>
                  <a:pt x="94686" y="276995"/>
                </a:cubicBezTo>
                <a:cubicBezTo>
                  <a:pt x="73472" y="245048"/>
                  <a:pt x="62865" y="210072"/>
                  <a:pt x="62865" y="172090"/>
                </a:cubicBezTo>
                <a:lnTo>
                  <a:pt x="62865" y="95086"/>
                </a:lnTo>
                <a:cubicBezTo>
                  <a:pt x="62865" y="90103"/>
                  <a:pt x="64305" y="85519"/>
                  <a:pt x="67186" y="81336"/>
                </a:cubicBezTo>
                <a:cubicBezTo>
                  <a:pt x="70066" y="77404"/>
                  <a:pt x="73735" y="74524"/>
                  <a:pt x="78193" y="72683"/>
                </a:cubicBezTo>
                <a:lnTo>
                  <a:pt x="180343" y="34576"/>
                </a:lnTo>
                <a:cubicBezTo>
                  <a:pt x="183223" y="33524"/>
                  <a:pt x="185978" y="33010"/>
                  <a:pt x="188595" y="33010"/>
                </a:cubicBezTo>
                <a:cubicBezTo>
                  <a:pt x="191212" y="33010"/>
                  <a:pt x="193967" y="33524"/>
                  <a:pt x="196847" y="34576"/>
                </a:cubicBezTo>
                <a:lnTo>
                  <a:pt x="298997" y="72683"/>
                </a:lnTo>
                <a:cubicBezTo>
                  <a:pt x="303455" y="74524"/>
                  <a:pt x="307124" y="77404"/>
                  <a:pt x="310004" y="81336"/>
                </a:cubicBezTo>
                <a:cubicBezTo>
                  <a:pt x="312885" y="85519"/>
                  <a:pt x="314325" y="90103"/>
                  <a:pt x="314325" y="95086"/>
                </a:cubicBezTo>
                <a:lnTo>
                  <a:pt x="314325" y="172090"/>
                </a:lnTo>
                <a:cubicBezTo>
                  <a:pt x="314325" y="190424"/>
                  <a:pt x="312096" y="208632"/>
                  <a:pt x="307650" y="226703"/>
                </a:cubicBezTo>
                <a:cubicBezTo>
                  <a:pt x="303192" y="244785"/>
                  <a:pt x="295466" y="261804"/>
                  <a:pt x="284470" y="277783"/>
                </a:cubicBezTo>
                <a:cubicBezTo>
                  <a:pt x="282367" y="280664"/>
                  <a:pt x="279624" y="282367"/>
                  <a:pt x="276217" y="282893"/>
                </a:cubicBezTo>
                <a:cubicBezTo>
                  <a:pt x="272548" y="283155"/>
                  <a:pt x="269405" y="282104"/>
                  <a:pt x="266788" y="279749"/>
                </a:cubicBezTo>
                <a:lnTo>
                  <a:pt x="221205" y="236132"/>
                </a:lnTo>
                <a:cubicBezTo>
                  <a:pt x="216233" y="239013"/>
                  <a:pt x="210986" y="241379"/>
                  <a:pt x="205489" y="243208"/>
                </a:cubicBezTo>
                <a:cubicBezTo>
                  <a:pt x="199991" y="245048"/>
                  <a:pt x="194356" y="245962"/>
                  <a:pt x="188595" y="245962"/>
                </a:cubicBezTo>
                <a:cubicBezTo>
                  <a:pt x="172353" y="245962"/>
                  <a:pt x="158603" y="240327"/>
                  <a:pt x="147344" y="229069"/>
                </a:cubicBezTo>
                <a:cubicBezTo>
                  <a:pt x="135811" y="217799"/>
                  <a:pt x="130051" y="204048"/>
                  <a:pt x="130051" y="187806"/>
                </a:cubicBezTo>
                <a:cubicBezTo>
                  <a:pt x="130051" y="171313"/>
                  <a:pt x="135811" y="157425"/>
                  <a:pt x="147344" y="146167"/>
                </a:cubicBezTo>
                <a:cubicBezTo>
                  <a:pt x="158603" y="134634"/>
                  <a:pt x="172353" y="128873"/>
                  <a:pt x="188595" y="128873"/>
                </a:cubicBezTo>
                <a:cubicBezTo>
                  <a:pt x="204837" y="128873"/>
                  <a:pt x="218713" y="134634"/>
                  <a:pt x="230246" y="146167"/>
                </a:cubicBezTo>
                <a:cubicBezTo>
                  <a:pt x="241504" y="157425"/>
                  <a:pt x="247139" y="171313"/>
                  <a:pt x="247139" y="187806"/>
                </a:cubicBezTo>
                <a:cubicBezTo>
                  <a:pt x="247139" y="193316"/>
                  <a:pt x="246351" y="198813"/>
                  <a:pt x="244785" y="204311"/>
                </a:cubicBezTo>
                <a:cubicBezTo>
                  <a:pt x="243208" y="209809"/>
                  <a:pt x="240716" y="214793"/>
                  <a:pt x="237321" y="219239"/>
                </a:cubicBezTo>
                <a:lnTo>
                  <a:pt x="271897" y="252249"/>
                </a:lnTo>
                <a:cubicBezTo>
                  <a:pt x="278183" y="240979"/>
                  <a:pt x="282893" y="228406"/>
                  <a:pt x="286036" y="214530"/>
                </a:cubicBezTo>
                <a:cubicBezTo>
                  <a:pt x="289179" y="200379"/>
                  <a:pt x="290756" y="186240"/>
                  <a:pt x="290756" y="172090"/>
                </a:cubicBezTo>
                <a:lnTo>
                  <a:pt x="290756" y="94298"/>
                </a:lnTo>
                <a:lnTo>
                  <a:pt x="188595" y="56967"/>
                </a:lnTo>
                <a:lnTo>
                  <a:pt x="86445" y="94298"/>
                </a:lnTo>
                <a:lnTo>
                  <a:pt x="86445" y="172090"/>
                </a:lnTo>
                <a:cubicBezTo>
                  <a:pt x="86445" y="206403"/>
                  <a:pt x="96001" y="237447"/>
                  <a:pt x="115123" y="265210"/>
                </a:cubicBezTo>
                <a:cubicBezTo>
                  <a:pt x="133982" y="292711"/>
                  <a:pt x="158477" y="311445"/>
                  <a:pt x="188595" y="321400"/>
                </a:cubicBezTo>
                <a:cubicBezTo>
                  <a:pt x="194619" y="319823"/>
                  <a:pt x="201820" y="316817"/>
                  <a:pt x="210209" y="312359"/>
                </a:cubicBezTo>
                <a:cubicBezTo>
                  <a:pt x="218324" y="307650"/>
                  <a:pt x="225788" y="302666"/>
                  <a:pt x="232600" y="297431"/>
                </a:cubicBezTo>
                <a:cubicBezTo>
                  <a:pt x="235218" y="295340"/>
                  <a:pt x="238098" y="294414"/>
                  <a:pt x="241242" y="294677"/>
                </a:cubicBezTo>
                <a:cubicBezTo>
                  <a:pt x="244385" y="294940"/>
                  <a:pt x="247002" y="296517"/>
                  <a:pt x="249105" y="299397"/>
                </a:cubicBezTo>
                <a:cubicBezTo>
                  <a:pt x="251197" y="302015"/>
                  <a:pt x="251986" y="305021"/>
                  <a:pt x="251460" y="308427"/>
                </a:cubicBezTo>
                <a:cubicBezTo>
                  <a:pt x="250934" y="311833"/>
                  <a:pt x="249231" y="314588"/>
                  <a:pt x="246351" y="316680"/>
                </a:cubicBezTo>
                <a:cubicBezTo>
                  <a:pt x="238761" y="322440"/>
                  <a:pt x="230897" y="327424"/>
                  <a:pt x="222782" y="331619"/>
                </a:cubicBezTo>
                <a:cubicBezTo>
                  <a:pt x="214393" y="335802"/>
                  <a:pt x="205626" y="339597"/>
                  <a:pt x="196459" y="343003"/>
                </a:cubicBezTo>
                <a:cubicBezTo>
                  <a:pt x="195144" y="343529"/>
                  <a:pt x="193830" y="343792"/>
                  <a:pt x="192527" y="343792"/>
                </a:cubicBezTo>
                <a:cubicBezTo>
                  <a:pt x="191212" y="344054"/>
                  <a:pt x="189909" y="344192"/>
                  <a:pt x="188595" y="344192"/>
                </a:cubicBezTo>
                <a:cubicBezTo>
                  <a:pt x="187281" y="344192"/>
                  <a:pt x="185978" y="344054"/>
                  <a:pt x="184663" y="343792"/>
                </a:cubicBezTo>
                <a:close/>
                <a:moveTo>
                  <a:pt x="213352" y="212564"/>
                </a:moveTo>
                <a:cubicBezTo>
                  <a:pt x="220153" y="205751"/>
                  <a:pt x="223559" y="197499"/>
                  <a:pt x="223559" y="187806"/>
                </a:cubicBezTo>
                <a:cubicBezTo>
                  <a:pt x="223559" y="177851"/>
                  <a:pt x="220153" y="169473"/>
                  <a:pt x="213352" y="162660"/>
                </a:cubicBezTo>
                <a:cubicBezTo>
                  <a:pt x="206540" y="155848"/>
                  <a:pt x="198288" y="152453"/>
                  <a:pt x="188595" y="152453"/>
                </a:cubicBezTo>
                <a:cubicBezTo>
                  <a:pt x="178902" y="152453"/>
                  <a:pt x="170650" y="155848"/>
                  <a:pt x="163838" y="162660"/>
                </a:cubicBezTo>
                <a:cubicBezTo>
                  <a:pt x="157037" y="169473"/>
                  <a:pt x="153631" y="177851"/>
                  <a:pt x="153631" y="187806"/>
                </a:cubicBezTo>
                <a:cubicBezTo>
                  <a:pt x="153631" y="197499"/>
                  <a:pt x="157037" y="205751"/>
                  <a:pt x="163838" y="212564"/>
                </a:cubicBezTo>
                <a:cubicBezTo>
                  <a:pt x="170650" y="219113"/>
                  <a:pt x="178902" y="222382"/>
                  <a:pt x="188595" y="222382"/>
                </a:cubicBezTo>
                <a:cubicBezTo>
                  <a:pt x="198288" y="222382"/>
                  <a:pt x="206540" y="219113"/>
                  <a:pt x="213352" y="212564"/>
                </a:cubicBezTo>
                <a:close/>
                <a:moveTo>
                  <a:pt x="188595" y="188984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4" name="圖說"/>
          <p:cNvSpPr/>
          <p:nvPr/>
        </p:nvSpPr>
        <p:spPr>
          <a:xfrm>
            <a:off x="13837558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</a:t>
            </a:r>
            <a:endParaRPr lang="en-US" sz="950" dirty="0"/>
          </a:p>
        </p:txBody>
      </p:sp>
      <p:sp>
        <p:nvSpPr>
          <p:cNvPr id="165" name="圖示 里程碑"/>
          <p:cNvSpPr/>
          <p:nvPr/>
        </p:nvSpPr>
        <p:spPr>
          <a:xfrm>
            <a:off x="843905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02161" y="208632"/>
                </a:moveTo>
                <a:lnTo>
                  <a:pt x="102161" y="318257"/>
                </a:lnTo>
                <a:cubicBezTo>
                  <a:pt x="102161" y="321663"/>
                  <a:pt x="100973" y="324406"/>
                  <a:pt x="98618" y="326509"/>
                </a:cubicBezTo>
                <a:cubicBezTo>
                  <a:pt x="96526" y="328864"/>
                  <a:pt x="93772" y="330041"/>
                  <a:pt x="90366" y="330041"/>
                </a:cubicBezTo>
                <a:cubicBezTo>
                  <a:pt x="86959" y="330041"/>
                  <a:pt x="84216" y="328864"/>
                  <a:pt x="82113" y="326509"/>
                </a:cubicBezTo>
                <a:cubicBezTo>
                  <a:pt x="79759" y="324406"/>
                  <a:pt x="78581" y="321663"/>
                  <a:pt x="78581" y="318257"/>
                </a:cubicBezTo>
                <a:lnTo>
                  <a:pt x="78581" y="74649"/>
                </a:lnTo>
                <a:cubicBezTo>
                  <a:pt x="78581" y="71243"/>
                  <a:pt x="79759" y="68500"/>
                  <a:pt x="82113" y="66397"/>
                </a:cubicBezTo>
                <a:cubicBezTo>
                  <a:pt x="84216" y="64042"/>
                  <a:pt x="86959" y="62865"/>
                  <a:pt x="90366" y="62865"/>
                </a:cubicBezTo>
                <a:lnTo>
                  <a:pt x="203923" y="62865"/>
                </a:lnTo>
                <a:cubicBezTo>
                  <a:pt x="206803" y="62865"/>
                  <a:pt x="209283" y="63779"/>
                  <a:pt x="211386" y="65620"/>
                </a:cubicBezTo>
                <a:cubicBezTo>
                  <a:pt x="213478" y="67186"/>
                  <a:pt x="214793" y="69414"/>
                  <a:pt x="215318" y="72295"/>
                </a:cubicBezTo>
                <a:lnTo>
                  <a:pt x="220816" y="96652"/>
                </a:lnTo>
                <a:lnTo>
                  <a:pt x="302541" y="96652"/>
                </a:lnTo>
                <a:cubicBezTo>
                  <a:pt x="305947" y="96652"/>
                  <a:pt x="308690" y="97829"/>
                  <a:pt x="310793" y="100195"/>
                </a:cubicBezTo>
                <a:cubicBezTo>
                  <a:pt x="313148" y="102287"/>
                  <a:pt x="314325" y="105042"/>
                  <a:pt x="314325" y="108448"/>
                </a:cubicBezTo>
                <a:lnTo>
                  <a:pt x="314325" y="230246"/>
                </a:lnTo>
                <a:cubicBezTo>
                  <a:pt x="314325" y="233652"/>
                  <a:pt x="313148" y="236395"/>
                  <a:pt x="310793" y="238498"/>
                </a:cubicBezTo>
                <a:cubicBezTo>
                  <a:pt x="308690" y="240853"/>
                  <a:pt x="305947" y="242030"/>
                  <a:pt x="302541" y="242030"/>
                </a:cubicBezTo>
                <a:lnTo>
                  <a:pt x="223171" y="242030"/>
                </a:lnTo>
                <a:cubicBezTo>
                  <a:pt x="220553" y="242030"/>
                  <a:pt x="218062" y="241242"/>
                  <a:pt x="215707" y="239676"/>
                </a:cubicBezTo>
                <a:cubicBezTo>
                  <a:pt x="213615" y="238098"/>
                  <a:pt x="212301" y="235869"/>
                  <a:pt x="211775" y="232989"/>
                </a:cubicBezTo>
                <a:lnTo>
                  <a:pt x="206277" y="208632"/>
                </a:lnTo>
                <a:lnTo>
                  <a:pt x="102161" y="208632"/>
                </a:lnTo>
                <a:close/>
                <a:moveTo>
                  <a:pt x="233778" y="218462"/>
                </a:moveTo>
                <a:lnTo>
                  <a:pt x="290756" y="218462"/>
                </a:lnTo>
                <a:lnTo>
                  <a:pt x="290756" y="120232"/>
                </a:lnTo>
                <a:lnTo>
                  <a:pt x="210209" y="120232"/>
                </a:lnTo>
                <a:cubicBezTo>
                  <a:pt x="207580" y="120232"/>
                  <a:pt x="205100" y="119443"/>
                  <a:pt x="202745" y="117878"/>
                </a:cubicBezTo>
                <a:cubicBezTo>
                  <a:pt x="200642" y="116037"/>
                  <a:pt x="199339" y="113683"/>
                  <a:pt x="198813" y="110802"/>
                </a:cubicBezTo>
                <a:lnTo>
                  <a:pt x="193316" y="86445"/>
                </a:lnTo>
                <a:lnTo>
                  <a:pt x="102161" y="86445"/>
                </a:lnTo>
                <a:lnTo>
                  <a:pt x="102161" y="185063"/>
                </a:lnTo>
                <a:lnTo>
                  <a:pt x="216884" y="185063"/>
                </a:lnTo>
                <a:cubicBezTo>
                  <a:pt x="219765" y="185063"/>
                  <a:pt x="222256" y="185840"/>
                  <a:pt x="224348" y="187418"/>
                </a:cubicBezTo>
                <a:cubicBezTo>
                  <a:pt x="226440" y="188984"/>
                  <a:pt x="227754" y="191212"/>
                  <a:pt x="228280" y="194093"/>
                </a:cubicBezTo>
                <a:lnTo>
                  <a:pt x="233778" y="218462"/>
                </a:lnTo>
                <a:close/>
                <a:moveTo>
                  <a:pt x="196459" y="152453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6" name="圖說"/>
          <p:cNvSpPr/>
          <p:nvPr/>
        </p:nvSpPr>
        <p:spPr>
          <a:xfrm>
            <a:off x="662940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里程碑</a:t>
            </a:r>
            <a:endParaRPr lang="en-US" sz="950" dirty="0"/>
          </a:p>
        </p:txBody>
      </p:sp>
      <p:sp>
        <p:nvSpPr>
          <p:cNvPr id="167" name="圖示 循環"/>
          <p:cNvSpPr/>
          <p:nvPr/>
        </p:nvSpPr>
        <p:spPr>
          <a:xfrm>
            <a:off x="1537306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86445" y="189384"/>
                </a:moveTo>
                <a:cubicBezTo>
                  <a:pt x="86445" y="194619"/>
                  <a:pt x="86834" y="199728"/>
                  <a:pt x="87622" y="204700"/>
                </a:cubicBezTo>
                <a:cubicBezTo>
                  <a:pt x="88137" y="209683"/>
                  <a:pt x="89063" y="214393"/>
                  <a:pt x="90366" y="218850"/>
                </a:cubicBezTo>
                <a:cubicBezTo>
                  <a:pt x="91154" y="221993"/>
                  <a:pt x="91029" y="225137"/>
                  <a:pt x="89977" y="228280"/>
                </a:cubicBezTo>
                <a:cubicBezTo>
                  <a:pt x="88663" y="231423"/>
                  <a:pt x="86571" y="233652"/>
                  <a:pt x="83690" y="234955"/>
                </a:cubicBezTo>
                <a:cubicBezTo>
                  <a:pt x="80810" y="236270"/>
                  <a:pt x="77930" y="236270"/>
                  <a:pt x="75049" y="234955"/>
                </a:cubicBezTo>
                <a:cubicBezTo>
                  <a:pt x="71906" y="233652"/>
                  <a:pt x="69803" y="231549"/>
                  <a:pt x="68763" y="228669"/>
                </a:cubicBezTo>
                <a:cubicBezTo>
                  <a:pt x="66660" y="222119"/>
                  <a:pt x="65220" y="215707"/>
                  <a:pt x="64442" y="209420"/>
                </a:cubicBezTo>
                <a:cubicBezTo>
                  <a:pt x="63391" y="202871"/>
                  <a:pt x="62865" y="196196"/>
                  <a:pt x="62865" y="189384"/>
                </a:cubicBezTo>
                <a:cubicBezTo>
                  <a:pt x="62865" y="155071"/>
                  <a:pt x="75312" y="125604"/>
                  <a:pt x="100195" y="100973"/>
                </a:cubicBezTo>
                <a:cubicBezTo>
                  <a:pt x="124816" y="76090"/>
                  <a:pt x="154282" y="63654"/>
                  <a:pt x="188595" y="63654"/>
                </a:cubicBezTo>
                <a:lnTo>
                  <a:pt x="205489" y="63654"/>
                </a:lnTo>
                <a:lnTo>
                  <a:pt x="181520" y="39685"/>
                </a:lnTo>
                <a:cubicBezTo>
                  <a:pt x="179428" y="37593"/>
                  <a:pt x="178377" y="35102"/>
                  <a:pt x="178377" y="32221"/>
                </a:cubicBezTo>
                <a:cubicBezTo>
                  <a:pt x="178377" y="29341"/>
                  <a:pt x="179428" y="26849"/>
                  <a:pt x="181520" y="24757"/>
                </a:cubicBezTo>
                <a:cubicBezTo>
                  <a:pt x="183623" y="22654"/>
                  <a:pt x="186240" y="21614"/>
                  <a:pt x="189384" y="21614"/>
                </a:cubicBezTo>
                <a:cubicBezTo>
                  <a:pt x="192264" y="21614"/>
                  <a:pt x="194756" y="22654"/>
                  <a:pt x="196847" y="24757"/>
                </a:cubicBezTo>
                <a:lnTo>
                  <a:pt x="239676" y="67186"/>
                </a:lnTo>
                <a:cubicBezTo>
                  <a:pt x="242030" y="69540"/>
                  <a:pt x="243208" y="72295"/>
                  <a:pt x="243208" y="75438"/>
                </a:cubicBezTo>
                <a:cubicBezTo>
                  <a:pt x="243208" y="78581"/>
                  <a:pt x="242030" y="81336"/>
                  <a:pt x="239676" y="83690"/>
                </a:cubicBezTo>
                <a:lnTo>
                  <a:pt x="197236" y="126119"/>
                </a:lnTo>
                <a:cubicBezTo>
                  <a:pt x="195144" y="128222"/>
                  <a:pt x="192527" y="129262"/>
                  <a:pt x="189384" y="129262"/>
                </a:cubicBezTo>
                <a:cubicBezTo>
                  <a:pt x="186240" y="129262"/>
                  <a:pt x="183623" y="128222"/>
                  <a:pt x="181520" y="126119"/>
                </a:cubicBezTo>
                <a:cubicBezTo>
                  <a:pt x="179428" y="124027"/>
                  <a:pt x="178377" y="121409"/>
                  <a:pt x="178377" y="118266"/>
                </a:cubicBezTo>
                <a:cubicBezTo>
                  <a:pt x="178377" y="115123"/>
                  <a:pt x="179428" y="112505"/>
                  <a:pt x="181520" y="110402"/>
                </a:cubicBezTo>
                <a:lnTo>
                  <a:pt x="204700" y="87222"/>
                </a:lnTo>
                <a:lnTo>
                  <a:pt x="188595" y="87222"/>
                </a:lnTo>
                <a:cubicBezTo>
                  <a:pt x="160569" y="87222"/>
                  <a:pt x="136600" y="97315"/>
                  <a:pt x="116689" y="117478"/>
                </a:cubicBezTo>
                <a:cubicBezTo>
                  <a:pt x="96526" y="137389"/>
                  <a:pt x="86445" y="161357"/>
                  <a:pt x="86445" y="189384"/>
                </a:cubicBezTo>
                <a:close/>
                <a:moveTo>
                  <a:pt x="290756" y="188984"/>
                </a:moveTo>
                <a:cubicBezTo>
                  <a:pt x="290756" y="183749"/>
                  <a:pt x="290493" y="178639"/>
                  <a:pt x="289968" y="173667"/>
                </a:cubicBezTo>
                <a:cubicBezTo>
                  <a:pt x="289179" y="168684"/>
                  <a:pt x="288127" y="163838"/>
                  <a:pt x="286824" y="159128"/>
                </a:cubicBezTo>
                <a:cubicBezTo>
                  <a:pt x="285773" y="155985"/>
                  <a:pt x="285910" y="152842"/>
                  <a:pt x="287213" y="149699"/>
                </a:cubicBezTo>
                <a:cubicBezTo>
                  <a:pt x="288265" y="146555"/>
                  <a:pt x="290231" y="144327"/>
                  <a:pt x="293111" y="143024"/>
                </a:cubicBezTo>
                <a:cubicBezTo>
                  <a:pt x="295991" y="141709"/>
                  <a:pt x="298872" y="141709"/>
                  <a:pt x="301752" y="143024"/>
                </a:cubicBezTo>
                <a:cubicBezTo>
                  <a:pt x="304632" y="144327"/>
                  <a:pt x="306598" y="146418"/>
                  <a:pt x="307650" y="149310"/>
                </a:cubicBezTo>
                <a:cubicBezTo>
                  <a:pt x="310004" y="155848"/>
                  <a:pt x="311708" y="162397"/>
                  <a:pt x="312759" y="168947"/>
                </a:cubicBezTo>
                <a:cubicBezTo>
                  <a:pt x="313799" y="175496"/>
                  <a:pt x="314325" y="182183"/>
                  <a:pt x="314325" y="188984"/>
                </a:cubicBezTo>
                <a:cubicBezTo>
                  <a:pt x="314325" y="223296"/>
                  <a:pt x="302015" y="252900"/>
                  <a:pt x="277395" y="277783"/>
                </a:cubicBezTo>
                <a:cubicBezTo>
                  <a:pt x="252512" y="302404"/>
                  <a:pt x="222908" y="314714"/>
                  <a:pt x="188595" y="314714"/>
                </a:cubicBezTo>
                <a:lnTo>
                  <a:pt x="170913" y="314714"/>
                </a:lnTo>
                <a:lnTo>
                  <a:pt x="194882" y="338682"/>
                </a:lnTo>
                <a:cubicBezTo>
                  <a:pt x="196973" y="340785"/>
                  <a:pt x="198025" y="343266"/>
                  <a:pt x="198025" y="346146"/>
                </a:cubicBezTo>
                <a:cubicBezTo>
                  <a:pt x="198025" y="349026"/>
                  <a:pt x="196973" y="351518"/>
                  <a:pt x="194882" y="353621"/>
                </a:cubicBezTo>
                <a:cubicBezTo>
                  <a:pt x="192790" y="355713"/>
                  <a:pt x="190298" y="356765"/>
                  <a:pt x="187418" y="356765"/>
                </a:cubicBezTo>
                <a:cubicBezTo>
                  <a:pt x="184274" y="356765"/>
                  <a:pt x="181657" y="355713"/>
                  <a:pt x="179554" y="353621"/>
                </a:cubicBezTo>
                <a:lnTo>
                  <a:pt x="136737" y="311182"/>
                </a:lnTo>
                <a:cubicBezTo>
                  <a:pt x="134371" y="308827"/>
                  <a:pt x="133194" y="306073"/>
                  <a:pt x="133194" y="302929"/>
                </a:cubicBezTo>
                <a:cubicBezTo>
                  <a:pt x="133194" y="299786"/>
                  <a:pt x="134371" y="297043"/>
                  <a:pt x="136737" y="294677"/>
                </a:cubicBezTo>
                <a:lnTo>
                  <a:pt x="179554" y="251849"/>
                </a:lnTo>
                <a:cubicBezTo>
                  <a:pt x="181657" y="249757"/>
                  <a:pt x="184274" y="248705"/>
                  <a:pt x="187418" y="248705"/>
                </a:cubicBezTo>
                <a:cubicBezTo>
                  <a:pt x="190298" y="248705"/>
                  <a:pt x="192790" y="249757"/>
                  <a:pt x="194882" y="251849"/>
                </a:cubicBezTo>
                <a:cubicBezTo>
                  <a:pt x="196973" y="253952"/>
                  <a:pt x="198025" y="256569"/>
                  <a:pt x="198025" y="259712"/>
                </a:cubicBezTo>
                <a:cubicBezTo>
                  <a:pt x="198025" y="262593"/>
                  <a:pt x="196973" y="265085"/>
                  <a:pt x="194882" y="267176"/>
                </a:cubicBezTo>
                <a:lnTo>
                  <a:pt x="170913" y="291145"/>
                </a:lnTo>
                <a:lnTo>
                  <a:pt x="188595" y="291145"/>
                </a:lnTo>
                <a:cubicBezTo>
                  <a:pt x="216621" y="291145"/>
                  <a:pt x="240716" y="281189"/>
                  <a:pt x="260890" y="261278"/>
                </a:cubicBezTo>
                <a:cubicBezTo>
                  <a:pt x="280801" y="241116"/>
                  <a:pt x="290756" y="217010"/>
                  <a:pt x="290756" y="188984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8" name="圖說"/>
          <p:cNvSpPr/>
          <p:nvPr/>
        </p:nvSpPr>
        <p:spPr>
          <a:xfrm>
            <a:off x="1356341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循環</a:t>
            </a:r>
            <a:endParaRPr lang="en-US" sz="950" dirty="0"/>
          </a:p>
        </p:txBody>
      </p:sp>
      <p:sp>
        <p:nvSpPr>
          <p:cNvPr id="169" name="圖示 目標"/>
          <p:cNvSpPr/>
          <p:nvPr/>
        </p:nvSpPr>
        <p:spPr>
          <a:xfrm>
            <a:off x="2230707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27307" y="333573"/>
                </a:moveTo>
                <a:cubicBezTo>
                  <a:pt x="108185" y="325195"/>
                  <a:pt x="91543" y="313936"/>
                  <a:pt x="77404" y="299786"/>
                </a:cubicBezTo>
                <a:cubicBezTo>
                  <a:pt x="63254" y="285647"/>
                  <a:pt x="52121" y="269005"/>
                  <a:pt x="44006" y="249894"/>
                </a:cubicBezTo>
                <a:cubicBezTo>
                  <a:pt x="35627" y="230772"/>
                  <a:pt x="31433" y="210335"/>
                  <a:pt x="31433" y="188595"/>
                </a:cubicBezTo>
                <a:cubicBezTo>
                  <a:pt x="31433" y="166855"/>
                  <a:pt x="35627" y="146418"/>
                  <a:pt x="44006" y="127307"/>
                </a:cubicBezTo>
                <a:cubicBezTo>
                  <a:pt x="52121" y="108185"/>
                  <a:pt x="63254" y="91543"/>
                  <a:pt x="77404" y="77404"/>
                </a:cubicBezTo>
                <a:cubicBezTo>
                  <a:pt x="91543" y="63254"/>
                  <a:pt x="108185" y="52121"/>
                  <a:pt x="127307" y="44006"/>
                </a:cubicBezTo>
                <a:cubicBezTo>
                  <a:pt x="146418" y="35627"/>
                  <a:pt x="166855" y="31433"/>
                  <a:pt x="188595" y="31433"/>
                </a:cubicBezTo>
                <a:cubicBezTo>
                  <a:pt x="210335" y="31433"/>
                  <a:pt x="230772" y="35627"/>
                  <a:pt x="249894" y="44006"/>
                </a:cubicBezTo>
                <a:cubicBezTo>
                  <a:pt x="269005" y="52121"/>
                  <a:pt x="285647" y="63254"/>
                  <a:pt x="299786" y="77404"/>
                </a:cubicBezTo>
                <a:cubicBezTo>
                  <a:pt x="313936" y="91543"/>
                  <a:pt x="325195" y="108185"/>
                  <a:pt x="333573" y="127307"/>
                </a:cubicBezTo>
                <a:cubicBezTo>
                  <a:pt x="341700" y="146418"/>
                  <a:pt x="345758" y="166855"/>
                  <a:pt x="345758" y="188595"/>
                </a:cubicBezTo>
                <a:cubicBezTo>
                  <a:pt x="345758" y="210335"/>
                  <a:pt x="341700" y="230772"/>
                  <a:pt x="333573" y="249894"/>
                </a:cubicBezTo>
                <a:cubicBezTo>
                  <a:pt x="325195" y="269005"/>
                  <a:pt x="313936" y="285647"/>
                  <a:pt x="299786" y="299786"/>
                </a:cubicBezTo>
                <a:cubicBezTo>
                  <a:pt x="285647" y="313936"/>
                  <a:pt x="269005" y="325195"/>
                  <a:pt x="249894" y="333573"/>
                </a:cubicBezTo>
                <a:cubicBezTo>
                  <a:pt x="230772" y="341700"/>
                  <a:pt x="210335" y="345758"/>
                  <a:pt x="188595" y="345758"/>
                </a:cubicBezTo>
                <a:cubicBezTo>
                  <a:pt x="166855" y="345758"/>
                  <a:pt x="146418" y="341700"/>
                  <a:pt x="127307" y="333573"/>
                </a:cubicBezTo>
                <a:close/>
                <a:moveTo>
                  <a:pt x="283281" y="283281"/>
                </a:moveTo>
                <a:cubicBezTo>
                  <a:pt x="309216" y="257358"/>
                  <a:pt x="322189" y="225788"/>
                  <a:pt x="322189" y="188595"/>
                </a:cubicBezTo>
                <a:cubicBezTo>
                  <a:pt x="322189" y="151402"/>
                  <a:pt x="309216" y="119832"/>
                  <a:pt x="283281" y="93909"/>
                </a:cubicBezTo>
                <a:cubicBezTo>
                  <a:pt x="257358" y="67974"/>
                  <a:pt x="225788" y="55013"/>
                  <a:pt x="188595" y="55013"/>
                </a:cubicBezTo>
                <a:cubicBezTo>
                  <a:pt x="151402" y="55013"/>
                  <a:pt x="119832" y="67974"/>
                  <a:pt x="93909" y="93909"/>
                </a:cubicBezTo>
                <a:cubicBezTo>
                  <a:pt x="67974" y="119832"/>
                  <a:pt x="55013" y="151402"/>
                  <a:pt x="55013" y="188595"/>
                </a:cubicBezTo>
                <a:cubicBezTo>
                  <a:pt x="55013" y="225788"/>
                  <a:pt x="67974" y="257358"/>
                  <a:pt x="93909" y="283281"/>
                </a:cubicBezTo>
                <a:cubicBezTo>
                  <a:pt x="119832" y="309216"/>
                  <a:pt x="151402" y="322189"/>
                  <a:pt x="188595" y="322189"/>
                </a:cubicBezTo>
                <a:cubicBezTo>
                  <a:pt x="225788" y="322189"/>
                  <a:pt x="257358" y="309216"/>
                  <a:pt x="283281" y="283281"/>
                </a:cubicBezTo>
                <a:close/>
                <a:moveTo>
                  <a:pt x="121798" y="255392"/>
                </a:moveTo>
                <a:cubicBezTo>
                  <a:pt x="103464" y="237058"/>
                  <a:pt x="94298" y="214793"/>
                  <a:pt x="94298" y="188595"/>
                </a:cubicBezTo>
                <a:cubicBezTo>
                  <a:pt x="94298" y="162397"/>
                  <a:pt x="103464" y="140132"/>
                  <a:pt x="121798" y="121798"/>
                </a:cubicBezTo>
                <a:cubicBezTo>
                  <a:pt x="140132" y="103464"/>
                  <a:pt x="162397" y="94298"/>
                  <a:pt x="188595" y="94298"/>
                </a:cubicBezTo>
                <a:cubicBezTo>
                  <a:pt x="214793" y="94298"/>
                  <a:pt x="237058" y="103464"/>
                  <a:pt x="255392" y="121798"/>
                </a:cubicBezTo>
                <a:cubicBezTo>
                  <a:pt x="273726" y="140132"/>
                  <a:pt x="282893" y="162397"/>
                  <a:pt x="282893" y="188595"/>
                </a:cubicBezTo>
                <a:cubicBezTo>
                  <a:pt x="282893" y="214793"/>
                  <a:pt x="273726" y="237058"/>
                  <a:pt x="255392" y="255392"/>
                </a:cubicBezTo>
                <a:cubicBezTo>
                  <a:pt x="237058" y="273726"/>
                  <a:pt x="214793" y="282893"/>
                  <a:pt x="188595" y="282893"/>
                </a:cubicBezTo>
                <a:cubicBezTo>
                  <a:pt x="162397" y="282893"/>
                  <a:pt x="140132" y="273726"/>
                  <a:pt x="121798" y="255392"/>
                </a:cubicBezTo>
                <a:close/>
                <a:moveTo>
                  <a:pt x="238887" y="238887"/>
                </a:moveTo>
                <a:cubicBezTo>
                  <a:pt x="252512" y="225000"/>
                  <a:pt x="259324" y="208243"/>
                  <a:pt x="259324" y="188595"/>
                </a:cubicBezTo>
                <a:cubicBezTo>
                  <a:pt x="259324" y="168947"/>
                  <a:pt x="252512" y="152316"/>
                  <a:pt x="238887" y="138692"/>
                </a:cubicBezTo>
                <a:cubicBezTo>
                  <a:pt x="225000" y="124816"/>
                  <a:pt x="208243" y="117878"/>
                  <a:pt x="188595" y="117878"/>
                </a:cubicBezTo>
                <a:cubicBezTo>
                  <a:pt x="168947" y="117878"/>
                  <a:pt x="152316" y="124816"/>
                  <a:pt x="138692" y="138692"/>
                </a:cubicBezTo>
                <a:cubicBezTo>
                  <a:pt x="124816" y="152316"/>
                  <a:pt x="117878" y="168947"/>
                  <a:pt x="117878" y="188595"/>
                </a:cubicBezTo>
                <a:cubicBezTo>
                  <a:pt x="117878" y="208243"/>
                  <a:pt x="124816" y="225000"/>
                  <a:pt x="138692" y="238887"/>
                </a:cubicBezTo>
                <a:cubicBezTo>
                  <a:pt x="152316" y="252512"/>
                  <a:pt x="168947" y="259324"/>
                  <a:pt x="188595" y="259324"/>
                </a:cubicBezTo>
                <a:cubicBezTo>
                  <a:pt x="208243" y="259324"/>
                  <a:pt x="225000" y="252512"/>
                  <a:pt x="238887" y="238887"/>
                </a:cubicBezTo>
                <a:close/>
                <a:moveTo>
                  <a:pt x="166592" y="210986"/>
                </a:moveTo>
                <a:cubicBezTo>
                  <a:pt x="160306" y="204700"/>
                  <a:pt x="157163" y="197236"/>
                  <a:pt x="157163" y="188595"/>
                </a:cubicBezTo>
                <a:cubicBezTo>
                  <a:pt x="157163" y="179954"/>
                  <a:pt x="160306" y="172616"/>
                  <a:pt x="166592" y="166592"/>
                </a:cubicBezTo>
                <a:cubicBezTo>
                  <a:pt x="172616" y="160306"/>
                  <a:pt x="179954" y="157163"/>
                  <a:pt x="188595" y="157163"/>
                </a:cubicBezTo>
                <a:cubicBezTo>
                  <a:pt x="197236" y="157163"/>
                  <a:pt x="204700" y="160306"/>
                  <a:pt x="210986" y="166592"/>
                </a:cubicBezTo>
                <a:cubicBezTo>
                  <a:pt x="217010" y="172616"/>
                  <a:pt x="220028" y="179954"/>
                  <a:pt x="220028" y="188595"/>
                </a:cubicBezTo>
                <a:cubicBezTo>
                  <a:pt x="220028" y="197236"/>
                  <a:pt x="217010" y="204700"/>
                  <a:pt x="210986" y="210986"/>
                </a:cubicBezTo>
                <a:cubicBezTo>
                  <a:pt x="204700" y="217010"/>
                  <a:pt x="197236" y="220028"/>
                  <a:pt x="188595" y="220028"/>
                </a:cubicBezTo>
                <a:cubicBezTo>
                  <a:pt x="179954" y="220028"/>
                  <a:pt x="172616" y="217010"/>
                  <a:pt x="166592" y="210986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0" name="圖說"/>
          <p:cNvSpPr/>
          <p:nvPr/>
        </p:nvSpPr>
        <p:spPr>
          <a:xfrm>
            <a:off x="2049742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950" dirty="0"/>
          </a:p>
        </p:txBody>
      </p:sp>
      <p:sp>
        <p:nvSpPr>
          <p:cNvPr id="171" name="圖示 想法"/>
          <p:cNvSpPr/>
          <p:nvPr/>
        </p:nvSpPr>
        <p:spPr>
          <a:xfrm>
            <a:off x="2924108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66204" y="336716"/>
                </a:moveTo>
                <a:cubicBezTo>
                  <a:pt x="159917" y="330430"/>
                  <a:pt x="156774" y="322840"/>
                  <a:pt x="156774" y="313936"/>
                </a:cubicBezTo>
                <a:lnTo>
                  <a:pt x="220416" y="313936"/>
                </a:lnTo>
                <a:cubicBezTo>
                  <a:pt x="220416" y="322840"/>
                  <a:pt x="217410" y="330430"/>
                  <a:pt x="211386" y="336716"/>
                </a:cubicBezTo>
                <a:cubicBezTo>
                  <a:pt x="205100" y="342740"/>
                  <a:pt x="197499" y="345758"/>
                  <a:pt x="188595" y="345758"/>
                </a:cubicBezTo>
                <a:cubicBezTo>
                  <a:pt x="179691" y="345758"/>
                  <a:pt x="172227" y="342740"/>
                  <a:pt x="166204" y="336716"/>
                </a:cubicBezTo>
                <a:close/>
                <a:moveTo>
                  <a:pt x="136737" y="289568"/>
                </a:moveTo>
                <a:cubicBezTo>
                  <a:pt x="133331" y="289568"/>
                  <a:pt x="130576" y="288527"/>
                  <a:pt x="128485" y="286424"/>
                </a:cubicBezTo>
                <a:cubicBezTo>
                  <a:pt x="126119" y="284070"/>
                  <a:pt x="124941" y="281189"/>
                  <a:pt x="124941" y="277783"/>
                </a:cubicBezTo>
                <a:cubicBezTo>
                  <a:pt x="124941" y="274377"/>
                  <a:pt x="126119" y="271634"/>
                  <a:pt x="128485" y="269531"/>
                </a:cubicBezTo>
                <a:cubicBezTo>
                  <a:pt x="130576" y="267176"/>
                  <a:pt x="133331" y="265999"/>
                  <a:pt x="136737" y="265999"/>
                </a:cubicBezTo>
                <a:lnTo>
                  <a:pt x="240464" y="265999"/>
                </a:lnTo>
                <a:cubicBezTo>
                  <a:pt x="243859" y="265999"/>
                  <a:pt x="246751" y="267176"/>
                  <a:pt x="249105" y="269531"/>
                </a:cubicBezTo>
                <a:cubicBezTo>
                  <a:pt x="251197" y="271634"/>
                  <a:pt x="252249" y="274377"/>
                  <a:pt x="252249" y="277783"/>
                </a:cubicBezTo>
                <a:cubicBezTo>
                  <a:pt x="252249" y="281189"/>
                  <a:pt x="251197" y="284070"/>
                  <a:pt x="249105" y="286424"/>
                </a:cubicBezTo>
                <a:cubicBezTo>
                  <a:pt x="246751" y="288527"/>
                  <a:pt x="243859" y="289568"/>
                  <a:pt x="240464" y="289568"/>
                </a:cubicBezTo>
                <a:lnTo>
                  <a:pt x="136737" y="289568"/>
                </a:lnTo>
                <a:close/>
                <a:moveTo>
                  <a:pt x="126907" y="242030"/>
                </a:moveTo>
                <a:cubicBezTo>
                  <a:pt x="109625" y="230772"/>
                  <a:pt x="96001" y="216759"/>
                  <a:pt x="86045" y="199991"/>
                </a:cubicBezTo>
                <a:cubicBezTo>
                  <a:pt x="75827" y="182960"/>
                  <a:pt x="70729" y="163838"/>
                  <a:pt x="70729" y="142624"/>
                </a:cubicBezTo>
                <a:cubicBezTo>
                  <a:pt x="70729" y="110665"/>
                  <a:pt x="82376" y="83039"/>
                  <a:pt x="105693" y="59722"/>
                </a:cubicBezTo>
                <a:cubicBezTo>
                  <a:pt x="128999" y="36405"/>
                  <a:pt x="156637" y="24757"/>
                  <a:pt x="188595" y="24757"/>
                </a:cubicBezTo>
                <a:cubicBezTo>
                  <a:pt x="220553" y="24757"/>
                  <a:pt x="248191" y="36405"/>
                  <a:pt x="271497" y="59722"/>
                </a:cubicBezTo>
                <a:cubicBezTo>
                  <a:pt x="294814" y="83039"/>
                  <a:pt x="306473" y="110665"/>
                  <a:pt x="306473" y="142624"/>
                </a:cubicBezTo>
                <a:cubicBezTo>
                  <a:pt x="306473" y="163838"/>
                  <a:pt x="301489" y="182960"/>
                  <a:pt x="291534" y="199991"/>
                </a:cubicBezTo>
                <a:cubicBezTo>
                  <a:pt x="281578" y="216759"/>
                  <a:pt x="267828" y="230772"/>
                  <a:pt x="250283" y="242030"/>
                </a:cubicBezTo>
                <a:lnTo>
                  <a:pt x="126907" y="242030"/>
                </a:lnTo>
                <a:close/>
                <a:moveTo>
                  <a:pt x="135548" y="218462"/>
                </a:moveTo>
                <a:lnTo>
                  <a:pt x="242030" y="218462"/>
                </a:lnTo>
                <a:cubicBezTo>
                  <a:pt x="254603" y="210072"/>
                  <a:pt x="264559" y="199202"/>
                  <a:pt x="271897" y="185840"/>
                </a:cubicBezTo>
                <a:cubicBezTo>
                  <a:pt x="279223" y="172490"/>
                  <a:pt x="282893" y="158077"/>
                  <a:pt x="282893" y="142624"/>
                </a:cubicBezTo>
                <a:cubicBezTo>
                  <a:pt x="282893" y="116689"/>
                  <a:pt x="273726" y="94560"/>
                  <a:pt x="255392" y="76227"/>
                </a:cubicBezTo>
                <a:cubicBezTo>
                  <a:pt x="236795" y="57630"/>
                  <a:pt x="214530" y="48326"/>
                  <a:pt x="188595" y="48326"/>
                </a:cubicBezTo>
                <a:cubicBezTo>
                  <a:pt x="162660" y="48326"/>
                  <a:pt x="140532" y="57630"/>
                  <a:pt x="122198" y="76227"/>
                </a:cubicBezTo>
                <a:cubicBezTo>
                  <a:pt x="103602" y="94560"/>
                  <a:pt x="94298" y="116689"/>
                  <a:pt x="94298" y="142624"/>
                </a:cubicBezTo>
                <a:cubicBezTo>
                  <a:pt x="94298" y="158077"/>
                  <a:pt x="97967" y="172490"/>
                  <a:pt x="105305" y="185840"/>
                </a:cubicBezTo>
                <a:cubicBezTo>
                  <a:pt x="112631" y="199202"/>
                  <a:pt x="122712" y="210072"/>
                  <a:pt x="135548" y="218462"/>
                </a:cubicBezTo>
                <a:close/>
                <a:moveTo>
                  <a:pt x="188595" y="218462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2" name="圖說"/>
          <p:cNvSpPr/>
          <p:nvPr/>
        </p:nvSpPr>
        <p:spPr>
          <a:xfrm>
            <a:off x="2743143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想法</a:t>
            </a:r>
            <a:endParaRPr lang="en-US" sz="950" dirty="0"/>
          </a:p>
        </p:txBody>
      </p:sp>
      <p:sp>
        <p:nvSpPr>
          <p:cNvPr id="173" name="圖示 啟動"/>
          <p:cNvSpPr/>
          <p:nvPr/>
        </p:nvSpPr>
        <p:spPr>
          <a:xfrm>
            <a:off x="3617509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14734" y="178377"/>
                </a:moveTo>
                <a:cubicBezTo>
                  <a:pt x="119443" y="168947"/>
                  <a:pt x="124553" y="159654"/>
                  <a:pt x="130051" y="150487"/>
                </a:cubicBezTo>
                <a:cubicBezTo>
                  <a:pt x="135285" y="141321"/>
                  <a:pt x="140920" y="132542"/>
                  <a:pt x="146944" y="124164"/>
                </a:cubicBezTo>
                <a:lnTo>
                  <a:pt x="115912" y="117878"/>
                </a:lnTo>
                <a:lnTo>
                  <a:pt x="73083" y="160694"/>
                </a:lnTo>
                <a:lnTo>
                  <a:pt x="114734" y="178377"/>
                </a:lnTo>
                <a:close/>
                <a:moveTo>
                  <a:pt x="317080" y="55790"/>
                </a:moveTo>
                <a:cubicBezTo>
                  <a:pt x="290356" y="57104"/>
                  <a:pt x="266262" y="62865"/>
                  <a:pt x="244785" y="73083"/>
                </a:cubicBezTo>
                <a:cubicBezTo>
                  <a:pt x="223296" y="83039"/>
                  <a:pt x="202345" y="98229"/>
                  <a:pt x="181920" y="118655"/>
                </a:cubicBezTo>
                <a:cubicBezTo>
                  <a:pt x="173793" y="126782"/>
                  <a:pt x="165415" y="137389"/>
                  <a:pt x="156774" y="150487"/>
                </a:cubicBezTo>
                <a:cubicBezTo>
                  <a:pt x="148121" y="163575"/>
                  <a:pt x="140395" y="177599"/>
                  <a:pt x="133594" y="192527"/>
                </a:cubicBezTo>
                <a:lnTo>
                  <a:pt x="185840" y="244785"/>
                </a:lnTo>
                <a:cubicBezTo>
                  <a:pt x="200779" y="237973"/>
                  <a:pt x="214793" y="230246"/>
                  <a:pt x="227891" y="221605"/>
                </a:cubicBezTo>
                <a:cubicBezTo>
                  <a:pt x="240979" y="212952"/>
                  <a:pt x="251586" y="204574"/>
                  <a:pt x="259712" y="196459"/>
                </a:cubicBezTo>
                <a:cubicBezTo>
                  <a:pt x="280138" y="176022"/>
                  <a:pt x="295466" y="155197"/>
                  <a:pt x="305684" y="133982"/>
                </a:cubicBezTo>
                <a:cubicBezTo>
                  <a:pt x="315639" y="112505"/>
                  <a:pt x="321263" y="88400"/>
                  <a:pt x="322577" y="61688"/>
                </a:cubicBezTo>
                <a:cubicBezTo>
                  <a:pt x="322577" y="60899"/>
                  <a:pt x="322440" y="60110"/>
                  <a:pt x="322189" y="59333"/>
                </a:cubicBezTo>
                <a:cubicBezTo>
                  <a:pt x="321926" y="58544"/>
                  <a:pt x="321526" y="57893"/>
                  <a:pt x="321000" y="57367"/>
                </a:cubicBezTo>
                <a:cubicBezTo>
                  <a:pt x="320486" y="56841"/>
                  <a:pt x="319960" y="56453"/>
                  <a:pt x="319434" y="56190"/>
                </a:cubicBezTo>
                <a:cubicBezTo>
                  <a:pt x="318646" y="55927"/>
                  <a:pt x="317857" y="55790"/>
                  <a:pt x="317080" y="55790"/>
                </a:cubicBezTo>
                <a:close/>
                <a:moveTo>
                  <a:pt x="216096" y="135548"/>
                </a:moveTo>
                <a:cubicBezTo>
                  <a:pt x="216096" y="127696"/>
                  <a:pt x="218713" y="121147"/>
                  <a:pt x="223959" y="115912"/>
                </a:cubicBezTo>
                <a:cubicBezTo>
                  <a:pt x="229194" y="110665"/>
                  <a:pt x="235744" y="108048"/>
                  <a:pt x="243608" y="108048"/>
                </a:cubicBezTo>
                <a:cubicBezTo>
                  <a:pt x="251197" y="108048"/>
                  <a:pt x="257621" y="110665"/>
                  <a:pt x="262856" y="115912"/>
                </a:cubicBezTo>
                <a:cubicBezTo>
                  <a:pt x="268091" y="121147"/>
                  <a:pt x="270708" y="127696"/>
                  <a:pt x="270708" y="135548"/>
                </a:cubicBezTo>
                <a:cubicBezTo>
                  <a:pt x="270708" y="143149"/>
                  <a:pt x="268091" y="149562"/>
                  <a:pt x="262856" y="154808"/>
                </a:cubicBezTo>
                <a:cubicBezTo>
                  <a:pt x="257621" y="160043"/>
                  <a:pt x="251197" y="162660"/>
                  <a:pt x="243608" y="162660"/>
                </a:cubicBezTo>
                <a:cubicBezTo>
                  <a:pt x="235744" y="162660"/>
                  <a:pt x="229194" y="160043"/>
                  <a:pt x="223959" y="154808"/>
                </a:cubicBezTo>
                <a:cubicBezTo>
                  <a:pt x="218713" y="149562"/>
                  <a:pt x="216096" y="143149"/>
                  <a:pt x="216096" y="135548"/>
                </a:cubicBezTo>
                <a:close/>
                <a:moveTo>
                  <a:pt x="199991" y="264033"/>
                </a:moveTo>
                <a:lnTo>
                  <a:pt x="217673" y="305284"/>
                </a:lnTo>
                <a:lnTo>
                  <a:pt x="260501" y="262467"/>
                </a:lnTo>
                <a:lnTo>
                  <a:pt x="254603" y="231423"/>
                </a:lnTo>
                <a:cubicBezTo>
                  <a:pt x="246225" y="237447"/>
                  <a:pt x="237447" y="243208"/>
                  <a:pt x="228280" y="248705"/>
                </a:cubicBezTo>
                <a:cubicBezTo>
                  <a:pt x="218850" y="254215"/>
                  <a:pt x="209420" y="259324"/>
                  <a:pt x="199991" y="264033"/>
                </a:cubicBezTo>
                <a:close/>
                <a:moveTo>
                  <a:pt x="346546" y="44394"/>
                </a:moveTo>
                <a:cubicBezTo>
                  <a:pt x="347335" y="77141"/>
                  <a:pt x="342088" y="107396"/>
                  <a:pt x="330830" y="135160"/>
                </a:cubicBezTo>
                <a:cubicBezTo>
                  <a:pt x="319297" y="162660"/>
                  <a:pt x="301226" y="188721"/>
                  <a:pt x="276606" y="213352"/>
                </a:cubicBezTo>
                <a:cubicBezTo>
                  <a:pt x="276343" y="213615"/>
                  <a:pt x="276080" y="213867"/>
                  <a:pt x="275817" y="214130"/>
                </a:cubicBezTo>
                <a:cubicBezTo>
                  <a:pt x="275554" y="214130"/>
                  <a:pt x="275292" y="214267"/>
                  <a:pt x="275040" y="214530"/>
                </a:cubicBezTo>
                <a:lnTo>
                  <a:pt x="283681" y="257747"/>
                </a:lnTo>
                <a:cubicBezTo>
                  <a:pt x="284470" y="261678"/>
                  <a:pt x="284333" y="265473"/>
                  <a:pt x="283281" y="269142"/>
                </a:cubicBezTo>
                <a:cubicBezTo>
                  <a:pt x="282241" y="272811"/>
                  <a:pt x="280275" y="276080"/>
                  <a:pt x="277395" y="278961"/>
                </a:cubicBezTo>
                <a:lnTo>
                  <a:pt x="221993" y="334362"/>
                </a:lnTo>
                <a:cubicBezTo>
                  <a:pt x="219113" y="337242"/>
                  <a:pt x="215707" y="338294"/>
                  <a:pt x="211775" y="337505"/>
                </a:cubicBezTo>
                <a:cubicBezTo>
                  <a:pt x="207580" y="336716"/>
                  <a:pt x="204700" y="334362"/>
                  <a:pt x="203134" y="330430"/>
                </a:cubicBezTo>
                <a:lnTo>
                  <a:pt x="176411" y="268754"/>
                </a:lnTo>
                <a:lnTo>
                  <a:pt x="110014" y="201957"/>
                </a:lnTo>
                <a:lnTo>
                  <a:pt x="47937" y="175633"/>
                </a:lnTo>
                <a:cubicBezTo>
                  <a:pt x="44006" y="174056"/>
                  <a:pt x="41777" y="171176"/>
                  <a:pt x="41251" y="166981"/>
                </a:cubicBezTo>
                <a:cubicBezTo>
                  <a:pt x="40474" y="162797"/>
                  <a:pt x="41514" y="159254"/>
                  <a:pt x="44394" y="156374"/>
                </a:cubicBezTo>
                <a:lnTo>
                  <a:pt x="99407" y="101373"/>
                </a:lnTo>
                <a:cubicBezTo>
                  <a:pt x="102287" y="98492"/>
                  <a:pt x="105556" y="96526"/>
                  <a:pt x="109225" y="95475"/>
                </a:cubicBezTo>
                <a:cubicBezTo>
                  <a:pt x="112894" y="94172"/>
                  <a:pt x="116689" y="93909"/>
                  <a:pt x="120621" y="94686"/>
                </a:cubicBezTo>
                <a:lnTo>
                  <a:pt x="163838" y="103339"/>
                </a:lnTo>
                <a:cubicBezTo>
                  <a:pt x="164101" y="103076"/>
                  <a:pt x="164363" y="102939"/>
                  <a:pt x="164626" y="102939"/>
                </a:cubicBezTo>
                <a:cubicBezTo>
                  <a:pt x="164889" y="102676"/>
                  <a:pt x="165152" y="102413"/>
                  <a:pt x="165415" y="102161"/>
                </a:cubicBezTo>
                <a:cubicBezTo>
                  <a:pt x="190035" y="77530"/>
                  <a:pt x="216096" y="59596"/>
                  <a:pt x="243608" y="48326"/>
                </a:cubicBezTo>
                <a:cubicBezTo>
                  <a:pt x="271108" y="36805"/>
                  <a:pt x="301226" y="31433"/>
                  <a:pt x="333973" y="32221"/>
                </a:cubicBezTo>
                <a:cubicBezTo>
                  <a:pt x="335539" y="32221"/>
                  <a:pt x="337116" y="32610"/>
                  <a:pt x="338682" y="33398"/>
                </a:cubicBezTo>
                <a:cubicBezTo>
                  <a:pt x="339997" y="33924"/>
                  <a:pt x="341300" y="34839"/>
                  <a:pt x="342614" y="36153"/>
                </a:cubicBezTo>
                <a:cubicBezTo>
                  <a:pt x="343929" y="37456"/>
                  <a:pt x="344969" y="38771"/>
                  <a:pt x="345758" y="40074"/>
                </a:cubicBezTo>
                <a:cubicBezTo>
                  <a:pt x="346283" y="41388"/>
                  <a:pt x="346546" y="42828"/>
                  <a:pt x="346546" y="44394"/>
                </a:cubicBezTo>
                <a:close/>
                <a:moveTo>
                  <a:pt x="58544" y="249494"/>
                </a:moveTo>
                <a:cubicBezTo>
                  <a:pt x="67711" y="240327"/>
                  <a:pt x="78970" y="235744"/>
                  <a:pt x="92332" y="235744"/>
                </a:cubicBezTo>
                <a:cubicBezTo>
                  <a:pt x="105430" y="235481"/>
                  <a:pt x="116563" y="239939"/>
                  <a:pt x="125730" y="249105"/>
                </a:cubicBezTo>
                <a:cubicBezTo>
                  <a:pt x="134897" y="258272"/>
                  <a:pt x="139480" y="269531"/>
                  <a:pt x="139480" y="282893"/>
                </a:cubicBezTo>
                <a:cubicBezTo>
                  <a:pt x="139217" y="295991"/>
                  <a:pt x="134508" y="307124"/>
                  <a:pt x="125341" y="316291"/>
                </a:cubicBezTo>
                <a:cubicBezTo>
                  <a:pt x="113031" y="328601"/>
                  <a:pt x="98355" y="336065"/>
                  <a:pt x="81336" y="338682"/>
                </a:cubicBezTo>
                <a:cubicBezTo>
                  <a:pt x="64042" y="341048"/>
                  <a:pt x="46760" y="343403"/>
                  <a:pt x="29467" y="345758"/>
                </a:cubicBezTo>
                <a:lnTo>
                  <a:pt x="36542" y="293900"/>
                </a:lnTo>
                <a:cubicBezTo>
                  <a:pt x="38896" y="276606"/>
                  <a:pt x="46234" y="261804"/>
                  <a:pt x="58544" y="249494"/>
                </a:cubicBezTo>
                <a:close/>
                <a:moveTo>
                  <a:pt x="75049" y="266388"/>
                </a:moveTo>
                <a:cubicBezTo>
                  <a:pt x="68763" y="273200"/>
                  <a:pt x="64694" y="281064"/>
                  <a:pt x="62865" y="289968"/>
                </a:cubicBezTo>
                <a:cubicBezTo>
                  <a:pt x="61036" y="298872"/>
                  <a:pt x="59333" y="307913"/>
                  <a:pt x="57756" y="317080"/>
                </a:cubicBezTo>
                <a:cubicBezTo>
                  <a:pt x="66923" y="315502"/>
                  <a:pt x="75964" y="313799"/>
                  <a:pt x="84868" y="311970"/>
                </a:cubicBezTo>
                <a:cubicBezTo>
                  <a:pt x="93772" y="310130"/>
                  <a:pt x="101636" y="306073"/>
                  <a:pt x="108448" y="299786"/>
                </a:cubicBezTo>
                <a:cubicBezTo>
                  <a:pt x="113683" y="295340"/>
                  <a:pt x="116300" y="289831"/>
                  <a:pt x="116300" y="283281"/>
                </a:cubicBezTo>
                <a:cubicBezTo>
                  <a:pt x="116300" y="276480"/>
                  <a:pt x="113946" y="270582"/>
                  <a:pt x="109225" y="265610"/>
                </a:cubicBezTo>
                <a:cubicBezTo>
                  <a:pt x="104253" y="260890"/>
                  <a:pt x="98492" y="258535"/>
                  <a:pt x="91943" y="258535"/>
                </a:cubicBezTo>
                <a:cubicBezTo>
                  <a:pt x="85131" y="258535"/>
                  <a:pt x="79496" y="261153"/>
                  <a:pt x="75049" y="266388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4" name="圖說"/>
          <p:cNvSpPr/>
          <p:nvPr/>
        </p:nvSpPr>
        <p:spPr>
          <a:xfrm>
            <a:off x="3436544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</a:t>
            </a:r>
            <a:endParaRPr lang="en-US" sz="950" dirty="0"/>
          </a:p>
        </p:txBody>
      </p:sp>
      <p:sp>
        <p:nvSpPr>
          <p:cNvPr id="175" name="圖示 快速"/>
          <p:cNvSpPr/>
          <p:nvPr/>
        </p:nvSpPr>
        <p:spPr>
          <a:xfrm>
            <a:off x="4310910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54408" y="312359"/>
                </a:moveTo>
                <a:lnTo>
                  <a:pt x="264033" y="180743"/>
                </a:lnTo>
                <a:lnTo>
                  <a:pt x="193316" y="180743"/>
                </a:lnTo>
                <a:lnTo>
                  <a:pt x="207455" y="68363"/>
                </a:lnTo>
                <a:lnTo>
                  <a:pt x="108048" y="212175"/>
                </a:lnTo>
                <a:lnTo>
                  <a:pt x="168558" y="212175"/>
                </a:lnTo>
                <a:lnTo>
                  <a:pt x="154408" y="312359"/>
                </a:lnTo>
                <a:close/>
                <a:moveTo>
                  <a:pt x="141446" y="235744"/>
                </a:moveTo>
                <a:lnTo>
                  <a:pt x="85256" y="235744"/>
                </a:lnTo>
                <a:cubicBezTo>
                  <a:pt x="80547" y="235744"/>
                  <a:pt x="77141" y="233652"/>
                  <a:pt x="75049" y="229457"/>
                </a:cubicBezTo>
                <a:cubicBezTo>
                  <a:pt x="72683" y="225262"/>
                  <a:pt x="72946" y="221205"/>
                  <a:pt x="75827" y="217273"/>
                </a:cubicBezTo>
                <a:lnTo>
                  <a:pt x="208632" y="25535"/>
                </a:lnTo>
                <a:cubicBezTo>
                  <a:pt x="210723" y="22654"/>
                  <a:pt x="213352" y="20688"/>
                  <a:pt x="216496" y="19648"/>
                </a:cubicBezTo>
                <a:cubicBezTo>
                  <a:pt x="219639" y="18597"/>
                  <a:pt x="222782" y="18734"/>
                  <a:pt x="225925" y="20037"/>
                </a:cubicBezTo>
                <a:cubicBezTo>
                  <a:pt x="229069" y="21351"/>
                  <a:pt x="231549" y="23443"/>
                  <a:pt x="233389" y="26323"/>
                </a:cubicBezTo>
                <a:cubicBezTo>
                  <a:pt x="235218" y="29204"/>
                  <a:pt x="235869" y="32347"/>
                  <a:pt x="235355" y="35753"/>
                </a:cubicBezTo>
                <a:lnTo>
                  <a:pt x="220028" y="157163"/>
                </a:lnTo>
                <a:lnTo>
                  <a:pt x="289179" y="157163"/>
                </a:lnTo>
                <a:cubicBezTo>
                  <a:pt x="294151" y="157163"/>
                  <a:pt x="297694" y="159391"/>
                  <a:pt x="299786" y="163838"/>
                </a:cubicBezTo>
                <a:cubicBezTo>
                  <a:pt x="301878" y="168295"/>
                  <a:pt x="301363" y="172490"/>
                  <a:pt x="298220" y="176411"/>
                </a:cubicBezTo>
                <a:lnTo>
                  <a:pt x="152453" y="351255"/>
                </a:lnTo>
                <a:cubicBezTo>
                  <a:pt x="150350" y="353873"/>
                  <a:pt x="147733" y="355576"/>
                  <a:pt x="144590" y="356365"/>
                </a:cubicBezTo>
                <a:cubicBezTo>
                  <a:pt x="141183" y="357153"/>
                  <a:pt x="138040" y="356890"/>
                  <a:pt x="135160" y="355576"/>
                </a:cubicBezTo>
                <a:cubicBezTo>
                  <a:pt x="132279" y="354273"/>
                  <a:pt x="130051" y="352170"/>
                  <a:pt x="128485" y="349289"/>
                </a:cubicBezTo>
                <a:cubicBezTo>
                  <a:pt x="126644" y="346409"/>
                  <a:pt x="125993" y="343266"/>
                  <a:pt x="126519" y="339860"/>
                </a:cubicBezTo>
                <a:lnTo>
                  <a:pt x="141446" y="235744"/>
                </a:lnTo>
                <a:close/>
                <a:moveTo>
                  <a:pt x="185840" y="190561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6" name="圖說"/>
          <p:cNvSpPr/>
          <p:nvPr/>
        </p:nvSpPr>
        <p:spPr>
          <a:xfrm>
            <a:off x="4129945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</a:t>
            </a:r>
            <a:endParaRPr lang="en-US" sz="950" dirty="0"/>
          </a:p>
        </p:txBody>
      </p:sp>
      <p:sp>
        <p:nvSpPr>
          <p:cNvPr id="177" name="圖示 設定"/>
          <p:cNvSpPr/>
          <p:nvPr/>
        </p:nvSpPr>
        <p:spPr>
          <a:xfrm>
            <a:off x="5004311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65415" y="345758"/>
                </a:moveTo>
                <a:cubicBezTo>
                  <a:pt x="161746" y="345758"/>
                  <a:pt x="158477" y="344580"/>
                  <a:pt x="155597" y="342226"/>
                </a:cubicBezTo>
                <a:cubicBezTo>
                  <a:pt x="152705" y="339860"/>
                  <a:pt x="151002" y="336854"/>
                  <a:pt x="150487" y="333185"/>
                </a:cubicBezTo>
                <a:lnTo>
                  <a:pt x="144590" y="296254"/>
                </a:lnTo>
                <a:cubicBezTo>
                  <a:pt x="139617" y="294414"/>
                  <a:pt x="134371" y="291934"/>
                  <a:pt x="128873" y="288790"/>
                </a:cubicBezTo>
                <a:cubicBezTo>
                  <a:pt x="123375" y="285647"/>
                  <a:pt x="118529" y="282367"/>
                  <a:pt x="114334" y="278961"/>
                </a:cubicBezTo>
                <a:lnTo>
                  <a:pt x="80547" y="294677"/>
                </a:lnTo>
                <a:cubicBezTo>
                  <a:pt x="76878" y="296254"/>
                  <a:pt x="73209" y="296517"/>
                  <a:pt x="69540" y="295466"/>
                </a:cubicBezTo>
                <a:cubicBezTo>
                  <a:pt x="65883" y="294151"/>
                  <a:pt x="62991" y="291796"/>
                  <a:pt x="60899" y="288390"/>
                </a:cubicBezTo>
                <a:lnTo>
                  <a:pt x="38108" y="247528"/>
                </a:lnTo>
                <a:cubicBezTo>
                  <a:pt x="36016" y="244122"/>
                  <a:pt x="35490" y="240590"/>
                  <a:pt x="36542" y="236921"/>
                </a:cubicBezTo>
                <a:cubicBezTo>
                  <a:pt x="37330" y="233252"/>
                  <a:pt x="39296" y="230246"/>
                  <a:pt x="42440" y="227891"/>
                </a:cubicBezTo>
                <a:lnTo>
                  <a:pt x="73872" y="204700"/>
                </a:lnTo>
                <a:cubicBezTo>
                  <a:pt x="73346" y="202345"/>
                  <a:pt x="73083" y="199728"/>
                  <a:pt x="73083" y="196847"/>
                </a:cubicBezTo>
                <a:cubicBezTo>
                  <a:pt x="72821" y="193704"/>
                  <a:pt x="72683" y="190950"/>
                  <a:pt x="72683" y="188595"/>
                </a:cubicBezTo>
                <a:cubicBezTo>
                  <a:pt x="72683" y="186240"/>
                  <a:pt x="72821" y="183623"/>
                  <a:pt x="73083" y="180743"/>
                </a:cubicBezTo>
                <a:cubicBezTo>
                  <a:pt x="73083" y="177599"/>
                  <a:pt x="73346" y="174845"/>
                  <a:pt x="73872" y="172490"/>
                </a:cubicBezTo>
                <a:lnTo>
                  <a:pt x="42440" y="149310"/>
                </a:lnTo>
                <a:cubicBezTo>
                  <a:pt x="39296" y="146944"/>
                  <a:pt x="37330" y="143938"/>
                  <a:pt x="36542" y="140269"/>
                </a:cubicBezTo>
                <a:cubicBezTo>
                  <a:pt x="35490" y="136600"/>
                  <a:pt x="36016" y="133068"/>
                  <a:pt x="38108" y="129662"/>
                </a:cubicBezTo>
                <a:lnTo>
                  <a:pt x="60899" y="88800"/>
                </a:lnTo>
                <a:cubicBezTo>
                  <a:pt x="62991" y="85394"/>
                  <a:pt x="65883" y="83165"/>
                  <a:pt x="69540" y="82113"/>
                </a:cubicBezTo>
                <a:cubicBezTo>
                  <a:pt x="73209" y="80810"/>
                  <a:pt x="76878" y="80936"/>
                  <a:pt x="80547" y="82513"/>
                </a:cubicBezTo>
                <a:lnTo>
                  <a:pt x="114334" y="98229"/>
                </a:lnTo>
                <a:cubicBezTo>
                  <a:pt x="118529" y="94823"/>
                  <a:pt x="123375" y="91543"/>
                  <a:pt x="128873" y="88400"/>
                </a:cubicBezTo>
                <a:cubicBezTo>
                  <a:pt x="134371" y="85256"/>
                  <a:pt x="139617" y="82902"/>
                  <a:pt x="144590" y="81336"/>
                </a:cubicBezTo>
                <a:lnTo>
                  <a:pt x="150487" y="44006"/>
                </a:lnTo>
                <a:cubicBezTo>
                  <a:pt x="151002" y="40336"/>
                  <a:pt x="152705" y="37330"/>
                  <a:pt x="155597" y="34964"/>
                </a:cubicBezTo>
                <a:cubicBezTo>
                  <a:pt x="158477" y="32610"/>
                  <a:pt x="161746" y="31433"/>
                  <a:pt x="165415" y="31433"/>
                </a:cubicBezTo>
                <a:lnTo>
                  <a:pt x="211775" y="31433"/>
                </a:lnTo>
                <a:cubicBezTo>
                  <a:pt x="215444" y="31433"/>
                  <a:pt x="218713" y="32610"/>
                  <a:pt x="221605" y="34964"/>
                </a:cubicBezTo>
                <a:cubicBezTo>
                  <a:pt x="224485" y="37330"/>
                  <a:pt x="226188" y="40336"/>
                  <a:pt x="226703" y="44006"/>
                </a:cubicBezTo>
                <a:lnTo>
                  <a:pt x="232600" y="80936"/>
                </a:lnTo>
                <a:cubicBezTo>
                  <a:pt x="237573" y="82776"/>
                  <a:pt x="242945" y="85256"/>
                  <a:pt x="248705" y="88400"/>
                </a:cubicBezTo>
                <a:cubicBezTo>
                  <a:pt x="254215" y="91280"/>
                  <a:pt x="258924" y="94560"/>
                  <a:pt x="262856" y="98229"/>
                </a:cubicBezTo>
                <a:lnTo>
                  <a:pt x="296643" y="82513"/>
                </a:lnTo>
                <a:cubicBezTo>
                  <a:pt x="300312" y="80936"/>
                  <a:pt x="303981" y="80810"/>
                  <a:pt x="307650" y="82113"/>
                </a:cubicBezTo>
                <a:cubicBezTo>
                  <a:pt x="311056" y="83165"/>
                  <a:pt x="313799" y="85394"/>
                  <a:pt x="315902" y="88800"/>
                </a:cubicBezTo>
                <a:lnTo>
                  <a:pt x="339082" y="129662"/>
                </a:lnTo>
                <a:cubicBezTo>
                  <a:pt x="341174" y="133068"/>
                  <a:pt x="341826" y="136737"/>
                  <a:pt x="341048" y="140658"/>
                </a:cubicBezTo>
                <a:cubicBezTo>
                  <a:pt x="339997" y="144327"/>
                  <a:pt x="337905" y="147207"/>
                  <a:pt x="334762" y="149310"/>
                </a:cubicBezTo>
                <a:lnTo>
                  <a:pt x="303329" y="171701"/>
                </a:lnTo>
                <a:cubicBezTo>
                  <a:pt x="303844" y="174319"/>
                  <a:pt x="304244" y="177199"/>
                  <a:pt x="304507" y="180343"/>
                </a:cubicBezTo>
                <a:cubicBezTo>
                  <a:pt x="304507" y="183223"/>
                  <a:pt x="304507" y="185978"/>
                  <a:pt x="304507" y="188595"/>
                </a:cubicBezTo>
                <a:cubicBezTo>
                  <a:pt x="304507" y="191212"/>
                  <a:pt x="304507" y="193967"/>
                  <a:pt x="304507" y="196847"/>
                </a:cubicBezTo>
                <a:cubicBezTo>
                  <a:pt x="304244" y="199728"/>
                  <a:pt x="303844" y="202482"/>
                  <a:pt x="303329" y="205100"/>
                </a:cubicBezTo>
                <a:lnTo>
                  <a:pt x="334762" y="227891"/>
                </a:lnTo>
                <a:cubicBezTo>
                  <a:pt x="337905" y="229983"/>
                  <a:pt x="339997" y="232989"/>
                  <a:pt x="341048" y="236921"/>
                </a:cubicBezTo>
                <a:cubicBezTo>
                  <a:pt x="341826" y="240590"/>
                  <a:pt x="341174" y="244122"/>
                  <a:pt x="339082" y="247528"/>
                </a:cubicBezTo>
                <a:lnTo>
                  <a:pt x="316291" y="288390"/>
                </a:lnTo>
                <a:cubicBezTo>
                  <a:pt x="314199" y="291796"/>
                  <a:pt x="311307" y="294151"/>
                  <a:pt x="307650" y="295466"/>
                </a:cubicBezTo>
                <a:cubicBezTo>
                  <a:pt x="303981" y="296517"/>
                  <a:pt x="300312" y="296254"/>
                  <a:pt x="296643" y="294677"/>
                </a:cubicBezTo>
                <a:lnTo>
                  <a:pt x="262856" y="278961"/>
                </a:lnTo>
                <a:cubicBezTo>
                  <a:pt x="258661" y="282367"/>
                  <a:pt x="253952" y="285773"/>
                  <a:pt x="248705" y="289179"/>
                </a:cubicBezTo>
                <a:cubicBezTo>
                  <a:pt x="243208" y="292322"/>
                  <a:pt x="237835" y="294677"/>
                  <a:pt x="232600" y="296254"/>
                </a:cubicBezTo>
                <a:lnTo>
                  <a:pt x="226703" y="333185"/>
                </a:lnTo>
                <a:cubicBezTo>
                  <a:pt x="226188" y="336854"/>
                  <a:pt x="224485" y="339860"/>
                  <a:pt x="221605" y="342226"/>
                </a:cubicBezTo>
                <a:cubicBezTo>
                  <a:pt x="218713" y="344580"/>
                  <a:pt x="215444" y="345758"/>
                  <a:pt x="211775" y="345758"/>
                </a:cubicBezTo>
                <a:lnTo>
                  <a:pt x="165415" y="345758"/>
                </a:lnTo>
                <a:close/>
                <a:moveTo>
                  <a:pt x="171313" y="322189"/>
                </a:moveTo>
                <a:lnTo>
                  <a:pt x="205889" y="322189"/>
                </a:lnTo>
                <a:lnTo>
                  <a:pt x="211386" y="278183"/>
                </a:lnTo>
                <a:cubicBezTo>
                  <a:pt x="220028" y="276080"/>
                  <a:pt x="228280" y="272811"/>
                  <a:pt x="236132" y="268354"/>
                </a:cubicBezTo>
                <a:cubicBezTo>
                  <a:pt x="243733" y="263907"/>
                  <a:pt x="250671" y="258535"/>
                  <a:pt x="256958" y="252249"/>
                </a:cubicBezTo>
                <a:lnTo>
                  <a:pt x="298609" y="270320"/>
                </a:lnTo>
                <a:lnTo>
                  <a:pt x="314325" y="242030"/>
                </a:lnTo>
                <a:lnTo>
                  <a:pt x="277395" y="214918"/>
                </a:lnTo>
                <a:cubicBezTo>
                  <a:pt x="278435" y="210472"/>
                  <a:pt x="279361" y="206140"/>
                  <a:pt x="280138" y="201957"/>
                </a:cubicBezTo>
                <a:cubicBezTo>
                  <a:pt x="280664" y="197499"/>
                  <a:pt x="280927" y="193053"/>
                  <a:pt x="280927" y="188595"/>
                </a:cubicBezTo>
                <a:cubicBezTo>
                  <a:pt x="280927" y="184137"/>
                  <a:pt x="280664" y="179817"/>
                  <a:pt x="280138" y="175633"/>
                </a:cubicBezTo>
                <a:cubicBezTo>
                  <a:pt x="279624" y="171176"/>
                  <a:pt x="278698" y="166718"/>
                  <a:pt x="277395" y="162272"/>
                </a:cubicBezTo>
                <a:lnTo>
                  <a:pt x="314325" y="135160"/>
                </a:lnTo>
                <a:lnTo>
                  <a:pt x="298609" y="106871"/>
                </a:lnTo>
                <a:lnTo>
                  <a:pt x="256958" y="124941"/>
                </a:lnTo>
                <a:cubicBezTo>
                  <a:pt x="250934" y="118129"/>
                  <a:pt x="244122" y="112505"/>
                  <a:pt x="236532" y="108048"/>
                </a:cubicBezTo>
                <a:cubicBezTo>
                  <a:pt x="228931" y="103339"/>
                  <a:pt x="220553" y="100321"/>
                  <a:pt x="211386" y="99018"/>
                </a:cubicBezTo>
                <a:lnTo>
                  <a:pt x="205889" y="55013"/>
                </a:lnTo>
                <a:lnTo>
                  <a:pt x="171313" y="55013"/>
                </a:lnTo>
                <a:lnTo>
                  <a:pt x="165804" y="99018"/>
                </a:lnTo>
                <a:cubicBezTo>
                  <a:pt x="156900" y="100847"/>
                  <a:pt x="148647" y="103990"/>
                  <a:pt x="141058" y="108448"/>
                </a:cubicBezTo>
                <a:cubicBezTo>
                  <a:pt x="133194" y="112894"/>
                  <a:pt x="126256" y="118392"/>
                  <a:pt x="120232" y="124941"/>
                </a:cubicBezTo>
                <a:lnTo>
                  <a:pt x="78581" y="106871"/>
                </a:lnTo>
                <a:lnTo>
                  <a:pt x="62865" y="135160"/>
                </a:lnTo>
                <a:lnTo>
                  <a:pt x="99795" y="162272"/>
                </a:lnTo>
                <a:cubicBezTo>
                  <a:pt x="98755" y="166718"/>
                  <a:pt x="97967" y="171176"/>
                  <a:pt x="97441" y="175633"/>
                </a:cubicBezTo>
                <a:cubicBezTo>
                  <a:pt x="96652" y="179817"/>
                  <a:pt x="96263" y="184137"/>
                  <a:pt x="96263" y="188595"/>
                </a:cubicBezTo>
                <a:cubicBezTo>
                  <a:pt x="96263" y="193053"/>
                  <a:pt x="96652" y="197499"/>
                  <a:pt x="97441" y="201957"/>
                </a:cubicBezTo>
                <a:cubicBezTo>
                  <a:pt x="97967" y="206140"/>
                  <a:pt x="98755" y="210472"/>
                  <a:pt x="99795" y="214918"/>
                </a:cubicBezTo>
                <a:lnTo>
                  <a:pt x="62865" y="242030"/>
                </a:lnTo>
                <a:lnTo>
                  <a:pt x="78581" y="270320"/>
                </a:lnTo>
                <a:lnTo>
                  <a:pt x="120232" y="252249"/>
                </a:lnTo>
                <a:cubicBezTo>
                  <a:pt x="126519" y="258535"/>
                  <a:pt x="133594" y="263907"/>
                  <a:pt x="141446" y="268354"/>
                </a:cubicBezTo>
                <a:cubicBezTo>
                  <a:pt x="149047" y="272811"/>
                  <a:pt x="157163" y="276080"/>
                  <a:pt x="165804" y="278183"/>
                </a:cubicBezTo>
                <a:lnTo>
                  <a:pt x="171313" y="322189"/>
                </a:lnTo>
                <a:close/>
                <a:moveTo>
                  <a:pt x="188595" y="239676"/>
                </a:moveTo>
                <a:cubicBezTo>
                  <a:pt x="202745" y="239676"/>
                  <a:pt x="214793" y="234692"/>
                  <a:pt x="224748" y="224748"/>
                </a:cubicBezTo>
                <a:cubicBezTo>
                  <a:pt x="234692" y="214793"/>
                  <a:pt x="239676" y="202745"/>
                  <a:pt x="239676" y="188595"/>
                </a:cubicBezTo>
                <a:cubicBezTo>
                  <a:pt x="239676" y="174456"/>
                  <a:pt x="234692" y="162397"/>
                  <a:pt x="224748" y="152453"/>
                </a:cubicBezTo>
                <a:cubicBezTo>
                  <a:pt x="214793" y="142498"/>
                  <a:pt x="202745" y="137514"/>
                  <a:pt x="188595" y="137514"/>
                </a:cubicBezTo>
                <a:cubicBezTo>
                  <a:pt x="174456" y="137514"/>
                  <a:pt x="162397" y="142498"/>
                  <a:pt x="152453" y="152453"/>
                </a:cubicBezTo>
                <a:cubicBezTo>
                  <a:pt x="142498" y="162397"/>
                  <a:pt x="137514" y="174456"/>
                  <a:pt x="137514" y="188595"/>
                </a:cubicBezTo>
                <a:cubicBezTo>
                  <a:pt x="137514" y="202745"/>
                  <a:pt x="142498" y="214793"/>
                  <a:pt x="152453" y="224748"/>
                </a:cubicBezTo>
                <a:cubicBezTo>
                  <a:pt x="162397" y="234692"/>
                  <a:pt x="174456" y="239676"/>
                  <a:pt x="188595" y="239676"/>
                </a:cubicBez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8" name="圖說"/>
          <p:cNvSpPr/>
          <p:nvPr/>
        </p:nvSpPr>
        <p:spPr>
          <a:xfrm>
            <a:off x="4823346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</a:t>
            </a:r>
            <a:endParaRPr lang="en-US" sz="950" dirty="0"/>
          </a:p>
        </p:txBody>
      </p:sp>
      <p:sp>
        <p:nvSpPr>
          <p:cNvPr id="179" name="圖示 參數"/>
          <p:cNvSpPr/>
          <p:nvPr/>
        </p:nvSpPr>
        <p:spPr>
          <a:xfrm>
            <a:off x="5697712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71313" y="326509"/>
                </a:moveTo>
                <a:cubicBezTo>
                  <a:pt x="168947" y="324406"/>
                  <a:pt x="167770" y="321663"/>
                  <a:pt x="167770" y="318257"/>
                </a:cubicBezTo>
                <a:lnTo>
                  <a:pt x="167770" y="253426"/>
                </a:lnTo>
                <a:cubicBezTo>
                  <a:pt x="167770" y="250020"/>
                  <a:pt x="168947" y="247265"/>
                  <a:pt x="171313" y="245174"/>
                </a:cubicBezTo>
                <a:cubicBezTo>
                  <a:pt x="173405" y="242819"/>
                  <a:pt x="176148" y="241642"/>
                  <a:pt x="179554" y="241642"/>
                </a:cubicBezTo>
                <a:cubicBezTo>
                  <a:pt x="182960" y="241642"/>
                  <a:pt x="185840" y="242819"/>
                  <a:pt x="188206" y="245174"/>
                </a:cubicBezTo>
                <a:cubicBezTo>
                  <a:pt x="190298" y="247265"/>
                  <a:pt x="191350" y="250020"/>
                  <a:pt x="191350" y="253426"/>
                </a:cubicBezTo>
                <a:lnTo>
                  <a:pt x="191350" y="274251"/>
                </a:lnTo>
                <a:lnTo>
                  <a:pt x="318257" y="274251"/>
                </a:lnTo>
                <a:cubicBezTo>
                  <a:pt x="321663" y="274251"/>
                  <a:pt x="324406" y="275429"/>
                  <a:pt x="326509" y="277783"/>
                </a:cubicBezTo>
                <a:cubicBezTo>
                  <a:pt x="328864" y="279875"/>
                  <a:pt x="330041" y="282630"/>
                  <a:pt x="330041" y="286036"/>
                </a:cubicBezTo>
                <a:cubicBezTo>
                  <a:pt x="330041" y="289442"/>
                  <a:pt x="328864" y="292322"/>
                  <a:pt x="326509" y="294677"/>
                </a:cubicBezTo>
                <a:cubicBezTo>
                  <a:pt x="324406" y="296780"/>
                  <a:pt x="321663" y="297820"/>
                  <a:pt x="318257" y="297820"/>
                </a:cubicBezTo>
                <a:lnTo>
                  <a:pt x="191350" y="297820"/>
                </a:lnTo>
                <a:lnTo>
                  <a:pt x="191350" y="318257"/>
                </a:lnTo>
                <a:cubicBezTo>
                  <a:pt x="191350" y="321663"/>
                  <a:pt x="190172" y="324406"/>
                  <a:pt x="187806" y="326509"/>
                </a:cubicBezTo>
                <a:cubicBezTo>
                  <a:pt x="185715" y="328864"/>
                  <a:pt x="182960" y="330041"/>
                  <a:pt x="179554" y="330041"/>
                </a:cubicBezTo>
                <a:cubicBezTo>
                  <a:pt x="176148" y="330041"/>
                  <a:pt x="173405" y="328864"/>
                  <a:pt x="171313" y="326509"/>
                </a:cubicBezTo>
                <a:close/>
                <a:moveTo>
                  <a:pt x="58933" y="297820"/>
                </a:moveTo>
                <a:cubicBezTo>
                  <a:pt x="55527" y="297820"/>
                  <a:pt x="52784" y="296643"/>
                  <a:pt x="50681" y="294288"/>
                </a:cubicBezTo>
                <a:cubicBezTo>
                  <a:pt x="48326" y="292197"/>
                  <a:pt x="47149" y="289442"/>
                  <a:pt x="47149" y="286036"/>
                </a:cubicBezTo>
                <a:cubicBezTo>
                  <a:pt x="47149" y="282630"/>
                  <a:pt x="48326" y="279875"/>
                  <a:pt x="50681" y="277783"/>
                </a:cubicBezTo>
                <a:cubicBezTo>
                  <a:pt x="52784" y="275429"/>
                  <a:pt x="55527" y="274251"/>
                  <a:pt x="58933" y="274251"/>
                </a:cubicBezTo>
                <a:lnTo>
                  <a:pt x="132405" y="274251"/>
                </a:lnTo>
                <a:cubicBezTo>
                  <a:pt x="135811" y="274251"/>
                  <a:pt x="138566" y="275429"/>
                  <a:pt x="140658" y="277783"/>
                </a:cubicBezTo>
                <a:cubicBezTo>
                  <a:pt x="143024" y="279875"/>
                  <a:pt x="144201" y="282630"/>
                  <a:pt x="144201" y="286036"/>
                </a:cubicBezTo>
                <a:cubicBezTo>
                  <a:pt x="144201" y="289442"/>
                  <a:pt x="143024" y="292322"/>
                  <a:pt x="140658" y="294677"/>
                </a:cubicBezTo>
                <a:cubicBezTo>
                  <a:pt x="138566" y="296780"/>
                  <a:pt x="135811" y="297820"/>
                  <a:pt x="132405" y="297820"/>
                </a:cubicBezTo>
                <a:lnTo>
                  <a:pt x="58933" y="297820"/>
                </a:lnTo>
                <a:close/>
                <a:moveTo>
                  <a:pt x="124164" y="229069"/>
                </a:moveTo>
                <a:cubicBezTo>
                  <a:pt x="121798" y="226966"/>
                  <a:pt x="120621" y="224222"/>
                  <a:pt x="120621" y="220816"/>
                </a:cubicBezTo>
                <a:lnTo>
                  <a:pt x="120621" y="200379"/>
                </a:lnTo>
                <a:lnTo>
                  <a:pt x="58933" y="200379"/>
                </a:lnTo>
                <a:cubicBezTo>
                  <a:pt x="55527" y="200379"/>
                  <a:pt x="52784" y="199202"/>
                  <a:pt x="50681" y="196847"/>
                </a:cubicBezTo>
                <a:cubicBezTo>
                  <a:pt x="48326" y="194756"/>
                  <a:pt x="47149" y="192001"/>
                  <a:pt x="47149" y="188595"/>
                </a:cubicBezTo>
                <a:cubicBezTo>
                  <a:pt x="47149" y="185189"/>
                  <a:pt x="48326" y="182434"/>
                  <a:pt x="50681" y="180343"/>
                </a:cubicBezTo>
                <a:cubicBezTo>
                  <a:pt x="52784" y="177988"/>
                  <a:pt x="55527" y="176811"/>
                  <a:pt x="58933" y="176811"/>
                </a:cubicBezTo>
                <a:lnTo>
                  <a:pt x="120621" y="176811"/>
                </a:lnTo>
                <a:lnTo>
                  <a:pt x="120621" y="155597"/>
                </a:lnTo>
                <a:cubicBezTo>
                  <a:pt x="120621" y="152190"/>
                  <a:pt x="121798" y="149436"/>
                  <a:pt x="124164" y="147344"/>
                </a:cubicBezTo>
                <a:cubicBezTo>
                  <a:pt x="126256" y="144978"/>
                  <a:pt x="128999" y="143801"/>
                  <a:pt x="132405" y="143801"/>
                </a:cubicBezTo>
                <a:cubicBezTo>
                  <a:pt x="135811" y="143801"/>
                  <a:pt x="138692" y="144978"/>
                  <a:pt x="141058" y="147344"/>
                </a:cubicBezTo>
                <a:cubicBezTo>
                  <a:pt x="143149" y="149436"/>
                  <a:pt x="144201" y="152190"/>
                  <a:pt x="144201" y="155597"/>
                </a:cubicBezTo>
                <a:lnTo>
                  <a:pt x="144201" y="220816"/>
                </a:lnTo>
                <a:cubicBezTo>
                  <a:pt x="144201" y="224222"/>
                  <a:pt x="143024" y="226966"/>
                  <a:pt x="140658" y="229069"/>
                </a:cubicBezTo>
                <a:cubicBezTo>
                  <a:pt x="138566" y="231423"/>
                  <a:pt x="135811" y="232600"/>
                  <a:pt x="132405" y="232600"/>
                </a:cubicBezTo>
                <a:cubicBezTo>
                  <a:pt x="128999" y="232600"/>
                  <a:pt x="126256" y="231423"/>
                  <a:pt x="124164" y="229069"/>
                </a:cubicBezTo>
                <a:close/>
                <a:moveTo>
                  <a:pt x="179554" y="200379"/>
                </a:moveTo>
                <a:cubicBezTo>
                  <a:pt x="176148" y="200379"/>
                  <a:pt x="173405" y="199202"/>
                  <a:pt x="171313" y="196847"/>
                </a:cubicBezTo>
                <a:cubicBezTo>
                  <a:pt x="168947" y="194756"/>
                  <a:pt x="167770" y="192001"/>
                  <a:pt x="167770" y="188595"/>
                </a:cubicBezTo>
                <a:cubicBezTo>
                  <a:pt x="167770" y="185189"/>
                  <a:pt x="168947" y="182434"/>
                  <a:pt x="171313" y="180343"/>
                </a:cubicBezTo>
                <a:cubicBezTo>
                  <a:pt x="173405" y="177988"/>
                  <a:pt x="176148" y="176811"/>
                  <a:pt x="179554" y="176811"/>
                </a:cubicBezTo>
                <a:lnTo>
                  <a:pt x="318257" y="176811"/>
                </a:lnTo>
                <a:cubicBezTo>
                  <a:pt x="321663" y="176811"/>
                  <a:pt x="324406" y="177988"/>
                  <a:pt x="326509" y="180343"/>
                </a:cubicBezTo>
                <a:cubicBezTo>
                  <a:pt x="328864" y="182434"/>
                  <a:pt x="330041" y="185189"/>
                  <a:pt x="330041" y="188595"/>
                </a:cubicBezTo>
                <a:cubicBezTo>
                  <a:pt x="330041" y="192001"/>
                  <a:pt x="328864" y="194882"/>
                  <a:pt x="326509" y="197236"/>
                </a:cubicBezTo>
                <a:cubicBezTo>
                  <a:pt x="324406" y="199339"/>
                  <a:pt x="321663" y="200379"/>
                  <a:pt x="318257" y="200379"/>
                </a:cubicBezTo>
                <a:lnTo>
                  <a:pt x="179554" y="200379"/>
                </a:lnTo>
                <a:close/>
                <a:moveTo>
                  <a:pt x="236532" y="132017"/>
                </a:moveTo>
                <a:cubicBezTo>
                  <a:pt x="234178" y="129925"/>
                  <a:pt x="232989" y="127170"/>
                  <a:pt x="232989" y="123764"/>
                </a:cubicBezTo>
                <a:lnTo>
                  <a:pt x="232989" y="58933"/>
                </a:lnTo>
                <a:cubicBezTo>
                  <a:pt x="232989" y="55527"/>
                  <a:pt x="234178" y="52784"/>
                  <a:pt x="236532" y="50681"/>
                </a:cubicBezTo>
                <a:cubicBezTo>
                  <a:pt x="238624" y="48326"/>
                  <a:pt x="241379" y="47149"/>
                  <a:pt x="244785" y="47149"/>
                </a:cubicBezTo>
                <a:cubicBezTo>
                  <a:pt x="248191" y="47149"/>
                  <a:pt x="251071" y="48326"/>
                  <a:pt x="253426" y="50681"/>
                </a:cubicBezTo>
                <a:cubicBezTo>
                  <a:pt x="255518" y="52784"/>
                  <a:pt x="256569" y="55527"/>
                  <a:pt x="256569" y="58933"/>
                </a:cubicBezTo>
                <a:lnTo>
                  <a:pt x="256569" y="79370"/>
                </a:lnTo>
                <a:lnTo>
                  <a:pt x="318257" y="79370"/>
                </a:lnTo>
                <a:cubicBezTo>
                  <a:pt x="321663" y="79370"/>
                  <a:pt x="324406" y="80547"/>
                  <a:pt x="326509" y="82902"/>
                </a:cubicBezTo>
                <a:cubicBezTo>
                  <a:pt x="328864" y="84993"/>
                  <a:pt x="330041" y="87748"/>
                  <a:pt x="330041" y="91154"/>
                </a:cubicBezTo>
                <a:cubicBezTo>
                  <a:pt x="330041" y="94560"/>
                  <a:pt x="328864" y="97441"/>
                  <a:pt x="326509" y="99795"/>
                </a:cubicBezTo>
                <a:cubicBezTo>
                  <a:pt x="324406" y="101898"/>
                  <a:pt x="321663" y="102939"/>
                  <a:pt x="318257" y="102939"/>
                </a:cubicBezTo>
                <a:lnTo>
                  <a:pt x="256569" y="102939"/>
                </a:lnTo>
                <a:lnTo>
                  <a:pt x="256569" y="123764"/>
                </a:lnTo>
                <a:cubicBezTo>
                  <a:pt x="256569" y="127170"/>
                  <a:pt x="255392" y="129925"/>
                  <a:pt x="253037" y="132017"/>
                </a:cubicBezTo>
                <a:cubicBezTo>
                  <a:pt x="250934" y="134371"/>
                  <a:pt x="248191" y="135548"/>
                  <a:pt x="244785" y="135548"/>
                </a:cubicBezTo>
                <a:cubicBezTo>
                  <a:pt x="241379" y="135548"/>
                  <a:pt x="238624" y="134371"/>
                  <a:pt x="236532" y="132017"/>
                </a:cubicBezTo>
                <a:close/>
                <a:moveTo>
                  <a:pt x="58933" y="102939"/>
                </a:moveTo>
                <a:cubicBezTo>
                  <a:pt x="55527" y="102939"/>
                  <a:pt x="52784" y="101761"/>
                  <a:pt x="50681" y="99407"/>
                </a:cubicBezTo>
                <a:cubicBezTo>
                  <a:pt x="48326" y="97315"/>
                  <a:pt x="47149" y="94560"/>
                  <a:pt x="47149" y="91154"/>
                </a:cubicBezTo>
                <a:cubicBezTo>
                  <a:pt x="47149" y="87748"/>
                  <a:pt x="48326" y="84993"/>
                  <a:pt x="50681" y="82902"/>
                </a:cubicBezTo>
                <a:cubicBezTo>
                  <a:pt x="52784" y="80547"/>
                  <a:pt x="55527" y="79370"/>
                  <a:pt x="58933" y="79370"/>
                </a:cubicBezTo>
                <a:lnTo>
                  <a:pt x="197636" y="79370"/>
                </a:lnTo>
                <a:cubicBezTo>
                  <a:pt x="201042" y="79370"/>
                  <a:pt x="203785" y="80547"/>
                  <a:pt x="205889" y="82902"/>
                </a:cubicBezTo>
                <a:cubicBezTo>
                  <a:pt x="208243" y="84993"/>
                  <a:pt x="209420" y="87748"/>
                  <a:pt x="209420" y="91154"/>
                </a:cubicBezTo>
                <a:cubicBezTo>
                  <a:pt x="209420" y="94560"/>
                  <a:pt x="208243" y="97441"/>
                  <a:pt x="205889" y="99795"/>
                </a:cubicBezTo>
                <a:cubicBezTo>
                  <a:pt x="203785" y="101898"/>
                  <a:pt x="201042" y="102939"/>
                  <a:pt x="197636" y="102939"/>
                </a:cubicBezTo>
                <a:lnTo>
                  <a:pt x="58933" y="102939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0" name="圖說"/>
          <p:cNvSpPr/>
          <p:nvPr/>
        </p:nvSpPr>
        <p:spPr>
          <a:xfrm>
            <a:off x="5516747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參數</a:t>
            </a:r>
            <a:endParaRPr lang="en-US" sz="950" dirty="0"/>
          </a:p>
        </p:txBody>
      </p:sp>
      <p:sp>
        <p:nvSpPr>
          <p:cNvPr id="181" name="圖示 篩選"/>
          <p:cNvSpPr/>
          <p:nvPr/>
        </p:nvSpPr>
        <p:spPr>
          <a:xfrm>
            <a:off x="6391113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72879" y="314325"/>
                </a:moveTo>
                <a:cubicBezTo>
                  <a:pt x="168421" y="314325"/>
                  <a:pt x="164763" y="312885"/>
                  <a:pt x="161883" y="310004"/>
                </a:cubicBezTo>
                <a:cubicBezTo>
                  <a:pt x="158740" y="306861"/>
                  <a:pt x="157163" y="303066"/>
                  <a:pt x="157163" y="298609"/>
                </a:cubicBezTo>
                <a:lnTo>
                  <a:pt x="157163" y="204311"/>
                </a:lnTo>
                <a:lnTo>
                  <a:pt x="63254" y="84479"/>
                </a:lnTo>
                <a:cubicBezTo>
                  <a:pt x="59596" y="80021"/>
                  <a:pt x="59070" y="75312"/>
                  <a:pt x="61688" y="70329"/>
                </a:cubicBezTo>
                <a:cubicBezTo>
                  <a:pt x="64305" y="65357"/>
                  <a:pt x="68363" y="62865"/>
                  <a:pt x="73872" y="62865"/>
                </a:cubicBezTo>
                <a:lnTo>
                  <a:pt x="303329" y="62865"/>
                </a:lnTo>
                <a:cubicBezTo>
                  <a:pt x="308827" y="62865"/>
                  <a:pt x="312885" y="65357"/>
                  <a:pt x="315502" y="70329"/>
                </a:cubicBezTo>
                <a:cubicBezTo>
                  <a:pt x="318120" y="75312"/>
                  <a:pt x="317594" y="80021"/>
                  <a:pt x="313936" y="84479"/>
                </a:cubicBezTo>
                <a:lnTo>
                  <a:pt x="220028" y="204311"/>
                </a:lnTo>
                <a:lnTo>
                  <a:pt x="220028" y="298609"/>
                </a:lnTo>
                <a:cubicBezTo>
                  <a:pt x="220028" y="303066"/>
                  <a:pt x="218587" y="306861"/>
                  <a:pt x="215707" y="310004"/>
                </a:cubicBezTo>
                <a:cubicBezTo>
                  <a:pt x="212564" y="312885"/>
                  <a:pt x="208769" y="314325"/>
                  <a:pt x="204311" y="314325"/>
                </a:cubicBezTo>
                <a:lnTo>
                  <a:pt x="172879" y="314325"/>
                </a:lnTo>
                <a:close/>
                <a:moveTo>
                  <a:pt x="188595" y="205889"/>
                </a:moveTo>
                <a:lnTo>
                  <a:pt x="282893" y="86445"/>
                </a:lnTo>
                <a:lnTo>
                  <a:pt x="94298" y="86445"/>
                </a:lnTo>
                <a:lnTo>
                  <a:pt x="188595" y="205889"/>
                </a:lnTo>
                <a:close/>
                <a:moveTo>
                  <a:pt x="188595" y="205889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2" name="圖說"/>
          <p:cNvSpPr/>
          <p:nvPr/>
        </p:nvSpPr>
        <p:spPr>
          <a:xfrm>
            <a:off x="6210148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篩選</a:t>
            </a:r>
            <a:endParaRPr lang="en-US" sz="950" dirty="0"/>
          </a:p>
        </p:txBody>
      </p:sp>
      <p:sp>
        <p:nvSpPr>
          <p:cNvPr id="183" name="圖示 搜尋"/>
          <p:cNvSpPr/>
          <p:nvPr/>
        </p:nvSpPr>
        <p:spPr>
          <a:xfrm>
            <a:off x="7084514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48521" y="247928"/>
                </a:moveTo>
                <a:cubicBezTo>
                  <a:pt x="120232" y="247928"/>
                  <a:pt x="96263" y="238098"/>
                  <a:pt x="76615" y="218462"/>
                </a:cubicBezTo>
                <a:cubicBezTo>
                  <a:pt x="56967" y="198813"/>
                  <a:pt x="47149" y="175108"/>
                  <a:pt x="47149" y="147344"/>
                </a:cubicBezTo>
                <a:cubicBezTo>
                  <a:pt x="47149" y="119569"/>
                  <a:pt x="56967" y="95875"/>
                  <a:pt x="76615" y="76227"/>
                </a:cubicBezTo>
                <a:cubicBezTo>
                  <a:pt x="96263" y="56579"/>
                  <a:pt x="120095" y="46760"/>
                  <a:pt x="148121" y="46760"/>
                </a:cubicBezTo>
                <a:cubicBezTo>
                  <a:pt x="175896" y="46760"/>
                  <a:pt x="199602" y="56579"/>
                  <a:pt x="219239" y="76227"/>
                </a:cubicBezTo>
                <a:cubicBezTo>
                  <a:pt x="238624" y="95875"/>
                  <a:pt x="248317" y="119569"/>
                  <a:pt x="248317" y="147344"/>
                </a:cubicBezTo>
                <a:cubicBezTo>
                  <a:pt x="248317" y="158603"/>
                  <a:pt x="246488" y="169473"/>
                  <a:pt x="242819" y="179954"/>
                </a:cubicBezTo>
                <a:cubicBezTo>
                  <a:pt x="239150" y="190424"/>
                  <a:pt x="233652" y="200254"/>
                  <a:pt x="226314" y="209420"/>
                </a:cubicBezTo>
                <a:lnTo>
                  <a:pt x="321400" y="303718"/>
                </a:lnTo>
                <a:cubicBezTo>
                  <a:pt x="323755" y="306073"/>
                  <a:pt x="324932" y="308953"/>
                  <a:pt x="324932" y="312359"/>
                </a:cubicBezTo>
                <a:cubicBezTo>
                  <a:pt x="324932" y="315765"/>
                  <a:pt x="323755" y="318646"/>
                  <a:pt x="321400" y="321000"/>
                </a:cubicBezTo>
                <a:cubicBezTo>
                  <a:pt x="319046" y="323366"/>
                  <a:pt x="316154" y="324543"/>
                  <a:pt x="312759" y="324543"/>
                </a:cubicBezTo>
                <a:cubicBezTo>
                  <a:pt x="309353" y="324543"/>
                  <a:pt x="306473" y="323366"/>
                  <a:pt x="304107" y="321000"/>
                </a:cubicBezTo>
                <a:lnTo>
                  <a:pt x="209420" y="226314"/>
                </a:lnTo>
                <a:cubicBezTo>
                  <a:pt x="201557" y="233126"/>
                  <a:pt x="192390" y="238498"/>
                  <a:pt x="181920" y="242419"/>
                </a:cubicBezTo>
                <a:cubicBezTo>
                  <a:pt x="171439" y="246088"/>
                  <a:pt x="160306" y="247928"/>
                  <a:pt x="148521" y="247928"/>
                </a:cubicBezTo>
                <a:close/>
                <a:moveTo>
                  <a:pt x="148121" y="224348"/>
                </a:moveTo>
                <a:cubicBezTo>
                  <a:pt x="169347" y="224348"/>
                  <a:pt x="187418" y="216884"/>
                  <a:pt x="202345" y="201957"/>
                </a:cubicBezTo>
                <a:cubicBezTo>
                  <a:pt x="217273" y="186766"/>
                  <a:pt x="224748" y="168558"/>
                  <a:pt x="224748" y="147344"/>
                </a:cubicBezTo>
                <a:cubicBezTo>
                  <a:pt x="224748" y="126119"/>
                  <a:pt x="217273" y="108048"/>
                  <a:pt x="202345" y="93120"/>
                </a:cubicBezTo>
                <a:cubicBezTo>
                  <a:pt x="187418" y="77930"/>
                  <a:pt x="169347" y="70329"/>
                  <a:pt x="148121" y="70329"/>
                </a:cubicBezTo>
                <a:cubicBezTo>
                  <a:pt x="126644" y="70329"/>
                  <a:pt x="108311" y="77930"/>
                  <a:pt x="93120" y="93120"/>
                </a:cubicBezTo>
                <a:cubicBezTo>
                  <a:pt x="78193" y="108048"/>
                  <a:pt x="70729" y="126119"/>
                  <a:pt x="70729" y="147344"/>
                </a:cubicBezTo>
                <a:cubicBezTo>
                  <a:pt x="70729" y="168558"/>
                  <a:pt x="78193" y="186766"/>
                  <a:pt x="93120" y="201957"/>
                </a:cubicBezTo>
                <a:cubicBezTo>
                  <a:pt x="108311" y="216884"/>
                  <a:pt x="126644" y="224348"/>
                  <a:pt x="148121" y="224348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4" name="圖說"/>
          <p:cNvSpPr/>
          <p:nvPr/>
        </p:nvSpPr>
        <p:spPr>
          <a:xfrm>
            <a:off x="6903549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</a:t>
            </a:r>
            <a:endParaRPr lang="en-US" sz="950" dirty="0"/>
          </a:p>
        </p:txBody>
      </p:sp>
      <p:sp>
        <p:nvSpPr>
          <p:cNvPr id="185" name="圖示 鎖定"/>
          <p:cNvSpPr/>
          <p:nvPr/>
        </p:nvSpPr>
        <p:spPr>
          <a:xfrm>
            <a:off x="7777915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86445" y="345758"/>
                </a:moveTo>
                <a:cubicBezTo>
                  <a:pt x="79896" y="345758"/>
                  <a:pt x="74386" y="343403"/>
                  <a:pt x="69940" y="338682"/>
                </a:cubicBezTo>
                <a:cubicBezTo>
                  <a:pt x="65220" y="334236"/>
                  <a:pt x="62865" y="328727"/>
                  <a:pt x="62865" y="322189"/>
                </a:cubicBezTo>
                <a:lnTo>
                  <a:pt x="62865" y="151665"/>
                </a:lnTo>
                <a:cubicBezTo>
                  <a:pt x="62865" y="145115"/>
                  <a:pt x="65220" y="139617"/>
                  <a:pt x="69940" y="135160"/>
                </a:cubicBezTo>
                <a:cubicBezTo>
                  <a:pt x="74386" y="130451"/>
                  <a:pt x="79896" y="128085"/>
                  <a:pt x="86445" y="128085"/>
                </a:cubicBezTo>
                <a:lnTo>
                  <a:pt x="113946" y="128085"/>
                </a:lnTo>
                <a:lnTo>
                  <a:pt x="113946" y="90366"/>
                </a:lnTo>
                <a:cubicBezTo>
                  <a:pt x="113946" y="69677"/>
                  <a:pt x="121272" y="52121"/>
                  <a:pt x="135948" y="37719"/>
                </a:cubicBezTo>
                <a:cubicBezTo>
                  <a:pt x="150350" y="23054"/>
                  <a:pt x="167907" y="15716"/>
                  <a:pt x="188595" y="15716"/>
                </a:cubicBezTo>
                <a:cubicBezTo>
                  <a:pt x="209283" y="15716"/>
                  <a:pt x="226966" y="23054"/>
                  <a:pt x="241642" y="37719"/>
                </a:cubicBezTo>
                <a:cubicBezTo>
                  <a:pt x="256043" y="52121"/>
                  <a:pt x="263244" y="69677"/>
                  <a:pt x="263244" y="90366"/>
                </a:cubicBezTo>
                <a:lnTo>
                  <a:pt x="263244" y="128085"/>
                </a:lnTo>
                <a:lnTo>
                  <a:pt x="290756" y="128085"/>
                </a:lnTo>
                <a:cubicBezTo>
                  <a:pt x="297294" y="128085"/>
                  <a:pt x="302804" y="130451"/>
                  <a:pt x="307250" y="135160"/>
                </a:cubicBezTo>
                <a:cubicBezTo>
                  <a:pt x="311970" y="139617"/>
                  <a:pt x="314325" y="145115"/>
                  <a:pt x="314325" y="151665"/>
                </a:cubicBezTo>
                <a:lnTo>
                  <a:pt x="314325" y="322189"/>
                </a:lnTo>
                <a:cubicBezTo>
                  <a:pt x="314325" y="328727"/>
                  <a:pt x="311970" y="334236"/>
                  <a:pt x="307250" y="338682"/>
                </a:cubicBezTo>
                <a:cubicBezTo>
                  <a:pt x="302804" y="343403"/>
                  <a:pt x="297294" y="345758"/>
                  <a:pt x="290756" y="345758"/>
                </a:cubicBezTo>
                <a:lnTo>
                  <a:pt x="86445" y="345758"/>
                </a:lnTo>
                <a:close/>
                <a:moveTo>
                  <a:pt x="86445" y="322189"/>
                </a:moveTo>
                <a:lnTo>
                  <a:pt x="290756" y="322189"/>
                </a:lnTo>
                <a:lnTo>
                  <a:pt x="290756" y="151665"/>
                </a:lnTo>
                <a:lnTo>
                  <a:pt x="86445" y="151665"/>
                </a:lnTo>
                <a:lnTo>
                  <a:pt x="86445" y="322189"/>
                </a:lnTo>
                <a:close/>
                <a:moveTo>
                  <a:pt x="210209" y="258535"/>
                </a:moveTo>
                <a:cubicBezTo>
                  <a:pt x="215970" y="252774"/>
                  <a:pt x="218850" y="245825"/>
                  <a:pt x="218850" y="237710"/>
                </a:cubicBezTo>
                <a:cubicBezTo>
                  <a:pt x="218850" y="229846"/>
                  <a:pt x="215833" y="222782"/>
                  <a:pt x="209809" y="216496"/>
                </a:cubicBezTo>
                <a:cubicBezTo>
                  <a:pt x="204048" y="209946"/>
                  <a:pt x="196973" y="206666"/>
                  <a:pt x="188595" y="206666"/>
                </a:cubicBezTo>
                <a:cubicBezTo>
                  <a:pt x="180217" y="206666"/>
                  <a:pt x="173142" y="209946"/>
                  <a:pt x="167381" y="216496"/>
                </a:cubicBezTo>
                <a:cubicBezTo>
                  <a:pt x="161357" y="222782"/>
                  <a:pt x="158340" y="229983"/>
                  <a:pt x="158340" y="238098"/>
                </a:cubicBezTo>
                <a:cubicBezTo>
                  <a:pt x="158340" y="245962"/>
                  <a:pt x="161357" y="252774"/>
                  <a:pt x="167381" y="258535"/>
                </a:cubicBezTo>
                <a:cubicBezTo>
                  <a:pt x="173142" y="264296"/>
                  <a:pt x="180217" y="267176"/>
                  <a:pt x="188595" y="267176"/>
                </a:cubicBezTo>
                <a:cubicBezTo>
                  <a:pt x="196973" y="267176"/>
                  <a:pt x="204186" y="264296"/>
                  <a:pt x="210209" y="258535"/>
                </a:cubicBezTo>
                <a:close/>
                <a:moveTo>
                  <a:pt x="137514" y="128085"/>
                </a:moveTo>
                <a:lnTo>
                  <a:pt x="239676" y="128085"/>
                </a:lnTo>
                <a:lnTo>
                  <a:pt x="239676" y="90366"/>
                </a:lnTo>
                <a:cubicBezTo>
                  <a:pt x="239676" y="76227"/>
                  <a:pt x="234692" y="64179"/>
                  <a:pt x="224748" y="54224"/>
                </a:cubicBezTo>
                <a:cubicBezTo>
                  <a:pt x="214793" y="44268"/>
                  <a:pt x="202745" y="39296"/>
                  <a:pt x="188595" y="39296"/>
                </a:cubicBezTo>
                <a:cubicBezTo>
                  <a:pt x="174456" y="39296"/>
                  <a:pt x="162397" y="44268"/>
                  <a:pt x="152453" y="54224"/>
                </a:cubicBezTo>
                <a:cubicBezTo>
                  <a:pt x="142498" y="64179"/>
                  <a:pt x="137514" y="76227"/>
                  <a:pt x="137514" y="90366"/>
                </a:cubicBezTo>
                <a:lnTo>
                  <a:pt x="137514" y="128085"/>
                </a:lnTo>
                <a:close/>
                <a:moveTo>
                  <a:pt x="86445" y="322189"/>
                </a:moveTo>
                <a:lnTo>
                  <a:pt x="86445" y="151665"/>
                </a:lnTo>
                <a:lnTo>
                  <a:pt x="86445" y="322189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6" name="圖說"/>
          <p:cNvSpPr/>
          <p:nvPr/>
        </p:nvSpPr>
        <p:spPr>
          <a:xfrm>
            <a:off x="7596950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鎖定</a:t>
            </a:r>
            <a:endParaRPr lang="en-US" sz="950" dirty="0"/>
          </a:p>
        </p:txBody>
      </p:sp>
      <p:sp>
        <p:nvSpPr>
          <p:cNvPr id="187" name="圖示 資安"/>
          <p:cNvSpPr/>
          <p:nvPr/>
        </p:nvSpPr>
        <p:spPr>
          <a:xfrm>
            <a:off x="8471316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595" y="321400"/>
                </a:moveTo>
                <a:cubicBezTo>
                  <a:pt x="216358" y="312233"/>
                  <a:pt x="239413" y="295466"/>
                  <a:pt x="257747" y="271108"/>
                </a:cubicBezTo>
                <a:cubicBezTo>
                  <a:pt x="275817" y="246488"/>
                  <a:pt x="286424" y="218976"/>
                  <a:pt x="289568" y="188595"/>
                </a:cubicBezTo>
                <a:lnTo>
                  <a:pt x="188595" y="188595"/>
                </a:lnTo>
                <a:lnTo>
                  <a:pt x="188595" y="56967"/>
                </a:lnTo>
                <a:lnTo>
                  <a:pt x="86445" y="95086"/>
                </a:lnTo>
                <a:lnTo>
                  <a:pt x="86445" y="172090"/>
                </a:lnTo>
                <a:cubicBezTo>
                  <a:pt x="86445" y="175233"/>
                  <a:pt x="86571" y="177988"/>
                  <a:pt x="86834" y="180343"/>
                </a:cubicBezTo>
                <a:cubicBezTo>
                  <a:pt x="86834" y="182434"/>
                  <a:pt x="87097" y="185189"/>
                  <a:pt x="87622" y="188595"/>
                </a:cubicBezTo>
                <a:lnTo>
                  <a:pt x="188595" y="188595"/>
                </a:lnTo>
                <a:lnTo>
                  <a:pt x="188595" y="321400"/>
                </a:lnTo>
                <a:close/>
                <a:moveTo>
                  <a:pt x="185063" y="343792"/>
                </a:moveTo>
                <a:cubicBezTo>
                  <a:pt x="183749" y="343529"/>
                  <a:pt x="182434" y="343140"/>
                  <a:pt x="181131" y="342614"/>
                </a:cubicBezTo>
                <a:cubicBezTo>
                  <a:pt x="144715" y="330304"/>
                  <a:pt x="115912" y="308301"/>
                  <a:pt x="94686" y="276606"/>
                </a:cubicBezTo>
                <a:cubicBezTo>
                  <a:pt x="73472" y="244648"/>
                  <a:pt x="62865" y="209683"/>
                  <a:pt x="62865" y="171701"/>
                </a:cubicBezTo>
                <a:lnTo>
                  <a:pt x="62865" y="94686"/>
                </a:lnTo>
                <a:cubicBezTo>
                  <a:pt x="62865" y="89714"/>
                  <a:pt x="64305" y="85256"/>
                  <a:pt x="67186" y="81336"/>
                </a:cubicBezTo>
                <a:cubicBezTo>
                  <a:pt x="70066" y="77141"/>
                  <a:pt x="73735" y="74124"/>
                  <a:pt x="78193" y="72295"/>
                </a:cubicBezTo>
                <a:lnTo>
                  <a:pt x="180343" y="34187"/>
                </a:lnTo>
                <a:cubicBezTo>
                  <a:pt x="183223" y="33136"/>
                  <a:pt x="185978" y="32610"/>
                  <a:pt x="188595" y="32610"/>
                </a:cubicBezTo>
                <a:cubicBezTo>
                  <a:pt x="191212" y="32610"/>
                  <a:pt x="193967" y="33136"/>
                  <a:pt x="196847" y="34187"/>
                </a:cubicBezTo>
                <a:lnTo>
                  <a:pt x="298997" y="72295"/>
                </a:lnTo>
                <a:cubicBezTo>
                  <a:pt x="303455" y="74124"/>
                  <a:pt x="307124" y="77141"/>
                  <a:pt x="310004" y="81336"/>
                </a:cubicBezTo>
                <a:cubicBezTo>
                  <a:pt x="312885" y="85256"/>
                  <a:pt x="314325" y="89714"/>
                  <a:pt x="314325" y="94686"/>
                </a:cubicBezTo>
                <a:lnTo>
                  <a:pt x="314325" y="171701"/>
                </a:lnTo>
                <a:cubicBezTo>
                  <a:pt x="314325" y="209683"/>
                  <a:pt x="303718" y="244648"/>
                  <a:pt x="282504" y="276606"/>
                </a:cubicBezTo>
                <a:cubicBezTo>
                  <a:pt x="261278" y="308301"/>
                  <a:pt x="232475" y="330304"/>
                  <a:pt x="196059" y="342614"/>
                </a:cubicBezTo>
                <a:cubicBezTo>
                  <a:pt x="194756" y="343140"/>
                  <a:pt x="193567" y="343529"/>
                  <a:pt x="192527" y="343792"/>
                </a:cubicBezTo>
                <a:cubicBezTo>
                  <a:pt x="191212" y="344054"/>
                  <a:pt x="189909" y="344192"/>
                  <a:pt x="188595" y="344192"/>
                </a:cubicBezTo>
                <a:cubicBezTo>
                  <a:pt x="187281" y="344192"/>
                  <a:pt x="186103" y="344054"/>
                  <a:pt x="185063" y="343792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8" name="圖說"/>
          <p:cNvSpPr/>
          <p:nvPr/>
        </p:nvSpPr>
        <p:spPr>
          <a:xfrm>
            <a:off x="8290350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資安</a:t>
            </a:r>
            <a:endParaRPr lang="en-US" sz="950" dirty="0"/>
          </a:p>
        </p:txBody>
      </p:sp>
      <p:sp>
        <p:nvSpPr>
          <p:cNvPr id="189" name="圖示 認證"/>
          <p:cNvSpPr/>
          <p:nvPr/>
        </p:nvSpPr>
        <p:spPr>
          <a:xfrm>
            <a:off x="9164717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72490" y="207066"/>
                </a:moveTo>
                <a:lnTo>
                  <a:pt x="141446" y="176022"/>
                </a:lnTo>
                <a:cubicBezTo>
                  <a:pt x="139092" y="173667"/>
                  <a:pt x="136211" y="172490"/>
                  <a:pt x="132805" y="172490"/>
                </a:cubicBezTo>
                <a:cubicBezTo>
                  <a:pt x="129399" y="172490"/>
                  <a:pt x="126519" y="173667"/>
                  <a:pt x="124164" y="176022"/>
                </a:cubicBezTo>
                <a:cubicBezTo>
                  <a:pt x="121798" y="178377"/>
                  <a:pt x="120621" y="181257"/>
                  <a:pt x="120621" y="184663"/>
                </a:cubicBezTo>
                <a:cubicBezTo>
                  <a:pt x="120621" y="188069"/>
                  <a:pt x="121798" y="190950"/>
                  <a:pt x="124164" y="193316"/>
                </a:cubicBezTo>
                <a:lnTo>
                  <a:pt x="163060" y="232600"/>
                </a:lnTo>
                <a:cubicBezTo>
                  <a:pt x="165415" y="234955"/>
                  <a:pt x="168170" y="236132"/>
                  <a:pt x="171313" y="236132"/>
                </a:cubicBezTo>
                <a:cubicBezTo>
                  <a:pt x="174456" y="236132"/>
                  <a:pt x="177199" y="234955"/>
                  <a:pt x="179554" y="232600"/>
                </a:cubicBezTo>
                <a:lnTo>
                  <a:pt x="252637" y="159517"/>
                </a:lnTo>
                <a:cubicBezTo>
                  <a:pt x="254992" y="157163"/>
                  <a:pt x="256181" y="154282"/>
                  <a:pt x="256181" y="150876"/>
                </a:cubicBezTo>
                <a:cubicBezTo>
                  <a:pt x="256181" y="147733"/>
                  <a:pt x="255129" y="145115"/>
                  <a:pt x="253037" y="143024"/>
                </a:cubicBezTo>
                <a:cubicBezTo>
                  <a:pt x="250671" y="140920"/>
                  <a:pt x="247791" y="140006"/>
                  <a:pt x="244385" y="140269"/>
                </a:cubicBezTo>
                <a:cubicBezTo>
                  <a:pt x="240979" y="140269"/>
                  <a:pt x="238235" y="141321"/>
                  <a:pt x="236132" y="143412"/>
                </a:cubicBezTo>
                <a:lnTo>
                  <a:pt x="172490" y="207066"/>
                </a:lnTo>
                <a:close/>
                <a:moveTo>
                  <a:pt x="184663" y="343792"/>
                </a:moveTo>
                <a:cubicBezTo>
                  <a:pt x="183623" y="343529"/>
                  <a:pt x="182434" y="343140"/>
                  <a:pt x="181131" y="342614"/>
                </a:cubicBezTo>
                <a:cubicBezTo>
                  <a:pt x="144715" y="330304"/>
                  <a:pt x="115912" y="308301"/>
                  <a:pt x="94686" y="276606"/>
                </a:cubicBezTo>
                <a:cubicBezTo>
                  <a:pt x="73472" y="244648"/>
                  <a:pt x="62865" y="209683"/>
                  <a:pt x="62865" y="171701"/>
                </a:cubicBezTo>
                <a:lnTo>
                  <a:pt x="62865" y="94686"/>
                </a:lnTo>
                <a:cubicBezTo>
                  <a:pt x="62865" y="89714"/>
                  <a:pt x="64305" y="85131"/>
                  <a:pt x="67186" y="80936"/>
                </a:cubicBezTo>
                <a:cubicBezTo>
                  <a:pt x="70066" y="77015"/>
                  <a:pt x="73735" y="74124"/>
                  <a:pt x="78193" y="72295"/>
                </a:cubicBezTo>
                <a:lnTo>
                  <a:pt x="180343" y="34187"/>
                </a:lnTo>
                <a:cubicBezTo>
                  <a:pt x="183223" y="33136"/>
                  <a:pt x="185978" y="32610"/>
                  <a:pt x="188595" y="32610"/>
                </a:cubicBezTo>
                <a:cubicBezTo>
                  <a:pt x="191212" y="32610"/>
                  <a:pt x="193967" y="33136"/>
                  <a:pt x="196847" y="34187"/>
                </a:cubicBezTo>
                <a:lnTo>
                  <a:pt x="298997" y="72295"/>
                </a:lnTo>
                <a:cubicBezTo>
                  <a:pt x="303455" y="74124"/>
                  <a:pt x="307124" y="77015"/>
                  <a:pt x="310004" y="80936"/>
                </a:cubicBezTo>
                <a:cubicBezTo>
                  <a:pt x="312885" y="85131"/>
                  <a:pt x="314325" y="89714"/>
                  <a:pt x="314325" y="94686"/>
                </a:cubicBezTo>
                <a:lnTo>
                  <a:pt x="314325" y="171701"/>
                </a:lnTo>
                <a:cubicBezTo>
                  <a:pt x="314325" y="209683"/>
                  <a:pt x="303718" y="244648"/>
                  <a:pt x="282504" y="276606"/>
                </a:cubicBezTo>
                <a:cubicBezTo>
                  <a:pt x="261278" y="308301"/>
                  <a:pt x="232475" y="330304"/>
                  <a:pt x="196059" y="342614"/>
                </a:cubicBezTo>
                <a:cubicBezTo>
                  <a:pt x="194756" y="343140"/>
                  <a:pt x="193567" y="343529"/>
                  <a:pt x="192527" y="343792"/>
                </a:cubicBezTo>
                <a:cubicBezTo>
                  <a:pt x="191212" y="344054"/>
                  <a:pt x="189909" y="344192"/>
                  <a:pt x="188595" y="344192"/>
                </a:cubicBezTo>
                <a:cubicBezTo>
                  <a:pt x="187281" y="344192"/>
                  <a:pt x="185978" y="344054"/>
                  <a:pt x="184663" y="343792"/>
                </a:cubicBezTo>
                <a:close/>
                <a:moveTo>
                  <a:pt x="188595" y="321000"/>
                </a:moveTo>
                <a:cubicBezTo>
                  <a:pt x="218713" y="311056"/>
                  <a:pt x="243345" y="292322"/>
                  <a:pt x="262467" y="264822"/>
                </a:cubicBezTo>
                <a:cubicBezTo>
                  <a:pt x="281327" y="237058"/>
                  <a:pt x="290756" y="206014"/>
                  <a:pt x="290756" y="171701"/>
                </a:cubicBezTo>
                <a:lnTo>
                  <a:pt x="290756" y="94686"/>
                </a:lnTo>
                <a:lnTo>
                  <a:pt x="188595" y="56190"/>
                </a:lnTo>
                <a:lnTo>
                  <a:pt x="86445" y="94686"/>
                </a:lnTo>
                <a:lnTo>
                  <a:pt x="86445" y="171701"/>
                </a:lnTo>
                <a:cubicBezTo>
                  <a:pt x="86445" y="206014"/>
                  <a:pt x="96001" y="237058"/>
                  <a:pt x="115123" y="264822"/>
                </a:cubicBezTo>
                <a:cubicBezTo>
                  <a:pt x="133982" y="292322"/>
                  <a:pt x="158477" y="311056"/>
                  <a:pt x="188595" y="321000"/>
                </a:cubicBez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0" name="圖說"/>
          <p:cNvSpPr/>
          <p:nvPr/>
        </p:nvSpPr>
        <p:spPr>
          <a:xfrm>
            <a:off x="8983751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認證</a:t>
            </a:r>
            <a:endParaRPr lang="en-US" sz="950" dirty="0"/>
          </a:p>
        </p:txBody>
      </p:sp>
      <p:sp>
        <p:nvSpPr>
          <p:cNvPr id="191" name="圖示 金鑰"/>
          <p:cNvSpPr/>
          <p:nvPr/>
        </p:nvSpPr>
        <p:spPr>
          <a:xfrm>
            <a:off x="9858118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91154" y="207455"/>
                </a:moveTo>
                <a:cubicBezTo>
                  <a:pt x="85919" y="202220"/>
                  <a:pt x="83302" y="195933"/>
                  <a:pt x="83302" y="188595"/>
                </a:cubicBezTo>
                <a:cubicBezTo>
                  <a:pt x="83302" y="181257"/>
                  <a:pt x="85919" y="174970"/>
                  <a:pt x="91154" y="169736"/>
                </a:cubicBezTo>
                <a:cubicBezTo>
                  <a:pt x="96389" y="164501"/>
                  <a:pt x="102676" y="161883"/>
                  <a:pt x="110014" y="161883"/>
                </a:cubicBezTo>
                <a:cubicBezTo>
                  <a:pt x="117352" y="161883"/>
                  <a:pt x="123638" y="164501"/>
                  <a:pt x="128873" y="169736"/>
                </a:cubicBezTo>
                <a:cubicBezTo>
                  <a:pt x="134108" y="174970"/>
                  <a:pt x="136737" y="181257"/>
                  <a:pt x="136737" y="188595"/>
                </a:cubicBezTo>
                <a:cubicBezTo>
                  <a:pt x="136737" y="195933"/>
                  <a:pt x="134108" y="202220"/>
                  <a:pt x="128873" y="207455"/>
                </a:cubicBezTo>
                <a:cubicBezTo>
                  <a:pt x="123638" y="212689"/>
                  <a:pt x="117352" y="215318"/>
                  <a:pt x="110014" y="215318"/>
                </a:cubicBezTo>
                <a:cubicBezTo>
                  <a:pt x="102676" y="215318"/>
                  <a:pt x="96389" y="212689"/>
                  <a:pt x="91154" y="207455"/>
                </a:cubicBezTo>
                <a:close/>
                <a:moveTo>
                  <a:pt x="110014" y="282893"/>
                </a:moveTo>
                <a:cubicBezTo>
                  <a:pt x="83816" y="282893"/>
                  <a:pt x="61551" y="273726"/>
                  <a:pt x="43217" y="255392"/>
                </a:cubicBezTo>
                <a:cubicBezTo>
                  <a:pt x="24883" y="237058"/>
                  <a:pt x="15716" y="214793"/>
                  <a:pt x="15716" y="188595"/>
                </a:cubicBezTo>
                <a:cubicBezTo>
                  <a:pt x="15716" y="162397"/>
                  <a:pt x="24883" y="140132"/>
                  <a:pt x="43217" y="121798"/>
                </a:cubicBezTo>
                <a:cubicBezTo>
                  <a:pt x="61551" y="103464"/>
                  <a:pt x="83816" y="94298"/>
                  <a:pt x="110014" y="94298"/>
                </a:cubicBezTo>
                <a:cubicBezTo>
                  <a:pt x="128873" y="94298"/>
                  <a:pt x="145378" y="98755"/>
                  <a:pt x="159517" y="107659"/>
                </a:cubicBezTo>
                <a:cubicBezTo>
                  <a:pt x="173667" y="116563"/>
                  <a:pt x="184800" y="130051"/>
                  <a:pt x="192916" y="148121"/>
                </a:cubicBezTo>
                <a:lnTo>
                  <a:pt x="328075" y="148121"/>
                </a:lnTo>
                <a:cubicBezTo>
                  <a:pt x="329653" y="148121"/>
                  <a:pt x="331093" y="148384"/>
                  <a:pt x="332396" y="148910"/>
                </a:cubicBezTo>
                <a:cubicBezTo>
                  <a:pt x="333710" y="149436"/>
                  <a:pt x="335013" y="150350"/>
                  <a:pt x="336328" y="151665"/>
                </a:cubicBezTo>
                <a:lnTo>
                  <a:pt x="368549" y="183886"/>
                </a:lnTo>
                <a:cubicBezTo>
                  <a:pt x="369852" y="185189"/>
                  <a:pt x="370778" y="186629"/>
                  <a:pt x="371292" y="188206"/>
                </a:cubicBezTo>
                <a:cubicBezTo>
                  <a:pt x="371818" y="189509"/>
                  <a:pt x="372081" y="190950"/>
                  <a:pt x="372081" y="192527"/>
                </a:cubicBezTo>
                <a:cubicBezTo>
                  <a:pt x="372081" y="194093"/>
                  <a:pt x="371818" y="195533"/>
                  <a:pt x="371292" y="196847"/>
                </a:cubicBezTo>
                <a:cubicBezTo>
                  <a:pt x="370515" y="198150"/>
                  <a:pt x="369463" y="199465"/>
                  <a:pt x="368149" y="200779"/>
                </a:cubicBezTo>
                <a:lnTo>
                  <a:pt x="319046" y="245962"/>
                </a:lnTo>
                <a:cubicBezTo>
                  <a:pt x="317994" y="247002"/>
                  <a:pt x="316817" y="247791"/>
                  <a:pt x="315502" y="248317"/>
                </a:cubicBezTo>
                <a:cubicBezTo>
                  <a:pt x="314199" y="248843"/>
                  <a:pt x="312885" y="249105"/>
                  <a:pt x="311570" y="249105"/>
                </a:cubicBezTo>
                <a:cubicBezTo>
                  <a:pt x="310267" y="249105"/>
                  <a:pt x="309090" y="248968"/>
                  <a:pt x="308039" y="248705"/>
                </a:cubicBezTo>
                <a:cubicBezTo>
                  <a:pt x="306724" y="248442"/>
                  <a:pt x="305421" y="247928"/>
                  <a:pt x="304107" y="247139"/>
                </a:cubicBezTo>
                <a:lnTo>
                  <a:pt x="276995" y="227491"/>
                </a:lnTo>
                <a:lnTo>
                  <a:pt x="249494" y="247528"/>
                </a:lnTo>
                <a:cubicBezTo>
                  <a:pt x="248442" y="248317"/>
                  <a:pt x="247402" y="248843"/>
                  <a:pt x="246351" y="249105"/>
                </a:cubicBezTo>
                <a:cubicBezTo>
                  <a:pt x="245048" y="249368"/>
                  <a:pt x="243733" y="249494"/>
                  <a:pt x="242419" y="249494"/>
                </a:cubicBezTo>
                <a:cubicBezTo>
                  <a:pt x="241116" y="249494"/>
                  <a:pt x="239939" y="249368"/>
                  <a:pt x="238887" y="249105"/>
                </a:cubicBezTo>
                <a:cubicBezTo>
                  <a:pt x="237573" y="248580"/>
                  <a:pt x="236395" y="247928"/>
                  <a:pt x="235355" y="247139"/>
                </a:cubicBezTo>
                <a:lnTo>
                  <a:pt x="212952" y="229069"/>
                </a:lnTo>
                <a:lnTo>
                  <a:pt x="192916" y="229069"/>
                </a:lnTo>
                <a:cubicBezTo>
                  <a:pt x="186366" y="244785"/>
                  <a:pt x="176148" y="257747"/>
                  <a:pt x="162272" y="267965"/>
                </a:cubicBezTo>
                <a:cubicBezTo>
                  <a:pt x="148121" y="277920"/>
                  <a:pt x="130702" y="282893"/>
                  <a:pt x="110014" y="282893"/>
                </a:cubicBezTo>
                <a:close/>
                <a:moveTo>
                  <a:pt x="110014" y="259324"/>
                </a:moveTo>
                <a:cubicBezTo>
                  <a:pt x="125204" y="259324"/>
                  <a:pt x="139217" y="254340"/>
                  <a:pt x="152053" y="244385"/>
                </a:cubicBezTo>
                <a:cubicBezTo>
                  <a:pt x="164889" y="234178"/>
                  <a:pt x="173142" y="221205"/>
                  <a:pt x="176811" y="205489"/>
                </a:cubicBezTo>
                <a:lnTo>
                  <a:pt x="221605" y="205489"/>
                </a:lnTo>
                <a:lnTo>
                  <a:pt x="242819" y="223171"/>
                </a:lnTo>
                <a:cubicBezTo>
                  <a:pt x="242556" y="223171"/>
                  <a:pt x="242556" y="223171"/>
                  <a:pt x="242819" y="223171"/>
                </a:cubicBezTo>
                <a:lnTo>
                  <a:pt x="243208" y="223171"/>
                </a:lnTo>
                <a:lnTo>
                  <a:pt x="242819" y="223171"/>
                </a:lnTo>
                <a:lnTo>
                  <a:pt x="277395" y="198413"/>
                </a:lnTo>
                <a:lnTo>
                  <a:pt x="309616" y="222782"/>
                </a:lnTo>
                <a:lnTo>
                  <a:pt x="343003" y="191738"/>
                </a:lnTo>
                <a:lnTo>
                  <a:pt x="343403" y="192127"/>
                </a:lnTo>
                <a:lnTo>
                  <a:pt x="343003" y="191738"/>
                </a:lnTo>
                <a:lnTo>
                  <a:pt x="343403" y="191738"/>
                </a:lnTo>
                <a:lnTo>
                  <a:pt x="343003" y="191738"/>
                </a:lnTo>
                <a:lnTo>
                  <a:pt x="322966" y="171701"/>
                </a:lnTo>
                <a:lnTo>
                  <a:pt x="176811" y="171701"/>
                </a:lnTo>
                <a:cubicBezTo>
                  <a:pt x="173667" y="157037"/>
                  <a:pt x="165804" y="144464"/>
                  <a:pt x="153231" y="133982"/>
                </a:cubicBezTo>
                <a:cubicBezTo>
                  <a:pt x="140658" y="123238"/>
                  <a:pt x="126256" y="117878"/>
                  <a:pt x="110014" y="117878"/>
                </a:cubicBezTo>
                <a:cubicBezTo>
                  <a:pt x="90366" y="117878"/>
                  <a:pt x="73735" y="124816"/>
                  <a:pt x="60110" y="138692"/>
                </a:cubicBezTo>
                <a:cubicBezTo>
                  <a:pt x="46234" y="152316"/>
                  <a:pt x="39296" y="168947"/>
                  <a:pt x="39296" y="188595"/>
                </a:cubicBezTo>
                <a:cubicBezTo>
                  <a:pt x="39296" y="208243"/>
                  <a:pt x="46234" y="225000"/>
                  <a:pt x="60110" y="238887"/>
                </a:cubicBezTo>
                <a:cubicBezTo>
                  <a:pt x="73735" y="252512"/>
                  <a:pt x="90366" y="259324"/>
                  <a:pt x="110014" y="259324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2" name="圖說"/>
          <p:cNvSpPr/>
          <p:nvPr/>
        </p:nvSpPr>
        <p:spPr>
          <a:xfrm>
            <a:off x="9677152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金鑰</a:t>
            </a:r>
            <a:endParaRPr lang="en-US" sz="950" dirty="0"/>
          </a:p>
        </p:txBody>
      </p:sp>
      <p:sp>
        <p:nvSpPr>
          <p:cNvPr id="193" name="圖示 交換"/>
          <p:cNvSpPr/>
          <p:nvPr/>
        </p:nvSpPr>
        <p:spPr>
          <a:xfrm>
            <a:off x="10551519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76227" y="250283"/>
                </a:moveTo>
                <a:lnTo>
                  <a:pt x="115512" y="289568"/>
                </a:lnTo>
                <a:cubicBezTo>
                  <a:pt x="117878" y="291934"/>
                  <a:pt x="119055" y="294677"/>
                  <a:pt x="119055" y="297820"/>
                </a:cubicBezTo>
                <a:cubicBezTo>
                  <a:pt x="119055" y="300963"/>
                  <a:pt x="117878" y="303718"/>
                  <a:pt x="115512" y="306073"/>
                </a:cubicBezTo>
                <a:cubicBezTo>
                  <a:pt x="113157" y="308427"/>
                  <a:pt x="110402" y="309616"/>
                  <a:pt x="107259" y="309616"/>
                </a:cubicBezTo>
                <a:cubicBezTo>
                  <a:pt x="104116" y="309616"/>
                  <a:pt x="101373" y="308427"/>
                  <a:pt x="99018" y="306073"/>
                </a:cubicBezTo>
                <a:lnTo>
                  <a:pt x="39685" y="246751"/>
                </a:lnTo>
                <a:cubicBezTo>
                  <a:pt x="38371" y="245436"/>
                  <a:pt x="37456" y="244122"/>
                  <a:pt x="36930" y="242819"/>
                </a:cubicBezTo>
                <a:cubicBezTo>
                  <a:pt x="36405" y="241504"/>
                  <a:pt x="36153" y="240064"/>
                  <a:pt x="36153" y="238498"/>
                </a:cubicBezTo>
                <a:cubicBezTo>
                  <a:pt x="36153" y="236921"/>
                  <a:pt x="36405" y="235481"/>
                  <a:pt x="36930" y="234178"/>
                </a:cubicBezTo>
                <a:cubicBezTo>
                  <a:pt x="37456" y="232863"/>
                  <a:pt x="38371" y="231549"/>
                  <a:pt x="39685" y="230246"/>
                </a:cubicBezTo>
                <a:lnTo>
                  <a:pt x="99018" y="170913"/>
                </a:lnTo>
                <a:cubicBezTo>
                  <a:pt x="101373" y="168558"/>
                  <a:pt x="104116" y="167381"/>
                  <a:pt x="107259" y="167381"/>
                </a:cubicBezTo>
                <a:cubicBezTo>
                  <a:pt x="110402" y="167381"/>
                  <a:pt x="113157" y="168558"/>
                  <a:pt x="115512" y="170913"/>
                </a:cubicBezTo>
                <a:cubicBezTo>
                  <a:pt x="117878" y="173267"/>
                  <a:pt x="119055" y="176022"/>
                  <a:pt x="119055" y="179165"/>
                </a:cubicBezTo>
                <a:cubicBezTo>
                  <a:pt x="119055" y="182309"/>
                  <a:pt x="117878" y="185063"/>
                  <a:pt x="115512" y="187418"/>
                </a:cubicBezTo>
                <a:lnTo>
                  <a:pt x="76227" y="226703"/>
                </a:lnTo>
                <a:lnTo>
                  <a:pt x="188595" y="226703"/>
                </a:lnTo>
                <a:cubicBezTo>
                  <a:pt x="192001" y="226703"/>
                  <a:pt x="194882" y="227891"/>
                  <a:pt x="197236" y="230246"/>
                </a:cubicBezTo>
                <a:cubicBezTo>
                  <a:pt x="199339" y="232338"/>
                  <a:pt x="200379" y="235092"/>
                  <a:pt x="200379" y="238498"/>
                </a:cubicBezTo>
                <a:cubicBezTo>
                  <a:pt x="200379" y="241905"/>
                  <a:pt x="199339" y="244785"/>
                  <a:pt x="197236" y="247139"/>
                </a:cubicBezTo>
                <a:cubicBezTo>
                  <a:pt x="194882" y="249231"/>
                  <a:pt x="192001" y="250283"/>
                  <a:pt x="188595" y="250283"/>
                </a:cubicBezTo>
                <a:lnTo>
                  <a:pt x="76227" y="250283"/>
                </a:lnTo>
                <a:close/>
                <a:moveTo>
                  <a:pt x="300963" y="150487"/>
                </a:moveTo>
                <a:lnTo>
                  <a:pt x="188595" y="150487"/>
                </a:lnTo>
                <a:cubicBezTo>
                  <a:pt x="185189" y="150487"/>
                  <a:pt x="182434" y="149436"/>
                  <a:pt x="180343" y="147344"/>
                </a:cubicBezTo>
                <a:cubicBezTo>
                  <a:pt x="177988" y="144978"/>
                  <a:pt x="176811" y="142098"/>
                  <a:pt x="176811" y="138692"/>
                </a:cubicBezTo>
                <a:cubicBezTo>
                  <a:pt x="176811" y="135285"/>
                  <a:pt x="177988" y="132542"/>
                  <a:pt x="180343" y="130451"/>
                </a:cubicBezTo>
                <a:cubicBezTo>
                  <a:pt x="182434" y="128085"/>
                  <a:pt x="185189" y="126907"/>
                  <a:pt x="188595" y="126907"/>
                </a:cubicBezTo>
                <a:lnTo>
                  <a:pt x="300963" y="126907"/>
                </a:lnTo>
                <a:lnTo>
                  <a:pt x="261678" y="87622"/>
                </a:lnTo>
                <a:cubicBezTo>
                  <a:pt x="259324" y="85256"/>
                  <a:pt x="258135" y="82513"/>
                  <a:pt x="258135" y="79370"/>
                </a:cubicBezTo>
                <a:cubicBezTo>
                  <a:pt x="258135" y="76227"/>
                  <a:pt x="259324" y="73472"/>
                  <a:pt x="261678" y="71117"/>
                </a:cubicBezTo>
                <a:cubicBezTo>
                  <a:pt x="264033" y="68763"/>
                  <a:pt x="266788" y="67586"/>
                  <a:pt x="269931" y="67586"/>
                </a:cubicBezTo>
                <a:cubicBezTo>
                  <a:pt x="273074" y="67586"/>
                  <a:pt x="275817" y="68763"/>
                  <a:pt x="278183" y="71117"/>
                </a:cubicBezTo>
                <a:lnTo>
                  <a:pt x="337505" y="130451"/>
                </a:lnTo>
                <a:cubicBezTo>
                  <a:pt x="338819" y="131754"/>
                  <a:pt x="339734" y="133068"/>
                  <a:pt x="340260" y="134371"/>
                </a:cubicBezTo>
                <a:cubicBezTo>
                  <a:pt x="340785" y="135686"/>
                  <a:pt x="341048" y="137126"/>
                  <a:pt x="341048" y="138692"/>
                </a:cubicBezTo>
                <a:cubicBezTo>
                  <a:pt x="341048" y="140269"/>
                  <a:pt x="340785" y="141709"/>
                  <a:pt x="340260" y="143024"/>
                </a:cubicBezTo>
                <a:cubicBezTo>
                  <a:pt x="339734" y="144327"/>
                  <a:pt x="338819" y="145641"/>
                  <a:pt x="337505" y="146944"/>
                </a:cubicBezTo>
                <a:lnTo>
                  <a:pt x="278183" y="206277"/>
                </a:lnTo>
                <a:cubicBezTo>
                  <a:pt x="275817" y="208632"/>
                  <a:pt x="273074" y="209809"/>
                  <a:pt x="269931" y="209809"/>
                </a:cubicBezTo>
                <a:cubicBezTo>
                  <a:pt x="266788" y="209809"/>
                  <a:pt x="264033" y="208632"/>
                  <a:pt x="261678" y="206277"/>
                </a:cubicBezTo>
                <a:cubicBezTo>
                  <a:pt x="259324" y="203923"/>
                  <a:pt x="258135" y="201168"/>
                  <a:pt x="258135" y="198025"/>
                </a:cubicBezTo>
                <a:cubicBezTo>
                  <a:pt x="258135" y="194882"/>
                  <a:pt x="259324" y="192127"/>
                  <a:pt x="261678" y="189772"/>
                </a:cubicBezTo>
                <a:lnTo>
                  <a:pt x="300963" y="150487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4" name="圖說"/>
          <p:cNvSpPr/>
          <p:nvPr/>
        </p:nvSpPr>
        <p:spPr>
          <a:xfrm>
            <a:off x="10370553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交換</a:t>
            </a:r>
            <a:endParaRPr lang="en-US" sz="950" dirty="0"/>
          </a:p>
        </p:txBody>
      </p:sp>
      <p:sp>
        <p:nvSpPr>
          <p:cNvPr id="195" name="圖示 分流"/>
          <p:cNvSpPr/>
          <p:nvPr/>
        </p:nvSpPr>
        <p:spPr>
          <a:xfrm>
            <a:off x="11244920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76811" y="333973"/>
                </a:moveTo>
                <a:lnTo>
                  <a:pt x="176811" y="267176"/>
                </a:lnTo>
                <a:cubicBezTo>
                  <a:pt x="176811" y="254603"/>
                  <a:pt x="174708" y="244259"/>
                  <a:pt x="170524" y="236132"/>
                </a:cubicBezTo>
                <a:cubicBezTo>
                  <a:pt x="166329" y="228017"/>
                  <a:pt x="159917" y="219639"/>
                  <a:pt x="151265" y="210986"/>
                </a:cubicBezTo>
                <a:lnTo>
                  <a:pt x="168170" y="194093"/>
                </a:lnTo>
                <a:cubicBezTo>
                  <a:pt x="171564" y="196973"/>
                  <a:pt x="175233" y="200905"/>
                  <a:pt x="179165" y="205889"/>
                </a:cubicBezTo>
                <a:cubicBezTo>
                  <a:pt x="182834" y="210861"/>
                  <a:pt x="185978" y="215444"/>
                  <a:pt x="188595" y="219639"/>
                </a:cubicBezTo>
                <a:cubicBezTo>
                  <a:pt x="193053" y="212827"/>
                  <a:pt x="197499" y="206929"/>
                  <a:pt x="201957" y="201957"/>
                </a:cubicBezTo>
                <a:cubicBezTo>
                  <a:pt x="206140" y="196973"/>
                  <a:pt x="210209" y="192790"/>
                  <a:pt x="214130" y="189384"/>
                </a:cubicBezTo>
                <a:cubicBezTo>
                  <a:pt x="229332" y="177074"/>
                  <a:pt x="240327" y="162272"/>
                  <a:pt x="247139" y="144978"/>
                </a:cubicBezTo>
                <a:cubicBezTo>
                  <a:pt x="253689" y="127433"/>
                  <a:pt x="256181" y="104516"/>
                  <a:pt x="254603" y="76227"/>
                </a:cubicBezTo>
                <a:lnTo>
                  <a:pt x="227491" y="103339"/>
                </a:lnTo>
                <a:cubicBezTo>
                  <a:pt x="225137" y="105693"/>
                  <a:pt x="222382" y="106871"/>
                  <a:pt x="219239" y="106871"/>
                </a:cubicBezTo>
                <a:cubicBezTo>
                  <a:pt x="216096" y="106871"/>
                  <a:pt x="213352" y="105693"/>
                  <a:pt x="210986" y="103339"/>
                </a:cubicBezTo>
                <a:cubicBezTo>
                  <a:pt x="208632" y="100973"/>
                  <a:pt x="207455" y="98229"/>
                  <a:pt x="207455" y="95086"/>
                </a:cubicBezTo>
                <a:cubicBezTo>
                  <a:pt x="207455" y="91943"/>
                  <a:pt x="208632" y="89188"/>
                  <a:pt x="210986" y="86834"/>
                </a:cubicBezTo>
                <a:lnTo>
                  <a:pt x="258135" y="39685"/>
                </a:lnTo>
                <a:cubicBezTo>
                  <a:pt x="259450" y="38371"/>
                  <a:pt x="260764" y="37456"/>
                  <a:pt x="262067" y="36930"/>
                </a:cubicBezTo>
                <a:cubicBezTo>
                  <a:pt x="263381" y="36405"/>
                  <a:pt x="264822" y="36153"/>
                  <a:pt x="266388" y="36153"/>
                </a:cubicBezTo>
                <a:cubicBezTo>
                  <a:pt x="267965" y="36153"/>
                  <a:pt x="269405" y="36405"/>
                  <a:pt x="270708" y="36930"/>
                </a:cubicBezTo>
                <a:cubicBezTo>
                  <a:pt x="272023" y="37456"/>
                  <a:pt x="273337" y="38371"/>
                  <a:pt x="274640" y="39685"/>
                </a:cubicBezTo>
                <a:lnTo>
                  <a:pt x="321789" y="86834"/>
                </a:lnTo>
                <a:cubicBezTo>
                  <a:pt x="324143" y="89188"/>
                  <a:pt x="325332" y="91943"/>
                  <a:pt x="325332" y="95086"/>
                </a:cubicBezTo>
                <a:cubicBezTo>
                  <a:pt x="325332" y="98229"/>
                  <a:pt x="324143" y="100973"/>
                  <a:pt x="321789" y="103339"/>
                </a:cubicBezTo>
                <a:cubicBezTo>
                  <a:pt x="319434" y="105693"/>
                  <a:pt x="316680" y="106871"/>
                  <a:pt x="313536" y="106871"/>
                </a:cubicBezTo>
                <a:cubicBezTo>
                  <a:pt x="310393" y="106871"/>
                  <a:pt x="307650" y="105693"/>
                  <a:pt x="305284" y="103339"/>
                </a:cubicBezTo>
                <a:lnTo>
                  <a:pt x="278183" y="76227"/>
                </a:lnTo>
                <a:cubicBezTo>
                  <a:pt x="279486" y="109225"/>
                  <a:pt x="276343" y="135285"/>
                  <a:pt x="268754" y="154408"/>
                </a:cubicBezTo>
                <a:cubicBezTo>
                  <a:pt x="260890" y="173267"/>
                  <a:pt x="247928" y="190950"/>
                  <a:pt x="229846" y="207455"/>
                </a:cubicBezTo>
                <a:cubicBezTo>
                  <a:pt x="218324" y="217936"/>
                  <a:pt x="210598" y="227491"/>
                  <a:pt x="206666" y="236132"/>
                </a:cubicBezTo>
                <a:cubicBezTo>
                  <a:pt x="202482" y="244785"/>
                  <a:pt x="200379" y="255129"/>
                  <a:pt x="200379" y="267176"/>
                </a:cubicBezTo>
                <a:lnTo>
                  <a:pt x="200379" y="333973"/>
                </a:lnTo>
                <a:cubicBezTo>
                  <a:pt x="200379" y="337379"/>
                  <a:pt x="199339" y="340260"/>
                  <a:pt x="197236" y="342614"/>
                </a:cubicBezTo>
                <a:cubicBezTo>
                  <a:pt x="194882" y="344706"/>
                  <a:pt x="192001" y="345758"/>
                  <a:pt x="188595" y="345758"/>
                </a:cubicBezTo>
                <a:cubicBezTo>
                  <a:pt x="185189" y="345758"/>
                  <a:pt x="182434" y="344706"/>
                  <a:pt x="180343" y="342614"/>
                </a:cubicBezTo>
                <a:cubicBezTo>
                  <a:pt x="177988" y="340260"/>
                  <a:pt x="176811" y="337379"/>
                  <a:pt x="176811" y="333973"/>
                </a:cubicBezTo>
                <a:close/>
                <a:moveTo>
                  <a:pt x="101373" y="127307"/>
                </a:moveTo>
                <a:cubicBezTo>
                  <a:pt x="100321" y="122587"/>
                  <a:pt x="99532" y="115774"/>
                  <a:pt x="99018" y="106871"/>
                </a:cubicBezTo>
                <a:cubicBezTo>
                  <a:pt x="98229" y="97704"/>
                  <a:pt x="98092" y="87622"/>
                  <a:pt x="98618" y="76615"/>
                </a:cubicBezTo>
                <a:lnTo>
                  <a:pt x="71906" y="103339"/>
                </a:lnTo>
                <a:cubicBezTo>
                  <a:pt x="69540" y="105693"/>
                  <a:pt x="66797" y="106871"/>
                  <a:pt x="63654" y="106871"/>
                </a:cubicBezTo>
                <a:cubicBezTo>
                  <a:pt x="60510" y="106871"/>
                  <a:pt x="57756" y="105693"/>
                  <a:pt x="55401" y="103339"/>
                </a:cubicBezTo>
                <a:cubicBezTo>
                  <a:pt x="53047" y="100973"/>
                  <a:pt x="51869" y="98229"/>
                  <a:pt x="51869" y="95086"/>
                </a:cubicBezTo>
                <a:cubicBezTo>
                  <a:pt x="51869" y="91943"/>
                  <a:pt x="53047" y="89188"/>
                  <a:pt x="55401" y="86834"/>
                </a:cubicBezTo>
                <a:lnTo>
                  <a:pt x="102550" y="39685"/>
                </a:lnTo>
                <a:cubicBezTo>
                  <a:pt x="103853" y="38371"/>
                  <a:pt x="105167" y="37456"/>
                  <a:pt x="106482" y="36930"/>
                </a:cubicBezTo>
                <a:cubicBezTo>
                  <a:pt x="107785" y="36405"/>
                  <a:pt x="109225" y="36153"/>
                  <a:pt x="110802" y="36153"/>
                </a:cubicBezTo>
                <a:cubicBezTo>
                  <a:pt x="112368" y="36153"/>
                  <a:pt x="113809" y="36405"/>
                  <a:pt x="115123" y="36930"/>
                </a:cubicBezTo>
                <a:cubicBezTo>
                  <a:pt x="116426" y="37456"/>
                  <a:pt x="117740" y="38371"/>
                  <a:pt x="119055" y="39685"/>
                </a:cubicBezTo>
                <a:lnTo>
                  <a:pt x="166204" y="86834"/>
                </a:lnTo>
                <a:cubicBezTo>
                  <a:pt x="168558" y="89188"/>
                  <a:pt x="169736" y="91943"/>
                  <a:pt x="169736" y="95086"/>
                </a:cubicBezTo>
                <a:cubicBezTo>
                  <a:pt x="169736" y="98229"/>
                  <a:pt x="168558" y="100973"/>
                  <a:pt x="166204" y="103339"/>
                </a:cubicBezTo>
                <a:cubicBezTo>
                  <a:pt x="163838" y="105693"/>
                  <a:pt x="161094" y="106871"/>
                  <a:pt x="157951" y="106871"/>
                </a:cubicBezTo>
                <a:cubicBezTo>
                  <a:pt x="154808" y="106871"/>
                  <a:pt x="152053" y="105693"/>
                  <a:pt x="149699" y="103339"/>
                </a:cubicBezTo>
                <a:lnTo>
                  <a:pt x="122587" y="76227"/>
                </a:lnTo>
                <a:cubicBezTo>
                  <a:pt x="122061" y="86182"/>
                  <a:pt x="121935" y="94949"/>
                  <a:pt x="122198" y="102550"/>
                </a:cubicBezTo>
                <a:cubicBezTo>
                  <a:pt x="122461" y="109888"/>
                  <a:pt x="123113" y="116300"/>
                  <a:pt x="124164" y="121798"/>
                </a:cubicBezTo>
                <a:lnTo>
                  <a:pt x="101373" y="127307"/>
                </a:lnTo>
                <a:close/>
                <a:moveTo>
                  <a:pt x="134371" y="194493"/>
                </a:moveTo>
                <a:cubicBezTo>
                  <a:pt x="129925" y="189772"/>
                  <a:pt x="125078" y="183623"/>
                  <a:pt x="119832" y="176022"/>
                </a:cubicBezTo>
                <a:cubicBezTo>
                  <a:pt x="114334" y="168170"/>
                  <a:pt x="110139" y="159654"/>
                  <a:pt x="107259" y="150487"/>
                </a:cubicBezTo>
                <a:lnTo>
                  <a:pt x="130451" y="144590"/>
                </a:lnTo>
                <a:cubicBezTo>
                  <a:pt x="132805" y="151139"/>
                  <a:pt x="135948" y="157425"/>
                  <a:pt x="139880" y="163449"/>
                </a:cubicBezTo>
                <a:cubicBezTo>
                  <a:pt x="143801" y="169473"/>
                  <a:pt x="147470" y="174319"/>
                  <a:pt x="150876" y="177988"/>
                </a:cubicBezTo>
                <a:lnTo>
                  <a:pt x="134371" y="194493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6" name="圖說"/>
          <p:cNvSpPr/>
          <p:nvPr/>
        </p:nvSpPr>
        <p:spPr>
          <a:xfrm>
            <a:off x="11063954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分流</a:t>
            </a:r>
            <a:endParaRPr lang="en-US" sz="950" dirty="0"/>
          </a:p>
        </p:txBody>
      </p:sp>
      <p:sp>
        <p:nvSpPr>
          <p:cNvPr id="197" name="圖示 分歧"/>
          <p:cNvSpPr/>
          <p:nvPr/>
        </p:nvSpPr>
        <p:spPr>
          <a:xfrm>
            <a:off x="11938321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86445" y="102939"/>
                </a:moveTo>
                <a:lnTo>
                  <a:pt x="86445" y="139480"/>
                </a:lnTo>
                <a:cubicBezTo>
                  <a:pt x="86445" y="142886"/>
                  <a:pt x="85256" y="145641"/>
                  <a:pt x="82902" y="147733"/>
                </a:cubicBezTo>
                <a:cubicBezTo>
                  <a:pt x="80810" y="150087"/>
                  <a:pt x="78055" y="151265"/>
                  <a:pt x="74649" y="151265"/>
                </a:cubicBezTo>
                <a:cubicBezTo>
                  <a:pt x="71243" y="151265"/>
                  <a:pt x="68500" y="150087"/>
                  <a:pt x="66397" y="147733"/>
                </a:cubicBezTo>
                <a:cubicBezTo>
                  <a:pt x="64042" y="145641"/>
                  <a:pt x="62865" y="142886"/>
                  <a:pt x="62865" y="139480"/>
                </a:cubicBezTo>
                <a:lnTo>
                  <a:pt x="62865" y="74649"/>
                </a:lnTo>
                <a:cubicBezTo>
                  <a:pt x="62865" y="71243"/>
                  <a:pt x="64042" y="68500"/>
                  <a:pt x="66397" y="66397"/>
                </a:cubicBezTo>
                <a:cubicBezTo>
                  <a:pt x="68500" y="64042"/>
                  <a:pt x="71243" y="62865"/>
                  <a:pt x="74649" y="62865"/>
                </a:cubicBezTo>
                <a:lnTo>
                  <a:pt x="139480" y="62865"/>
                </a:lnTo>
                <a:cubicBezTo>
                  <a:pt x="142886" y="62865"/>
                  <a:pt x="145641" y="64042"/>
                  <a:pt x="147733" y="66397"/>
                </a:cubicBezTo>
                <a:cubicBezTo>
                  <a:pt x="150087" y="68500"/>
                  <a:pt x="151265" y="71243"/>
                  <a:pt x="151265" y="74649"/>
                </a:cubicBezTo>
                <a:cubicBezTo>
                  <a:pt x="151265" y="78055"/>
                  <a:pt x="150087" y="80936"/>
                  <a:pt x="147733" y="83302"/>
                </a:cubicBezTo>
                <a:cubicBezTo>
                  <a:pt x="145641" y="85394"/>
                  <a:pt x="142886" y="86445"/>
                  <a:pt x="139480" y="86445"/>
                </a:cubicBezTo>
                <a:lnTo>
                  <a:pt x="103339" y="86445"/>
                </a:lnTo>
                <a:lnTo>
                  <a:pt x="194093" y="177199"/>
                </a:lnTo>
                <a:cubicBezTo>
                  <a:pt x="196196" y="179291"/>
                  <a:pt x="197899" y="181783"/>
                  <a:pt x="199202" y="184663"/>
                </a:cubicBezTo>
                <a:cubicBezTo>
                  <a:pt x="200516" y="187806"/>
                  <a:pt x="201168" y="190950"/>
                  <a:pt x="201168" y="194093"/>
                </a:cubicBezTo>
                <a:lnTo>
                  <a:pt x="201168" y="302541"/>
                </a:lnTo>
                <a:cubicBezTo>
                  <a:pt x="201168" y="305947"/>
                  <a:pt x="199991" y="308690"/>
                  <a:pt x="197636" y="310793"/>
                </a:cubicBezTo>
                <a:cubicBezTo>
                  <a:pt x="195533" y="313148"/>
                  <a:pt x="192790" y="314325"/>
                  <a:pt x="189384" y="314325"/>
                </a:cubicBezTo>
                <a:cubicBezTo>
                  <a:pt x="185978" y="314325"/>
                  <a:pt x="183223" y="313148"/>
                  <a:pt x="181131" y="310793"/>
                </a:cubicBezTo>
                <a:cubicBezTo>
                  <a:pt x="178777" y="308690"/>
                  <a:pt x="177599" y="305947"/>
                  <a:pt x="177599" y="302541"/>
                </a:cubicBezTo>
                <a:lnTo>
                  <a:pt x="177599" y="194093"/>
                </a:lnTo>
                <a:lnTo>
                  <a:pt x="86445" y="102939"/>
                </a:lnTo>
                <a:close/>
                <a:moveTo>
                  <a:pt x="290756" y="102939"/>
                </a:moveTo>
                <a:lnTo>
                  <a:pt x="230246" y="163060"/>
                </a:lnTo>
                <a:cubicBezTo>
                  <a:pt x="227891" y="165415"/>
                  <a:pt x="225137" y="166592"/>
                  <a:pt x="221993" y="166592"/>
                </a:cubicBezTo>
                <a:cubicBezTo>
                  <a:pt x="218850" y="166592"/>
                  <a:pt x="216096" y="165415"/>
                  <a:pt x="213741" y="163060"/>
                </a:cubicBezTo>
                <a:cubicBezTo>
                  <a:pt x="211386" y="160694"/>
                  <a:pt x="210209" y="157951"/>
                  <a:pt x="210209" y="154808"/>
                </a:cubicBezTo>
                <a:cubicBezTo>
                  <a:pt x="210209" y="151665"/>
                  <a:pt x="211386" y="148910"/>
                  <a:pt x="213741" y="146555"/>
                </a:cubicBezTo>
                <a:lnTo>
                  <a:pt x="273851" y="86445"/>
                </a:lnTo>
                <a:lnTo>
                  <a:pt x="237710" y="86445"/>
                </a:lnTo>
                <a:cubicBezTo>
                  <a:pt x="234304" y="86445"/>
                  <a:pt x="231549" y="85256"/>
                  <a:pt x="229457" y="82902"/>
                </a:cubicBezTo>
                <a:cubicBezTo>
                  <a:pt x="227103" y="80810"/>
                  <a:pt x="225925" y="78055"/>
                  <a:pt x="225925" y="74649"/>
                </a:cubicBezTo>
                <a:cubicBezTo>
                  <a:pt x="225925" y="71243"/>
                  <a:pt x="227103" y="68500"/>
                  <a:pt x="229457" y="66397"/>
                </a:cubicBezTo>
                <a:cubicBezTo>
                  <a:pt x="231549" y="64042"/>
                  <a:pt x="234304" y="62865"/>
                  <a:pt x="237710" y="62865"/>
                </a:cubicBezTo>
                <a:lnTo>
                  <a:pt x="302541" y="62865"/>
                </a:lnTo>
                <a:cubicBezTo>
                  <a:pt x="305947" y="62865"/>
                  <a:pt x="308690" y="64042"/>
                  <a:pt x="310793" y="66397"/>
                </a:cubicBezTo>
                <a:cubicBezTo>
                  <a:pt x="313148" y="68500"/>
                  <a:pt x="314325" y="71243"/>
                  <a:pt x="314325" y="74649"/>
                </a:cubicBezTo>
                <a:lnTo>
                  <a:pt x="314325" y="139480"/>
                </a:lnTo>
                <a:cubicBezTo>
                  <a:pt x="314325" y="142886"/>
                  <a:pt x="313148" y="145641"/>
                  <a:pt x="310793" y="147733"/>
                </a:cubicBezTo>
                <a:cubicBezTo>
                  <a:pt x="308690" y="150087"/>
                  <a:pt x="305947" y="151265"/>
                  <a:pt x="302541" y="151265"/>
                </a:cubicBezTo>
                <a:cubicBezTo>
                  <a:pt x="299135" y="151265"/>
                  <a:pt x="296380" y="150087"/>
                  <a:pt x="294288" y="147733"/>
                </a:cubicBezTo>
                <a:cubicBezTo>
                  <a:pt x="291934" y="145641"/>
                  <a:pt x="290756" y="142886"/>
                  <a:pt x="290756" y="139480"/>
                </a:cubicBezTo>
                <a:lnTo>
                  <a:pt x="290756" y="102939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8" name="圖說"/>
          <p:cNvSpPr/>
          <p:nvPr/>
        </p:nvSpPr>
        <p:spPr>
          <a:xfrm>
            <a:off x="11757355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分歧</a:t>
            </a:r>
            <a:endParaRPr lang="en-US" sz="950" dirty="0"/>
          </a:p>
        </p:txBody>
      </p:sp>
      <p:sp>
        <p:nvSpPr>
          <p:cNvPr id="199" name="圖示 合併"/>
          <p:cNvSpPr/>
          <p:nvPr/>
        </p:nvSpPr>
        <p:spPr>
          <a:xfrm>
            <a:off x="12631722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595" y="242030"/>
                </a:moveTo>
                <a:lnTo>
                  <a:pt x="108836" y="321789"/>
                </a:lnTo>
                <a:cubicBezTo>
                  <a:pt x="106482" y="324143"/>
                  <a:pt x="103727" y="325332"/>
                  <a:pt x="100584" y="325332"/>
                </a:cubicBezTo>
                <a:cubicBezTo>
                  <a:pt x="97441" y="325332"/>
                  <a:pt x="94686" y="324143"/>
                  <a:pt x="92332" y="321789"/>
                </a:cubicBezTo>
                <a:cubicBezTo>
                  <a:pt x="89977" y="319434"/>
                  <a:pt x="88800" y="316680"/>
                  <a:pt x="88800" y="313536"/>
                </a:cubicBezTo>
                <a:cubicBezTo>
                  <a:pt x="88800" y="310393"/>
                  <a:pt x="89977" y="307650"/>
                  <a:pt x="92332" y="305284"/>
                </a:cubicBezTo>
                <a:lnTo>
                  <a:pt x="161094" y="236532"/>
                </a:lnTo>
                <a:cubicBezTo>
                  <a:pt x="167381" y="230246"/>
                  <a:pt x="171564" y="224485"/>
                  <a:pt x="173667" y="219239"/>
                </a:cubicBezTo>
                <a:cubicBezTo>
                  <a:pt x="175759" y="214004"/>
                  <a:pt x="176811" y="206277"/>
                  <a:pt x="176811" y="196059"/>
                </a:cubicBezTo>
                <a:lnTo>
                  <a:pt x="176811" y="91943"/>
                </a:lnTo>
                <a:lnTo>
                  <a:pt x="149699" y="119055"/>
                </a:lnTo>
                <a:cubicBezTo>
                  <a:pt x="147344" y="121409"/>
                  <a:pt x="144590" y="122587"/>
                  <a:pt x="141446" y="122587"/>
                </a:cubicBezTo>
                <a:cubicBezTo>
                  <a:pt x="138303" y="122587"/>
                  <a:pt x="135548" y="121409"/>
                  <a:pt x="133194" y="119055"/>
                </a:cubicBezTo>
                <a:cubicBezTo>
                  <a:pt x="130839" y="116689"/>
                  <a:pt x="129662" y="113946"/>
                  <a:pt x="129662" y="110802"/>
                </a:cubicBezTo>
                <a:cubicBezTo>
                  <a:pt x="129662" y="107659"/>
                  <a:pt x="130839" y="104905"/>
                  <a:pt x="133194" y="102550"/>
                </a:cubicBezTo>
                <a:lnTo>
                  <a:pt x="180343" y="55401"/>
                </a:lnTo>
                <a:cubicBezTo>
                  <a:pt x="182697" y="53047"/>
                  <a:pt x="185452" y="51869"/>
                  <a:pt x="188595" y="51869"/>
                </a:cubicBezTo>
                <a:cubicBezTo>
                  <a:pt x="191738" y="51869"/>
                  <a:pt x="194493" y="53047"/>
                  <a:pt x="196847" y="55401"/>
                </a:cubicBezTo>
                <a:lnTo>
                  <a:pt x="243996" y="102550"/>
                </a:lnTo>
                <a:cubicBezTo>
                  <a:pt x="246351" y="104905"/>
                  <a:pt x="247528" y="107659"/>
                  <a:pt x="247528" y="110802"/>
                </a:cubicBezTo>
                <a:cubicBezTo>
                  <a:pt x="247528" y="113946"/>
                  <a:pt x="246351" y="116689"/>
                  <a:pt x="243996" y="119055"/>
                </a:cubicBezTo>
                <a:cubicBezTo>
                  <a:pt x="241642" y="121409"/>
                  <a:pt x="238887" y="122587"/>
                  <a:pt x="235744" y="122587"/>
                </a:cubicBezTo>
                <a:cubicBezTo>
                  <a:pt x="232600" y="122587"/>
                  <a:pt x="229846" y="121409"/>
                  <a:pt x="227491" y="119055"/>
                </a:cubicBezTo>
                <a:lnTo>
                  <a:pt x="200379" y="91943"/>
                </a:lnTo>
                <a:lnTo>
                  <a:pt x="200379" y="196059"/>
                </a:lnTo>
                <a:cubicBezTo>
                  <a:pt x="200379" y="206277"/>
                  <a:pt x="201431" y="214004"/>
                  <a:pt x="203523" y="219239"/>
                </a:cubicBezTo>
                <a:cubicBezTo>
                  <a:pt x="205626" y="224485"/>
                  <a:pt x="209809" y="230246"/>
                  <a:pt x="216096" y="236532"/>
                </a:cubicBezTo>
                <a:lnTo>
                  <a:pt x="284858" y="305284"/>
                </a:lnTo>
                <a:cubicBezTo>
                  <a:pt x="287213" y="307650"/>
                  <a:pt x="288390" y="310393"/>
                  <a:pt x="288390" y="313536"/>
                </a:cubicBezTo>
                <a:cubicBezTo>
                  <a:pt x="288390" y="316680"/>
                  <a:pt x="287213" y="319434"/>
                  <a:pt x="284858" y="321789"/>
                </a:cubicBezTo>
                <a:cubicBezTo>
                  <a:pt x="282504" y="324143"/>
                  <a:pt x="279749" y="325332"/>
                  <a:pt x="276606" y="325332"/>
                </a:cubicBezTo>
                <a:cubicBezTo>
                  <a:pt x="273463" y="325332"/>
                  <a:pt x="270708" y="324143"/>
                  <a:pt x="268354" y="321789"/>
                </a:cubicBezTo>
                <a:lnTo>
                  <a:pt x="188595" y="242030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0" name="圖說"/>
          <p:cNvSpPr/>
          <p:nvPr/>
        </p:nvSpPr>
        <p:spPr>
          <a:xfrm>
            <a:off x="12450756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合併</a:t>
            </a:r>
            <a:endParaRPr lang="en-US" sz="950" dirty="0"/>
          </a:p>
        </p:txBody>
      </p:sp>
      <p:sp>
        <p:nvSpPr>
          <p:cNvPr id="201" name="圖示 路徑"/>
          <p:cNvSpPr/>
          <p:nvPr/>
        </p:nvSpPr>
        <p:spPr>
          <a:xfrm>
            <a:off x="13325123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96263" y="311970"/>
                </a:moveTo>
                <a:cubicBezTo>
                  <a:pt x="84479" y="300186"/>
                  <a:pt x="78581" y="285910"/>
                  <a:pt x="78581" y="269142"/>
                </a:cubicBezTo>
                <a:lnTo>
                  <a:pt x="78581" y="132017"/>
                </a:lnTo>
                <a:cubicBezTo>
                  <a:pt x="69414" y="128610"/>
                  <a:pt x="61951" y="123238"/>
                  <a:pt x="56190" y="115912"/>
                </a:cubicBezTo>
                <a:cubicBezTo>
                  <a:pt x="50166" y="108311"/>
                  <a:pt x="47149" y="99795"/>
                  <a:pt x="47149" y="90366"/>
                </a:cubicBezTo>
                <a:cubicBezTo>
                  <a:pt x="47149" y="78318"/>
                  <a:pt x="51469" y="68100"/>
                  <a:pt x="60110" y="59722"/>
                </a:cubicBezTo>
                <a:cubicBezTo>
                  <a:pt x="68500" y="51344"/>
                  <a:pt x="78707" y="47149"/>
                  <a:pt x="90766" y="47149"/>
                </a:cubicBezTo>
                <a:cubicBezTo>
                  <a:pt x="102550" y="47149"/>
                  <a:pt x="112631" y="51344"/>
                  <a:pt x="121021" y="59722"/>
                </a:cubicBezTo>
                <a:cubicBezTo>
                  <a:pt x="129399" y="68100"/>
                  <a:pt x="133594" y="78318"/>
                  <a:pt x="133594" y="90366"/>
                </a:cubicBezTo>
                <a:cubicBezTo>
                  <a:pt x="133594" y="99795"/>
                  <a:pt x="130702" y="108311"/>
                  <a:pt x="124941" y="115912"/>
                </a:cubicBezTo>
                <a:cubicBezTo>
                  <a:pt x="118918" y="123238"/>
                  <a:pt x="111328" y="128610"/>
                  <a:pt x="102161" y="132017"/>
                </a:cubicBezTo>
                <a:lnTo>
                  <a:pt x="102161" y="269142"/>
                </a:lnTo>
                <a:cubicBezTo>
                  <a:pt x="102161" y="279361"/>
                  <a:pt x="105819" y="288127"/>
                  <a:pt x="113157" y="295466"/>
                </a:cubicBezTo>
                <a:cubicBezTo>
                  <a:pt x="120232" y="302804"/>
                  <a:pt x="129136" y="306473"/>
                  <a:pt x="139880" y="306473"/>
                </a:cubicBezTo>
                <a:cubicBezTo>
                  <a:pt x="150350" y="306473"/>
                  <a:pt x="159128" y="302804"/>
                  <a:pt x="166204" y="295466"/>
                </a:cubicBezTo>
                <a:cubicBezTo>
                  <a:pt x="173267" y="288127"/>
                  <a:pt x="176811" y="279361"/>
                  <a:pt x="176811" y="269142"/>
                </a:cubicBezTo>
                <a:lnTo>
                  <a:pt x="176811" y="108048"/>
                </a:lnTo>
                <a:cubicBezTo>
                  <a:pt x="176811" y="91029"/>
                  <a:pt x="182697" y="76615"/>
                  <a:pt x="194493" y="64831"/>
                </a:cubicBezTo>
                <a:cubicBezTo>
                  <a:pt x="206277" y="53047"/>
                  <a:pt x="220679" y="47149"/>
                  <a:pt x="237710" y="47149"/>
                </a:cubicBezTo>
                <a:cubicBezTo>
                  <a:pt x="254729" y="47149"/>
                  <a:pt x="269142" y="53047"/>
                  <a:pt x="280927" y="64831"/>
                </a:cubicBezTo>
                <a:cubicBezTo>
                  <a:pt x="292711" y="76615"/>
                  <a:pt x="298609" y="91029"/>
                  <a:pt x="298609" y="108048"/>
                </a:cubicBezTo>
                <a:lnTo>
                  <a:pt x="298609" y="245174"/>
                </a:lnTo>
                <a:cubicBezTo>
                  <a:pt x="307776" y="248580"/>
                  <a:pt x="315377" y="253952"/>
                  <a:pt x="321400" y="261278"/>
                </a:cubicBezTo>
                <a:cubicBezTo>
                  <a:pt x="327161" y="268879"/>
                  <a:pt x="330041" y="277395"/>
                  <a:pt x="330041" y="286824"/>
                </a:cubicBezTo>
                <a:cubicBezTo>
                  <a:pt x="330041" y="298609"/>
                  <a:pt x="325846" y="308827"/>
                  <a:pt x="317468" y="317468"/>
                </a:cubicBezTo>
                <a:cubicBezTo>
                  <a:pt x="309090" y="325846"/>
                  <a:pt x="298872" y="330041"/>
                  <a:pt x="286824" y="330041"/>
                </a:cubicBezTo>
                <a:cubicBezTo>
                  <a:pt x="275040" y="330041"/>
                  <a:pt x="264947" y="325846"/>
                  <a:pt x="256569" y="317468"/>
                </a:cubicBezTo>
                <a:cubicBezTo>
                  <a:pt x="247928" y="308827"/>
                  <a:pt x="243608" y="298609"/>
                  <a:pt x="243608" y="286824"/>
                </a:cubicBezTo>
                <a:cubicBezTo>
                  <a:pt x="243608" y="277395"/>
                  <a:pt x="246614" y="268879"/>
                  <a:pt x="252637" y="261278"/>
                </a:cubicBezTo>
                <a:cubicBezTo>
                  <a:pt x="258398" y="253689"/>
                  <a:pt x="265862" y="248317"/>
                  <a:pt x="275040" y="245174"/>
                </a:cubicBezTo>
                <a:lnTo>
                  <a:pt x="275040" y="108048"/>
                </a:lnTo>
                <a:cubicBezTo>
                  <a:pt x="275040" y="97566"/>
                  <a:pt x="271497" y="88800"/>
                  <a:pt x="264422" y="81725"/>
                </a:cubicBezTo>
                <a:cubicBezTo>
                  <a:pt x="257095" y="74386"/>
                  <a:pt x="248191" y="70729"/>
                  <a:pt x="237710" y="70729"/>
                </a:cubicBezTo>
                <a:cubicBezTo>
                  <a:pt x="227228" y="70729"/>
                  <a:pt x="218462" y="74386"/>
                  <a:pt x="211386" y="81725"/>
                </a:cubicBezTo>
                <a:cubicBezTo>
                  <a:pt x="204048" y="88800"/>
                  <a:pt x="200379" y="97566"/>
                  <a:pt x="200379" y="108048"/>
                </a:cubicBezTo>
                <a:lnTo>
                  <a:pt x="200379" y="269142"/>
                </a:lnTo>
                <a:cubicBezTo>
                  <a:pt x="200379" y="285910"/>
                  <a:pt x="194493" y="300186"/>
                  <a:pt x="182697" y="311970"/>
                </a:cubicBezTo>
                <a:cubicBezTo>
                  <a:pt x="170913" y="324018"/>
                  <a:pt x="156511" y="330041"/>
                  <a:pt x="139480" y="330041"/>
                </a:cubicBezTo>
                <a:cubicBezTo>
                  <a:pt x="122461" y="330041"/>
                  <a:pt x="108048" y="324018"/>
                  <a:pt x="96263" y="311970"/>
                </a:cubicBezTo>
                <a:close/>
                <a:moveTo>
                  <a:pt x="90766" y="110014"/>
                </a:moveTo>
                <a:cubicBezTo>
                  <a:pt x="96001" y="110014"/>
                  <a:pt x="100584" y="108048"/>
                  <a:pt x="104516" y="104116"/>
                </a:cubicBezTo>
                <a:cubicBezTo>
                  <a:pt x="108185" y="100195"/>
                  <a:pt x="110014" y="95612"/>
                  <a:pt x="110014" y="90366"/>
                </a:cubicBezTo>
                <a:cubicBezTo>
                  <a:pt x="110014" y="84868"/>
                  <a:pt x="108185" y="80284"/>
                  <a:pt x="104516" y="76615"/>
                </a:cubicBezTo>
                <a:cubicBezTo>
                  <a:pt x="100584" y="72683"/>
                  <a:pt x="95875" y="70729"/>
                  <a:pt x="90366" y="70729"/>
                </a:cubicBezTo>
                <a:cubicBezTo>
                  <a:pt x="85131" y="70729"/>
                  <a:pt x="80547" y="72558"/>
                  <a:pt x="76615" y="76227"/>
                </a:cubicBezTo>
                <a:cubicBezTo>
                  <a:pt x="72683" y="80159"/>
                  <a:pt x="70729" y="84868"/>
                  <a:pt x="70729" y="90366"/>
                </a:cubicBezTo>
                <a:cubicBezTo>
                  <a:pt x="70729" y="95612"/>
                  <a:pt x="72683" y="100195"/>
                  <a:pt x="76615" y="104116"/>
                </a:cubicBezTo>
                <a:cubicBezTo>
                  <a:pt x="80547" y="108048"/>
                  <a:pt x="85256" y="110014"/>
                  <a:pt x="90766" y="110014"/>
                </a:cubicBezTo>
                <a:close/>
                <a:moveTo>
                  <a:pt x="287213" y="306473"/>
                </a:moveTo>
                <a:cubicBezTo>
                  <a:pt x="292448" y="306473"/>
                  <a:pt x="297043" y="304507"/>
                  <a:pt x="300963" y="300575"/>
                </a:cubicBezTo>
                <a:cubicBezTo>
                  <a:pt x="304632" y="296643"/>
                  <a:pt x="306473" y="292059"/>
                  <a:pt x="306473" y="286824"/>
                </a:cubicBezTo>
                <a:cubicBezTo>
                  <a:pt x="306473" y="281327"/>
                  <a:pt x="304632" y="276732"/>
                  <a:pt x="300963" y="273074"/>
                </a:cubicBezTo>
                <a:cubicBezTo>
                  <a:pt x="297043" y="269142"/>
                  <a:pt x="292322" y="267176"/>
                  <a:pt x="286824" y="267176"/>
                </a:cubicBezTo>
                <a:cubicBezTo>
                  <a:pt x="281578" y="267176"/>
                  <a:pt x="276995" y="269005"/>
                  <a:pt x="273074" y="272674"/>
                </a:cubicBezTo>
                <a:cubicBezTo>
                  <a:pt x="269142" y="276606"/>
                  <a:pt x="267176" y="281327"/>
                  <a:pt x="267176" y="286824"/>
                </a:cubicBezTo>
                <a:cubicBezTo>
                  <a:pt x="267176" y="292059"/>
                  <a:pt x="269142" y="296643"/>
                  <a:pt x="273074" y="300575"/>
                </a:cubicBezTo>
                <a:cubicBezTo>
                  <a:pt x="276995" y="304507"/>
                  <a:pt x="281715" y="306473"/>
                  <a:pt x="287213" y="306473"/>
                </a:cubicBezTo>
                <a:close/>
                <a:moveTo>
                  <a:pt x="90366" y="90366"/>
                </a:moveTo>
                <a:close/>
                <a:moveTo>
                  <a:pt x="286824" y="286824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2" name="圖說"/>
          <p:cNvSpPr/>
          <p:nvPr/>
        </p:nvSpPr>
        <p:spPr>
          <a:xfrm>
            <a:off x="13144157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路徑</a:t>
            </a:r>
            <a:endParaRPr lang="en-US" sz="950" dirty="0"/>
          </a:p>
        </p:txBody>
      </p:sp>
      <p:sp>
        <p:nvSpPr>
          <p:cNvPr id="203" name="圖示 付款"/>
          <p:cNvSpPr/>
          <p:nvPr/>
        </p:nvSpPr>
        <p:spPr>
          <a:xfrm>
            <a:off x="14018524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212175" y="212175"/>
                </a:moveTo>
                <a:cubicBezTo>
                  <a:pt x="199076" y="212175"/>
                  <a:pt x="187943" y="207580"/>
                  <a:pt x="178777" y="198413"/>
                </a:cubicBezTo>
                <a:cubicBezTo>
                  <a:pt x="169610" y="189247"/>
                  <a:pt x="165026" y="178114"/>
                  <a:pt x="165026" y="165026"/>
                </a:cubicBezTo>
                <a:cubicBezTo>
                  <a:pt x="165026" y="151928"/>
                  <a:pt x="169610" y="140795"/>
                  <a:pt x="178777" y="131628"/>
                </a:cubicBezTo>
                <a:cubicBezTo>
                  <a:pt x="187943" y="122461"/>
                  <a:pt x="199076" y="117878"/>
                  <a:pt x="212175" y="117878"/>
                </a:cubicBezTo>
                <a:cubicBezTo>
                  <a:pt x="225262" y="117878"/>
                  <a:pt x="236395" y="122461"/>
                  <a:pt x="245562" y="131628"/>
                </a:cubicBezTo>
                <a:cubicBezTo>
                  <a:pt x="254729" y="140795"/>
                  <a:pt x="259324" y="151928"/>
                  <a:pt x="259324" y="165026"/>
                </a:cubicBezTo>
                <a:cubicBezTo>
                  <a:pt x="259324" y="178114"/>
                  <a:pt x="254729" y="189247"/>
                  <a:pt x="245562" y="198413"/>
                </a:cubicBezTo>
                <a:cubicBezTo>
                  <a:pt x="236395" y="207580"/>
                  <a:pt x="225262" y="212175"/>
                  <a:pt x="212175" y="212175"/>
                </a:cubicBezTo>
                <a:close/>
                <a:moveTo>
                  <a:pt x="86445" y="267176"/>
                </a:moveTo>
                <a:cubicBezTo>
                  <a:pt x="79896" y="267176"/>
                  <a:pt x="74386" y="264822"/>
                  <a:pt x="69940" y="260101"/>
                </a:cubicBezTo>
                <a:cubicBezTo>
                  <a:pt x="65220" y="255655"/>
                  <a:pt x="62865" y="250146"/>
                  <a:pt x="62865" y="243608"/>
                </a:cubicBezTo>
                <a:lnTo>
                  <a:pt x="62865" y="86445"/>
                </a:lnTo>
                <a:cubicBezTo>
                  <a:pt x="62865" y="79896"/>
                  <a:pt x="65220" y="74386"/>
                  <a:pt x="69940" y="69940"/>
                </a:cubicBezTo>
                <a:cubicBezTo>
                  <a:pt x="74386" y="65220"/>
                  <a:pt x="79896" y="62865"/>
                  <a:pt x="86445" y="62865"/>
                </a:cubicBezTo>
                <a:lnTo>
                  <a:pt x="337905" y="62865"/>
                </a:lnTo>
                <a:cubicBezTo>
                  <a:pt x="344443" y="62865"/>
                  <a:pt x="349952" y="65220"/>
                  <a:pt x="354399" y="69940"/>
                </a:cubicBezTo>
                <a:cubicBezTo>
                  <a:pt x="359119" y="74386"/>
                  <a:pt x="361474" y="79896"/>
                  <a:pt x="361474" y="86445"/>
                </a:cubicBezTo>
                <a:lnTo>
                  <a:pt x="361474" y="243608"/>
                </a:lnTo>
                <a:cubicBezTo>
                  <a:pt x="361474" y="250146"/>
                  <a:pt x="359119" y="255655"/>
                  <a:pt x="354399" y="260101"/>
                </a:cubicBezTo>
                <a:cubicBezTo>
                  <a:pt x="349952" y="264822"/>
                  <a:pt x="344443" y="267176"/>
                  <a:pt x="337905" y="267176"/>
                </a:cubicBezTo>
                <a:lnTo>
                  <a:pt x="86445" y="267176"/>
                </a:lnTo>
                <a:close/>
                <a:moveTo>
                  <a:pt x="125730" y="243608"/>
                </a:moveTo>
                <a:lnTo>
                  <a:pt x="298609" y="243608"/>
                </a:lnTo>
                <a:cubicBezTo>
                  <a:pt x="298609" y="232600"/>
                  <a:pt x="302404" y="223296"/>
                  <a:pt x="310004" y="215707"/>
                </a:cubicBezTo>
                <a:cubicBezTo>
                  <a:pt x="317594" y="208106"/>
                  <a:pt x="326898" y="204311"/>
                  <a:pt x="337905" y="204311"/>
                </a:cubicBezTo>
                <a:lnTo>
                  <a:pt x="337905" y="125730"/>
                </a:lnTo>
                <a:cubicBezTo>
                  <a:pt x="326898" y="125730"/>
                  <a:pt x="317594" y="121935"/>
                  <a:pt x="310004" y="114334"/>
                </a:cubicBezTo>
                <a:cubicBezTo>
                  <a:pt x="302404" y="106745"/>
                  <a:pt x="298609" y="97441"/>
                  <a:pt x="298609" y="86445"/>
                </a:cubicBezTo>
                <a:lnTo>
                  <a:pt x="125730" y="86445"/>
                </a:lnTo>
                <a:cubicBezTo>
                  <a:pt x="125730" y="97441"/>
                  <a:pt x="121935" y="106745"/>
                  <a:pt x="114334" y="114334"/>
                </a:cubicBezTo>
                <a:cubicBezTo>
                  <a:pt x="106745" y="121935"/>
                  <a:pt x="97441" y="125730"/>
                  <a:pt x="86445" y="125730"/>
                </a:cubicBezTo>
                <a:lnTo>
                  <a:pt x="86445" y="204311"/>
                </a:lnTo>
                <a:cubicBezTo>
                  <a:pt x="97441" y="204311"/>
                  <a:pt x="106745" y="208106"/>
                  <a:pt x="114334" y="215707"/>
                </a:cubicBezTo>
                <a:cubicBezTo>
                  <a:pt x="121935" y="223296"/>
                  <a:pt x="125730" y="232600"/>
                  <a:pt x="125730" y="243608"/>
                </a:cubicBezTo>
                <a:close/>
                <a:moveTo>
                  <a:pt x="302541" y="314325"/>
                </a:moveTo>
                <a:lnTo>
                  <a:pt x="39296" y="314325"/>
                </a:lnTo>
                <a:cubicBezTo>
                  <a:pt x="32747" y="314325"/>
                  <a:pt x="27238" y="311970"/>
                  <a:pt x="22791" y="307250"/>
                </a:cubicBezTo>
                <a:cubicBezTo>
                  <a:pt x="18071" y="302804"/>
                  <a:pt x="15716" y="297294"/>
                  <a:pt x="15716" y="290756"/>
                </a:cubicBezTo>
                <a:lnTo>
                  <a:pt x="15716" y="121798"/>
                </a:lnTo>
                <a:cubicBezTo>
                  <a:pt x="15716" y="118392"/>
                  <a:pt x="16894" y="115649"/>
                  <a:pt x="19248" y="113546"/>
                </a:cubicBezTo>
                <a:cubicBezTo>
                  <a:pt x="21351" y="111191"/>
                  <a:pt x="24094" y="110014"/>
                  <a:pt x="27501" y="110014"/>
                </a:cubicBezTo>
                <a:cubicBezTo>
                  <a:pt x="30907" y="110014"/>
                  <a:pt x="33787" y="111191"/>
                  <a:pt x="36153" y="113546"/>
                </a:cubicBezTo>
                <a:cubicBezTo>
                  <a:pt x="38245" y="115649"/>
                  <a:pt x="39296" y="118392"/>
                  <a:pt x="39296" y="121798"/>
                </a:cubicBezTo>
                <a:lnTo>
                  <a:pt x="39296" y="290756"/>
                </a:lnTo>
                <a:lnTo>
                  <a:pt x="302541" y="290756"/>
                </a:lnTo>
                <a:cubicBezTo>
                  <a:pt x="305947" y="290756"/>
                  <a:pt x="308690" y="291934"/>
                  <a:pt x="310793" y="294288"/>
                </a:cubicBezTo>
                <a:cubicBezTo>
                  <a:pt x="313148" y="296380"/>
                  <a:pt x="314325" y="299135"/>
                  <a:pt x="314325" y="302541"/>
                </a:cubicBezTo>
                <a:cubicBezTo>
                  <a:pt x="314325" y="305947"/>
                  <a:pt x="313148" y="308827"/>
                  <a:pt x="310793" y="311182"/>
                </a:cubicBezTo>
                <a:cubicBezTo>
                  <a:pt x="308690" y="313273"/>
                  <a:pt x="305947" y="314325"/>
                  <a:pt x="302541" y="314325"/>
                </a:cubicBezTo>
                <a:close/>
                <a:moveTo>
                  <a:pt x="86445" y="243608"/>
                </a:moveTo>
                <a:lnTo>
                  <a:pt x="86445" y="86445"/>
                </a:lnTo>
                <a:lnTo>
                  <a:pt x="86445" y="243608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4" name="圖說"/>
          <p:cNvSpPr/>
          <p:nvPr/>
        </p:nvSpPr>
        <p:spPr>
          <a:xfrm>
            <a:off x="13837558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付款</a:t>
            </a:r>
            <a:endParaRPr lang="en-US" sz="950" dirty="0"/>
          </a:p>
        </p:txBody>
      </p:sp>
      <p:sp>
        <p:nvSpPr>
          <p:cNvPr id="205" name="圖示 金額"/>
          <p:cNvSpPr/>
          <p:nvPr/>
        </p:nvSpPr>
        <p:spPr>
          <a:xfrm>
            <a:off x="843905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984" y="330041"/>
                </a:moveTo>
                <a:cubicBezTo>
                  <a:pt x="185577" y="330041"/>
                  <a:pt x="182834" y="328990"/>
                  <a:pt x="180743" y="326898"/>
                </a:cubicBezTo>
                <a:cubicBezTo>
                  <a:pt x="178377" y="324543"/>
                  <a:pt x="177199" y="321663"/>
                  <a:pt x="177199" y="318257"/>
                </a:cubicBezTo>
                <a:lnTo>
                  <a:pt x="177199" y="297043"/>
                </a:lnTo>
                <a:cubicBezTo>
                  <a:pt x="164626" y="294940"/>
                  <a:pt x="153894" y="290493"/>
                  <a:pt x="144978" y="283681"/>
                </a:cubicBezTo>
                <a:cubicBezTo>
                  <a:pt x="136074" y="276869"/>
                  <a:pt x="129136" y="268228"/>
                  <a:pt x="124164" y="257747"/>
                </a:cubicBezTo>
                <a:cubicBezTo>
                  <a:pt x="122850" y="254866"/>
                  <a:pt x="122850" y="251849"/>
                  <a:pt x="124164" y="248705"/>
                </a:cubicBezTo>
                <a:cubicBezTo>
                  <a:pt x="125467" y="245562"/>
                  <a:pt x="127696" y="243345"/>
                  <a:pt x="130839" y="242030"/>
                </a:cubicBezTo>
                <a:cubicBezTo>
                  <a:pt x="133720" y="240716"/>
                  <a:pt x="136737" y="240716"/>
                  <a:pt x="139880" y="242030"/>
                </a:cubicBezTo>
                <a:cubicBezTo>
                  <a:pt x="142761" y="243345"/>
                  <a:pt x="144978" y="245436"/>
                  <a:pt x="146555" y="248317"/>
                </a:cubicBezTo>
                <a:cubicBezTo>
                  <a:pt x="151265" y="257221"/>
                  <a:pt x="157425" y="263907"/>
                  <a:pt x="165026" y="268354"/>
                </a:cubicBezTo>
                <a:cubicBezTo>
                  <a:pt x="172616" y="272811"/>
                  <a:pt x="181394" y="275040"/>
                  <a:pt x="191350" y="275040"/>
                </a:cubicBezTo>
                <a:cubicBezTo>
                  <a:pt x="203923" y="275040"/>
                  <a:pt x="214267" y="271897"/>
                  <a:pt x="222382" y="265610"/>
                </a:cubicBezTo>
                <a:cubicBezTo>
                  <a:pt x="230509" y="259324"/>
                  <a:pt x="234566" y="250671"/>
                  <a:pt x="234566" y="239676"/>
                </a:cubicBezTo>
                <a:cubicBezTo>
                  <a:pt x="234566" y="228143"/>
                  <a:pt x="231035" y="219239"/>
                  <a:pt x="223959" y="212952"/>
                </a:cubicBezTo>
                <a:cubicBezTo>
                  <a:pt x="216621" y="206666"/>
                  <a:pt x="202997" y="200254"/>
                  <a:pt x="183097" y="193704"/>
                </a:cubicBezTo>
                <a:cubicBezTo>
                  <a:pt x="164238" y="187681"/>
                  <a:pt x="150224" y="179691"/>
                  <a:pt x="141058" y="169736"/>
                </a:cubicBezTo>
                <a:cubicBezTo>
                  <a:pt x="131628" y="159780"/>
                  <a:pt x="126907" y="147344"/>
                  <a:pt x="126907" y="132405"/>
                </a:cubicBezTo>
                <a:cubicBezTo>
                  <a:pt x="126907" y="118003"/>
                  <a:pt x="131628" y="105956"/>
                  <a:pt x="141058" y="96263"/>
                </a:cubicBezTo>
                <a:cubicBezTo>
                  <a:pt x="150224" y="86571"/>
                  <a:pt x="162272" y="81073"/>
                  <a:pt x="177199" y="79759"/>
                </a:cubicBezTo>
                <a:lnTo>
                  <a:pt x="177199" y="58933"/>
                </a:lnTo>
                <a:cubicBezTo>
                  <a:pt x="177199" y="55527"/>
                  <a:pt x="178377" y="52784"/>
                  <a:pt x="180743" y="50681"/>
                </a:cubicBezTo>
                <a:cubicBezTo>
                  <a:pt x="182834" y="48326"/>
                  <a:pt x="185577" y="47149"/>
                  <a:pt x="188984" y="47149"/>
                </a:cubicBezTo>
                <a:cubicBezTo>
                  <a:pt x="192390" y="47149"/>
                  <a:pt x="195270" y="48326"/>
                  <a:pt x="197636" y="50681"/>
                </a:cubicBezTo>
                <a:cubicBezTo>
                  <a:pt x="199728" y="52784"/>
                  <a:pt x="200779" y="55527"/>
                  <a:pt x="200779" y="58933"/>
                </a:cubicBezTo>
                <a:lnTo>
                  <a:pt x="200779" y="79759"/>
                </a:lnTo>
                <a:cubicBezTo>
                  <a:pt x="210209" y="81073"/>
                  <a:pt x="218713" y="83953"/>
                  <a:pt x="226314" y="88400"/>
                </a:cubicBezTo>
                <a:cubicBezTo>
                  <a:pt x="233652" y="92857"/>
                  <a:pt x="239801" y="98618"/>
                  <a:pt x="244785" y="105693"/>
                </a:cubicBezTo>
                <a:cubicBezTo>
                  <a:pt x="246614" y="108311"/>
                  <a:pt x="247002" y="111191"/>
                  <a:pt x="245962" y="114334"/>
                </a:cubicBezTo>
                <a:cubicBezTo>
                  <a:pt x="244911" y="117215"/>
                  <a:pt x="242819" y="119318"/>
                  <a:pt x="239676" y="120621"/>
                </a:cubicBezTo>
                <a:cubicBezTo>
                  <a:pt x="236795" y="121935"/>
                  <a:pt x="233778" y="122061"/>
                  <a:pt x="230635" y="121021"/>
                </a:cubicBezTo>
                <a:cubicBezTo>
                  <a:pt x="227491" y="119969"/>
                  <a:pt x="224874" y="118003"/>
                  <a:pt x="222782" y="115123"/>
                </a:cubicBezTo>
                <a:cubicBezTo>
                  <a:pt x="219113" y="110402"/>
                  <a:pt x="214655" y="106996"/>
                  <a:pt x="209420" y="104905"/>
                </a:cubicBezTo>
                <a:cubicBezTo>
                  <a:pt x="203923" y="102550"/>
                  <a:pt x="197373" y="101373"/>
                  <a:pt x="189772" y="101373"/>
                </a:cubicBezTo>
                <a:cubicBezTo>
                  <a:pt x="177725" y="101373"/>
                  <a:pt x="168170" y="104116"/>
                  <a:pt x="161094" y="109625"/>
                </a:cubicBezTo>
                <a:cubicBezTo>
                  <a:pt x="154019" y="115123"/>
                  <a:pt x="150487" y="122587"/>
                  <a:pt x="150487" y="132017"/>
                </a:cubicBezTo>
                <a:cubicBezTo>
                  <a:pt x="150487" y="141972"/>
                  <a:pt x="154408" y="150087"/>
                  <a:pt x="162272" y="156374"/>
                </a:cubicBezTo>
                <a:cubicBezTo>
                  <a:pt x="170124" y="162397"/>
                  <a:pt x="184663" y="168684"/>
                  <a:pt x="205889" y="175233"/>
                </a:cubicBezTo>
                <a:cubicBezTo>
                  <a:pt x="223697" y="180743"/>
                  <a:pt x="236921" y="188721"/>
                  <a:pt x="245562" y="199202"/>
                </a:cubicBezTo>
                <a:cubicBezTo>
                  <a:pt x="253952" y="209420"/>
                  <a:pt x="258135" y="222382"/>
                  <a:pt x="258135" y="238098"/>
                </a:cubicBezTo>
                <a:cubicBezTo>
                  <a:pt x="258135" y="254603"/>
                  <a:pt x="253289" y="267965"/>
                  <a:pt x="243608" y="278183"/>
                </a:cubicBezTo>
                <a:cubicBezTo>
                  <a:pt x="233915" y="288127"/>
                  <a:pt x="219639" y="294551"/>
                  <a:pt x="200779" y="297431"/>
                </a:cubicBezTo>
                <a:lnTo>
                  <a:pt x="200779" y="318257"/>
                </a:lnTo>
                <a:cubicBezTo>
                  <a:pt x="200779" y="321663"/>
                  <a:pt x="199728" y="324543"/>
                  <a:pt x="197636" y="326898"/>
                </a:cubicBezTo>
                <a:cubicBezTo>
                  <a:pt x="195270" y="328990"/>
                  <a:pt x="192390" y="330041"/>
                  <a:pt x="188984" y="330041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6" name="圖說"/>
          <p:cNvSpPr/>
          <p:nvPr/>
        </p:nvSpPr>
        <p:spPr>
          <a:xfrm>
            <a:off x="662940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金額</a:t>
            </a:r>
            <a:endParaRPr lang="en-US" sz="950" dirty="0"/>
          </a:p>
        </p:txBody>
      </p:sp>
      <p:sp>
        <p:nvSpPr>
          <p:cNvPr id="207" name="圖示 收益"/>
          <p:cNvSpPr/>
          <p:nvPr/>
        </p:nvSpPr>
        <p:spPr>
          <a:xfrm>
            <a:off x="1537306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595" y="345758"/>
                </a:moveTo>
                <a:cubicBezTo>
                  <a:pt x="167118" y="345758"/>
                  <a:pt x="146818" y="341700"/>
                  <a:pt x="127696" y="333573"/>
                </a:cubicBezTo>
                <a:cubicBezTo>
                  <a:pt x="108574" y="325195"/>
                  <a:pt x="91943" y="313936"/>
                  <a:pt x="77793" y="299786"/>
                </a:cubicBezTo>
                <a:cubicBezTo>
                  <a:pt x="63391" y="285384"/>
                  <a:pt x="52121" y="268616"/>
                  <a:pt x="44006" y="249494"/>
                </a:cubicBezTo>
                <a:cubicBezTo>
                  <a:pt x="35627" y="230372"/>
                  <a:pt x="31433" y="210072"/>
                  <a:pt x="31433" y="188595"/>
                </a:cubicBezTo>
                <a:cubicBezTo>
                  <a:pt x="31433" y="166855"/>
                  <a:pt x="35627" y="146418"/>
                  <a:pt x="44006" y="127307"/>
                </a:cubicBezTo>
                <a:cubicBezTo>
                  <a:pt x="52121" y="108185"/>
                  <a:pt x="63391" y="91543"/>
                  <a:pt x="77793" y="77404"/>
                </a:cubicBezTo>
                <a:cubicBezTo>
                  <a:pt x="91943" y="63254"/>
                  <a:pt x="108574" y="52121"/>
                  <a:pt x="127696" y="44006"/>
                </a:cubicBezTo>
                <a:cubicBezTo>
                  <a:pt x="146818" y="35627"/>
                  <a:pt x="167118" y="31433"/>
                  <a:pt x="188595" y="31433"/>
                </a:cubicBezTo>
                <a:cubicBezTo>
                  <a:pt x="210335" y="31433"/>
                  <a:pt x="230772" y="35627"/>
                  <a:pt x="249894" y="44006"/>
                </a:cubicBezTo>
                <a:cubicBezTo>
                  <a:pt x="269005" y="52121"/>
                  <a:pt x="285647" y="63254"/>
                  <a:pt x="299786" y="77404"/>
                </a:cubicBezTo>
                <a:cubicBezTo>
                  <a:pt x="313936" y="91543"/>
                  <a:pt x="325195" y="108185"/>
                  <a:pt x="333573" y="127307"/>
                </a:cubicBezTo>
                <a:cubicBezTo>
                  <a:pt x="341700" y="146418"/>
                  <a:pt x="345758" y="166855"/>
                  <a:pt x="345758" y="188595"/>
                </a:cubicBezTo>
                <a:cubicBezTo>
                  <a:pt x="345758" y="210072"/>
                  <a:pt x="341700" y="230372"/>
                  <a:pt x="333573" y="249494"/>
                </a:cubicBezTo>
                <a:cubicBezTo>
                  <a:pt x="325195" y="268616"/>
                  <a:pt x="313936" y="285384"/>
                  <a:pt x="299786" y="299786"/>
                </a:cubicBezTo>
                <a:cubicBezTo>
                  <a:pt x="285647" y="313936"/>
                  <a:pt x="269005" y="325195"/>
                  <a:pt x="249894" y="333573"/>
                </a:cubicBezTo>
                <a:cubicBezTo>
                  <a:pt x="230772" y="341700"/>
                  <a:pt x="210335" y="345758"/>
                  <a:pt x="188595" y="345758"/>
                </a:cubicBezTo>
                <a:close/>
                <a:moveTo>
                  <a:pt x="188595" y="322189"/>
                </a:moveTo>
                <a:cubicBezTo>
                  <a:pt x="225788" y="322189"/>
                  <a:pt x="257358" y="309216"/>
                  <a:pt x="283281" y="283281"/>
                </a:cubicBezTo>
                <a:cubicBezTo>
                  <a:pt x="309216" y="257095"/>
                  <a:pt x="322189" y="225525"/>
                  <a:pt x="322189" y="188595"/>
                </a:cubicBezTo>
                <a:cubicBezTo>
                  <a:pt x="322189" y="151402"/>
                  <a:pt x="309216" y="119832"/>
                  <a:pt x="283281" y="93909"/>
                </a:cubicBezTo>
                <a:cubicBezTo>
                  <a:pt x="257358" y="67974"/>
                  <a:pt x="225788" y="55013"/>
                  <a:pt x="188595" y="55013"/>
                </a:cubicBezTo>
                <a:cubicBezTo>
                  <a:pt x="151665" y="55013"/>
                  <a:pt x="120232" y="67974"/>
                  <a:pt x="94298" y="93909"/>
                </a:cubicBezTo>
                <a:cubicBezTo>
                  <a:pt x="68100" y="119832"/>
                  <a:pt x="55013" y="151402"/>
                  <a:pt x="55013" y="188595"/>
                </a:cubicBezTo>
                <a:cubicBezTo>
                  <a:pt x="55013" y="225525"/>
                  <a:pt x="68100" y="257095"/>
                  <a:pt x="94298" y="283281"/>
                </a:cubicBezTo>
                <a:cubicBezTo>
                  <a:pt x="120232" y="309216"/>
                  <a:pt x="151665" y="322189"/>
                  <a:pt x="188595" y="322189"/>
                </a:cubicBezTo>
                <a:close/>
                <a:moveTo>
                  <a:pt x="188595" y="188595"/>
                </a:moveTo>
                <a:close/>
                <a:moveTo>
                  <a:pt x="195670" y="298220"/>
                </a:moveTo>
                <a:cubicBezTo>
                  <a:pt x="197762" y="295854"/>
                  <a:pt x="198813" y="293237"/>
                  <a:pt x="198813" y="290356"/>
                </a:cubicBezTo>
                <a:lnTo>
                  <a:pt x="198813" y="280927"/>
                </a:lnTo>
                <a:cubicBezTo>
                  <a:pt x="214530" y="279098"/>
                  <a:pt x="226966" y="273851"/>
                  <a:pt x="236132" y="265210"/>
                </a:cubicBezTo>
                <a:cubicBezTo>
                  <a:pt x="245048" y="256306"/>
                  <a:pt x="249494" y="245048"/>
                  <a:pt x="249494" y="231423"/>
                </a:cubicBezTo>
                <a:cubicBezTo>
                  <a:pt x="249494" y="217799"/>
                  <a:pt x="245825" y="206929"/>
                  <a:pt x="238498" y="198813"/>
                </a:cubicBezTo>
                <a:cubicBezTo>
                  <a:pt x="230897" y="190687"/>
                  <a:pt x="217936" y="183623"/>
                  <a:pt x="199602" y="177599"/>
                </a:cubicBezTo>
                <a:cubicBezTo>
                  <a:pt x="183097" y="172090"/>
                  <a:pt x="171827" y="166718"/>
                  <a:pt x="165804" y="161483"/>
                </a:cubicBezTo>
                <a:cubicBezTo>
                  <a:pt x="159517" y="155985"/>
                  <a:pt x="156374" y="148910"/>
                  <a:pt x="156374" y="140269"/>
                </a:cubicBezTo>
                <a:cubicBezTo>
                  <a:pt x="156374" y="132142"/>
                  <a:pt x="159391" y="125856"/>
                  <a:pt x="165415" y="121409"/>
                </a:cubicBezTo>
                <a:cubicBezTo>
                  <a:pt x="171176" y="116689"/>
                  <a:pt x="179165" y="114334"/>
                  <a:pt x="189384" y="114334"/>
                </a:cubicBezTo>
                <a:cubicBezTo>
                  <a:pt x="195670" y="114334"/>
                  <a:pt x="201294" y="115512"/>
                  <a:pt x="206277" y="117878"/>
                </a:cubicBezTo>
                <a:cubicBezTo>
                  <a:pt x="211249" y="120232"/>
                  <a:pt x="215570" y="123764"/>
                  <a:pt x="219239" y="128485"/>
                </a:cubicBezTo>
                <a:cubicBezTo>
                  <a:pt x="221079" y="130576"/>
                  <a:pt x="223296" y="132017"/>
                  <a:pt x="225925" y="132805"/>
                </a:cubicBezTo>
                <a:cubicBezTo>
                  <a:pt x="228543" y="133594"/>
                  <a:pt x="231035" y="133331"/>
                  <a:pt x="233389" y="132017"/>
                </a:cubicBezTo>
                <a:cubicBezTo>
                  <a:pt x="236270" y="130702"/>
                  <a:pt x="238235" y="128610"/>
                  <a:pt x="239276" y="125730"/>
                </a:cubicBezTo>
                <a:cubicBezTo>
                  <a:pt x="240064" y="122850"/>
                  <a:pt x="239539" y="120232"/>
                  <a:pt x="237710" y="117878"/>
                </a:cubicBezTo>
                <a:cubicBezTo>
                  <a:pt x="233252" y="111591"/>
                  <a:pt x="227891" y="106608"/>
                  <a:pt x="221605" y="102939"/>
                </a:cubicBezTo>
                <a:cubicBezTo>
                  <a:pt x="215055" y="99270"/>
                  <a:pt x="207717" y="97052"/>
                  <a:pt x="199602" y="96263"/>
                </a:cubicBezTo>
                <a:lnTo>
                  <a:pt x="199602" y="86834"/>
                </a:lnTo>
                <a:cubicBezTo>
                  <a:pt x="199602" y="83953"/>
                  <a:pt x="198551" y="81462"/>
                  <a:pt x="196459" y="79370"/>
                </a:cubicBezTo>
                <a:cubicBezTo>
                  <a:pt x="194356" y="77267"/>
                  <a:pt x="191864" y="76227"/>
                  <a:pt x="188984" y="76227"/>
                </a:cubicBezTo>
                <a:cubicBezTo>
                  <a:pt x="186103" y="76227"/>
                  <a:pt x="183623" y="77267"/>
                  <a:pt x="181520" y="79370"/>
                </a:cubicBezTo>
                <a:cubicBezTo>
                  <a:pt x="179165" y="81462"/>
                  <a:pt x="177988" y="83953"/>
                  <a:pt x="177988" y="86834"/>
                </a:cubicBezTo>
                <a:lnTo>
                  <a:pt x="177988" y="96263"/>
                </a:lnTo>
                <a:cubicBezTo>
                  <a:pt x="164626" y="98092"/>
                  <a:pt x="154145" y="102939"/>
                  <a:pt x="146555" y="110802"/>
                </a:cubicBezTo>
                <a:cubicBezTo>
                  <a:pt x="138692" y="118655"/>
                  <a:pt x="134771" y="128485"/>
                  <a:pt x="134771" y="140269"/>
                </a:cubicBezTo>
                <a:cubicBezTo>
                  <a:pt x="134771" y="153105"/>
                  <a:pt x="138177" y="163323"/>
                  <a:pt x="144978" y="170913"/>
                </a:cubicBezTo>
                <a:cubicBezTo>
                  <a:pt x="151528" y="178514"/>
                  <a:pt x="163838" y="185715"/>
                  <a:pt x="181920" y="192527"/>
                </a:cubicBezTo>
                <a:cubicBezTo>
                  <a:pt x="200516" y="199602"/>
                  <a:pt x="212827" y="205751"/>
                  <a:pt x="218850" y="210986"/>
                </a:cubicBezTo>
                <a:cubicBezTo>
                  <a:pt x="224874" y="216233"/>
                  <a:pt x="227891" y="223045"/>
                  <a:pt x="227891" y="231423"/>
                </a:cubicBezTo>
                <a:cubicBezTo>
                  <a:pt x="227891" y="240064"/>
                  <a:pt x="224348" y="247402"/>
                  <a:pt x="217273" y="253426"/>
                </a:cubicBezTo>
                <a:cubicBezTo>
                  <a:pt x="210209" y="259187"/>
                  <a:pt x="201557" y="262067"/>
                  <a:pt x="191350" y="262067"/>
                </a:cubicBezTo>
                <a:cubicBezTo>
                  <a:pt x="182697" y="262067"/>
                  <a:pt x="174845" y="259975"/>
                  <a:pt x="167770" y="255781"/>
                </a:cubicBezTo>
                <a:cubicBezTo>
                  <a:pt x="160431" y="251586"/>
                  <a:pt x="154808" y="245699"/>
                  <a:pt x="150876" y="238098"/>
                </a:cubicBezTo>
                <a:cubicBezTo>
                  <a:pt x="149562" y="236007"/>
                  <a:pt x="147858" y="234429"/>
                  <a:pt x="145767" y="233389"/>
                </a:cubicBezTo>
                <a:cubicBezTo>
                  <a:pt x="143412" y="232075"/>
                  <a:pt x="141058" y="231812"/>
                  <a:pt x="138692" y="232600"/>
                </a:cubicBezTo>
                <a:cubicBezTo>
                  <a:pt x="135285" y="233915"/>
                  <a:pt x="133068" y="236007"/>
                  <a:pt x="132017" y="238887"/>
                </a:cubicBezTo>
                <a:cubicBezTo>
                  <a:pt x="130702" y="241504"/>
                  <a:pt x="130965" y="244259"/>
                  <a:pt x="132805" y="247139"/>
                </a:cubicBezTo>
                <a:cubicBezTo>
                  <a:pt x="138040" y="255781"/>
                  <a:pt x="144327" y="262856"/>
                  <a:pt x="151665" y="268354"/>
                </a:cubicBezTo>
                <a:cubicBezTo>
                  <a:pt x="158740" y="273588"/>
                  <a:pt x="167244" y="277520"/>
                  <a:pt x="177199" y="280138"/>
                </a:cubicBezTo>
                <a:lnTo>
                  <a:pt x="177199" y="290756"/>
                </a:lnTo>
                <a:cubicBezTo>
                  <a:pt x="177199" y="293637"/>
                  <a:pt x="178377" y="296117"/>
                  <a:pt x="180743" y="298220"/>
                </a:cubicBezTo>
                <a:cubicBezTo>
                  <a:pt x="182834" y="300312"/>
                  <a:pt x="185326" y="301363"/>
                  <a:pt x="188206" y="301363"/>
                </a:cubicBezTo>
                <a:cubicBezTo>
                  <a:pt x="191087" y="301363"/>
                  <a:pt x="193567" y="300312"/>
                  <a:pt x="195670" y="298220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8" name="圖說"/>
          <p:cNvSpPr/>
          <p:nvPr/>
        </p:nvSpPr>
        <p:spPr>
          <a:xfrm>
            <a:off x="1356341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收益</a:t>
            </a:r>
            <a:endParaRPr lang="en-US" sz="950" dirty="0"/>
          </a:p>
        </p:txBody>
      </p:sp>
      <p:sp>
        <p:nvSpPr>
          <p:cNvPr id="209" name="圖示 節省"/>
          <p:cNvSpPr/>
          <p:nvPr/>
        </p:nvSpPr>
        <p:spPr>
          <a:xfrm>
            <a:off x="2230707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90366" y="330041"/>
                </a:moveTo>
                <a:cubicBezTo>
                  <a:pt x="84868" y="330041"/>
                  <a:pt x="79759" y="328212"/>
                  <a:pt x="75049" y="324543"/>
                </a:cubicBezTo>
                <a:cubicBezTo>
                  <a:pt x="70066" y="320874"/>
                  <a:pt x="66797" y="316417"/>
                  <a:pt x="65220" y="311182"/>
                </a:cubicBezTo>
                <a:cubicBezTo>
                  <a:pt x="58670" y="288653"/>
                  <a:pt x="53172" y="269268"/>
                  <a:pt x="48726" y="253037"/>
                </a:cubicBezTo>
                <a:cubicBezTo>
                  <a:pt x="44531" y="236532"/>
                  <a:pt x="41125" y="222119"/>
                  <a:pt x="38508" y="209809"/>
                </a:cubicBezTo>
                <a:cubicBezTo>
                  <a:pt x="35890" y="197499"/>
                  <a:pt x="34050" y="186503"/>
                  <a:pt x="33010" y="176811"/>
                </a:cubicBezTo>
                <a:cubicBezTo>
                  <a:pt x="31958" y="167381"/>
                  <a:pt x="31433" y="158214"/>
                  <a:pt x="31433" y="149310"/>
                </a:cubicBezTo>
                <a:cubicBezTo>
                  <a:pt x="31433" y="125204"/>
                  <a:pt x="39811" y="104779"/>
                  <a:pt x="56579" y="88011"/>
                </a:cubicBezTo>
                <a:cubicBezTo>
                  <a:pt x="73346" y="71243"/>
                  <a:pt x="93772" y="62865"/>
                  <a:pt x="117878" y="62865"/>
                </a:cubicBezTo>
                <a:lnTo>
                  <a:pt x="196459" y="62865"/>
                </a:lnTo>
                <a:cubicBezTo>
                  <a:pt x="203523" y="53435"/>
                  <a:pt x="212564" y="45834"/>
                  <a:pt x="223559" y="40074"/>
                </a:cubicBezTo>
                <a:cubicBezTo>
                  <a:pt x="234304" y="34313"/>
                  <a:pt x="246225" y="31433"/>
                  <a:pt x="259324" y="31433"/>
                </a:cubicBezTo>
                <a:cubicBezTo>
                  <a:pt x="265862" y="31433"/>
                  <a:pt x="271497" y="33787"/>
                  <a:pt x="276217" y="38508"/>
                </a:cubicBezTo>
                <a:cubicBezTo>
                  <a:pt x="280664" y="42954"/>
                  <a:pt x="282893" y="48463"/>
                  <a:pt x="282893" y="55013"/>
                </a:cubicBezTo>
                <a:cubicBezTo>
                  <a:pt x="282893" y="56579"/>
                  <a:pt x="282767" y="58156"/>
                  <a:pt x="282504" y="59722"/>
                </a:cubicBezTo>
                <a:cubicBezTo>
                  <a:pt x="281978" y="61299"/>
                  <a:pt x="281452" y="62739"/>
                  <a:pt x="280927" y="64042"/>
                </a:cubicBezTo>
                <a:cubicBezTo>
                  <a:pt x="279875" y="66923"/>
                  <a:pt x="278961" y="69803"/>
                  <a:pt x="278183" y="72683"/>
                </a:cubicBezTo>
                <a:cubicBezTo>
                  <a:pt x="277132" y="75564"/>
                  <a:pt x="276343" y="78707"/>
                  <a:pt x="275817" y="82113"/>
                </a:cubicBezTo>
                <a:lnTo>
                  <a:pt x="311570" y="117878"/>
                </a:lnTo>
                <a:lnTo>
                  <a:pt x="333973" y="117878"/>
                </a:lnTo>
                <a:cubicBezTo>
                  <a:pt x="337379" y="117878"/>
                  <a:pt x="340123" y="119055"/>
                  <a:pt x="342226" y="121409"/>
                </a:cubicBezTo>
                <a:cubicBezTo>
                  <a:pt x="344580" y="123501"/>
                  <a:pt x="345758" y="126256"/>
                  <a:pt x="345758" y="129662"/>
                </a:cubicBezTo>
                <a:lnTo>
                  <a:pt x="345758" y="218850"/>
                </a:lnTo>
                <a:cubicBezTo>
                  <a:pt x="345758" y="221468"/>
                  <a:pt x="345106" y="223822"/>
                  <a:pt x="343792" y="225925"/>
                </a:cubicBezTo>
                <a:cubicBezTo>
                  <a:pt x="342226" y="228017"/>
                  <a:pt x="340123" y="229457"/>
                  <a:pt x="337505" y="230246"/>
                </a:cubicBezTo>
                <a:lnTo>
                  <a:pt x="301363" y="242030"/>
                </a:lnTo>
                <a:lnTo>
                  <a:pt x="280138" y="313148"/>
                </a:lnTo>
                <a:cubicBezTo>
                  <a:pt x="278572" y="318383"/>
                  <a:pt x="275692" y="322440"/>
                  <a:pt x="271497" y="325332"/>
                </a:cubicBezTo>
                <a:cubicBezTo>
                  <a:pt x="267302" y="328475"/>
                  <a:pt x="262593" y="330041"/>
                  <a:pt x="257358" y="330041"/>
                </a:cubicBezTo>
                <a:lnTo>
                  <a:pt x="212175" y="330041"/>
                </a:lnTo>
                <a:cubicBezTo>
                  <a:pt x="205626" y="330041"/>
                  <a:pt x="200116" y="327687"/>
                  <a:pt x="195670" y="322966"/>
                </a:cubicBezTo>
                <a:cubicBezTo>
                  <a:pt x="190950" y="318520"/>
                  <a:pt x="188595" y="313011"/>
                  <a:pt x="188595" y="306473"/>
                </a:cubicBezTo>
                <a:lnTo>
                  <a:pt x="188595" y="298609"/>
                </a:lnTo>
                <a:lnTo>
                  <a:pt x="157163" y="298609"/>
                </a:lnTo>
                <a:lnTo>
                  <a:pt x="157163" y="306473"/>
                </a:lnTo>
                <a:cubicBezTo>
                  <a:pt x="157163" y="313011"/>
                  <a:pt x="154808" y="318520"/>
                  <a:pt x="150087" y="322966"/>
                </a:cubicBezTo>
                <a:cubicBezTo>
                  <a:pt x="145641" y="327687"/>
                  <a:pt x="140132" y="330041"/>
                  <a:pt x="133594" y="330041"/>
                </a:cubicBezTo>
                <a:lnTo>
                  <a:pt x="90366" y="330041"/>
                </a:lnTo>
                <a:close/>
                <a:moveTo>
                  <a:pt x="88400" y="306473"/>
                </a:moveTo>
                <a:lnTo>
                  <a:pt x="133594" y="306473"/>
                </a:lnTo>
                <a:lnTo>
                  <a:pt x="133594" y="275040"/>
                </a:lnTo>
                <a:lnTo>
                  <a:pt x="212175" y="275040"/>
                </a:lnTo>
                <a:lnTo>
                  <a:pt x="212175" y="306473"/>
                </a:lnTo>
                <a:lnTo>
                  <a:pt x="257358" y="306473"/>
                </a:lnTo>
                <a:lnTo>
                  <a:pt x="282104" y="223959"/>
                </a:lnTo>
                <a:lnTo>
                  <a:pt x="322189" y="210209"/>
                </a:lnTo>
                <a:lnTo>
                  <a:pt x="322189" y="141446"/>
                </a:lnTo>
                <a:lnTo>
                  <a:pt x="301752" y="141446"/>
                </a:lnTo>
                <a:lnTo>
                  <a:pt x="251460" y="91154"/>
                </a:lnTo>
                <a:cubicBezTo>
                  <a:pt x="251723" y="86697"/>
                  <a:pt x="252512" y="81336"/>
                  <a:pt x="253815" y="75049"/>
                </a:cubicBezTo>
                <a:cubicBezTo>
                  <a:pt x="254866" y="68500"/>
                  <a:pt x="256432" y="61299"/>
                  <a:pt x="258535" y="53435"/>
                </a:cubicBezTo>
                <a:cubicBezTo>
                  <a:pt x="247265" y="56316"/>
                  <a:pt x="237321" y="60636"/>
                  <a:pt x="228669" y="66397"/>
                </a:cubicBezTo>
                <a:cubicBezTo>
                  <a:pt x="220028" y="72169"/>
                  <a:pt x="213741" y="78844"/>
                  <a:pt x="209809" y="86445"/>
                </a:cubicBezTo>
                <a:lnTo>
                  <a:pt x="117878" y="86445"/>
                </a:lnTo>
                <a:cubicBezTo>
                  <a:pt x="100584" y="86445"/>
                  <a:pt x="85782" y="92594"/>
                  <a:pt x="73472" y="104905"/>
                </a:cubicBezTo>
                <a:cubicBezTo>
                  <a:pt x="61162" y="117215"/>
                  <a:pt x="55013" y="132017"/>
                  <a:pt x="55013" y="149310"/>
                </a:cubicBezTo>
                <a:cubicBezTo>
                  <a:pt x="55013" y="160306"/>
                  <a:pt x="57893" y="179554"/>
                  <a:pt x="63654" y="207066"/>
                </a:cubicBezTo>
                <a:cubicBezTo>
                  <a:pt x="69414" y="234304"/>
                  <a:pt x="77667" y="267439"/>
                  <a:pt x="88400" y="306473"/>
                </a:cubicBezTo>
                <a:close/>
                <a:moveTo>
                  <a:pt x="262856" y="168558"/>
                </a:moveTo>
                <a:cubicBezTo>
                  <a:pt x="265736" y="165415"/>
                  <a:pt x="267176" y="161620"/>
                  <a:pt x="267176" y="157163"/>
                </a:cubicBezTo>
                <a:cubicBezTo>
                  <a:pt x="267176" y="152705"/>
                  <a:pt x="265736" y="149047"/>
                  <a:pt x="262856" y="146167"/>
                </a:cubicBezTo>
                <a:cubicBezTo>
                  <a:pt x="259712" y="143024"/>
                  <a:pt x="255918" y="141446"/>
                  <a:pt x="251460" y="141446"/>
                </a:cubicBezTo>
                <a:cubicBezTo>
                  <a:pt x="247002" y="141446"/>
                  <a:pt x="243345" y="143024"/>
                  <a:pt x="240464" y="146167"/>
                </a:cubicBezTo>
                <a:cubicBezTo>
                  <a:pt x="237321" y="149047"/>
                  <a:pt x="235744" y="152705"/>
                  <a:pt x="235744" y="157163"/>
                </a:cubicBezTo>
                <a:cubicBezTo>
                  <a:pt x="235744" y="161620"/>
                  <a:pt x="237321" y="165415"/>
                  <a:pt x="240464" y="168558"/>
                </a:cubicBezTo>
                <a:cubicBezTo>
                  <a:pt x="243345" y="171439"/>
                  <a:pt x="247002" y="172879"/>
                  <a:pt x="251460" y="172879"/>
                </a:cubicBezTo>
                <a:cubicBezTo>
                  <a:pt x="255918" y="172879"/>
                  <a:pt x="259712" y="171439"/>
                  <a:pt x="262856" y="168558"/>
                </a:cubicBezTo>
                <a:close/>
                <a:moveTo>
                  <a:pt x="192527" y="133594"/>
                </a:moveTo>
                <a:cubicBezTo>
                  <a:pt x="195933" y="133594"/>
                  <a:pt x="198676" y="132405"/>
                  <a:pt x="200779" y="130051"/>
                </a:cubicBezTo>
                <a:cubicBezTo>
                  <a:pt x="203134" y="127959"/>
                  <a:pt x="204311" y="125204"/>
                  <a:pt x="204311" y="121798"/>
                </a:cubicBezTo>
                <a:cubicBezTo>
                  <a:pt x="204311" y="118392"/>
                  <a:pt x="203134" y="115649"/>
                  <a:pt x="200779" y="113546"/>
                </a:cubicBezTo>
                <a:cubicBezTo>
                  <a:pt x="198676" y="111191"/>
                  <a:pt x="195933" y="110014"/>
                  <a:pt x="192527" y="110014"/>
                </a:cubicBezTo>
                <a:lnTo>
                  <a:pt x="137514" y="110014"/>
                </a:lnTo>
                <a:cubicBezTo>
                  <a:pt x="134108" y="110014"/>
                  <a:pt x="131365" y="111191"/>
                  <a:pt x="129262" y="113546"/>
                </a:cubicBezTo>
                <a:cubicBezTo>
                  <a:pt x="126907" y="115649"/>
                  <a:pt x="125730" y="118392"/>
                  <a:pt x="125730" y="121798"/>
                </a:cubicBezTo>
                <a:cubicBezTo>
                  <a:pt x="125730" y="125204"/>
                  <a:pt x="126907" y="128085"/>
                  <a:pt x="129262" y="130451"/>
                </a:cubicBezTo>
                <a:cubicBezTo>
                  <a:pt x="131365" y="132542"/>
                  <a:pt x="134108" y="133594"/>
                  <a:pt x="137514" y="133594"/>
                </a:cubicBezTo>
                <a:lnTo>
                  <a:pt x="192527" y="133594"/>
                </a:lnTo>
                <a:close/>
                <a:moveTo>
                  <a:pt x="188595" y="179954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0" name="圖說"/>
          <p:cNvSpPr/>
          <p:nvPr/>
        </p:nvSpPr>
        <p:spPr>
          <a:xfrm>
            <a:off x="2049742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節省</a:t>
            </a:r>
            <a:endParaRPr lang="en-US" sz="950" dirty="0"/>
          </a:p>
        </p:txBody>
      </p:sp>
      <p:sp>
        <p:nvSpPr>
          <p:cNvPr id="211" name="圖示 財務"/>
          <p:cNvSpPr/>
          <p:nvPr/>
        </p:nvSpPr>
        <p:spPr>
          <a:xfrm>
            <a:off x="2924108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83302" y="270708"/>
                </a:moveTo>
                <a:lnTo>
                  <a:pt x="83302" y="161094"/>
                </a:lnTo>
                <a:cubicBezTo>
                  <a:pt x="83302" y="157688"/>
                  <a:pt x="84479" y="154934"/>
                  <a:pt x="86834" y="152842"/>
                </a:cubicBezTo>
                <a:cubicBezTo>
                  <a:pt x="88925" y="150487"/>
                  <a:pt x="91680" y="149310"/>
                  <a:pt x="95086" y="149310"/>
                </a:cubicBezTo>
                <a:cubicBezTo>
                  <a:pt x="98492" y="149310"/>
                  <a:pt x="101373" y="150487"/>
                  <a:pt x="103727" y="152842"/>
                </a:cubicBezTo>
                <a:cubicBezTo>
                  <a:pt x="105819" y="154934"/>
                  <a:pt x="106871" y="157688"/>
                  <a:pt x="106871" y="161094"/>
                </a:cubicBezTo>
                <a:lnTo>
                  <a:pt x="106871" y="270708"/>
                </a:lnTo>
                <a:cubicBezTo>
                  <a:pt x="106871" y="274114"/>
                  <a:pt x="105693" y="276869"/>
                  <a:pt x="103339" y="278961"/>
                </a:cubicBezTo>
                <a:cubicBezTo>
                  <a:pt x="101236" y="281327"/>
                  <a:pt x="98492" y="282504"/>
                  <a:pt x="95086" y="282504"/>
                </a:cubicBezTo>
                <a:cubicBezTo>
                  <a:pt x="91680" y="282504"/>
                  <a:pt x="88925" y="281327"/>
                  <a:pt x="86834" y="278961"/>
                </a:cubicBezTo>
                <a:cubicBezTo>
                  <a:pt x="84479" y="276869"/>
                  <a:pt x="83302" y="274114"/>
                  <a:pt x="83302" y="270708"/>
                </a:cubicBezTo>
                <a:close/>
                <a:moveTo>
                  <a:pt x="178377" y="270708"/>
                </a:moveTo>
                <a:lnTo>
                  <a:pt x="178377" y="161094"/>
                </a:lnTo>
                <a:cubicBezTo>
                  <a:pt x="178377" y="157688"/>
                  <a:pt x="179554" y="154934"/>
                  <a:pt x="181920" y="152842"/>
                </a:cubicBezTo>
                <a:cubicBezTo>
                  <a:pt x="184012" y="150487"/>
                  <a:pt x="186766" y="149310"/>
                  <a:pt x="190172" y="149310"/>
                </a:cubicBezTo>
                <a:cubicBezTo>
                  <a:pt x="193567" y="149310"/>
                  <a:pt x="196459" y="150487"/>
                  <a:pt x="198813" y="152842"/>
                </a:cubicBezTo>
                <a:cubicBezTo>
                  <a:pt x="200905" y="154934"/>
                  <a:pt x="201957" y="157688"/>
                  <a:pt x="201957" y="161094"/>
                </a:cubicBezTo>
                <a:lnTo>
                  <a:pt x="201957" y="270708"/>
                </a:lnTo>
                <a:cubicBezTo>
                  <a:pt x="201957" y="274114"/>
                  <a:pt x="200779" y="276869"/>
                  <a:pt x="198413" y="278961"/>
                </a:cubicBezTo>
                <a:cubicBezTo>
                  <a:pt x="196322" y="281327"/>
                  <a:pt x="193567" y="282504"/>
                  <a:pt x="190172" y="282504"/>
                </a:cubicBezTo>
                <a:cubicBezTo>
                  <a:pt x="186766" y="282504"/>
                  <a:pt x="184012" y="281327"/>
                  <a:pt x="181920" y="278961"/>
                </a:cubicBezTo>
                <a:cubicBezTo>
                  <a:pt x="179554" y="276869"/>
                  <a:pt x="178377" y="274114"/>
                  <a:pt x="178377" y="270708"/>
                </a:cubicBezTo>
                <a:close/>
                <a:moveTo>
                  <a:pt x="43217" y="329653"/>
                </a:moveTo>
                <a:cubicBezTo>
                  <a:pt x="39811" y="329653"/>
                  <a:pt x="37067" y="328475"/>
                  <a:pt x="34964" y="326109"/>
                </a:cubicBezTo>
                <a:cubicBezTo>
                  <a:pt x="32610" y="324018"/>
                  <a:pt x="31433" y="321263"/>
                  <a:pt x="31433" y="317857"/>
                </a:cubicBezTo>
                <a:cubicBezTo>
                  <a:pt x="31433" y="314451"/>
                  <a:pt x="32610" y="311708"/>
                  <a:pt x="34964" y="309616"/>
                </a:cubicBezTo>
                <a:cubicBezTo>
                  <a:pt x="37067" y="307250"/>
                  <a:pt x="39811" y="306073"/>
                  <a:pt x="43217" y="306073"/>
                </a:cubicBezTo>
                <a:lnTo>
                  <a:pt x="333973" y="306073"/>
                </a:lnTo>
                <a:cubicBezTo>
                  <a:pt x="337379" y="306073"/>
                  <a:pt x="340123" y="307250"/>
                  <a:pt x="342226" y="309616"/>
                </a:cubicBezTo>
                <a:cubicBezTo>
                  <a:pt x="344580" y="311708"/>
                  <a:pt x="345758" y="314451"/>
                  <a:pt x="345758" y="317857"/>
                </a:cubicBezTo>
                <a:cubicBezTo>
                  <a:pt x="345758" y="321263"/>
                  <a:pt x="344580" y="324143"/>
                  <a:pt x="342226" y="326509"/>
                </a:cubicBezTo>
                <a:cubicBezTo>
                  <a:pt x="340123" y="328601"/>
                  <a:pt x="337379" y="329653"/>
                  <a:pt x="333973" y="329653"/>
                </a:cubicBezTo>
                <a:lnTo>
                  <a:pt x="43217" y="329653"/>
                </a:lnTo>
                <a:close/>
                <a:moveTo>
                  <a:pt x="270320" y="270708"/>
                </a:moveTo>
                <a:lnTo>
                  <a:pt x="270320" y="161094"/>
                </a:lnTo>
                <a:cubicBezTo>
                  <a:pt x="270320" y="157688"/>
                  <a:pt x="271497" y="154934"/>
                  <a:pt x="273851" y="152842"/>
                </a:cubicBezTo>
                <a:cubicBezTo>
                  <a:pt x="275954" y="150487"/>
                  <a:pt x="278698" y="149310"/>
                  <a:pt x="282104" y="149310"/>
                </a:cubicBezTo>
                <a:cubicBezTo>
                  <a:pt x="285510" y="149310"/>
                  <a:pt x="288390" y="150487"/>
                  <a:pt x="290756" y="152842"/>
                </a:cubicBezTo>
                <a:cubicBezTo>
                  <a:pt x="292848" y="154934"/>
                  <a:pt x="293900" y="157688"/>
                  <a:pt x="293900" y="161094"/>
                </a:cubicBezTo>
                <a:lnTo>
                  <a:pt x="293900" y="270708"/>
                </a:lnTo>
                <a:cubicBezTo>
                  <a:pt x="293900" y="274114"/>
                  <a:pt x="292711" y="276869"/>
                  <a:pt x="290356" y="278961"/>
                </a:cubicBezTo>
                <a:cubicBezTo>
                  <a:pt x="288265" y="281327"/>
                  <a:pt x="285510" y="282504"/>
                  <a:pt x="282104" y="282504"/>
                </a:cubicBezTo>
                <a:cubicBezTo>
                  <a:pt x="278698" y="282504"/>
                  <a:pt x="275954" y="281327"/>
                  <a:pt x="273851" y="278961"/>
                </a:cubicBezTo>
                <a:cubicBezTo>
                  <a:pt x="271497" y="276869"/>
                  <a:pt x="270320" y="274114"/>
                  <a:pt x="270320" y="270708"/>
                </a:cubicBezTo>
                <a:close/>
                <a:moveTo>
                  <a:pt x="335539" y="125730"/>
                </a:moveTo>
                <a:lnTo>
                  <a:pt x="40474" y="125730"/>
                </a:lnTo>
                <a:cubicBezTo>
                  <a:pt x="37845" y="125730"/>
                  <a:pt x="35753" y="124816"/>
                  <a:pt x="34187" y="122975"/>
                </a:cubicBezTo>
                <a:cubicBezTo>
                  <a:pt x="32347" y="121409"/>
                  <a:pt x="31433" y="119318"/>
                  <a:pt x="31433" y="116689"/>
                </a:cubicBezTo>
                <a:lnTo>
                  <a:pt x="31433" y="110014"/>
                </a:lnTo>
                <a:cubicBezTo>
                  <a:pt x="31433" y="108448"/>
                  <a:pt x="31958" y="106996"/>
                  <a:pt x="33010" y="105693"/>
                </a:cubicBezTo>
                <a:cubicBezTo>
                  <a:pt x="33787" y="104116"/>
                  <a:pt x="34839" y="102939"/>
                  <a:pt x="36153" y="102161"/>
                </a:cubicBezTo>
                <a:lnTo>
                  <a:pt x="176811" y="22003"/>
                </a:lnTo>
                <a:cubicBezTo>
                  <a:pt x="180480" y="19911"/>
                  <a:pt x="184400" y="18860"/>
                  <a:pt x="188595" y="18860"/>
                </a:cubicBezTo>
                <a:cubicBezTo>
                  <a:pt x="192790" y="18860"/>
                  <a:pt x="196710" y="19911"/>
                  <a:pt x="200379" y="22003"/>
                </a:cubicBezTo>
                <a:lnTo>
                  <a:pt x="340648" y="101761"/>
                </a:lnTo>
                <a:cubicBezTo>
                  <a:pt x="342226" y="102813"/>
                  <a:pt x="343529" y="104116"/>
                  <a:pt x="344580" y="105693"/>
                </a:cubicBezTo>
                <a:cubicBezTo>
                  <a:pt x="345369" y="107259"/>
                  <a:pt x="345758" y="109099"/>
                  <a:pt x="345758" y="111191"/>
                </a:cubicBezTo>
                <a:lnTo>
                  <a:pt x="345758" y="115123"/>
                </a:lnTo>
                <a:cubicBezTo>
                  <a:pt x="345758" y="118003"/>
                  <a:pt x="344843" y="120495"/>
                  <a:pt x="343003" y="122587"/>
                </a:cubicBezTo>
                <a:cubicBezTo>
                  <a:pt x="340911" y="124678"/>
                  <a:pt x="338419" y="125730"/>
                  <a:pt x="335539" y="125730"/>
                </a:cubicBezTo>
                <a:close/>
                <a:moveTo>
                  <a:pt x="84079" y="102161"/>
                </a:moveTo>
                <a:lnTo>
                  <a:pt x="293111" y="102161"/>
                </a:lnTo>
                <a:lnTo>
                  <a:pt x="188595" y="42440"/>
                </a:lnTo>
                <a:lnTo>
                  <a:pt x="84079" y="102161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2" name="圖說"/>
          <p:cNvSpPr/>
          <p:nvPr/>
        </p:nvSpPr>
        <p:spPr>
          <a:xfrm>
            <a:off x="2743143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</a:t>
            </a:r>
            <a:endParaRPr lang="en-US" sz="950" dirty="0"/>
          </a:p>
        </p:txBody>
      </p:sp>
      <p:sp>
        <p:nvSpPr>
          <p:cNvPr id="213" name="圖示 辦公室"/>
          <p:cNvSpPr/>
          <p:nvPr/>
        </p:nvSpPr>
        <p:spPr>
          <a:xfrm>
            <a:off x="3617509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70729" y="330041"/>
                </a:moveTo>
                <a:cubicBezTo>
                  <a:pt x="64179" y="330041"/>
                  <a:pt x="58670" y="327687"/>
                  <a:pt x="54224" y="322966"/>
                </a:cubicBezTo>
                <a:cubicBezTo>
                  <a:pt x="49503" y="318520"/>
                  <a:pt x="47149" y="313011"/>
                  <a:pt x="47149" y="306473"/>
                </a:cubicBezTo>
                <a:lnTo>
                  <a:pt x="47149" y="135548"/>
                </a:lnTo>
                <a:cubicBezTo>
                  <a:pt x="47149" y="128999"/>
                  <a:pt x="49503" y="123501"/>
                  <a:pt x="54224" y="119055"/>
                </a:cubicBezTo>
                <a:cubicBezTo>
                  <a:pt x="58670" y="114334"/>
                  <a:pt x="64179" y="111980"/>
                  <a:pt x="70729" y="111980"/>
                </a:cubicBezTo>
                <a:lnTo>
                  <a:pt x="111980" y="111980"/>
                </a:lnTo>
                <a:lnTo>
                  <a:pt x="111980" y="70729"/>
                </a:lnTo>
                <a:cubicBezTo>
                  <a:pt x="111980" y="64179"/>
                  <a:pt x="114334" y="58670"/>
                  <a:pt x="119055" y="54224"/>
                </a:cubicBezTo>
                <a:cubicBezTo>
                  <a:pt x="123501" y="49503"/>
                  <a:pt x="128999" y="47149"/>
                  <a:pt x="135548" y="47149"/>
                </a:cubicBezTo>
                <a:lnTo>
                  <a:pt x="241642" y="47149"/>
                </a:lnTo>
                <a:cubicBezTo>
                  <a:pt x="248191" y="47149"/>
                  <a:pt x="253689" y="49503"/>
                  <a:pt x="258135" y="54224"/>
                </a:cubicBezTo>
                <a:cubicBezTo>
                  <a:pt x="262856" y="58670"/>
                  <a:pt x="265210" y="64179"/>
                  <a:pt x="265210" y="70729"/>
                </a:cubicBezTo>
                <a:lnTo>
                  <a:pt x="265210" y="176811"/>
                </a:lnTo>
                <a:lnTo>
                  <a:pt x="306473" y="176811"/>
                </a:lnTo>
                <a:cubicBezTo>
                  <a:pt x="313011" y="176811"/>
                  <a:pt x="318520" y="179165"/>
                  <a:pt x="322966" y="183886"/>
                </a:cubicBezTo>
                <a:cubicBezTo>
                  <a:pt x="327687" y="188332"/>
                  <a:pt x="330041" y="193830"/>
                  <a:pt x="330041" y="200379"/>
                </a:cubicBezTo>
                <a:lnTo>
                  <a:pt x="330041" y="306473"/>
                </a:lnTo>
                <a:cubicBezTo>
                  <a:pt x="330041" y="313011"/>
                  <a:pt x="327687" y="318520"/>
                  <a:pt x="322966" y="322966"/>
                </a:cubicBezTo>
                <a:cubicBezTo>
                  <a:pt x="318520" y="327687"/>
                  <a:pt x="313011" y="330041"/>
                  <a:pt x="306473" y="330041"/>
                </a:cubicBezTo>
                <a:lnTo>
                  <a:pt x="209420" y="330041"/>
                </a:lnTo>
                <a:lnTo>
                  <a:pt x="209420" y="265210"/>
                </a:lnTo>
                <a:lnTo>
                  <a:pt x="167770" y="265210"/>
                </a:lnTo>
                <a:lnTo>
                  <a:pt x="167770" y="330041"/>
                </a:lnTo>
                <a:lnTo>
                  <a:pt x="70729" y="330041"/>
                </a:lnTo>
                <a:close/>
                <a:moveTo>
                  <a:pt x="70729" y="306473"/>
                </a:moveTo>
                <a:lnTo>
                  <a:pt x="111980" y="306473"/>
                </a:lnTo>
                <a:lnTo>
                  <a:pt x="111980" y="265210"/>
                </a:lnTo>
                <a:lnTo>
                  <a:pt x="70729" y="265210"/>
                </a:lnTo>
                <a:lnTo>
                  <a:pt x="70729" y="306473"/>
                </a:lnTo>
                <a:close/>
                <a:moveTo>
                  <a:pt x="70729" y="241642"/>
                </a:moveTo>
                <a:lnTo>
                  <a:pt x="111980" y="241642"/>
                </a:lnTo>
                <a:lnTo>
                  <a:pt x="111980" y="200379"/>
                </a:lnTo>
                <a:lnTo>
                  <a:pt x="70729" y="200379"/>
                </a:lnTo>
                <a:lnTo>
                  <a:pt x="70729" y="241642"/>
                </a:lnTo>
                <a:close/>
                <a:moveTo>
                  <a:pt x="70729" y="176811"/>
                </a:moveTo>
                <a:lnTo>
                  <a:pt x="111980" y="176811"/>
                </a:lnTo>
                <a:lnTo>
                  <a:pt x="111980" y="135548"/>
                </a:lnTo>
                <a:lnTo>
                  <a:pt x="70729" y="135548"/>
                </a:lnTo>
                <a:lnTo>
                  <a:pt x="70729" y="176811"/>
                </a:lnTo>
                <a:close/>
                <a:moveTo>
                  <a:pt x="135548" y="241642"/>
                </a:moveTo>
                <a:lnTo>
                  <a:pt x="176811" y="241642"/>
                </a:lnTo>
                <a:lnTo>
                  <a:pt x="176811" y="200379"/>
                </a:lnTo>
                <a:lnTo>
                  <a:pt x="135548" y="200379"/>
                </a:lnTo>
                <a:lnTo>
                  <a:pt x="135548" y="241642"/>
                </a:lnTo>
                <a:close/>
                <a:moveTo>
                  <a:pt x="135548" y="176811"/>
                </a:moveTo>
                <a:lnTo>
                  <a:pt x="176811" y="176811"/>
                </a:lnTo>
                <a:lnTo>
                  <a:pt x="176811" y="135548"/>
                </a:lnTo>
                <a:lnTo>
                  <a:pt x="135548" y="135548"/>
                </a:lnTo>
                <a:lnTo>
                  <a:pt x="135548" y="176811"/>
                </a:lnTo>
                <a:close/>
                <a:moveTo>
                  <a:pt x="135548" y="111980"/>
                </a:moveTo>
                <a:lnTo>
                  <a:pt x="176811" y="111980"/>
                </a:lnTo>
                <a:lnTo>
                  <a:pt x="176811" y="70729"/>
                </a:lnTo>
                <a:lnTo>
                  <a:pt x="135548" y="70729"/>
                </a:lnTo>
                <a:lnTo>
                  <a:pt x="135548" y="111980"/>
                </a:lnTo>
                <a:close/>
                <a:moveTo>
                  <a:pt x="200379" y="241642"/>
                </a:moveTo>
                <a:lnTo>
                  <a:pt x="241642" y="241642"/>
                </a:lnTo>
                <a:lnTo>
                  <a:pt x="241642" y="200379"/>
                </a:lnTo>
                <a:lnTo>
                  <a:pt x="200379" y="200379"/>
                </a:lnTo>
                <a:lnTo>
                  <a:pt x="200379" y="241642"/>
                </a:lnTo>
                <a:close/>
                <a:moveTo>
                  <a:pt x="200379" y="176811"/>
                </a:moveTo>
                <a:lnTo>
                  <a:pt x="241642" y="176811"/>
                </a:lnTo>
                <a:lnTo>
                  <a:pt x="241642" y="135548"/>
                </a:lnTo>
                <a:lnTo>
                  <a:pt x="200379" y="135548"/>
                </a:lnTo>
                <a:lnTo>
                  <a:pt x="200379" y="176811"/>
                </a:lnTo>
                <a:close/>
                <a:moveTo>
                  <a:pt x="200379" y="111980"/>
                </a:moveTo>
                <a:lnTo>
                  <a:pt x="241642" y="111980"/>
                </a:lnTo>
                <a:lnTo>
                  <a:pt x="241642" y="70729"/>
                </a:lnTo>
                <a:lnTo>
                  <a:pt x="200379" y="70729"/>
                </a:lnTo>
                <a:lnTo>
                  <a:pt x="200379" y="111980"/>
                </a:lnTo>
                <a:close/>
                <a:moveTo>
                  <a:pt x="265210" y="306473"/>
                </a:moveTo>
                <a:lnTo>
                  <a:pt x="306473" y="306473"/>
                </a:lnTo>
                <a:lnTo>
                  <a:pt x="306473" y="265210"/>
                </a:lnTo>
                <a:lnTo>
                  <a:pt x="265210" y="265210"/>
                </a:lnTo>
                <a:lnTo>
                  <a:pt x="265210" y="306473"/>
                </a:lnTo>
                <a:close/>
                <a:moveTo>
                  <a:pt x="265210" y="241642"/>
                </a:moveTo>
                <a:lnTo>
                  <a:pt x="306473" y="241642"/>
                </a:lnTo>
                <a:lnTo>
                  <a:pt x="306473" y="200379"/>
                </a:lnTo>
                <a:lnTo>
                  <a:pt x="265210" y="200379"/>
                </a:lnTo>
                <a:lnTo>
                  <a:pt x="265210" y="241642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4" name="圖說"/>
          <p:cNvSpPr/>
          <p:nvPr/>
        </p:nvSpPr>
        <p:spPr>
          <a:xfrm>
            <a:off x="3436544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辦公室</a:t>
            </a:r>
            <a:endParaRPr lang="en-US" sz="950" dirty="0"/>
          </a:p>
        </p:txBody>
      </p:sp>
      <p:sp>
        <p:nvSpPr>
          <p:cNvPr id="215" name="圖示 公告"/>
          <p:cNvSpPr/>
          <p:nvPr/>
        </p:nvSpPr>
        <p:spPr>
          <a:xfrm>
            <a:off x="4310910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333973" y="200379"/>
                </a:moveTo>
                <a:lnTo>
                  <a:pt x="298609" y="200379"/>
                </a:lnTo>
                <a:cubicBezTo>
                  <a:pt x="295203" y="200379"/>
                  <a:pt x="292448" y="199202"/>
                  <a:pt x="290356" y="196847"/>
                </a:cubicBezTo>
                <a:cubicBezTo>
                  <a:pt x="288002" y="194756"/>
                  <a:pt x="286824" y="192001"/>
                  <a:pt x="286824" y="188595"/>
                </a:cubicBezTo>
                <a:cubicBezTo>
                  <a:pt x="286824" y="185189"/>
                  <a:pt x="288002" y="182434"/>
                  <a:pt x="290356" y="180343"/>
                </a:cubicBezTo>
                <a:cubicBezTo>
                  <a:pt x="292448" y="177988"/>
                  <a:pt x="295203" y="176811"/>
                  <a:pt x="298609" y="176811"/>
                </a:cubicBezTo>
                <a:lnTo>
                  <a:pt x="333973" y="176811"/>
                </a:lnTo>
                <a:cubicBezTo>
                  <a:pt x="337379" y="176811"/>
                  <a:pt x="340123" y="177988"/>
                  <a:pt x="342226" y="180343"/>
                </a:cubicBezTo>
                <a:cubicBezTo>
                  <a:pt x="344580" y="182434"/>
                  <a:pt x="345758" y="185189"/>
                  <a:pt x="345758" y="188595"/>
                </a:cubicBezTo>
                <a:cubicBezTo>
                  <a:pt x="345758" y="192001"/>
                  <a:pt x="344580" y="194882"/>
                  <a:pt x="342226" y="197236"/>
                </a:cubicBezTo>
                <a:cubicBezTo>
                  <a:pt x="340123" y="199339"/>
                  <a:pt x="337379" y="200379"/>
                  <a:pt x="333973" y="200379"/>
                </a:cubicBezTo>
                <a:close/>
                <a:moveTo>
                  <a:pt x="265999" y="269531"/>
                </a:moveTo>
                <a:cubicBezTo>
                  <a:pt x="268091" y="266913"/>
                  <a:pt x="270708" y="265347"/>
                  <a:pt x="273851" y="264822"/>
                </a:cubicBezTo>
                <a:cubicBezTo>
                  <a:pt x="276995" y="264296"/>
                  <a:pt x="279875" y="265085"/>
                  <a:pt x="282504" y="267176"/>
                </a:cubicBezTo>
                <a:lnTo>
                  <a:pt x="311182" y="288390"/>
                </a:lnTo>
                <a:cubicBezTo>
                  <a:pt x="313799" y="290493"/>
                  <a:pt x="315377" y="293111"/>
                  <a:pt x="315902" y="296254"/>
                </a:cubicBezTo>
                <a:cubicBezTo>
                  <a:pt x="316417" y="299397"/>
                  <a:pt x="315639" y="302278"/>
                  <a:pt x="313536" y="304895"/>
                </a:cubicBezTo>
                <a:cubicBezTo>
                  <a:pt x="311445" y="307513"/>
                  <a:pt x="308827" y="309090"/>
                  <a:pt x="305684" y="309616"/>
                </a:cubicBezTo>
                <a:cubicBezTo>
                  <a:pt x="302541" y="310130"/>
                  <a:pt x="299660" y="309353"/>
                  <a:pt x="297043" y="307250"/>
                </a:cubicBezTo>
                <a:lnTo>
                  <a:pt x="268354" y="286036"/>
                </a:lnTo>
                <a:cubicBezTo>
                  <a:pt x="265736" y="283944"/>
                  <a:pt x="264159" y="281327"/>
                  <a:pt x="263644" y="278183"/>
                </a:cubicBezTo>
                <a:cubicBezTo>
                  <a:pt x="263119" y="275040"/>
                  <a:pt x="263907" y="272148"/>
                  <a:pt x="265999" y="269531"/>
                </a:cubicBezTo>
                <a:close/>
                <a:moveTo>
                  <a:pt x="311182" y="88800"/>
                </a:moveTo>
                <a:lnTo>
                  <a:pt x="283681" y="109625"/>
                </a:lnTo>
                <a:cubicBezTo>
                  <a:pt x="281064" y="111717"/>
                  <a:pt x="278183" y="112505"/>
                  <a:pt x="275040" y="111980"/>
                </a:cubicBezTo>
                <a:cubicBezTo>
                  <a:pt x="271897" y="111454"/>
                  <a:pt x="269268" y="109888"/>
                  <a:pt x="267176" y="107259"/>
                </a:cubicBezTo>
                <a:cubicBezTo>
                  <a:pt x="265085" y="104642"/>
                  <a:pt x="264296" y="101761"/>
                  <a:pt x="264822" y="98618"/>
                </a:cubicBezTo>
                <a:cubicBezTo>
                  <a:pt x="265347" y="95475"/>
                  <a:pt x="266913" y="92857"/>
                  <a:pt x="269531" y="90766"/>
                </a:cubicBezTo>
                <a:lnTo>
                  <a:pt x="297043" y="69940"/>
                </a:lnTo>
                <a:cubicBezTo>
                  <a:pt x="299660" y="67837"/>
                  <a:pt x="302541" y="67060"/>
                  <a:pt x="305684" y="67586"/>
                </a:cubicBezTo>
                <a:cubicBezTo>
                  <a:pt x="308827" y="68100"/>
                  <a:pt x="311445" y="69677"/>
                  <a:pt x="313536" y="72295"/>
                </a:cubicBezTo>
                <a:cubicBezTo>
                  <a:pt x="315639" y="74912"/>
                  <a:pt x="316417" y="77793"/>
                  <a:pt x="315902" y="80936"/>
                </a:cubicBezTo>
                <a:cubicBezTo>
                  <a:pt x="315377" y="84079"/>
                  <a:pt x="313799" y="86697"/>
                  <a:pt x="311182" y="88800"/>
                </a:cubicBezTo>
                <a:close/>
                <a:moveTo>
                  <a:pt x="82513" y="235744"/>
                </a:moveTo>
                <a:lnTo>
                  <a:pt x="55013" y="235744"/>
                </a:lnTo>
                <a:cubicBezTo>
                  <a:pt x="48463" y="235744"/>
                  <a:pt x="42954" y="233389"/>
                  <a:pt x="38508" y="228669"/>
                </a:cubicBezTo>
                <a:cubicBezTo>
                  <a:pt x="33787" y="224222"/>
                  <a:pt x="31433" y="218713"/>
                  <a:pt x="31433" y="212175"/>
                </a:cubicBezTo>
                <a:lnTo>
                  <a:pt x="31433" y="165026"/>
                </a:lnTo>
                <a:cubicBezTo>
                  <a:pt x="31433" y="158477"/>
                  <a:pt x="33787" y="152968"/>
                  <a:pt x="38508" y="148521"/>
                </a:cubicBezTo>
                <a:cubicBezTo>
                  <a:pt x="42954" y="143801"/>
                  <a:pt x="48463" y="141446"/>
                  <a:pt x="55013" y="141446"/>
                </a:cubicBezTo>
                <a:lnTo>
                  <a:pt x="125730" y="141446"/>
                </a:lnTo>
                <a:lnTo>
                  <a:pt x="186629" y="104905"/>
                </a:lnTo>
                <a:cubicBezTo>
                  <a:pt x="190561" y="102550"/>
                  <a:pt x="194493" y="102550"/>
                  <a:pt x="198413" y="104905"/>
                </a:cubicBezTo>
                <a:cubicBezTo>
                  <a:pt x="202345" y="107259"/>
                  <a:pt x="204311" y="110665"/>
                  <a:pt x="204311" y="115123"/>
                </a:cubicBezTo>
                <a:lnTo>
                  <a:pt x="204311" y="262067"/>
                </a:lnTo>
                <a:cubicBezTo>
                  <a:pt x="204311" y="266525"/>
                  <a:pt x="202345" y="269931"/>
                  <a:pt x="198413" y="272285"/>
                </a:cubicBezTo>
                <a:cubicBezTo>
                  <a:pt x="194493" y="274640"/>
                  <a:pt x="190561" y="274640"/>
                  <a:pt x="186629" y="272285"/>
                </a:cubicBezTo>
                <a:lnTo>
                  <a:pt x="125730" y="235744"/>
                </a:lnTo>
                <a:lnTo>
                  <a:pt x="106082" y="235744"/>
                </a:lnTo>
                <a:lnTo>
                  <a:pt x="106082" y="286824"/>
                </a:lnTo>
                <a:cubicBezTo>
                  <a:pt x="106082" y="290231"/>
                  <a:pt x="104905" y="292974"/>
                  <a:pt x="102550" y="295077"/>
                </a:cubicBezTo>
                <a:cubicBezTo>
                  <a:pt x="100458" y="297431"/>
                  <a:pt x="97704" y="298609"/>
                  <a:pt x="94298" y="298609"/>
                </a:cubicBezTo>
                <a:cubicBezTo>
                  <a:pt x="90891" y="298609"/>
                  <a:pt x="88137" y="297431"/>
                  <a:pt x="86045" y="295077"/>
                </a:cubicBezTo>
                <a:cubicBezTo>
                  <a:pt x="83690" y="292974"/>
                  <a:pt x="82513" y="290231"/>
                  <a:pt x="82513" y="286824"/>
                </a:cubicBezTo>
                <a:lnTo>
                  <a:pt x="82513" y="235744"/>
                </a:lnTo>
                <a:close/>
                <a:moveTo>
                  <a:pt x="180743" y="241242"/>
                </a:moveTo>
                <a:lnTo>
                  <a:pt x="180743" y="135948"/>
                </a:lnTo>
                <a:lnTo>
                  <a:pt x="132017" y="165026"/>
                </a:lnTo>
                <a:lnTo>
                  <a:pt x="55013" y="165026"/>
                </a:lnTo>
                <a:lnTo>
                  <a:pt x="55013" y="212175"/>
                </a:lnTo>
                <a:lnTo>
                  <a:pt x="132017" y="212175"/>
                </a:lnTo>
                <a:lnTo>
                  <a:pt x="180743" y="241242"/>
                </a:lnTo>
                <a:close/>
                <a:moveTo>
                  <a:pt x="220028" y="241242"/>
                </a:moveTo>
                <a:lnTo>
                  <a:pt x="220028" y="135948"/>
                </a:lnTo>
                <a:cubicBezTo>
                  <a:pt x="227103" y="142235"/>
                  <a:pt x="232863" y="149962"/>
                  <a:pt x="237321" y="159128"/>
                </a:cubicBezTo>
                <a:cubicBezTo>
                  <a:pt x="241504" y="168032"/>
                  <a:pt x="243608" y="177851"/>
                  <a:pt x="243608" y="188595"/>
                </a:cubicBezTo>
                <a:cubicBezTo>
                  <a:pt x="243608" y="199339"/>
                  <a:pt x="241504" y="209283"/>
                  <a:pt x="237321" y="218462"/>
                </a:cubicBezTo>
                <a:cubicBezTo>
                  <a:pt x="232863" y="227366"/>
                  <a:pt x="227103" y="234955"/>
                  <a:pt x="220028" y="241242"/>
                </a:cubicBezTo>
                <a:close/>
                <a:moveTo>
                  <a:pt x="117878" y="188595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6" name="圖說"/>
          <p:cNvSpPr/>
          <p:nvPr/>
        </p:nvSpPr>
        <p:spPr>
          <a:xfrm>
            <a:off x="4129945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公告</a:t>
            </a:r>
            <a:endParaRPr lang="en-US" sz="950" dirty="0"/>
          </a:p>
        </p:txBody>
      </p:sp>
      <p:sp>
        <p:nvSpPr>
          <p:cNvPr id="217" name="圖示 郵件"/>
          <p:cNvSpPr/>
          <p:nvPr/>
        </p:nvSpPr>
        <p:spPr>
          <a:xfrm>
            <a:off x="5004311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55013" y="314325"/>
                </a:moveTo>
                <a:cubicBezTo>
                  <a:pt x="48726" y="314325"/>
                  <a:pt x="43217" y="311970"/>
                  <a:pt x="38508" y="307250"/>
                </a:cubicBezTo>
                <a:cubicBezTo>
                  <a:pt x="33787" y="302541"/>
                  <a:pt x="31433" y="297043"/>
                  <a:pt x="31433" y="290756"/>
                </a:cubicBezTo>
                <a:lnTo>
                  <a:pt x="31433" y="86445"/>
                </a:lnTo>
                <a:cubicBezTo>
                  <a:pt x="31433" y="80159"/>
                  <a:pt x="33787" y="74649"/>
                  <a:pt x="38508" y="69940"/>
                </a:cubicBezTo>
                <a:cubicBezTo>
                  <a:pt x="43217" y="65220"/>
                  <a:pt x="48726" y="62865"/>
                  <a:pt x="55013" y="62865"/>
                </a:cubicBezTo>
                <a:lnTo>
                  <a:pt x="322189" y="62865"/>
                </a:lnTo>
                <a:cubicBezTo>
                  <a:pt x="328475" y="62865"/>
                  <a:pt x="333973" y="65220"/>
                  <a:pt x="338682" y="69940"/>
                </a:cubicBezTo>
                <a:cubicBezTo>
                  <a:pt x="343403" y="74649"/>
                  <a:pt x="345758" y="80159"/>
                  <a:pt x="345758" y="86445"/>
                </a:cubicBezTo>
                <a:lnTo>
                  <a:pt x="345758" y="290756"/>
                </a:lnTo>
                <a:cubicBezTo>
                  <a:pt x="345758" y="297043"/>
                  <a:pt x="343403" y="302541"/>
                  <a:pt x="338682" y="307250"/>
                </a:cubicBezTo>
                <a:cubicBezTo>
                  <a:pt x="333973" y="311970"/>
                  <a:pt x="328475" y="314325"/>
                  <a:pt x="322189" y="314325"/>
                </a:cubicBezTo>
                <a:lnTo>
                  <a:pt x="55013" y="314325"/>
                </a:lnTo>
                <a:close/>
                <a:moveTo>
                  <a:pt x="322189" y="108048"/>
                </a:moveTo>
                <a:lnTo>
                  <a:pt x="194882" y="191350"/>
                </a:lnTo>
                <a:cubicBezTo>
                  <a:pt x="193830" y="191864"/>
                  <a:pt x="192916" y="192390"/>
                  <a:pt x="192127" y="192916"/>
                </a:cubicBezTo>
                <a:cubicBezTo>
                  <a:pt x="191087" y="193178"/>
                  <a:pt x="189909" y="193316"/>
                  <a:pt x="188595" y="193316"/>
                </a:cubicBezTo>
                <a:cubicBezTo>
                  <a:pt x="187281" y="193316"/>
                  <a:pt x="186240" y="193178"/>
                  <a:pt x="185452" y="192916"/>
                </a:cubicBezTo>
                <a:cubicBezTo>
                  <a:pt x="184400" y="192390"/>
                  <a:pt x="183360" y="191864"/>
                  <a:pt x="182309" y="191350"/>
                </a:cubicBezTo>
                <a:lnTo>
                  <a:pt x="55013" y="108048"/>
                </a:lnTo>
                <a:lnTo>
                  <a:pt x="55013" y="290756"/>
                </a:lnTo>
                <a:lnTo>
                  <a:pt x="322189" y="290756"/>
                </a:lnTo>
                <a:lnTo>
                  <a:pt x="322189" y="108048"/>
                </a:lnTo>
                <a:close/>
                <a:moveTo>
                  <a:pt x="188595" y="172090"/>
                </a:moveTo>
                <a:lnTo>
                  <a:pt x="320612" y="86445"/>
                </a:lnTo>
                <a:lnTo>
                  <a:pt x="56967" y="86445"/>
                </a:lnTo>
                <a:lnTo>
                  <a:pt x="188595" y="172090"/>
                </a:lnTo>
                <a:close/>
                <a:moveTo>
                  <a:pt x="55013" y="108048"/>
                </a:moveTo>
                <a:lnTo>
                  <a:pt x="55013" y="110802"/>
                </a:lnTo>
                <a:lnTo>
                  <a:pt x="55013" y="95475"/>
                </a:lnTo>
                <a:lnTo>
                  <a:pt x="55013" y="86445"/>
                </a:lnTo>
                <a:lnTo>
                  <a:pt x="55013" y="95475"/>
                </a:lnTo>
                <a:lnTo>
                  <a:pt x="55013" y="95086"/>
                </a:lnTo>
                <a:lnTo>
                  <a:pt x="55013" y="110802"/>
                </a:lnTo>
                <a:lnTo>
                  <a:pt x="55013" y="108048"/>
                </a:lnTo>
                <a:lnTo>
                  <a:pt x="55013" y="290756"/>
                </a:lnTo>
                <a:lnTo>
                  <a:pt x="55013" y="108048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8" name="圖說"/>
          <p:cNvSpPr/>
          <p:nvPr/>
        </p:nvSpPr>
        <p:spPr>
          <a:xfrm>
            <a:off x="4823346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郵件</a:t>
            </a:r>
            <a:endParaRPr lang="en-US" sz="950" dirty="0"/>
          </a:p>
        </p:txBody>
      </p:sp>
      <p:sp>
        <p:nvSpPr>
          <p:cNvPr id="219" name="圖示 訊息"/>
          <p:cNvSpPr/>
          <p:nvPr/>
        </p:nvSpPr>
        <p:spPr>
          <a:xfrm>
            <a:off x="5697712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94298" y="282893"/>
                </a:moveTo>
                <a:lnTo>
                  <a:pt x="51469" y="325721"/>
                </a:lnTo>
                <a:cubicBezTo>
                  <a:pt x="47800" y="329390"/>
                  <a:pt x="43617" y="330167"/>
                  <a:pt x="38896" y="328075"/>
                </a:cubicBezTo>
                <a:cubicBezTo>
                  <a:pt x="33924" y="326246"/>
                  <a:pt x="31433" y="322703"/>
                  <a:pt x="31433" y="317468"/>
                </a:cubicBezTo>
                <a:lnTo>
                  <a:pt x="31433" y="55013"/>
                </a:lnTo>
                <a:cubicBezTo>
                  <a:pt x="31433" y="48726"/>
                  <a:pt x="33787" y="43217"/>
                  <a:pt x="38508" y="38508"/>
                </a:cubicBezTo>
                <a:cubicBezTo>
                  <a:pt x="43217" y="33787"/>
                  <a:pt x="48726" y="31433"/>
                  <a:pt x="55013" y="31433"/>
                </a:cubicBezTo>
                <a:lnTo>
                  <a:pt x="322189" y="31433"/>
                </a:lnTo>
                <a:cubicBezTo>
                  <a:pt x="328475" y="31433"/>
                  <a:pt x="333973" y="33787"/>
                  <a:pt x="338682" y="38508"/>
                </a:cubicBezTo>
                <a:cubicBezTo>
                  <a:pt x="343403" y="43217"/>
                  <a:pt x="345758" y="48726"/>
                  <a:pt x="345758" y="55013"/>
                </a:cubicBezTo>
                <a:lnTo>
                  <a:pt x="345758" y="259324"/>
                </a:lnTo>
                <a:cubicBezTo>
                  <a:pt x="345758" y="265610"/>
                  <a:pt x="343403" y="271108"/>
                  <a:pt x="338682" y="275817"/>
                </a:cubicBezTo>
                <a:cubicBezTo>
                  <a:pt x="333973" y="280538"/>
                  <a:pt x="328475" y="282893"/>
                  <a:pt x="322189" y="282893"/>
                </a:cubicBezTo>
                <a:lnTo>
                  <a:pt x="94298" y="282893"/>
                </a:lnTo>
                <a:close/>
                <a:moveTo>
                  <a:pt x="84079" y="259324"/>
                </a:moveTo>
                <a:lnTo>
                  <a:pt x="322189" y="259324"/>
                </a:lnTo>
                <a:lnTo>
                  <a:pt x="322189" y="55013"/>
                </a:lnTo>
                <a:lnTo>
                  <a:pt x="55013" y="55013"/>
                </a:lnTo>
                <a:lnTo>
                  <a:pt x="55013" y="290756"/>
                </a:lnTo>
                <a:lnTo>
                  <a:pt x="84079" y="259324"/>
                </a:lnTo>
                <a:close/>
                <a:moveTo>
                  <a:pt x="55013" y="259324"/>
                </a:moveTo>
                <a:lnTo>
                  <a:pt x="55013" y="55013"/>
                </a:lnTo>
                <a:lnTo>
                  <a:pt x="55013" y="259324"/>
                </a:lnTo>
                <a:close/>
                <a:moveTo>
                  <a:pt x="106082" y="220416"/>
                </a:moveTo>
                <a:lnTo>
                  <a:pt x="205489" y="220416"/>
                </a:lnTo>
                <a:cubicBezTo>
                  <a:pt x="208895" y="220416"/>
                  <a:pt x="211649" y="219239"/>
                  <a:pt x="213741" y="216884"/>
                </a:cubicBezTo>
                <a:cubicBezTo>
                  <a:pt x="216096" y="214793"/>
                  <a:pt x="217273" y="212038"/>
                  <a:pt x="217273" y="208632"/>
                </a:cubicBezTo>
                <a:cubicBezTo>
                  <a:pt x="217273" y="205226"/>
                  <a:pt x="216096" y="202482"/>
                  <a:pt x="213741" y="200379"/>
                </a:cubicBezTo>
                <a:cubicBezTo>
                  <a:pt x="211649" y="198025"/>
                  <a:pt x="208895" y="196847"/>
                  <a:pt x="205489" y="196847"/>
                </a:cubicBezTo>
                <a:lnTo>
                  <a:pt x="106082" y="196847"/>
                </a:lnTo>
                <a:cubicBezTo>
                  <a:pt x="102676" y="196847"/>
                  <a:pt x="99932" y="198025"/>
                  <a:pt x="97829" y="200379"/>
                </a:cubicBezTo>
                <a:cubicBezTo>
                  <a:pt x="95475" y="202482"/>
                  <a:pt x="94298" y="205226"/>
                  <a:pt x="94298" y="208632"/>
                </a:cubicBezTo>
                <a:cubicBezTo>
                  <a:pt x="94298" y="212038"/>
                  <a:pt x="95475" y="214918"/>
                  <a:pt x="97829" y="217273"/>
                </a:cubicBezTo>
                <a:cubicBezTo>
                  <a:pt x="99932" y="219376"/>
                  <a:pt x="102676" y="220416"/>
                  <a:pt x="106082" y="220416"/>
                </a:cubicBezTo>
                <a:close/>
                <a:moveTo>
                  <a:pt x="106082" y="169347"/>
                </a:moveTo>
                <a:lnTo>
                  <a:pt x="271108" y="169347"/>
                </a:lnTo>
                <a:cubicBezTo>
                  <a:pt x="274514" y="169347"/>
                  <a:pt x="277258" y="168170"/>
                  <a:pt x="279361" y="165804"/>
                </a:cubicBezTo>
                <a:cubicBezTo>
                  <a:pt x="281715" y="163712"/>
                  <a:pt x="282893" y="160957"/>
                  <a:pt x="282893" y="157551"/>
                </a:cubicBezTo>
                <a:cubicBezTo>
                  <a:pt x="282893" y="154145"/>
                  <a:pt x="281715" y="151402"/>
                  <a:pt x="279361" y="149310"/>
                </a:cubicBezTo>
                <a:cubicBezTo>
                  <a:pt x="277258" y="146944"/>
                  <a:pt x="274514" y="145767"/>
                  <a:pt x="271108" y="145767"/>
                </a:cubicBezTo>
                <a:lnTo>
                  <a:pt x="106082" y="145767"/>
                </a:lnTo>
                <a:cubicBezTo>
                  <a:pt x="102676" y="145767"/>
                  <a:pt x="99932" y="146944"/>
                  <a:pt x="97829" y="149310"/>
                </a:cubicBezTo>
                <a:cubicBezTo>
                  <a:pt x="95475" y="151402"/>
                  <a:pt x="94298" y="154145"/>
                  <a:pt x="94298" y="157551"/>
                </a:cubicBezTo>
                <a:cubicBezTo>
                  <a:pt x="94298" y="160957"/>
                  <a:pt x="95475" y="163838"/>
                  <a:pt x="97829" y="166204"/>
                </a:cubicBezTo>
                <a:cubicBezTo>
                  <a:pt x="99932" y="168295"/>
                  <a:pt x="102676" y="169347"/>
                  <a:pt x="106082" y="169347"/>
                </a:cubicBezTo>
                <a:close/>
                <a:moveTo>
                  <a:pt x="106082" y="118266"/>
                </a:moveTo>
                <a:lnTo>
                  <a:pt x="271108" y="118266"/>
                </a:lnTo>
                <a:cubicBezTo>
                  <a:pt x="274514" y="118266"/>
                  <a:pt x="277258" y="117089"/>
                  <a:pt x="279361" y="114734"/>
                </a:cubicBezTo>
                <a:cubicBezTo>
                  <a:pt x="281715" y="112631"/>
                  <a:pt x="282893" y="109888"/>
                  <a:pt x="282893" y="106482"/>
                </a:cubicBezTo>
                <a:cubicBezTo>
                  <a:pt x="282893" y="103076"/>
                  <a:pt x="281715" y="100321"/>
                  <a:pt x="279361" y="98229"/>
                </a:cubicBezTo>
                <a:cubicBezTo>
                  <a:pt x="277258" y="95875"/>
                  <a:pt x="274514" y="94686"/>
                  <a:pt x="271108" y="94686"/>
                </a:cubicBezTo>
                <a:lnTo>
                  <a:pt x="106082" y="94686"/>
                </a:lnTo>
                <a:cubicBezTo>
                  <a:pt x="102676" y="94686"/>
                  <a:pt x="99932" y="95875"/>
                  <a:pt x="97829" y="98229"/>
                </a:cubicBezTo>
                <a:cubicBezTo>
                  <a:pt x="95475" y="100321"/>
                  <a:pt x="94298" y="103076"/>
                  <a:pt x="94298" y="106482"/>
                </a:cubicBezTo>
                <a:cubicBezTo>
                  <a:pt x="94298" y="109888"/>
                  <a:pt x="95475" y="112768"/>
                  <a:pt x="97829" y="115123"/>
                </a:cubicBezTo>
                <a:cubicBezTo>
                  <a:pt x="99932" y="117215"/>
                  <a:pt x="102676" y="118266"/>
                  <a:pt x="106082" y="118266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0" name="圖說"/>
          <p:cNvSpPr/>
          <p:nvPr/>
        </p:nvSpPr>
        <p:spPr>
          <a:xfrm>
            <a:off x="5516747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訊息</a:t>
            </a:r>
            <a:endParaRPr lang="en-US" sz="950" dirty="0"/>
          </a:p>
        </p:txBody>
      </p:sp>
      <p:sp>
        <p:nvSpPr>
          <p:cNvPr id="221" name="圖示 討論"/>
          <p:cNvSpPr/>
          <p:nvPr/>
        </p:nvSpPr>
        <p:spPr>
          <a:xfrm>
            <a:off x="6391113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333973" y="328864"/>
                </a:moveTo>
                <a:cubicBezTo>
                  <a:pt x="332659" y="328864"/>
                  <a:pt x="331356" y="328601"/>
                  <a:pt x="330041" y="328075"/>
                </a:cubicBezTo>
                <a:cubicBezTo>
                  <a:pt x="328475" y="327550"/>
                  <a:pt x="327024" y="326635"/>
                  <a:pt x="325721" y="325332"/>
                </a:cubicBezTo>
                <a:lnTo>
                  <a:pt x="283281" y="282893"/>
                </a:lnTo>
                <a:lnTo>
                  <a:pt x="117878" y="282893"/>
                </a:lnTo>
                <a:cubicBezTo>
                  <a:pt x="111328" y="282893"/>
                  <a:pt x="105819" y="280538"/>
                  <a:pt x="101373" y="275817"/>
                </a:cubicBezTo>
                <a:cubicBezTo>
                  <a:pt x="96652" y="271371"/>
                  <a:pt x="94298" y="265862"/>
                  <a:pt x="94298" y="259324"/>
                </a:cubicBezTo>
                <a:lnTo>
                  <a:pt x="94298" y="227891"/>
                </a:lnTo>
                <a:lnTo>
                  <a:pt x="267176" y="227891"/>
                </a:lnTo>
                <a:cubicBezTo>
                  <a:pt x="273726" y="227891"/>
                  <a:pt x="279223" y="225525"/>
                  <a:pt x="283681" y="220816"/>
                </a:cubicBezTo>
                <a:cubicBezTo>
                  <a:pt x="288390" y="216358"/>
                  <a:pt x="290756" y="210861"/>
                  <a:pt x="290756" y="204311"/>
                </a:cubicBezTo>
                <a:lnTo>
                  <a:pt x="290756" y="94298"/>
                </a:lnTo>
                <a:lnTo>
                  <a:pt x="322189" y="94298"/>
                </a:lnTo>
                <a:cubicBezTo>
                  <a:pt x="328727" y="94298"/>
                  <a:pt x="334236" y="96652"/>
                  <a:pt x="338682" y="101373"/>
                </a:cubicBezTo>
                <a:cubicBezTo>
                  <a:pt x="343403" y="105819"/>
                  <a:pt x="345758" y="111328"/>
                  <a:pt x="345758" y="117878"/>
                </a:cubicBezTo>
                <a:lnTo>
                  <a:pt x="345758" y="317080"/>
                </a:lnTo>
                <a:cubicBezTo>
                  <a:pt x="345758" y="320737"/>
                  <a:pt x="344580" y="323629"/>
                  <a:pt x="342226" y="325721"/>
                </a:cubicBezTo>
                <a:cubicBezTo>
                  <a:pt x="339597" y="327812"/>
                  <a:pt x="336854" y="328864"/>
                  <a:pt x="333973" y="328864"/>
                </a:cubicBezTo>
                <a:close/>
                <a:moveTo>
                  <a:pt x="55013" y="210209"/>
                </a:moveTo>
                <a:lnTo>
                  <a:pt x="84479" y="180743"/>
                </a:lnTo>
                <a:lnTo>
                  <a:pt x="243608" y="180743"/>
                </a:lnTo>
                <a:lnTo>
                  <a:pt x="243608" y="55013"/>
                </a:lnTo>
                <a:lnTo>
                  <a:pt x="55013" y="55013"/>
                </a:lnTo>
                <a:lnTo>
                  <a:pt x="55013" y="210209"/>
                </a:lnTo>
                <a:close/>
                <a:moveTo>
                  <a:pt x="43217" y="250671"/>
                </a:moveTo>
                <a:cubicBezTo>
                  <a:pt x="40336" y="250671"/>
                  <a:pt x="37719" y="249631"/>
                  <a:pt x="35364" y="247528"/>
                </a:cubicBezTo>
                <a:cubicBezTo>
                  <a:pt x="32747" y="245436"/>
                  <a:pt x="31433" y="242556"/>
                  <a:pt x="31433" y="238887"/>
                </a:cubicBezTo>
                <a:lnTo>
                  <a:pt x="31433" y="55013"/>
                </a:lnTo>
                <a:cubicBezTo>
                  <a:pt x="31433" y="48463"/>
                  <a:pt x="33787" y="42954"/>
                  <a:pt x="38508" y="38508"/>
                </a:cubicBezTo>
                <a:cubicBezTo>
                  <a:pt x="42954" y="33787"/>
                  <a:pt x="48463" y="31433"/>
                  <a:pt x="55013" y="31433"/>
                </a:cubicBezTo>
                <a:lnTo>
                  <a:pt x="243608" y="31433"/>
                </a:lnTo>
                <a:cubicBezTo>
                  <a:pt x="250146" y="31433"/>
                  <a:pt x="255655" y="33787"/>
                  <a:pt x="260101" y="38508"/>
                </a:cubicBezTo>
                <a:cubicBezTo>
                  <a:pt x="264822" y="42954"/>
                  <a:pt x="267176" y="48463"/>
                  <a:pt x="267176" y="55013"/>
                </a:cubicBezTo>
                <a:lnTo>
                  <a:pt x="267176" y="180743"/>
                </a:lnTo>
                <a:cubicBezTo>
                  <a:pt x="267176" y="187281"/>
                  <a:pt x="264822" y="192790"/>
                  <a:pt x="260101" y="197236"/>
                </a:cubicBezTo>
                <a:cubicBezTo>
                  <a:pt x="255655" y="201957"/>
                  <a:pt x="250146" y="204311"/>
                  <a:pt x="243608" y="204311"/>
                </a:cubicBezTo>
                <a:lnTo>
                  <a:pt x="94298" y="204311"/>
                </a:lnTo>
                <a:lnTo>
                  <a:pt x="51469" y="247139"/>
                </a:lnTo>
                <a:cubicBezTo>
                  <a:pt x="50166" y="248442"/>
                  <a:pt x="48852" y="249368"/>
                  <a:pt x="47537" y="249894"/>
                </a:cubicBezTo>
                <a:cubicBezTo>
                  <a:pt x="45971" y="250408"/>
                  <a:pt x="44531" y="250671"/>
                  <a:pt x="43217" y="250671"/>
                </a:cubicBezTo>
                <a:close/>
                <a:moveTo>
                  <a:pt x="55013" y="180743"/>
                </a:moveTo>
                <a:lnTo>
                  <a:pt x="55013" y="55013"/>
                </a:lnTo>
                <a:lnTo>
                  <a:pt x="55013" y="180743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2" name="圖說"/>
          <p:cNvSpPr/>
          <p:nvPr/>
        </p:nvSpPr>
        <p:spPr>
          <a:xfrm>
            <a:off x="6210148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討論</a:t>
            </a:r>
            <a:endParaRPr lang="en-US" sz="950" dirty="0"/>
          </a:p>
        </p:txBody>
      </p:sp>
      <p:sp>
        <p:nvSpPr>
          <p:cNvPr id="223" name="圖示 電話"/>
          <p:cNvSpPr/>
          <p:nvPr/>
        </p:nvSpPr>
        <p:spPr>
          <a:xfrm>
            <a:off x="7084514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312359" y="330041"/>
                </a:moveTo>
                <a:cubicBezTo>
                  <a:pt x="281978" y="330041"/>
                  <a:pt x="251071" y="322703"/>
                  <a:pt x="219639" y="308039"/>
                </a:cubicBezTo>
                <a:cubicBezTo>
                  <a:pt x="187943" y="293374"/>
                  <a:pt x="158603" y="272548"/>
                  <a:pt x="131628" y="245562"/>
                </a:cubicBezTo>
                <a:cubicBezTo>
                  <a:pt x="104642" y="218587"/>
                  <a:pt x="83816" y="189384"/>
                  <a:pt x="69152" y="157951"/>
                </a:cubicBezTo>
                <a:cubicBezTo>
                  <a:pt x="54487" y="126256"/>
                  <a:pt x="47149" y="95212"/>
                  <a:pt x="47149" y="64831"/>
                </a:cubicBezTo>
                <a:cubicBezTo>
                  <a:pt x="47149" y="59847"/>
                  <a:pt x="48852" y="55664"/>
                  <a:pt x="52258" y="52258"/>
                </a:cubicBezTo>
                <a:cubicBezTo>
                  <a:pt x="55664" y="48852"/>
                  <a:pt x="59847" y="47149"/>
                  <a:pt x="64831" y="47149"/>
                </a:cubicBezTo>
                <a:lnTo>
                  <a:pt x="119832" y="47149"/>
                </a:lnTo>
                <a:cubicBezTo>
                  <a:pt x="123501" y="47149"/>
                  <a:pt x="126644" y="48463"/>
                  <a:pt x="129262" y="51081"/>
                </a:cubicBezTo>
                <a:cubicBezTo>
                  <a:pt x="131891" y="53698"/>
                  <a:pt x="133720" y="56967"/>
                  <a:pt x="134771" y="60899"/>
                </a:cubicBezTo>
                <a:lnTo>
                  <a:pt x="145378" y="110402"/>
                </a:lnTo>
                <a:cubicBezTo>
                  <a:pt x="145904" y="114071"/>
                  <a:pt x="145904" y="117478"/>
                  <a:pt x="145378" y="120621"/>
                </a:cubicBezTo>
                <a:cubicBezTo>
                  <a:pt x="144590" y="123501"/>
                  <a:pt x="143149" y="125993"/>
                  <a:pt x="141058" y="128085"/>
                </a:cubicBezTo>
                <a:lnTo>
                  <a:pt x="101761" y="167770"/>
                </a:lnTo>
                <a:cubicBezTo>
                  <a:pt x="108574" y="179291"/>
                  <a:pt x="115774" y="190035"/>
                  <a:pt x="123375" y="199991"/>
                </a:cubicBezTo>
                <a:cubicBezTo>
                  <a:pt x="130965" y="209946"/>
                  <a:pt x="139355" y="219376"/>
                  <a:pt x="148521" y="228280"/>
                </a:cubicBezTo>
                <a:cubicBezTo>
                  <a:pt x="158214" y="238235"/>
                  <a:pt x="168421" y="247402"/>
                  <a:pt x="179165" y="255781"/>
                </a:cubicBezTo>
                <a:cubicBezTo>
                  <a:pt x="189909" y="263907"/>
                  <a:pt x="201168" y="271108"/>
                  <a:pt x="212952" y="277395"/>
                </a:cubicBezTo>
                <a:lnTo>
                  <a:pt x="250283" y="238887"/>
                </a:lnTo>
                <a:cubicBezTo>
                  <a:pt x="252900" y="236007"/>
                  <a:pt x="255918" y="234041"/>
                  <a:pt x="259324" y="232989"/>
                </a:cubicBezTo>
                <a:cubicBezTo>
                  <a:pt x="262719" y="231949"/>
                  <a:pt x="266125" y="231686"/>
                  <a:pt x="269531" y="232212"/>
                </a:cubicBezTo>
                <a:lnTo>
                  <a:pt x="316291" y="242419"/>
                </a:lnTo>
                <a:cubicBezTo>
                  <a:pt x="320223" y="243470"/>
                  <a:pt x="323492" y="245562"/>
                  <a:pt x="326109" y="248705"/>
                </a:cubicBezTo>
                <a:cubicBezTo>
                  <a:pt x="328727" y="251849"/>
                  <a:pt x="330041" y="255392"/>
                  <a:pt x="330041" y="259324"/>
                </a:cubicBezTo>
                <a:lnTo>
                  <a:pt x="330041" y="312359"/>
                </a:lnTo>
                <a:cubicBezTo>
                  <a:pt x="330041" y="317343"/>
                  <a:pt x="328338" y="321526"/>
                  <a:pt x="324932" y="324932"/>
                </a:cubicBezTo>
                <a:cubicBezTo>
                  <a:pt x="321526" y="328338"/>
                  <a:pt x="317343" y="330041"/>
                  <a:pt x="312359" y="330041"/>
                </a:cubicBezTo>
                <a:close/>
                <a:moveTo>
                  <a:pt x="89977" y="146167"/>
                </a:moveTo>
                <a:lnTo>
                  <a:pt x="121798" y="113946"/>
                </a:lnTo>
                <a:lnTo>
                  <a:pt x="112768" y="70729"/>
                </a:lnTo>
                <a:lnTo>
                  <a:pt x="70729" y="70729"/>
                </a:lnTo>
                <a:cubicBezTo>
                  <a:pt x="71243" y="81725"/>
                  <a:pt x="73083" y="93383"/>
                  <a:pt x="76227" y="105693"/>
                </a:cubicBezTo>
                <a:cubicBezTo>
                  <a:pt x="79107" y="117740"/>
                  <a:pt x="83690" y="131228"/>
                  <a:pt x="89977" y="146167"/>
                </a:cubicBezTo>
                <a:close/>
                <a:moveTo>
                  <a:pt x="234955" y="288790"/>
                </a:moveTo>
                <a:cubicBezTo>
                  <a:pt x="245699" y="293762"/>
                  <a:pt x="257358" y="297820"/>
                  <a:pt x="269931" y="300963"/>
                </a:cubicBezTo>
                <a:cubicBezTo>
                  <a:pt x="282504" y="304107"/>
                  <a:pt x="294677" y="305947"/>
                  <a:pt x="306473" y="306473"/>
                </a:cubicBezTo>
                <a:lnTo>
                  <a:pt x="306473" y="264422"/>
                </a:lnTo>
                <a:lnTo>
                  <a:pt x="265999" y="256181"/>
                </a:lnTo>
                <a:lnTo>
                  <a:pt x="234955" y="288790"/>
                </a:lnTo>
                <a:close/>
                <a:moveTo>
                  <a:pt x="89977" y="146167"/>
                </a:moveTo>
                <a:close/>
                <a:moveTo>
                  <a:pt x="234955" y="288790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4" name="圖說"/>
          <p:cNvSpPr/>
          <p:nvPr/>
        </p:nvSpPr>
        <p:spPr>
          <a:xfrm>
            <a:off x="6903549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電話</a:t>
            </a:r>
            <a:endParaRPr lang="en-US" sz="950" dirty="0"/>
          </a:p>
        </p:txBody>
      </p:sp>
      <p:sp>
        <p:nvSpPr>
          <p:cNvPr id="225" name="圖示 視訊"/>
          <p:cNvSpPr/>
          <p:nvPr/>
        </p:nvSpPr>
        <p:spPr>
          <a:xfrm>
            <a:off x="7777915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55013" y="314325"/>
                </a:moveTo>
                <a:cubicBezTo>
                  <a:pt x="48726" y="314325"/>
                  <a:pt x="43217" y="311970"/>
                  <a:pt x="38508" y="307250"/>
                </a:cubicBezTo>
                <a:cubicBezTo>
                  <a:pt x="33787" y="302541"/>
                  <a:pt x="31433" y="297043"/>
                  <a:pt x="31433" y="290756"/>
                </a:cubicBezTo>
                <a:lnTo>
                  <a:pt x="31433" y="86445"/>
                </a:lnTo>
                <a:cubicBezTo>
                  <a:pt x="31433" y="80159"/>
                  <a:pt x="33787" y="74649"/>
                  <a:pt x="38508" y="69940"/>
                </a:cubicBezTo>
                <a:cubicBezTo>
                  <a:pt x="43217" y="65220"/>
                  <a:pt x="48726" y="62865"/>
                  <a:pt x="55013" y="62865"/>
                </a:cubicBezTo>
                <a:lnTo>
                  <a:pt x="259324" y="62865"/>
                </a:lnTo>
                <a:cubicBezTo>
                  <a:pt x="265610" y="62865"/>
                  <a:pt x="271108" y="65220"/>
                  <a:pt x="275817" y="69940"/>
                </a:cubicBezTo>
                <a:cubicBezTo>
                  <a:pt x="280538" y="74649"/>
                  <a:pt x="282893" y="80159"/>
                  <a:pt x="282893" y="86445"/>
                </a:cubicBezTo>
                <a:lnTo>
                  <a:pt x="282893" y="170913"/>
                </a:lnTo>
                <a:lnTo>
                  <a:pt x="335539" y="118266"/>
                </a:lnTo>
                <a:cubicBezTo>
                  <a:pt x="337379" y="116426"/>
                  <a:pt x="339597" y="116037"/>
                  <a:pt x="342226" y="117089"/>
                </a:cubicBezTo>
                <a:cubicBezTo>
                  <a:pt x="344580" y="117878"/>
                  <a:pt x="345758" y="119569"/>
                  <a:pt x="345758" y="122198"/>
                </a:cubicBezTo>
                <a:lnTo>
                  <a:pt x="345758" y="254992"/>
                </a:lnTo>
                <a:cubicBezTo>
                  <a:pt x="345758" y="257621"/>
                  <a:pt x="344580" y="259324"/>
                  <a:pt x="342226" y="260101"/>
                </a:cubicBezTo>
                <a:cubicBezTo>
                  <a:pt x="339597" y="261153"/>
                  <a:pt x="337379" y="260764"/>
                  <a:pt x="335539" y="258924"/>
                </a:cubicBezTo>
                <a:lnTo>
                  <a:pt x="282893" y="206277"/>
                </a:lnTo>
                <a:lnTo>
                  <a:pt x="282893" y="290756"/>
                </a:lnTo>
                <a:cubicBezTo>
                  <a:pt x="282893" y="297043"/>
                  <a:pt x="280538" y="302541"/>
                  <a:pt x="275817" y="307250"/>
                </a:cubicBezTo>
                <a:cubicBezTo>
                  <a:pt x="271108" y="311970"/>
                  <a:pt x="265610" y="314325"/>
                  <a:pt x="259324" y="314325"/>
                </a:cubicBezTo>
                <a:lnTo>
                  <a:pt x="55013" y="314325"/>
                </a:lnTo>
                <a:close/>
                <a:moveTo>
                  <a:pt x="55013" y="290756"/>
                </a:moveTo>
                <a:lnTo>
                  <a:pt x="259324" y="290756"/>
                </a:lnTo>
                <a:lnTo>
                  <a:pt x="259324" y="86445"/>
                </a:lnTo>
                <a:lnTo>
                  <a:pt x="55013" y="86445"/>
                </a:lnTo>
                <a:lnTo>
                  <a:pt x="55013" y="290756"/>
                </a:lnTo>
                <a:close/>
                <a:moveTo>
                  <a:pt x="55013" y="290756"/>
                </a:moveTo>
                <a:lnTo>
                  <a:pt x="55013" y="86445"/>
                </a:lnTo>
                <a:lnTo>
                  <a:pt x="55013" y="290756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6" name="圖說"/>
          <p:cNvSpPr/>
          <p:nvPr/>
        </p:nvSpPr>
        <p:spPr>
          <a:xfrm>
            <a:off x="7596950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視訊</a:t>
            </a:r>
            <a:endParaRPr lang="en-US" sz="950" dirty="0"/>
          </a:p>
        </p:txBody>
      </p:sp>
      <p:sp>
        <p:nvSpPr>
          <p:cNvPr id="227" name="圖示 物流"/>
          <p:cNvSpPr/>
          <p:nvPr/>
        </p:nvSpPr>
        <p:spPr>
          <a:xfrm>
            <a:off x="8471316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55401" y="300575"/>
                </a:moveTo>
                <a:cubicBezTo>
                  <a:pt x="46234" y="291408"/>
                  <a:pt x="41651" y="280401"/>
                  <a:pt x="41651" y="267565"/>
                </a:cubicBezTo>
                <a:lnTo>
                  <a:pt x="27501" y="267565"/>
                </a:lnTo>
                <a:cubicBezTo>
                  <a:pt x="24094" y="267565"/>
                  <a:pt x="21351" y="266388"/>
                  <a:pt x="19248" y="264033"/>
                </a:cubicBezTo>
                <a:cubicBezTo>
                  <a:pt x="16894" y="261941"/>
                  <a:pt x="15716" y="259187"/>
                  <a:pt x="15716" y="255781"/>
                </a:cubicBezTo>
                <a:lnTo>
                  <a:pt x="15716" y="86445"/>
                </a:lnTo>
                <a:cubicBezTo>
                  <a:pt x="15716" y="80159"/>
                  <a:pt x="18071" y="74649"/>
                  <a:pt x="22791" y="69940"/>
                </a:cubicBezTo>
                <a:cubicBezTo>
                  <a:pt x="27501" y="65220"/>
                  <a:pt x="33010" y="62865"/>
                  <a:pt x="39296" y="62865"/>
                </a:cubicBezTo>
                <a:lnTo>
                  <a:pt x="243208" y="62865"/>
                </a:lnTo>
                <a:cubicBezTo>
                  <a:pt x="249757" y="62865"/>
                  <a:pt x="255255" y="65220"/>
                  <a:pt x="259712" y="69940"/>
                </a:cubicBezTo>
                <a:cubicBezTo>
                  <a:pt x="264422" y="74386"/>
                  <a:pt x="266788" y="79896"/>
                  <a:pt x="266788" y="86445"/>
                </a:cubicBezTo>
                <a:lnTo>
                  <a:pt x="266788" y="128485"/>
                </a:lnTo>
                <a:lnTo>
                  <a:pt x="296254" y="128485"/>
                </a:lnTo>
                <a:cubicBezTo>
                  <a:pt x="299923" y="128485"/>
                  <a:pt x="303455" y="129262"/>
                  <a:pt x="306861" y="130839"/>
                </a:cubicBezTo>
                <a:cubicBezTo>
                  <a:pt x="310267" y="132668"/>
                  <a:pt x="313011" y="135034"/>
                  <a:pt x="315114" y="137914"/>
                </a:cubicBezTo>
                <a:lnTo>
                  <a:pt x="359119" y="196459"/>
                </a:lnTo>
                <a:cubicBezTo>
                  <a:pt x="359908" y="197499"/>
                  <a:pt x="360559" y="198551"/>
                  <a:pt x="361085" y="199602"/>
                </a:cubicBezTo>
                <a:cubicBezTo>
                  <a:pt x="361348" y="200905"/>
                  <a:pt x="361474" y="202220"/>
                  <a:pt x="361474" y="203523"/>
                </a:cubicBezTo>
                <a:lnTo>
                  <a:pt x="361474" y="255781"/>
                </a:lnTo>
                <a:cubicBezTo>
                  <a:pt x="361474" y="259187"/>
                  <a:pt x="360296" y="261941"/>
                  <a:pt x="357942" y="264033"/>
                </a:cubicBezTo>
                <a:cubicBezTo>
                  <a:pt x="355839" y="266388"/>
                  <a:pt x="353096" y="267565"/>
                  <a:pt x="349689" y="267565"/>
                </a:cubicBezTo>
                <a:lnTo>
                  <a:pt x="333573" y="267565"/>
                </a:lnTo>
                <a:cubicBezTo>
                  <a:pt x="333573" y="280401"/>
                  <a:pt x="329127" y="291408"/>
                  <a:pt x="320223" y="300575"/>
                </a:cubicBezTo>
                <a:cubicBezTo>
                  <a:pt x="311056" y="309479"/>
                  <a:pt x="300049" y="313936"/>
                  <a:pt x="287213" y="313936"/>
                </a:cubicBezTo>
                <a:cubicBezTo>
                  <a:pt x="274377" y="313936"/>
                  <a:pt x="263507" y="309479"/>
                  <a:pt x="254603" y="300575"/>
                </a:cubicBezTo>
                <a:cubicBezTo>
                  <a:pt x="245436" y="291408"/>
                  <a:pt x="240853" y="280401"/>
                  <a:pt x="240853" y="267565"/>
                </a:cubicBezTo>
                <a:lnTo>
                  <a:pt x="134371" y="267565"/>
                </a:lnTo>
                <a:cubicBezTo>
                  <a:pt x="134371" y="280401"/>
                  <a:pt x="129925" y="291408"/>
                  <a:pt x="121021" y="300575"/>
                </a:cubicBezTo>
                <a:cubicBezTo>
                  <a:pt x="111843" y="309479"/>
                  <a:pt x="100847" y="313936"/>
                  <a:pt x="88011" y="313936"/>
                </a:cubicBezTo>
                <a:cubicBezTo>
                  <a:pt x="75175" y="313936"/>
                  <a:pt x="64305" y="309479"/>
                  <a:pt x="55401" y="300575"/>
                </a:cubicBezTo>
                <a:close/>
                <a:moveTo>
                  <a:pt x="104116" y="283681"/>
                </a:moveTo>
                <a:cubicBezTo>
                  <a:pt x="108574" y="279223"/>
                  <a:pt x="110802" y="273851"/>
                  <a:pt x="110802" y="267565"/>
                </a:cubicBezTo>
                <a:cubicBezTo>
                  <a:pt x="110802" y="261278"/>
                  <a:pt x="108574" y="255918"/>
                  <a:pt x="104116" y="251460"/>
                </a:cubicBezTo>
                <a:cubicBezTo>
                  <a:pt x="99670" y="247002"/>
                  <a:pt x="94298" y="244785"/>
                  <a:pt x="88011" y="244785"/>
                </a:cubicBezTo>
                <a:cubicBezTo>
                  <a:pt x="81725" y="244785"/>
                  <a:pt x="76352" y="247002"/>
                  <a:pt x="71906" y="251460"/>
                </a:cubicBezTo>
                <a:cubicBezTo>
                  <a:pt x="67448" y="255918"/>
                  <a:pt x="65220" y="261278"/>
                  <a:pt x="65220" y="267565"/>
                </a:cubicBezTo>
                <a:cubicBezTo>
                  <a:pt x="65220" y="273851"/>
                  <a:pt x="67448" y="279223"/>
                  <a:pt x="71906" y="283681"/>
                </a:cubicBezTo>
                <a:cubicBezTo>
                  <a:pt x="76352" y="288127"/>
                  <a:pt x="81725" y="290356"/>
                  <a:pt x="88011" y="290356"/>
                </a:cubicBezTo>
                <a:cubicBezTo>
                  <a:pt x="94298" y="290356"/>
                  <a:pt x="99670" y="288127"/>
                  <a:pt x="104116" y="283681"/>
                </a:cubicBezTo>
                <a:close/>
                <a:moveTo>
                  <a:pt x="39296" y="243996"/>
                </a:moveTo>
                <a:lnTo>
                  <a:pt x="47937" y="243996"/>
                </a:lnTo>
                <a:cubicBezTo>
                  <a:pt x="52384" y="236921"/>
                  <a:pt x="58019" y="231286"/>
                  <a:pt x="64831" y="227103"/>
                </a:cubicBezTo>
                <a:cubicBezTo>
                  <a:pt x="71643" y="222908"/>
                  <a:pt x="79233" y="220816"/>
                  <a:pt x="87622" y="220816"/>
                </a:cubicBezTo>
                <a:cubicBezTo>
                  <a:pt x="96001" y="220816"/>
                  <a:pt x="103727" y="223045"/>
                  <a:pt x="110802" y="227491"/>
                </a:cubicBezTo>
                <a:cubicBezTo>
                  <a:pt x="117615" y="231686"/>
                  <a:pt x="123238" y="237184"/>
                  <a:pt x="127696" y="243996"/>
                </a:cubicBezTo>
                <a:lnTo>
                  <a:pt x="243208" y="243996"/>
                </a:lnTo>
                <a:lnTo>
                  <a:pt x="243208" y="86445"/>
                </a:lnTo>
                <a:lnTo>
                  <a:pt x="39296" y="86445"/>
                </a:lnTo>
                <a:lnTo>
                  <a:pt x="39296" y="243996"/>
                </a:lnTo>
                <a:close/>
                <a:moveTo>
                  <a:pt x="303329" y="283681"/>
                </a:moveTo>
                <a:cubicBezTo>
                  <a:pt x="307776" y="279223"/>
                  <a:pt x="310004" y="273851"/>
                  <a:pt x="310004" y="267565"/>
                </a:cubicBezTo>
                <a:cubicBezTo>
                  <a:pt x="310004" y="261278"/>
                  <a:pt x="307776" y="255918"/>
                  <a:pt x="303329" y="251460"/>
                </a:cubicBezTo>
                <a:cubicBezTo>
                  <a:pt x="298872" y="247002"/>
                  <a:pt x="293500" y="244785"/>
                  <a:pt x="287213" y="244785"/>
                </a:cubicBezTo>
                <a:cubicBezTo>
                  <a:pt x="280927" y="244785"/>
                  <a:pt x="275554" y="247002"/>
                  <a:pt x="271108" y="251460"/>
                </a:cubicBezTo>
                <a:cubicBezTo>
                  <a:pt x="266650" y="255918"/>
                  <a:pt x="264422" y="261278"/>
                  <a:pt x="264422" y="267565"/>
                </a:cubicBezTo>
                <a:cubicBezTo>
                  <a:pt x="264422" y="273851"/>
                  <a:pt x="266650" y="279223"/>
                  <a:pt x="271108" y="283681"/>
                </a:cubicBezTo>
                <a:cubicBezTo>
                  <a:pt x="275554" y="288127"/>
                  <a:pt x="280927" y="290356"/>
                  <a:pt x="287213" y="290356"/>
                </a:cubicBezTo>
                <a:cubicBezTo>
                  <a:pt x="293500" y="290356"/>
                  <a:pt x="298872" y="288127"/>
                  <a:pt x="303329" y="283681"/>
                </a:cubicBezTo>
                <a:close/>
                <a:moveTo>
                  <a:pt x="266788" y="210209"/>
                </a:moveTo>
                <a:lnTo>
                  <a:pt x="339860" y="210209"/>
                </a:lnTo>
                <a:lnTo>
                  <a:pt x="296254" y="152053"/>
                </a:lnTo>
                <a:lnTo>
                  <a:pt x="266788" y="152053"/>
                </a:lnTo>
                <a:lnTo>
                  <a:pt x="266788" y="210209"/>
                </a:lnTo>
                <a:close/>
                <a:moveTo>
                  <a:pt x="141446" y="165026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8" name="圖說"/>
          <p:cNvSpPr/>
          <p:nvPr/>
        </p:nvSpPr>
        <p:spPr>
          <a:xfrm>
            <a:off x="8290350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物流</a:t>
            </a:r>
            <a:endParaRPr lang="en-US" sz="950" dirty="0"/>
          </a:p>
        </p:txBody>
      </p:sp>
      <p:sp>
        <p:nvSpPr>
          <p:cNvPr id="229" name="圖示 倉儲"/>
          <p:cNvSpPr/>
          <p:nvPr/>
        </p:nvSpPr>
        <p:spPr>
          <a:xfrm>
            <a:off x="9164717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595" y="72295"/>
                </a:moveTo>
                <a:lnTo>
                  <a:pt x="55013" y="125730"/>
                </a:lnTo>
                <a:lnTo>
                  <a:pt x="55013" y="306473"/>
                </a:lnTo>
                <a:lnTo>
                  <a:pt x="102161" y="306473"/>
                </a:lnTo>
                <a:lnTo>
                  <a:pt x="102161" y="204311"/>
                </a:lnTo>
                <a:cubicBezTo>
                  <a:pt x="102161" y="197762"/>
                  <a:pt x="104516" y="192264"/>
                  <a:pt x="109225" y="187806"/>
                </a:cubicBezTo>
                <a:cubicBezTo>
                  <a:pt x="113683" y="183097"/>
                  <a:pt x="119181" y="180743"/>
                  <a:pt x="125730" y="180743"/>
                </a:cubicBezTo>
                <a:lnTo>
                  <a:pt x="251460" y="180743"/>
                </a:lnTo>
                <a:cubicBezTo>
                  <a:pt x="258009" y="180743"/>
                  <a:pt x="263507" y="183097"/>
                  <a:pt x="267965" y="187806"/>
                </a:cubicBezTo>
                <a:cubicBezTo>
                  <a:pt x="272674" y="192264"/>
                  <a:pt x="275040" y="197762"/>
                  <a:pt x="275040" y="204311"/>
                </a:cubicBezTo>
                <a:lnTo>
                  <a:pt x="275040" y="306473"/>
                </a:lnTo>
                <a:lnTo>
                  <a:pt x="322189" y="306473"/>
                </a:lnTo>
                <a:lnTo>
                  <a:pt x="322189" y="125730"/>
                </a:lnTo>
                <a:lnTo>
                  <a:pt x="188595" y="72295"/>
                </a:lnTo>
                <a:close/>
                <a:moveTo>
                  <a:pt x="31433" y="306473"/>
                </a:moveTo>
                <a:lnTo>
                  <a:pt x="31433" y="126119"/>
                </a:lnTo>
                <a:cubicBezTo>
                  <a:pt x="31433" y="121147"/>
                  <a:pt x="32873" y="116689"/>
                  <a:pt x="35753" y="112768"/>
                </a:cubicBezTo>
                <a:cubicBezTo>
                  <a:pt x="38371" y="108836"/>
                  <a:pt x="41914" y="105956"/>
                  <a:pt x="46360" y="104116"/>
                </a:cubicBezTo>
                <a:lnTo>
                  <a:pt x="179954" y="50681"/>
                </a:lnTo>
                <a:cubicBezTo>
                  <a:pt x="182834" y="49378"/>
                  <a:pt x="185715" y="48726"/>
                  <a:pt x="188595" y="48726"/>
                </a:cubicBezTo>
                <a:cubicBezTo>
                  <a:pt x="191475" y="48726"/>
                  <a:pt x="194356" y="49378"/>
                  <a:pt x="197236" y="50681"/>
                </a:cubicBezTo>
                <a:lnTo>
                  <a:pt x="330830" y="104116"/>
                </a:lnTo>
                <a:cubicBezTo>
                  <a:pt x="335276" y="105956"/>
                  <a:pt x="338945" y="108836"/>
                  <a:pt x="341826" y="112768"/>
                </a:cubicBezTo>
                <a:cubicBezTo>
                  <a:pt x="344443" y="116689"/>
                  <a:pt x="345758" y="121147"/>
                  <a:pt x="345758" y="126119"/>
                </a:cubicBezTo>
                <a:lnTo>
                  <a:pt x="345758" y="306473"/>
                </a:lnTo>
                <a:cubicBezTo>
                  <a:pt x="345758" y="313011"/>
                  <a:pt x="343403" y="318520"/>
                  <a:pt x="338682" y="322966"/>
                </a:cubicBezTo>
                <a:cubicBezTo>
                  <a:pt x="334236" y="327687"/>
                  <a:pt x="328727" y="330041"/>
                  <a:pt x="322189" y="330041"/>
                </a:cubicBezTo>
                <a:lnTo>
                  <a:pt x="251460" y="330041"/>
                </a:lnTo>
                <a:lnTo>
                  <a:pt x="251460" y="204311"/>
                </a:lnTo>
                <a:lnTo>
                  <a:pt x="125730" y="204311"/>
                </a:lnTo>
                <a:lnTo>
                  <a:pt x="125730" y="330041"/>
                </a:lnTo>
                <a:lnTo>
                  <a:pt x="55013" y="330041"/>
                </a:lnTo>
                <a:cubicBezTo>
                  <a:pt x="48463" y="330041"/>
                  <a:pt x="42954" y="327687"/>
                  <a:pt x="38508" y="322966"/>
                </a:cubicBezTo>
                <a:cubicBezTo>
                  <a:pt x="33787" y="318520"/>
                  <a:pt x="31433" y="313011"/>
                  <a:pt x="31433" y="306473"/>
                </a:cubicBezTo>
                <a:close/>
                <a:moveTo>
                  <a:pt x="145378" y="330041"/>
                </a:moveTo>
                <a:lnTo>
                  <a:pt x="145378" y="306473"/>
                </a:lnTo>
                <a:lnTo>
                  <a:pt x="168947" y="306473"/>
                </a:lnTo>
                <a:lnTo>
                  <a:pt x="168947" y="330041"/>
                </a:lnTo>
                <a:lnTo>
                  <a:pt x="145378" y="330041"/>
                </a:lnTo>
                <a:close/>
                <a:moveTo>
                  <a:pt x="176811" y="282893"/>
                </a:moveTo>
                <a:lnTo>
                  <a:pt x="176811" y="259324"/>
                </a:lnTo>
                <a:lnTo>
                  <a:pt x="200379" y="259324"/>
                </a:lnTo>
                <a:lnTo>
                  <a:pt x="200379" y="282893"/>
                </a:lnTo>
                <a:lnTo>
                  <a:pt x="176811" y="282893"/>
                </a:lnTo>
                <a:close/>
                <a:moveTo>
                  <a:pt x="208243" y="330041"/>
                </a:moveTo>
                <a:lnTo>
                  <a:pt x="208243" y="306473"/>
                </a:lnTo>
                <a:lnTo>
                  <a:pt x="231812" y="306473"/>
                </a:lnTo>
                <a:lnTo>
                  <a:pt x="231812" y="330041"/>
                </a:lnTo>
                <a:lnTo>
                  <a:pt x="208243" y="330041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0" name="圖說"/>
          <p:cNvSpPr/>
          <p:nvPr/>
        </p:nvSpPr>
        <p:spPr>
          <a:xfrm>
            <a:off x="8983751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倉儲</a:t>
            </a:r>
            <a:endParaRPr lang="en-US" sz="950" dirty="0"/>
          </a:p>
        </p:txBody>
      </p:sp>
      <p:sp>
        <p:nvSpPr>
          <p:cNvPr id="231" name="圖示 全球"/>
          <p:cNvSpPr/>
          <p:nvPr/>
        </p:nvSpPr>
        <p:spPr>
          <a:xfrm>
            <a:off x="9858118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27307" y="333573"/>
                </a:moveTo>
                <a:cubicBezTo>
                  <a:pt x="108185" y="325195"/>
                  <a:pt x="91543" y="313936"/>
                  <a:pt x="77404" y="299786"/>
                </a:cubicBezTo>
                <a:cubicBezTo>
                  <a:pt x="63254" y="285647"/>
                  <a:pt x="52121" y="269005"/>
                  <a:pt x="44006" y="249894"/>
                </a:cubicBezTo>
                <a:cubicBezTo>
                  <a:pt x="35627" y="230772"/>
                  <a:pt x="31433" y="210335"/>
                  <a:pt x="31433" y="188595"/>
                </a:cubicBezTo>
                <a:cubicBezTo>
                  <a:pt x="31433" y="166855"/>
                  <a:pt x="35627" y="146418"/>
                  <a:pt x="44006" y="127307"/>
                </a:cubicBezTo>
                <a:cubicBezTo>
                  <a:pt x="52121" y="108185"/>
                  <a:pt x="63254" y="91543"/>
                  <a:pt x="77404" y="77404"/>
                </a:cubicBezTo>
                <a:cubicBezTo>
                  <a:pt x="91543" y="63254"/>
                  <a:pt x="108185" y="52121"/>
                  <a:pt x="127307" y="44006"/>
                </a:cubicBezTo>
                <a:cubicBezTo>
                  <a:pt x="146418" y="35627"/>
                  <a:pt x="166855" y="31433"/>
                  <a:pt x="188595" y="31433"/>
                </a:cubicBezTo>
                <a:cubicBezTo>
                  <a:pt x="210335" y="31433"/>
                  <a:pt x="230772" y="35627"/>
                  <a:pt x="249894" y="44006"/>
                </a:cubicBezTo>
                <a:cubicBezTo>
                  <a:pt x="269005" y="52121"/>
                  <a:pt x="285647" y="63254"/>
                  <a:pt x="299786" y="77404"/>
                </a:cubicBezTo>
                <a:cubicBezTo>
                  <a:pt x="313936" y="91543"/>
                  <a:pt x="325195" y="108185"/>
                  <a:pt x="333573" y="127307"/>
                </a:cubicBezTo>
                <a:cubicBezTo>
                  <a:pt x="341700" y="146418"/>
                  <a:pt x="345758" y="166855"/>
                  <a:pt x="345758" y="188595"/>
                </a:cubicBezTo>
                <a:cubicBezTo>
                  <a:pt x="345758" y="210335"/>
                  <a:pt x="341700" y="230772"/>
                  <a:pt x="333573" y="249894"/>
                </a:cubicBezTo>
                <a:cubicBezTo>
                  <a:pt x="325195" y="269005"/>
                  <a:pt x="313936" y="285647"/>
                  <a:pt x="299786" y="299786"/>
                </a:cubicBezTo>
                <a:cubicBezTo>
                  <a:pt x="285647" y="313936"/>
                  <a:pt x="269005" y="325195"/>
                  <a:pt x="249894" y="333573"/>
                </a:cubicBezTo>
                <a:cubicBezTo>
                  <a:pt x="230772" y="341700"/>
                  <a:pt x="210335" y="345758"/>
                  <a:pt x="188595" y="345758"/>
                </a:cubicBezTo>
                <a:cubicBezTo>
                  <a:pt x="166855" y="345758"/>
                  <a:pt x="146418" y="341700"/>
                  <a:pt x="127307" y="333573"/>
                </a:cubicBezTo>
                <a:close/>
                <a:moveTo>
                  <a:pt x="171701" y="321789"/>
                </a:moveTo>
                <a:lnTo>
                  <a:pt x="171701" y="289568"/>
                </a:lnTo>
                <a:cubicBezTo>
                  <a:pt x="162535" y="289568"/>
                  <a:pt x="154808" y="286161"/>
                  <a:pt x="148521" y="279361"/>
                </a:cubicBezTo>
                <a:cubicBezTo>
                  <a:pt x="142235" y="272548"/>
                  <a:pt x="139092" y="264559"/>
                  <a:pt x="139092" y="255392"/>
                </a:cubicBezTo>
                <a:lnTo>
                  <a:pt x="139092" y="238098"/>
                </a:lnTo>
                <a:lnTo>
                  <a:pt x="58544" y="157551"/>
                </a:lnTo>
                <a:cubicBezTo>
                  <a:pt x="57230" y="162797"/>
                  <a:pt x="56316" y="168032"/>
                  <a:pt x="55790" y="173267"/>
                </a:cubicBezTo>
                <a:cubicBezTo>
                  <a:pt x="55264" y="178251"/>
                  <a:pt x="55013" y="183360"/>
                  <a:pt x="55013" y="188595"/>
                </a:cubicBezTo>
                <a:cubicBezTo>
                  <a:pt x="55013" y="222645"/>
                  <a:pt x="66134" y="252374"/>
                  <a:pt x="88400" y="277783"/>
                </a:cubicBezTo>
                <a:cubicBezTo>
                  <a:pt x="110402" y="303192"/>
                  <a:pt x="138177" y="317857"/>
                  <a:pt x="171701" y="321789"/>
                </a:cubicBezTo>
                <a:close/>
                <a:moveTo>
                  <a:pt x="287213" y="279361"/>
                </a:moveTo>
                <a:cubicBezTo>
                  <a:pt x="298734" y="266788"/>
                  <a:pt x="307513" y="252774"/>
                  <a:pt x="313536" y="237321"/>
                </a:cubicBezTo>
                <a:cubicBezTo>
                  <a:pt x="319297" y="221605"/>
                  <a:pt x="322189" y="205363"/>
                  <a:pt x="322189" y="188595"/>
                </a:cubicBezTo>
                <a:cubicBezTo>
                  <a:pt x="322189" y="160832"/>
                  <a:pt x="314588" y="135686"/>
                  <a:pt x="299397" y="113157"/>
                </a:cubicBezTo>
                <a:cubicBezTo>
                  <a:pt x="284207" y="90366"/>
                  <a:pt x="263907" y="73735"/>
                  <a:pt x="238498" y="63254"/>
                </a:cubicBezTo>
                <a:lnTo>
                  <a:pt x="238498" y="70329"/>
                </a:lnTo>
                <a:cubicBezTo>
                  <a:pt x="238498" y="79496"/>
                  <a:pt x="235355" y="87485"/>
                  <a:pt x="229069" y="94298"/>
                </a:cubicBezTo>
                <a:cubicBezTo>
                  <a:pt x="222782" y="101110"/>
                  <a:pt x="215055" y="104516"/>
                  <a:pt x="205889" y="104516"/>
                </a:cubicBezTo>
                <a:lnTo>
                  <a:pt x="171701" y="104516"/>
                </a:lnTo>
                <a:lnTo>
                  <a:pt x="171701" y="138692"/>
                </a:lnTo>
                <a:cubicBezTo>
                  <a:pt x="171701" y="143149"/>
                  <a:pt x="169998" y="146818"/>
                  <a:pt x="166592" y="149699"/>
                </a:cubicBezTo>
                <a:cubicBezTo>
                  <a:pt x="162923" y="152579"/>
                  <a:pt x="158866" y="154019"/>
                  <a:pt x="154408" y="154019"/>
                </a:cubicBezTo>
                <a:lnTo>
                  <a:pt x="121798" y="154019"/>
                </a:lnTo>
                <a:lnTo>
                  <a:pt x="121798" y="188595"/>
                </a:lnTo>
                <a:lnTo>
                  <a:pt x="223171" y="188595"/>
                </a:lnTo>
                <a:cubicBezTo>
                  <a:pt x="227628" y="188595"/>
                  <a:pt x="231286" y="190298"/>
                  <a:pt x="234178" y="193704"/>
                </a:cubicBezTo>
                <a:cubicBezTo>
                  <a:pt x="237058" y="197110"/>
                  <a:pt x="238498" y="201042"/>
                  <a:pt x="238498" y="205489"/>
                </a:cubicBezTo>
                <a:lnTo>
                  <a:pt x="238498" y="255392"/>
                </a:lnTo>
                <a:lnTo>
                  <a:pt x="255392" y="255392"/>
                </a:lnTo>
                <a:cubicBezTo>
                  <a:pt x="262981" y="255392"/>
                  <a:pt x="269668" y="257621"/>
                  <a:pt x="275429" y="262067"/>
                </a:cubicBezTo>
                <a:cubicBezTo>
                  <a:pt x="281189" y="266525"/>
                  <a:pt x="285121" y="272285"/>
                  <a:pt x="287213" y="279361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2" name="圖說"/>
          <p:cNvSpPr/>
          <p:nvPr/>
        </p:nvSpPr>
        <p:spPr>
          <a:xfrm>
            <a:off x="9677152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</a:t>
            </a:r>
            <a:endParaRPr lang="en-US" sz="950" dirty="0"/>
          </a:p>
        </p:txBody>
      </p:sp>
      <p:sp>
        <p:nvSpPr>
          <p:cNvPr id="233" name="圖示 地點"/>
          <p:cNvSpPr/>
          <p:nvPr/>
        </p:nvSpPr>
        <p:spPr>
          <a:xfrm>
            <a:off x="10551519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595" y="314714"/>
                </a:moveTo>
                <a:cubicBezTo>
                  <a:pt x="223434" y="283018"/>
                  <a:pt x="249231" y="254340"/>
                  <a:pt x="265999" y="228669"/>
                </a:cubicBezTo>
                <a:cubicBezTo>
                  <a:pt x="282504" y="202745"/>
                  <a:pt x="290756" y="179954"/>
                  <a:pt x="290756" y="160306"/>
                </a:cubicBezTo>
                <a:cubicBezTo>
                  <a:pt x="290756" y="129399"/>
                  <a:pt x="280927" y="104116"/>
                  <a:pt x="261278" y="84479"/>
                </a:cubicBezTo>
                <a:cubicBezTo>
                  <a:pt x="241379" y="64831"/>
                  <a:pt x="217147" y="55013"/>
                  <a:pt x="188595" y="55013"/>
                </a:cubicBezTo>
                <a:cubicBezTo>
                  <a:pt x="160043" y="55013"/>
                  <a:pt x="135948" y="64831"/>
                  <a:pt x="116300" y="84479"/>
                </a:cubicBezTo>
                <a:cubicBezTo>
                  <a:pt x="96389" y="104116"/>
                  <a:pt x="86445" y="129399"/>
                  <a:pt x="86445" y="160306"/>
                </a:cubicBezTo>
                <a:cubicBezTo>
                  <a:pt x="86445" y="179954"/>
                  <a:pt x="94949" y="202745"/>
                  <a:pt x="111980" y="228669"/>
                </a:cubicBezTo>
                <a:cubicBezTo>
                  <a:pt x="128999" y="254340"/>
                  <a:pt x="154545" y="283018"/>
                  <a:pt x="188595" y="314714"/>
                </a:cubicBezTo>
                <a:close/>
                <a:moveTo>
                  <a:pt x="180343" y="336716"/>
                </a:moveTo>
                <a:cubicBezTo>
                  <a:pt x="177462" y="335676"/>
                  <a:pt x="174970" y="334099"/>
                  <a:pt x="172879" y="332007"/>
                </a:cubicBezTo>
                <a:cubicBezTo>
                  <a:pt x="161883" y="322052"/>
                  <a:pt x="149962" y="310656"/>
                  <a:pt x="137126" y="297820"/>
                </a:cubicBezTo>
                <a:cubicBezTo>
                  <a:pt x="124290" y="284721"/>
                  <a:pt x="112368" y="270708"/>
                  <a:pt x="101373" y="255781"/>
                </a:cubicBezTo>
                <a:cubicBezTo>
                  <a:pt x="90366" y="240853"/>
                  <a:pt x="81199" y="225262"/>
                  <a:pt x="73872" y="209032"/>
                </a:cubicBezTo>
                <a:cubicBezTo>
                  <a:pt x="66534" y="192790"/>
                  <a:pt x="62865" y="176548"/>
                  <a:pt x="62865" y="160306"/>
                </a:cubicBezTo>
                <a:cubicBezTo>
                  <a:pt x="62865" y="121021"/>
                  <a:pt x="75564" y="89714"/>
                  <a:pt x="100973" y="66397"/>
                </a:cubicBezTo>
                <a:cubicBezTo>
                  <a:pt x="126119" y="43091"/>
                  <a:pt x="155334" y="31433"/>
                  <a:pt x="188595" y="31433"/>
                </a:cubicBezTo>
                <a:cubicBezTo>
                  <a:pt x="221856" y="31433"/>
                  <a:pt x="251197" y="43091"/>
                  <a:pt x="276606" y="66397"/>
                </a:cubicBezTo>
                <a:cubicBezTo>
                  <a:pt x="301752" y="89714"/>
                  <a:pt x="314325" y="121021"/>
                  <a:pt x="314325" y="160306"/>
                </a:cubicBezTo>
                <a:cubicBezTo>
                  <a:pt x="314325" y="176548"/>
                  <a:pt x="310656" y="192790"/>
                  <a:pt x="303329" y="209032"/>
                </a:cubicBezTo>
                <a:cubicBezTo>
                  <a:pt x="295991" y="225262"/>
                  <a:pt x="286824" y="240853"/>
                  <a:pt x="275817" y="255781"/>
                </a:cubicBezTo>
                <a:cubicBezTo>
                  <a:pt x="264822" y="270708"/>
                  <a:pt x="252900" y="284721"/>
                  <a:pt x="240064" y="297820"/>
                </a:cubicBezTo>
                <a:cubicBezTo>
                  <a:pt x="227228" y="310656"/>
                  <a:pt x="215318" y="322052"/>
                  <a:pt x="204311" y="332007"/>
                </a:cubicBezTo>
                <a:cubicBezTo>
                  <a:pt x="202220" y="334099"/>
                  <a:pt x="199854" y="335676"/>
                  <a:pt x="197236" y="336716"/>
                </a:cubicBezTo>
                <a:cubicBezTo>
                  <a:pt x="194356" y="337505"/>
                  <a:pt x="191475" y="337905"/>
                  <a:pt x="188595" y="337905"/>
                </a:cubicBezTo>
                <a:cubicBezTo>
                  <a:pt x="185715" y="337905"/>
                  <a:pt x="182960" y="337505"/>
                  <a:pt x="180343" y="336716"/>
                </a:cubicBezTo>
                <a:close/>
                <a:moveTo>
                  <a:pt x="188595" y="157163"/>
                </a:moveTo>
                <a:close/>
                <a:moveTo>
                  <a:pt x="208243" y="176811"/>
                </a:moveTo>
                <a:cubicBezTo>
                  <a:pt x="213478" y="171313"/>
                  <a:pt x="216096" y="164763"/>
                  <a:pt x="216096" y="157163"/>
                </a:cubicBezTo>
                <a:cubicBezTo>
                  <a:pt x="216096" y="149562"/>
                  <a:pt x="213478" y="143149"/>
                  <a:pt x="208243" y="137914"/>
                </a:cubicBezTo>
                <a:cubicBezTo>
                  <a:pt x="202745" y="132405"/>
                  <a:pt x="196196" y="129662"/>
                  <a:pt x="188595" y="129662"/>
                </a:cubicBezTo>
                <a:cubicBezTo>
                  <a:pt x="180994" y="129662"/>
                  <a:pt x="174582" y="132405"/>
                  <a:pt x="169347" y="137914"/>
                </a:cubicBezTo>
                <a:cubicBezTo>
                  <a:pt x="163838" y="143149"/>
                  <a:pt x="161094" y="149562"/>
                  <a:pt x="161094" y="157163"/>
                </a:cubicBezTo>
                <a:cubicBezTo>
                  <a:pt x="161094" y="164763"/>
                  <a:pt x="163838" y="171313"/>
                  <a:pt x="169347" y="176811"/>
                </a:cubicBezTo>
                <a:cubicBezTo>
                  <a:pt x="174582" y="182046"/>
                  <a:pt x="180994" y="184663"/>
                  <a:pt x="188595" y="184663"/>
                </a:cubicBezTo>
                <a:cubicBezTo>
                  <a:pt x="196196" y="184663"/>
                  <a:pt x="202745" y="182046"/>
                  <a:pt x="208243" y="176811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4" name="圖說"/>
          <p:cNvSpPr/>
          <p:nvPr/>
        </p:nvSpPr>
        <p:spPr>
          <a:xfrm>
            <a:off x="10370553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地點</a:t>
            </a:r>
            <a:endParaRPr lang="en-US" sz="950" dirty="0"/>
          </a:p>
        </p:txBody>
      </p:sp>
      <p:sp>
        <p:nvSpPr>
          <p:cNvPr id="235" name="圖示 環保"/>
          <p:cNvSpPr/>
          <p:nvPr/>
        </p:nvSpPr>
        <p:spPr>
          <a:xfrm>
            <a:off x="11244920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83690" y="308427"/>
                </a:moveTo>
                <a:cubicBezTo>
                  <a:pt x="72169" y="296643"/>
                  <a:pt x="63254" y="283018"/>
                  <a:pt x="56967" y="267565"/>
                </a:cubicBezTo>
                <a:cubicBezTo>
                  <a:pt x="50418" y="252112"/>
                  <a:pt x="47149" y="236270"/>
                  <a:pt x="47149" y="220028"/>
                </a:cubicBezTo>
                <a:cubicBezTo>
                  <a:pt x="47149" y="200905"/>
                  <a:pt x="50555" y="183486"/>
                  <a:pt x="57367" y="167770"/>
                </a:cubicBezTo>
                <a:cubicBezTo>
                  <a:pt x="63917" y="151790"/>
                  <a:pt x="73872" y="137126"/>
                  <a:pt x="87222" y="123764"/>
                </a:cubicBezTo>
                <a:cubicBezTo>
                  <a:pt x="103464" y="107522"/>
                  <a:pt x="127044" y="95738"/>
                  <a:pt x="157951" y="88400"/>
                </a:cubicBezTo>
                <a:cubicBezTo>
                  <a:pt x="188858" y="80810"/>
                  <a:pt x="227891" y="77667"/>
                  <a:pt x="275040" y="78970"/>
                </a:cubicBezTo>
                <a:cubicBezTo>
                  <a:pt x="280275" y="79233"/>
                  <a:pt x="284984" y="80284"/>
                  <a:pt x="289179" y="82113"/>
                </a:cubicBezTo>
                <a:cubicBezTo>
                  <a:pt x="293374" y="83953"/>
                  <a:pt x="297169" y="86571"/>
                  <a:pt x="300575" y="89977"/>
                </a:cubicBezTo>
                <a:cubicBezTo>
                  <a:pt x="303981" y="93383"/>
                  <a:pt x="306724" y="97178"/>
                  <a:pt x="308827" y="101373"/>
                </a:cubicBezTo>
                <a:cubicBezTo>
                  <a:pt x="310656" y="105556"/>
                  <a:pt x="311708" y="110277"/>
                  <a:pt x="311970" y="115512"/>
                </a:cubicBezTo>
                <a:cubicBezTo>
                  <a:pt x="312759" y="139092"/>
                  <a:pt x="312496" y="160694"/>
                  <a:pt x="311182" y="180343"/>
                </a:cubicBezTo>
                <a:cubicBezTo>
                  <a:pt x="309867" y="199728"/>
                  <a:pt x="307387" y="217273"/>
                  <a:pt x="303718" y="232989"/>
                </a:cubicBezTo>
                <a:cubicBezTo>
                  <a:pt x="299786" y="248705"/>
                  <a:pt x="294814" y="262593"/>
                  <a:pt x="288790" y="274640"/>
                </a:cubicBezTo>
                <a:cubicBezTo>
                  <a:pt x="282767" y="286687"/>
                  <a:pt x="275554" y="296906"/>
                  <a:pt x="267176" y="305284"/>
                </a:cubicBezTo>
                <a:cubicBezTo>
                  <a:pt x="253815" y="318646"/>
                  <a:pt x="239413" y="328727"/>
                  <a:pt x="223959" y="335539"/>
                </a:cubicBezTo>
                <a:cubicBezTo>
                  <a:pt x="208506" y="342351"/>
                  <a:pt x="192001" y="345758"/>
                  <a:pt x="174456" y="345758"/>
                </a:cubicBezTo>
                <a:cubicBezTo>
                  <a:pt x="156374" y="345758"/>
                  <a:pt x="139880" y="342740"/>
                  <a:pt x="124941" y="336716"/>
                </a:cubicBezTo>
                <a:cubicBezTo>
                  <a:pt x="109751" y="330430"/>
                  <a:pt x="96001" y="321000"/>
                  <a:pt x="83690" y="308427"/>
                </a:cubicBezTo>
                <a:close/>
                <a:moveTo>
                  <a:pt x="124164" y="308427"/>
                </a:moveTo>
                <a:cubicBezTo>
                  <a:pt x="130702" y="312885"/>
                  <a:pt x="138303" y="316291"/>
                  <a:pt x="146944" y="318646"/>
                </a:cubicBezTo>
                <a:cubicBezTo>
                  <a:pt x="155597" y="321000"/>
                  <a:pt x="164763" y="322189"/>
                  <a:pt x="174456" y="322189"/>
                </a:cubicBezTo>
                <a:cubicBezTo>
                  <a:pt x="188332" y="322189"/>
                  <a:pt x="201820" y="319297"/>
                  <a:pt x="214918" y="313536"/>
                </a:cubicBezTo>
                <a:cubicBezTo>
                  <a:pt x="228017" y="307776"/>
                  <a:pt x="239939" y="299397"/>
                  <a:pt x="250671" y="288390"/>
                </a:cubicBezTo>
                <a:cubicBezTo>
                  <a:pt x="257747" y="281327"/>
                  <a:pt x="263770" y="272148"/>
                  <a:pt x="268754" y="260890"/>
                </a:cubicBezTo>
                <a:cubicBezTo>
                  <a:pt x="273726" y="249368"/>
                  <a:pt x="277783" y="235869"/>
                  <a:pt x="280927" y="220416"/>
                </a:cubicBezTo>
                <a:cubicBezTo>
                  <a:pt x="284070" y="204700"/>
                  <a:pt x="286161" y="187029"/>
                  <a:pt x="287213" y="167381"/>
                </a:cubicBezTo>
                <a:cubicBezTo>
                  <a:pt x="288265" y="147733"/>
                  <a:pt x="288265" y="126119"/>
                  <a:pt x="287213" y="102550"/>
                </a:cubicBezTo>
                <a:cubicBezTo>
                  <a:pt x="262593" y="102024"/>
                  <a:pt x="240590" y="102413"/>
                  <a:pt x="221205" y="103727"/>
                </a:cubicBezTo>
                <a:cubicBezTo>
                  <a:pt x="201557" y="104779"/>
                  <a:pt x="184274" y="106871"/>
                  <a:pt x="169347" y="110014"/>
                </a:cubicBezTo>
                <a:cubicBezTo>
                  <a:pt x="154408" y="113157"/>
                  <a:pt x="141572" y="117215"/>
                  <a:pt x="130839" y="122198"/>
                </a:cubicBezTo>
                <a:cubicBezTo>
                  <a:pt x="120095" y="126907"/>
                  <a:pt x="111328" y="132805"/>
                  <a:pt x="104516" y="139880"/>
                </a:cubicBezTo>
                <a:cubicBezTo>
                  <a:pt x="93509" y="151139"/>
                  <a:pt x="85131" y="163060"/>
                  <a:pt x="79370" y="175633"/>
                </a:cubicBezTo>
                <a:cubicBezTo>
                  <a:pt x="73609" y="188206"/>
                  <a:pt x="70729" y="201042"/>
                  <a:pt x="70729" y="214130"/>
                </a:cubicBezTo>
                <a:cubicBezTo>
                  <a:pt x="70729" y="226703"/>
                  <a:pt x="73472" y="239939"/>
                  <a:pt x="78970" y="253815"/>
                </a:cubicBezTo>
                <a:cubicBezTo>
                  <a:pt x="84216" y="267439"/>
                  <a:pt x="90766" y="278435"/>
                  <a:pt x="98618" y="286824"/>
                </a:cubicBezTo>
                <a:cubicBezTo>
                  <a:pt x="112505" y="261153"/>
                  <a:pt x="129136" y="238098"/>
                  <a:pt x="148521" y="217673"/>
                </a:cubicBezTo>
                <a:cubicBezTo>
                  <a:pt x="167907" y="197236"/>
                  <a:pt x="188469" y="181131"/>
                  <a:pt x="210209" y="169347"/>
                </a:cubicBezTo>
                <a:cubicBezTo>
                  <a:pt x="187418" y="188984"/>
                  <a:pt x="168947" y="210335"/>
                  <a:pt x="154808" y="233389"/>
                </a:cubicBezTo>
                <a:cubicBezTo>
                  <a:pt x="140658" y="256181"/>
                  <a:pt x="130451" y="281189"/>
                  <a:pt x="124164" y="308427"/>
                </a:cubicBezTo>
                <a:close/>
                <a:moveTo>
                  <a:pt x="124164" y="308427"/>
                </a:moveTo>
                <a:close/>
                <a:moveTo>
                  <a:pt x="124164" y="308427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6" name="圖說"/>
          <p:cNvSpPr/>
          <p:nvPr/>
        </p:nvSpPr>
        <p:spPr>
          <a:xfrm>
            <a:off x="11063954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環保</a:t>
            </a:r>
            <a:endParaRPr lang="en-US" sz="950" dirty="0"/>
          </a:p>
        </p:txBody>
      </p:sp>
      <p:sp>
        <p:nvSpPr>
          <p:cNvPr id="237" name="圖示 節能"/>
          <p:cNvSpPr/>
          <p:nvPr/>
        </p:nvSpPr>
        <p:spPr>
          <a:xfrm>
            <a:off x="11938321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595" y="306473"/>
                </a:moveTo>
                <a:cubicBezTo>
                  <a:pt x="221342" y="306473"/>
                  <a:pt x="249231" y="295077"/>
                  <a:pt x="272285" y="272285"/>
                </a:cubicBezTo>
                <a:cubicBezTo>
                  <a:pt x="295077" y="249231"/>
                  <a:pt x="306473" y="221342"/>
                  <a:pt x="306473" y="188595"/>
                </a:cubicBezTo>
                <a:lnTo>
                  <a:pt x="306473" y="70729"/>
                </a:lnTo>
                <a:lnTo>
                  <a:pt x="188595" y="70729"/>
                </a:lnTo>
                <a:cubicBezTo>
                  <a:pt x="155848" y="70729"/>
                  <a:pt x="128085" y="82250"/>
                  <a:pt x="105305" y="105305"/>
                </a:cubicBezTo>
                <a:cubicBezTo>
                  <a:pt x="82250" y="128085"/>
                  <a:pt x="70729" y="155848"/>
                  <a:pt x="70729" y="188595"/>
                </a:cubicBezTo>
                <a:cubicBezTo>
                  <a:pt x="70729" y="221342"/>
                  <a:pt x="82250" y="249231"/>
                  <a:pt x="105305" y="272285"/>
                </a:cubicBezTo>
                <a:cubicBezTo>
                  <a:pt x="128085" y="295077"/>
                  <a:pt x="155848" y="306473"/>
                  <a:pt x="188595" y="306473"/>
                </a:cubicBezTo>
                <a:close/>
                <a:moveTo>
                  <a:pt x="167770" y="265210"/>
                </a:moveTo>
                <a:lnTo>
                  <a:pt x="249105" y="192527"/>
                </a:lnTo>
                <a:cubicBezTo>
                  <a:pt x="251723" y="190172"/>
                  <a:pt x="252512" y="187418"/>
                  <a:pt x="251460" y="184274"/>
                </a:cubicBezTo>
                <a:cubicBezTo>
                  <a:pt x="250408" y="180868"/>
                  <a:pt x="248054" y="178902"/>
                  <a:pt x="244385" y="178377"/>
                </a:cubicBezTo>
                <a:lnTo>
                  <a:pt x="180743" y="172090"/>
                </a:lnTo>
                <a:lnTo>
                  <a:pt x="218850" y="119832"/>
                </a:lnTo>
                <a:cubicBezTo>
                  <a:pt x="219902" y="118529"/>
                  <a:pt x="220416" y="117215"/>
                  <a:pt x="220416" y="115912"/>
                </a:cubicBezTo>
                <a:cubicBezTo>
                  <a:pt x="220153" y="114334"/>
                  <a:pt x="219502" y="112894"/>
                  <a:pt x="218462" y="111591"/>
                </a:cubicBezTo>
                <a:cubicBezTo>
                  <a:pt x="217147" y="110277"/>
                  <a:pt x="215707" y="109625"/>
                  <a:pt x="214130" y="109625"/>
                </a:cubicBezTo>
                <a:cubicBezTo>
                  <a:pt x="212301" y="109625"/>
                  <a:pt x="210723" y="110277"/>
                  <a:pt x="209420" y="111591"/>
                </a:cubicBezTo>
                <a:lnTo>
                  <a:pt x="128485" y="184274"/>
                </a:lnTo>
                <a:cubicBezTo>
                  <a:pt x="125856" y="186629"/>
                  <a:pt x="125078" y="189509"/>
                  <a:pt x="126119" y="192916"/>
                </a:cubicBezTo>
                <a:cubicBezTo>
                  <a:pt x="127170" y="196059"/>
                  <a:pt x="129525" y="197899"/>
                  <a:pt x="133194" y="198413"/>
                </a:cubicBezTo>
                <a:lnTo>
                  <a:pt x="196847" y="204700"/>
                </a:lnTo>
                <a:lnTo>
                  <a:pt x="158340" y="256958"/>
                </a:lnTo>
                <a:cubicBezTo>
                  <a:pt x="157288" y="258272"/>
                  <a:pt x="156900" y="259712"/>
                  <a:pt x="157163" y="261278"/>
                </a:cubicBezTo>
                <a:cubicBezTo>
                  <a:pt x="157163" y="262593"/>
                  <a:pt x="157814" y="263907"/>
                  <a:pt x="159128" y="265210"/>
                </a:cubicBezTo>
                <a:cubicBezTo>
                  <a:pt x="160431" y="266525"/>
                  <a:pt x="161883" y="267176"/>
                  <a:pt x="163449" y="267176"/>
                </a:cubicBezTo>
                <a:cubicBezTo>
                  <a:pt x="165026" y="267176"/>
                  <a:pt x="166467" y="266525"/>
                  <a:pt x="167770" y="265210"/>
                </a:cubicBezTo>
                <a:close/>
                <a:moveTo>
                  <a:pt x="188595" y="330041"/>
                </a:moveTo>
                <a:cubicBezTo>
                  <a:pt x="171050" y="330041"/>
                  <a:pt x="154545" y="327161"/>
                  <a:pt x="139092" y="321400"/>
                </a:cubicBezTo>
                <a:cubicBezTo>
                  <a:pt x="123638" y="315377"/>
                  <a:pt x="109625" y="307124"/>
                  <a:pt x="97052" y="296643"/>
                </a:cubicBezTo>
                <a:lnTo>
                  <a:pt x="67186" y="326509"/>
                </a:lnTo>
                <a:cubicBezTo>
                  <a:pt x="65883" y="327812"/>
                  <a:pt x="64568" y="328727"/>
                  <a:pt x="63254" y="329253"/>
                </a:cubicBezTo>
                <a:cubicBezTo>
                  <a:pt x="61951" y="329778"/>
                  <a:pt x="60510" y="330041"/>
                  <a:pt x="58933" y="330041"/>
                </a:cubicBezTo>
                <a:cubicBezTo>
                  <a:pt x="55790" y="330041"/>
                  <a:pt x="53047" y="328864"/>
                  <a:pt x="50681" y="326509"/>
                </a:cubicBezTo>
                <a:cubicBezTo>
                  <a:pt x="48326" y="324143"/>
                  <a:pt x="47149" y="321400"/>
                  <a:pt x="47149" y="318257"/>
                </a:cubicBezTo>
                <a:cubicBezTo>
                  <a:pt x="47149" y="316680"/>
                  <a:pt x="47412" y="315239"/>
                  <a:pt x="47937" y="313936"/>
                </a:cubicBezTo>
                <a:cubicBezTo>
                  <a:pt x="48463" y="312622"/>
                  <a:pt x="49378" y="311307"/>
                  <a:pt x="50681" y="310004"/>
                </a:cubicBezTo>
                <a:lnTo>
                  <a:pt x="80547" y="280138"/>
                </a:lnTo>
                <a:cubicBezTo>
                  <a:pt x="70066" y="267565"/>
                  <a:pt x="61951" y="253552"/>
                  <a:pt x="56190" y="238098"/>
                </a:cubicBezTo>
                <a:cubicBezTo>
                  <a:pt x="50166" y="222645"/>
                  <a:pt x="47149" y="206140"/>
                  <a:pt x="47149" y="188595"/>
                </a:cubicBezTo>
                <a:cubicBezTo>
                  <a:pt x="47149" y="149310"/>
                  <a:pt x="60899" y="115912"/>
                  <a:pt x="88400" y="88400"/>
                </a:cubicBezTo>
                <a:cubicBezTo>
                  <a:pt x="115912" y="60899"/>
                  <a:pt x="149310" y="47149"/>
                  <a:pt x="188595" y="47149"/>
                </a:cubicBezTo>
                <a:lnTo>
                  <a:pt x="306473" y="47149"/>
                </a:lnTo>
                <a:cubicBezTo>
                  <a:pt x="313011" y="47149"/>
                  <a:pt x="318646" y="49503"/>
                  <a:pt x="323366" y="54224"/>
                </a:cubicBezTo>
                <a:cubicBezTo>
                  <a:pt x="327812" y="58670"/>
                  <a:pt x="330041" y="64179"/>
                  <a:pt x="330041" y="70729"/>
                </a:cubicBezTo>
                <a:lnTo>
                  <a:pt x="330041" y="188595"/>
                </a:lnTo>
                <a:cubicBezTo>
                  <a:pt x="330041" y="227891"/>
                  <a:pt x="316291" y="261278"/>
                  <a:pt x="288790" y="288790"/>
                </a:cubicBezTo>
                <a:cubicBezTo>
                  <a:pt x="261278" y="316291"/>
                  <a:pt x="227891" y="330041"/>
                  <a:pt x="188595" y="330041"/>
                </a:cubicBez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8" name="圖說"/>
          <p:cNvSpPr/>
          <p:nvPr/>
        </p:nvSpPr>
        <p:spPr>
          <a:xfrm>
            <a:off x="11757355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節能</a:t>
            </a:r>
            <a:endParaRPr lang="en-US" sz="950" dirty="0"/>
          </a:p>
        </p:txBody>
      </p:sp>
      <p:sp>
        <p:nvSpPr>
          <p:cNvPr id="239" name="圖示 回收"/>
          <p:cNvSpPr/>
          <p:nvPr/>
        </p:nvSpPr>
        <p:spPr>
          <a:xfrm>
            <a:off x="12631722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50487" y="134371"/>
                </a:moveTo>
                <a:lnTo>
                  <a:pt x="179554" y="86834"/>
                </a:lnTo>
                <a:lnTo>
                  <a:pt x="156374" y="48326"/>
                </a:lnTo>
                <a:cubicBezTo>
                  <a:pt x="153231" y="43091"/>
                  <a:pt x="148784" y="40474"/>
                  <a:pt x="143024" y="40474"/>
                </a:cubicBezTo>
                <a:cubicBezTo>
                  <a:pt x="136989" y="40474"/>
                  <a:pt x="132405" y="43091"/>
                  <a:pt x="129262" y="48326"/>
                </a:cubicBezTo>
                <a:lnTo>
                  <a:pt x="96652" y="102161"/>
                </a:lnTo>
                <a:cubicBezTo>
                  <a:pt x="94823" y="105042"/>
                  <a:pt x="94423" y="108048"/>
                  <a:pt x="95475" y="111191"/>
                </a:cubicBezTo>
                <a:cubicBezTo>
                  <a:pt x="96263" y="114071"/>
                  <a:pt x="98092" y="116426"/>
                  <a:pt x="100973" y="118266"/>
                </a:cubicBezTo>
                <a:lnTo>
                  <a:pt x="134371" y="138692"/>
                </a:lnTo>
                <a:cubicBezTo>
                  <a:pt x="137251" y="140269"/>
                  <a:pt x="140269" y="140658"/>
                  <a:pt x="143412" y="139880"/>
                </a:cubicBezTo>
                <a:cubicBezTo>
                  <a:pt x="146293" y="139092"/>
                  <a:pt x="148647" y="137251"/>
                  <a:pt x="150487" y="134371"/>
                </a:cubicBezTo>
                <a:close/>
                <a:moveTo>
                  <a:pt x="296643" y="251460"/>
                </a:moveTo>
                <a:lnTo>
                  <a:pt x="267965" y="203523"/>
                </a:lnTo>
                <a:cubicBezTo>
                  <a:pt x="266125" y="200642"/>
                  <a:pt x="265736" y="197636"/>
                  <a:pt x="266788" y="194493"/>
                </a:cubicBezTo>
                <a:cubicBezTo>
                  <a:pt x="267565" y="191350"/>
                  <a:pt x="269405" y="188984"/>
                  <a:pt x="272285" y="187418"/>
                </a:cubicBezTo>
                <a:lnTo>
                  <a:pt x="306073" y="167770"/>
                </a:lnTo>
                <a:cubicBezTo>
                  <a:pt x="308953" y="166204"/>
                  <a:pt x="311970" y="165804"/>
                  <a:pt x="315114" y="166592"/>
                </a:cubicBezTo>
                <a:cubicBezTo>
                  <a:pt x="318257" y="167118"/>
                  <a:pt x="320612" y="168821"/>
                  <a:pt x="322189" y="171701"/>
                </a:cubicBezTo>
                <a:lnTo>
                  <a:pt x="341437" y="203923"/>
                </a:lnTo>
                <a:cubicBezTo>
                  <a:pt x="344317" y="208369"/>
                  <a:pt x="345883" y="213352"/>
                  <a:pt x="346146" y="218850"/>
                </a:cubicBezTo>
                <a:cubicBezTo>
                  <a:pt x="346409" y="224348"/>
                  <a:pt x="345232" y="229457"/>
                  <a:pt x="342614" y="234178"/>
                </a:cubicBezTo>
                <a:cubicBezTo>
                  <a:pt x="339997" y="239413"/>
                  <a:pt x="336202" y="243608"/>
                  <a:pt x="331219" y="246751"/>
                </a:cubicBezTo>
                <a:cubicBezTo>
                  <a:pt x="325984" y="249894"/>
                  <a:pt x="320349" y="251460"/>
                  <a:pt x="314325" y="251460"/>
                </a:cubicBezTo>
                <a:lnTo>
                  <a:pt x="296643" y="251460"/>
                </a:lnTo>
                <a:close/>
                <a:moveTo>
                  <a:pt x="241242" y="351255"/>
                </a:moveTo>
                <a:lnTo>
                  <a:pt x="196847" y="306861"/>
                </a:lnTo>
                <a:cubicBezTo>
                  <a:pt x="194493" y="304507"/>
                  <a:pt x="193316" y="301752"/>
                  <a:pt x="193316" y="298609"/>
                </a:cubicBezTo>
                <a:cubicBezTo>
                  <a:pt x="193316" y="295466"/>
                  <a:pt x="194493" y="292711"/>
                  <a:pt x="196847" y="290356"/>
                </a:cubicBezTo>
                <a:lnTo>
                  <a:pt x="241242" y="245962"/>
                </a:lnTo>
                <a:cubicBezTo>
                  <a:pt x="243082" y="244122"/>
                  <a:pt x="245299" y="243733"/>
                  <a:pt x="247928" y="244785"/>
                </a:cubicBezTo>
                <a:cubicBezTo>
                  <a:pt x="250283" y="245562"/>
                  <a:pt x="251460" y="247265"/>
                  <a:pt x="251460" y="249894"/>
                </a:cubicBezTo>
                <a:lnTo>
                  <a:pt x="251460" y="267176"/>
                </a:lnTo>
                <a:lnTo>
                  <a:pt x="326109" y="267176"/>
                </a:lnTo>
                <a:lnTo>
                  <a:pt x="303329" y="312759"/>
                </a:lnTo>
                <a:cubicBezTo>
                  <a:pt x="300438" y="317994"/>
                  <a:pt x="296517" y="322189"/>
                  <a:pt x="291534" y="325332"/>
                </a:cubicBezTo>
                <a:cubicBezTo>
                  <a:pt x="286562" y="328475"/>
                  <a:pt x="281064" y="330041"/>
                  <a:pt x="275040" y="330041"/>
                </a:cubicBezTo>
                <a:lnTo>
                  <a:pt x="251460" y="330041"/>
                </a:lnTo>
                <a:lnTo>
                  <a:pt x="251460" y="347335"/>
                </a:lnTo>
                <a:cubicBezTo>
                  <a:pt x="251460" y="349952"/>
                  <a:pt x="250283" y="351781"/>
                  <a:pt x="247928" y="352833"/>
                </a:cubicBezTo>
                <a:cubicBezTo>
                  <a:pt x="245299" y="353621"/>
                  <a:pt x="243082" y="353096"/>
                  <a:pt x="241242" y="351255"/>
                </a:cubicBezTo>
                <a:close/>
                <a:moveTo>
                  <a:pt x="99407" y="330041"/>
                </a:moveTo>
                <a:cubicBezTo>
                  <a:pt x="94172" y="330041"/>
                  <a:pt x="89451" y="328727"/>
                  <a:pt x="85256" y="326109"/>
                </a:cubicBezTo>
                <a:cubicBezTo>
                  <a:pt x="80810" y="323229"/>
                  <a:pt x="77530" y="319560"/>
                  <a:pt x="75438" y="315114"/>
                </a:cubicBezTo>
                <a:cubicBezTo>
                  <a:pt x="73346" y="310919"/>
                  <a:pt x="72420" y="306598"/>
                  <a:pt x="72683" y="302141"/>
                </a:cubicBezTo>
                <a:cubicBezTo>
                  <a:pt x="72683" y="297431"/>
                  <a:pt x="73872" y="293111"/>
                  <a:pt x="76227" y="289179"/>
                </a:cubicBezTo>
                <a:lnTo>
                  <a:pt x="89588" y="267176"/>
                </a:lnTo>
                <a:lnTo>
                  <a:pt x="145378" y="267176"/>
                </a:lnTo>
                <a:cubicBezTo>
                  <a:pt x="148784" y="267176"/>
                  <a:pt x="151665" y="268354"/>
                  <a:pt x="154019" y="270708"/>
                </a:cubicBezTo>
                <a:cubicBezTo>
                  <a:pt x="156111" y="272811"/>
                  <a:pt x="157163" y="275554"/>
                  <a:pt x="157163" y="278961"/>
                </a:cubicBezTo>
                <a:lnTo>
                  <a:pt x="157163" y="318257"/>
                </a:lnTo>
                <a:cubicBezTo>
                  <a:pt x="157163" y="321663"/>
                  <a:pt x="156111" y="324543"/>
                  <a:pt x="154019" y="326898"/>
                </a:cubicBezTo>
                <a:cubicBezTo>
                  <a:pt x="151665" y="328990"/>
                  <a:pt x="148784" y="330041"/>
                  <a:pt x="145378" y="330041"/>
                </a:cubicBezTo>
                <a:lnTo>
                  <a:pt x="99407" y="330041"/>
                </a:lnTo>
                <a:close/>
                <a:moveTo>
                  <a:pt x="60510" y="285247"/>
                </a:moveTo>
                <a:lnTo>
                  <a:pt x="34964" y="234178"/>
                </a:lnTo>
                <a:cubicBezTo>
                  <a:pt x="32610" y="229457"/>
                  <a:pt x="31558" y="224485"/>
                  <a:pt x="31821" y="219239"/>
                </a:cubicBezTo>
                <a:cubicBezTo>
                  <a:pt x="31821" y="213741"/>
                  <a:pt x="33261" y="208632"/>
                  <a:pt x="36153" y="203923"/>
                </a:cubicBezTo>
                <a:lnTo>
                  <a:pt x="42440" y="193316"/>
                </a:lnTo>
                <a:lnTo>
                  <a:pt x="27901" y="184663"/>
                </a:lnTo>
                <a:cubicBezTo>
                  <a:pt x="25798" y="183360"/>
                  <a:pt x="24883" y="181394"/>
                  <a:pt x="25146" y="178777"/>
                </a:cubicBezTo>
                <a:cubicBezTo>
                  <a:pt x="25409" y="175896"/>
                  <a:pt x="26849" y="174193"/>
                  <a:pt x="29467" y="173667"/>
                </a:cubicBezTo>
                <a:lnTo>
                  <a:pt x="90366" y="158340"/>
                </a:lnTo>
                <a:cubicBezTo>
                  <a:pt x="93509" y="157551"/>
                  <a:pt x="96526" y="158077"/>
                  <a:pt x="99407" y="159917"/>
                </a:cubicBezTo>
                <a:cubicBezTo>
                  <a:pt x="102024" y="161483"/>
                  <a:pt x="103727" y="163838"/>
                  <a:pt x="104516" y="166981"/>
                </a:cubicBezTo>
                <a:lnTo>
                  <a:pt x="119832" y="228280"/>
                </a:lnTo>
                <a:cubicBezTo>
                  <a:pt x="120358" y="230897"/>
                  <a:pt x="119569" y="232989"/>
                  <a:pt x="117478" y="234566"/>
                </a:cubicBezTo>
                <a:cubicBezTo>
                  <a:pt x="115386" y="235869"/>
                  <a:pt x="113283" y="235869"/>
                  <a:pt x="111191" y="234566"/>
                </a:cubicBezTo>
                <a:lnTo>
                  <a:pt x="96263" y="225525"/>
                </a:lnTo>
                <a:lnTo>
                  <a:pt x="60510" y="285247"/>
                </a:lnTo>
                <a:close/>
                <a:moveTo>
                  <a:pt x="261278" y="148121"/>
                </a:moveTo>
                <a:lnTo>
                  <a:pt x="200379" y="132805"/>
                </a:lnTo>
                <a:cubicBezTo>
                  <a:pt x="197762" y="132279"/>
                  <a:pt x="196322" y="130702"/>
                  <a:pt x="196059" y="128085"/>
                </a:cubicBezTo>
                <a:cubicBezTo>
                  <a:pt x="195533" y="125204"/>
                  <a:pt x="196459" y="123113"/>
                  <a:pt x="198813" y="121798"/>
                </a:cubicBezTo>
                <a:lnTo>
                  <a:pt x="213741" y="113157"/>
                </a:lnTo>
                <a:lnTo>
                  <a:pt x="164626" y="31433"/>
                </a:lnTo>
                <a:lnTo>
                  <a:pt x="220028" y="31433"/>
                </a:lnTo>
                <a:cubicBezTo>
                  <a:pt x="225525" y="31433"/>
                  <a:pt x="230772" y="32873"/>
                  <a:pt x="235744" y="35753"/>
                </a:cubicBezTo>
                <a:cubicBezTo>
                  <a:pt x="240464" y="38371"/>
                  <a:pt x="244259" y="42040"/>
                  <a:pt x="247139" y="46760"/>
                </a:cubicBezTo>
                <a:lnTo>
                  <a:pt x="267565" y="80936"/>
                </a:lnTo>
                <a:lnTo>
                  <a:pt x="282104" y="71906"/>
                </a:lnTo>
                <a:cubicBezTo>
                  <a:pt x="284207" y="70592"/>
                  <a:pt x="286299" y="70729"/>
                  <a:pt x="288390" y="72295"/>
                </a:cubicBezTo>
                <a:cubicBezTo>
                  <a:pt x="290493" y="73872"/>
                  <a:pt x="291271" y="75964"/>
                  <a:pt x="290756" y="78581"/>
                </a:cubicBezTo>
                <a:lnTo>
                  <a:pt x="275429" y="139480"/>
                </a:lnTo>
                <a:cubicBezTo>
                  <a:pt x="274640" y="142624"/>
                  <a:pt x="272937" y="145115"/>
                  <a:pt x="270320" y="146944"/>
                </a:cubicBezTo>
                <a:cubicBezTo>
                  <a:pt x="267439" y="148521"/>
                  <a:pt x="264422" y="148910"/>
                  <a:pt x="261278" y="148121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0" name="圖說"/>
          <p:cNvSpPr/>
          <p:nvPr/>
        </p:nvSpPr>
        <p:spPr>
          <a:xfrm>
            <a:off x="12450756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回收</a:t>
            </a:r>
            <a:endParaRPr lang="en-US" sz="950" dirty="0"/>
          </a:p>
        </p:txBody>
      </p:sp>
      <p:sp>
        <p:nvSpPr>
          <p:cNvPr id="241" name="線條"/>
          <p:cNvSpPr/>
          <p:nvPr/>
        </p:nvSpPr>
        <p:spPr>
          <a:xfrm>
            <a:off x="685800" y="6023610"/>
            <a:ext cx="13868019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685800" y="6177915"/>
            <a:ext cx="125730" cy="12573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3" name="小節"/>
          <p:cNvSpPr/>
          <p:nvPr/>
        </p:nvSpPr>
        <p:spPr>
          <a:xfrm>
            <a:off x="937260" y="609219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圖示＋文字組合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Icon + Label</a:t>
            </a:r>
            <a:endParaRPr lang="en-US" sz="1750" dirty="0"/>
          </a:p>
        </p:txBody>
      </p:sp>
      <p:grpSp>
        <p:nvGrpSpPr>
          <p:cNvPr id="5000" name="圖示＋流程方塊"/>
          <p:cNvGrpSpPr/>
          <p:nvPr/>
        </p:nvGrpSpPr>
        <p:grpSpPr>
          <a:xfrm>
            <a:off x="685800" y="6503670"/>
            <a:ext cx="2457450" cy="845820"/>
            <a:chOff x="685800" y="6503670"/>
            <a:chExt cx="2457450" cy="845820"/>
          </a:xfrm>
        </p:grpSpPr>
        <p:sp>
          <p:nvSpPr>
            <p:cNvPr id="244" name="流程方塊"/>
            <p:cNvSpPr/>
            <p:nvPr/>
          </p:nvSpPr>
          <p:spPr>
            <a:xfrm>
              <a:off x="685800" y="6503670"/>
              <a:ext cx="2457450" cy="845820"/>
            </a:xfrm>
            <a:prstGeom prst="roundRect">
              <a:avLst>
                <a:gd name="adj" fmla="val 13514"/>
              </a:avLst>
            </a:prstGeom>
            <a:solidFill>
              <a:srgbClr val="FFFFFF"/>
            </a:solidFill>
            <a:ln w="15875">
              <a:solidFill>
                <a:srgbClr val="BFBFB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5" name="圖示 機台"/>
            <p:cNvSpPr/>
            <p:nvPr/>
          </p:nvSpPr>
          <p:spPr>
            <a:xfrm>
              <a:off x="845820" y="669798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01441" y="400050"/>
                  </a:moveTo>
                  <a:cubicBezTo>
                    <a:pt x="95086" y="400050"/>
                    <a:pt x="89851" y="397981"/>
                    <a:pt x="85725" y="393855"/>
                  </a:cubicBezTo>
                  <a:cubicBezTo>
                    <a:pt x="81279" y="389409"/>
                    <a:pt x="79061" y="384014"/>
                    <a:pt x="79061" y="377670"/>
                  </a:cubicBezTo>
                  <a:cubicBezTo>
                    <a:pt x="79061" y="371315"/>
                    <a:pt x="81279" y="366080"/>
                    <a:pt x="85725" y="361954"/>
                  </a:cubicBezTo>
                  <a:cubicBezTo>
                    <a:pt x="89851" y="357508"/>
                    <a:pt x="95086" y="355279"/>
                    <a:pt x="101441" y="355279"/>
                  </a:cubicBezTo>
                  <a:lnTo>
                    <a:pt x="139537" y="355279"/>
                  </a:lnTo>
                  <a:lnTo>
                    <a:pt x="89063" y="182880"/>
                  </a:lnTo>
                  <a:cubicBezTo>
                    <a:pt x="78901" y="178114"/>
                    <a:pt x="70957" y="171770"/>
                    <a:pt x="65242" y="163826"/>
                  </a:cubicBezTo>
                  <a:cubicBezTo>
                    <a:pt x="59527" y="155574"/>
                    <a:pt x="56670" y="144784"/>
                    <a:pt x="56670" y="131445"/>
                  </a:cubicBezTo>
                  <a:cubicBezTo>
                    <a:pt x="56670" y="116517"/>
                    <a:pt x="62225" y="103659"/>
                    <a:pt x="73346" y="92869"/>
                  </a:cubicBezTo>
                  <a:cubicBezTo>
                    <a:pt x="84136" y="81759"/>
                    <a:pt x="96995" y="76204"/>
                    <a:pt x="111923" y="76204"/>
                  </a:cubicBezTo>
                  <a:cubicBezTo>
                    <a:pt x="125890" y="76204"/>
                    <a:pt x="137480" y="80010"/>
                    <a:pt x="146681" y="87634"/>
                  </a:cubicBezTo>
                  <a:cubicBezTo>
                    <a:pt x="155894" y="94938"/>
                    <a:pt x="162089" y="104779"/>
                    <a:pt x="165255" y="117157"/>
                  </a:cubicBezTo>
                  <a:lnTo>
                    <a:pt x="234795" y="117157"/>
                  </a:lnTo>
                  <a:lnTo>
                    <a:pt x="234795" y="89063"/>
                  </a:lnTo>
                  <a:cubicBezTo>
                    <a:pt x="234795" y="85245"/>
                    <a:pt x="236224" y="81919"/>
                    <a:pt x="239081" y="79061"/>
                  </a:cubicBezTo>
                  <a:cubicBezTo>
                    <a:pt x="241939" y="76204"/>
                    <a:pt x="245265" y="74775"/>
                    <a:pt x="249083" y="74775"/>
                  </a:cubicBezTo>
                  <a:cubicBezTo>
                    <a:pt x="252569" y="74775"/>
                    <a:pt x="255586" y="76204"/>
                    <a:pt x="258124" y="79061"/>
                  </a:cubicBezTo>
                  <a:cubicBezTo>
                    <a:pt x="260353" y="81599"/>
                    <a:pt x="261461" y="84616"/>
                    <a:pt x="261461" y="88102"/>
                  </a:cubicBezTo>
                  <a:lnTo>
                    <a:pt x="297180" y="53812"/>
                  </a:lnTo>
                  <a:cubicBezTo>
                    <a:pt x="299717" y="51275"/>
                    <a:pt x="303055" y="49686"/>
                    <a:pt x="307181" y="49058"/>
                  </a:cubicBezTo>
                  <a:cubicBezTo>
                    <a:pt x="310987" y="48097"/>
                    <a:pt x="314965" y="48578"/>
                    <a:pt x="319091" y="50486"/>
                  </a:cubicBezTo>
                  <a:lnTo>
                    <a:pt x="394335" y="86674"/>
                  </a:lnTo>
                  <a:cubicBezTo>
                    <a:pt x="397192" y="88262"/>
                    <a:pt x="399261" y="90491"/>
                    <a:pt x="400530" y="93349"/>
                  </a:cubicBezTo>
                  <a:cubicBezTo>
                    <a:pt x="401479" y="96206"/>
                    <a:pt x="401159" y="99224"/>
                    <a:pt x="399570" y="102390"/>
                  </a:cubicBezTo>
                  <a:cubicBezTo>
                    <a:pt x="397981" y="105567"/>
                    <a:pt x="395764" y="107476"/>
                    <a:pt x="392906" y="108105"/>
                  </a:cubicBezTo>
                  <a:cubicBezTo>
                    <a:pt x="389729" y="108745"/>
                    <a:pt x="386711" y="108265"/>
                    <a:pt x="383854" y="106676"/>
                  </a:cubicBezTo>
                  <a:lnTo>
                    <a:pt x="310039" y="70957"/>
                  </a:lnTo>
                  <a:lnTo>
                    <a:pt x="263370" y="118106"/>
                  </a:lnTo>
                  <a:lnTo>
                    <a:pt x="263370" y="142875"/>
                  </a:lnTo>
                  <a:lnTo>
                    <a:pt x="310039" y="191933"/>
                  </a:lnTo>
                  <a:lnTo>
                    <a:pt x="383854" y="155734"/>
                  </a:lnTo>
                  <a:cubicBezTo>
                    <a:pt x="387031" y="154145"/>
                    <a:pt x="390049" y="153825"/>
                    <a:pt x="392906" y="154785"/>
                  </a:cubicBezTo>
                  <a:cubicBezTo>
                    <a:pt x="395764" y="155414"/>
                    <a:pt x="397981" y="157323"/>
                    <a:pt x="399570" y="160500"/>
                  </a:cubicBezTo>
                  <a:cubicBezTo>
                    <a:pt x="401159" y="163666"/>
                    <a:pt x="401479" y="166844"/>
                    <a:pt x="400530" y="170021"/>
                  </a:cubicBezTo>
                  <a:cubicBezTo>
                    <a:pt x="399261" y="173199"/>
                    <a:pt x="397032" y="175576"/>
                    <a:pt x="393855" y="177165"/>
                  </a:cubicBezTo>
                  <a:lnTo>
                    <a:pt x="320989" y="211455"/>
                  </a:lnTo>
                  <a:cubicBezTo>
                    <a:pt x="316542" y="213672"/>
                    <a:pt x="312256" y="214793"/>
                    <a:pt x="308130" y="214793"/>
                  </a:cubicBezTo>
                  <a:cubicBezTo>
                    <a:pt x="304004" y="214473"/>
                    <a:pt x="300358" y="212724"/>
                    <a:pt x="297180" y="209546"/>
                  </a:cubicBezTo>
                  <a:lnTo>
                    <a:pt x="261461" y="175256"/>
                  </a:lnTo>
                  <a:cubicBezTo>
                    <a:pt x="261461" y="179702"/>
                    <a:pt x="260353" y="183040"/>
                    <a:pt x="258124" y="185257"/>
                  </a:cubicBezTo>
                  <a:cubicBezTo>
                    <a:pt x="255586" y="187486"/>
                    <a:pt x="252569" y="188595"/>
                    <a:pt x="249083" y="188595"/>
                  </a:cubicBezTo>
                  <a:cubicBezTo>
                    <a:pt x="245265" y="188595"/>
                    <a:pt x="241939" y="187166"/>
                    <a:pt x="239081" y="184309"/>
                  </a:cubicBezTo>
                  <a:cubicBezTo>
                    <a:pt x="236224" y="181451"/>
                    <a:pt x="234795" y="178114"/>
                    <a:pt x="234795" y="174308"/>
                  </a:cubicBezTo>
                  <a:lnTo>
                    <a:pt x="234795" y="145733"/>
                  </a:lnTo>
                  <a:lnTo>
                    <a:pt x="164306" y="145733"/>
                  </a:lnTo>
                  <a:cubicBezTo>
                    <a:pt x="164306" y="149539"/>
                    <a:pt x="163358" y="153516"/>
                    <a:pt x="161449" y="157643"/>
                  </a:cubicBezTo>
                  <a:cubicBezTo>
                    <a:pt x="159231" y="161449"/>
                    <a:pt x="156682" y="164626"/>
                    <a:pt x="153825" y="167164"/>
                  </a:cubicBezTo>
                  <a:lnTo>
                    <a:pt x="251460" y="355279"/>
                  </a:lnTo>
                  <a:lnTo>
                    <a:pt x="304324" y="355279"/>
                  </a:lnTo>
                  <a:cubicBezTo>
                    <a:pt x="310679" y="355279"/>
                    <a:pt x="316074" y="357508"/>
                    <a:pt x="320520" y="361954"/>
                  </a:cubicBezTo>
                  <a:cubicBezTo>
                    <a:pt x="324646" y="366080"/>
                    <a:pt x="326704" y="371315"/>
                    <a:pt x="326704" y="377670"/>
                  </a:cubicBezTo>
                  <a:cubicBezTo>
                    <a:pt x="326704" y="384014"/>
                    <a:pt x="324646" y="389409"/>
                    <a:pt x="320520" y="393855"/>
                  </a:cubicBezTo>
                  <a:cubicBezTo>
                    <a:pt x="316074" y="397981"/>
                    <a:pt x="310679" y="400050"/>
                    <a:pt x="304324" y="400050"/>
                  </a:cubicBezTo>
                  <a:lnTo>
                    <a:pt x="101441" y="400050"/>
                  </a:lnTo>
                  <a:close/>
                  <a:moveTo>
                    <a:pt x="130965" y="150499"/>
                  </a:moveTo>
                  <a:cubicBezTo>
                    <a:pt x="136051" y="145412"/>
                    <a:pt x="138589" y="139069"/>
                    <a:pt x="138589" y="131445"/>
                  </a:cubicBezTo>
                  <a:cubicBezTo>
                    <a:pt x="138589" y="123821"/>
                    <a:pt x="136051" y="117478"/>
                    <a:pt x="130965" y="112391"/>
                  </a:cubicBezTo>
                  <a:cubicBezTo>
                    <a:pt x="125890" y="107316"/>
                    <a:pt x="119535" y="104779"/>
                    <a:pt x="111923" y="104779"/>
                  </a:cubicBezTo>
                  <a:cubicBezTo>
                    <a:pt x="104299" y="104779"/>
                    <a:pt x="97944" y="107316"/>
                    <a:pt x="92869" y="112391"/>
                  </a:cubicBezTo>
                  <a:cubicBezTo>
                    <a:pt x="87794" y="117478"/>
                    <a:pt x="85245" y="123821"/>
                    <a:pt x="85245" y="131445"/>
                  </a:cubicBezTo>
                  <a:cubicBezTo>
                    <a:pt x="85245" y="139069"/>
                    <a:pt x="87794" y="145412"/>
                    <a:pt x="92869" y="150499"/>
                  </a:cubicBezTo>
                  <a:cubicBezTo>
                    <a:pt x="97944" y="155574"/>
                    <a:pt x="104299" y="158111"/>
                    <a:pt x="111923" y="158111"/>
                  </a:cubicBezTo>
                  <a:cubicBezTo>
                    <a:pt x="119535" y="158111"/>
                    <a:pt x="125890" y="155574"/>
                    <a:pt x="130965" y="150499"/>
                  </a:cubicBezTo>
                  <a:close/>
                  <a:moveTo>
                    <a:pt x="170970" y="355279"/>
                  </a:moveTo>
                  <a:lnTo>
                    <a:pt x="219547" y="355279"/>
                  </a:lnTo>
                  <a:lnTo>
                    <a:pt x="129536" y="180503"/>
                  </a:lnTo>
                  <a:cubicBezTo>
                    <a:pt x="128588" y="181131"/>
                    <a:pt x="126999" y="181771"/>
                    <a:pt x="124781" y="182400"/>
                  </a:cubicBezTo>
                  <a:cubicBezTo>
                    <a:pt x="122552" y="183040"/>
                    <a:pt x="120804" y="183520"/>
                    <a:pt x="119535" y="183829"/>
                  </a:cubicBezTo>
                  <a:lnTo>
                    <a:pt x="170970" y="355279"/>
                  </a:lnTo>
                  <a:close/>
                  <a:moveTo>
                    <a:pt x="219547" y="355279"/>
                  </a:moveTo>
                  <a:close/>
                </a:path>
              </a:pathLst>
            </a:custGeom>
            <a:solidFill>
              <a:srgbClr val="0F7C8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6" name="文字"/>
            <p:cNvSpPr/>
            <p:nvPr/>
          </p:nvSpPr>
          <p:spPr>
            <a:xfrm>
              <a:off x="1440180" y="6503670"/>
              <a:ext cx="161163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14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設備保養</a:t>
              </a:r>
              <a:endParaRPr lang="en-US" sz="175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每月 PM 排程</a:t>
              </a:r>
              <a:endParaRPr lang="en-US" sz="1750" dirty="0"/>
            </a:p>
          </p:txBody>
        </p:sp>
      </p:grpSp>
      <p:grpSp>
        <p:nvGrpSpPr>
          <p:cNvPr id="5001" name="淺色圓底＋說明"/>
          <p:cNvGrpSpPr/>
          <p:nvPr/>
        </p:nvGrpSpPr>
        <p:grpSpPr>
          <a:xfrm>
            <a:off x="3326130" y="6503670"/>
            <a:ext cx="2434590" cy="845820"/>
            <a:chOff x="3326130" y="6503670"/>
            <a:chExt cx="2434590" cy="845820"/>
          </a:xfrm>
        </p:grpSpPr>
        <p:sp>
          <p:nvSpPr>
            <p:cNvPr id="247" name="圖示底圓"/>
            <p:cNvSpPr/>
            <p:nvPr/>
          </p:nvSpPr>
          <p:spPr>
            <a:xfrm>
              <a:off x="3326130" y="6606540"/>
              <a:ext cx="640080" cy="640080"/>
            </a:xfrm>
            <a:prstGeom prst="ellipse">
              <a:avLst/>
            </a:prstGeom>
            <a:solidFill>
              <a:srgbClr val="DDEDED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8" name="圖示 檢測"/>
            <p:cNvSpPr/>
            <p:nvPr/>
          </p:nvSpPr>
          <p:spPr>
            <a:xfrm>
              <a:off x="3326130" y="660654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>
                  <a:moveTo>
                    <a:pt x="335333" y="335333"/>
                  </a:moveTo>
                  <a:cubicBezTo>
                    <a:pt x="343049" y="327344"/>
                    <a:pt x="346912" y="317834"/>
                    <a:pt x="346912" y="306815"/>
                  </a:cubicBezTo>
                  <a:cubicBezTo>
                    <a:pt x="346912" y="295511"/>
                    <a:pt x="343049" y="285864"/>
                    <a:pt x="335333" y="277875"/>
                  </a:cubicBezTo>
                  <a:cubicBezTo>
                    <a:pt x="327618" y="270159"/>
                    <a:pt x="318108" y="266296"/>
                    <a:pt x="306815" y="266296"/>
                  </a:cubicBezTo>
                  <a:cubicBezTo>
                    <a:pt x="295511" y="266296"/>
                    <a:pt x="285864" y="270159"/>
                    <a:pt x="277875" y="277875"/>
                  </a:cubicBezTo>
                  <a:cubicBezTo>
                    <a:pt x="270159" y="285590"/>
                    <a:pt x="266296" y="295100"/>
                    <a:pt x="266296" y="306404"/>
                  </a:cubicBezTo>
                  <a:cubicBezTo>
                    <a:pt x="266296" y="317697"/>
                    <a:pt x="270159" y="327344"/>
                    <a:pt x="277875" y="335333"/>
                  </a:cubicBezTo>
                  <a:cubicBezTo>
                    <a:pt x="285864" y="343049"/>
                    <a:pt x="295511" y="346912"/>
                    <a:pt x="306815" y="346912"/>
                  </a:cubicBezTo>
                  <a:cubicBezTo>
                    <a:pt x="318108" y="346912"/>
                    <a:pt x="327618" y="343049"/>
                    <a:pt x="335333" y="335333"/>
                  </a:cubicBezTo>
                  <a:close/>
                  <a:moveTo>
                    <a:pt x="306815" y="373784"/>
                  </a:moveTo>
                  <a:cubicBezTo>
                    <a:pt x="288070" y="373784"/>
                    <a:pt x="272228" y="367166"/>
                    <a:pt x="259278" y="353941"/>
                  </a:cubicBezTo>
                  <a:cubicBezTo>
                    <a:pt x="246042" y="340980"/>
                    <a:pt x="239436" y="325138"/>
                    <a:pt x="239436" y="306404"/>
                  </a:cubicBezTo>
                  <a:cubicBezTo>
                    <a:pt x="239436" y="287933"/>
                    <a:pt x="246042" y="272228"/>
                    <a:pt x="259278" y="259278"/>
                  </a:cubicBezTo>
                  <a:cubicBezTo>
                    <a:pt x="272503" y="246042"/>
                    <a:pt x="288345" y="239436"/>
                    <a:pt x="306815" y="239436"/>
                  </a:cubicBezTo>
                  <a:cubicBezTo>
                    <a:pt x="325275" y="239436"/>
                    <a:pt x="340980" y="246042"/>
                    <a:pt x="353941" y="259278"/>
                  </a:cubicBezTo>
                  <a:cubicBezTo>
                    <a:pt x="367166" y="272228"/>
                    <a:pt x="373784" y="288070"/>
                    <a:pt x="373784" y="306815"/>
                  </a:cubicBezTo>
                  <a:cubicBezTo>
                    <a:pt x="373784" y="312599"/>
                    <a:pt x="372812" y="318657"/>
                    <a:pt x="370892" y="325001"/>
                  </a:cubicBezTo>
                  <a:cubicBezTo>
                    <a:pt x="368686" y="331059"/>
                    <a:pt x="365783" y="337265"/>
                    <a:pt x="362205" y="343609"/>
                  </a:cubicBezTo>
                  <a:lnTo>
                    <a:pt x="395695" y="377087"/>
                  </a:lnTo>
                  <a:cubicBezTo>
                    <a:pt x="398450" y="379842"/>
                    <a:pt x="399684" y="383008"/>
                    <a:pt x="399410" y="386597"/>
                  </a:cubicBezTo>
                  <a:cubicBezTo>
                    <a:pt x="399410" y="390174"/>
                    <a:pt x="398027" y="393215"/>
                    <a:pt x="395272" y="395695"/>
                  </a:cubicBezTo>
                  <a:cubicBezTo>
                    <a:pt x="392792" y="398450"/>
                    <a:pt x="389763" y="399821"/>
                    <a:pt x="386185" y="399821"/>
                  </a:cubicBezTo>
                  <a:cubicBezTo>
                    <a:pt x="382322" y="399821"/>
                    <a:pt x="379156" y="398450"/>
                    <a:pt x="376676" y="395695"/>
                  </a:cubicBezTo>
                  <a:lnTo>
                    <a:pt x="343186" y="362617"/>
                  </a:lnTo>
                  <a:cubicBezTo>
                    <a:pt x="337128" y="366206"/>
                    <a:pt x="331059" y="368960"/>
                    <a:pt x="325001" y="370892"/>
                  </a:cubicBezTo>
                  <a:cubicBezTo>
                    <a:pt x="318943" y="372812"/>
                    <a:pt x="312873" y="373784"/>
                    <a:pt x="306815" y="373784"/>
                  </a:cubicBezTo>
                  <a:close/>
                  <a:moveTo>
                    <a:pt x="196847" y="471339"/>
                  </a:moveTo>
                  <a:cubicBezTo>
                    <a:pt x="189407" y="471339"/>
                    <a:pt x="182800" y="468584"/>
                    <a:pt x="177005" y="463075"/>
                  </a:cubicBezTo>
                  <a:cubicBezTo>
                    <a:pt x="171496" y="457280"/>
                    <a:pt x="168741" y="450673"/>
                    <a:pt x="168741" y="443233"/>
                  </a:cubicBezTo>
                  <a:lnTo>
                    <a:pt x="168741" y="387008"/>
                  </a:lnTo>
                  <a:cubicBezTo>
                    <a:pt x="168741" y="383145"/>
                    <a:pt x="170124" y="379842"/>
                    <a:pt x="172879" y="377087"/>
                  </a:cubicBezTo>
                  <a:cubicBezTo>
                    <a:pt x="175633" y="374333"/>
                    <a:pt x="178937" y="372949"/>
                    <a:pt x="182800" y="372949"/>
                  </a:cubicBezTo>
                  <a:cubicBezTo>
                    <a:pt x="186926" y="372949"/>
                    <a:pt x="190241" y="374333"/>
                    <a:pt x="192721" y="377087"/>
                  </a:cubicBezTo>
                  <a:cubicBezTo>
                    <a:pt x="195476" y="379842"/>
                    <a:pt x="196847" y="383145"/>
                    <a:pt x="196847" y="387008"/>
                  </a:cubicBezTo>
                  <a:lnTo>
                    <a:pt x="196847" y="443233"/>
                  </a:lnTo>
                  <a:lnTo>
                    <a:pt x="253072" y="443233"/>
                  </a:lnTo>
                  <a:cubicBezTo>
                    <a:pt x="256935" y="443233"/>
                    <a:pt x="260238" y="444604"/>
                    <a:pt x="262993" y="447359"/>
                  </a:cubicBezTo>
                  <a:cubicBezTo>
                    <a:pt x="265748" y="450113"/>
                    <a:pt x="267131" y="453428"/>
                    <a:pt x="267131" y="457280"/>
                  </a:cubicBezTo>
                  <a:cubicBezTo>
                    <a:pt x="267131" y="461418"/>
                    <a:pt x="265748" y="464721"/>
                    <a:pt x="262993" y="467201"/>
                  </a:cubicBezTo>
                  <a:cubicBezTo>
                    <a:pt x="260238" y="469956"/>
                    <a:pt x="256935" y="471339"/>
                    <a:pt x="253072" y="471339"/>
                  </a:cubicBezTo>
                  <a:lnTo>
                    <a:pt x="196847" y="471339"/>
                  </a:lnTo>
                  <a:close/>
                  <a:moveTo>
                    <a:pt x="443233" y="471339"/>
                  </a:moveTo>
                  <a:lnTo>
                    <a:pt x="387008" y="471339"/>
                  </a:lnTo>
                  <a:cubicBezTo>
                    <a:pt x="383145" y="471339"/>
                    <a:pt x="379842" y="469956"/>
                    <a:pt x="377087" y="467201"/>
                  </a:cubicBezTo>
                  <a:cubicBezTo>
                    <a:pt x="374333" y="464447"/>
                    <a:pt x="372949" y="461143"/>
                    <a:pt x="372949" y="457280"/>
                  </a:cubicBezTo>
                  <a:cubicBezTo>
                    <a:pt x="372949" y="453154"/>
                    <a:pt x="374333" y="449839"/>
                    <a:pt x="377087" y="447359"/>
                  </a:cubicBezTo>
                  <a:cubicBezTo>
                    <a:pt x="379842" y="444604"/>
                    <a:pt x="383145" y="443233"/>
                    <a:pt x="387008" y="443233"/>
                  </a:cubicBezTo>
                  <a:lnTo>
                    <a:pt x="443233" y="443233"/>
                  </a:lnTo>
                  <a:lnTo>
                    <a:pt x="443233" y="387008"/>
                  </a:lnTo>
                  <a:cubicBezTo>
                    <a:pt x="443233" y="383145"/>
                    <a:pt x="444604" y="379842"/>
                    <a:pt x="447359" y="377087"/>
                  </a:cubicBezTo>
                  <a:cubicBezTo>
                    <a:pt x="450113" y="374333"/>
                    <a:pt x="453428" y="372949"/>
                    <a:pt x="457280" y="372949"/>
                  </a:cubicBezTo>
                  <a:cubicBezTo>
                    <a:pt x="461418" y="372949"/>
                    <a:pt x="464721" y="374333"/>
                    <a:pt x="467201" y="377087"/>
                  </a:cubicBezTo>
                  <a:cubicBezTo>
                    <a:pt x="469956" y="379842"/>
                    <a:pt x="471339" y="383145"/>
                    <a:pt x="471339" y="387008"/>
                  </a:cubicBezTo>
                  <a:lnTo>
                    <a:pt x="471339" y="443233"/>
                  </a:lnTo>
                  <a:cubicBezTo>
                    <a:pt x="471339" y="450673"/>
                    <a:pt x="468584" y="457280"/>
                    <a:pt x="463075" y="463075"/>
                  </a:cubicBezTo>
                  <a:cubicBezTo>
                    <a:pt x="457554" y="468584"/>
                    <a:pt x="450948" y="471339"/>
                    <a:pt x="443233" y="471339"/>
                  </a:cubicBezTo>
                  <a:close/>
                  <a:moveTo>
                    <a:pt x="168741" y="253072"/>
                  </a:moveTo>
                  <a:lnTo>
                    <a:pt x="168741" y="196847"/>
                  </a:lnTo>
                  <a:cubicBezTo>
                    <a:pt x="168741" y="189132"/>
                    <a:pt x="171496" y="182526"/>
                    <a:pt x="177005" y="177005"/>
                  </a:cubicBezTo>
                  <a:cubicBezTo>
                    <a:pt x="182800" y="171496"/>
                    <a:pt x="189407" y="168741"/>
                    <a:pt x="196847" y="168741"/>
                  </a:cubicBezTo>
                  <a:lnTo>
                    <a:pt x="253072" y="168741"/>
                  </a:lnTo>
                  <a:cubicBezTo>
                    <a:pt x="256935" y="168741"/>
                    <a:pt x="260238" y="170124"/>
                    <a:pt x="262993" y="172879"/>
                  </a:cubicBezTo>
                  <a:cubicBezTo>
                    <a:pt x="265748" y="175633"/>
                    <a:pt x="267131" y="178937"/>
                    <a:pt x="267131" y="182800"/>
                  </a:cubicBezTo>
                  <a:cubicBezTo>
                    <a:pt x="267131" y="186926"/>
                    <a:pt x="265748" y="190241"/>
                    <a:pt x="262993" y="192721"/>
                  </a:cubicBezTo>
                  <a:cubicBezTo>
                    <a:pt x="260238" y="195476"/>
                    <a:pt x="256935" y="196847"/>
                    <a:pt x="253072" y="196847"/>
                  </a:cubicBezTo>
                  <a:lnTo>
                    <a:pt x="196847" y="196847"/>
                  </a:lnTo>
                  <a:lnTo>
                    <a:pt x="196847" y="253072"/>
                  </a:lnTo>
                  <a:cubicBezTo>
                    <a:pt x="196847" y="256935"/>
                    <a:pt x="195476" y="260238"/>
                    <a:pt x="192721" y="262993"/>
                  </a:cubicBezTo>
                  <a:cubicBezTo>
                    <a:pt x="189967" y="265748"/>
                    <a:pt x="186652" y="267131"/>
                    <a:pt x="182800" y="267131"/>
                  </a:cubicBezTo>
                  <a:cubicBezTo>
                    <a:pt x="178662" y="267131"/>
                    <a:pt x="175359" y="265748"/>
                    <a:pt x="172879" y="262993"/>
                  </a:cubicBezTo>
                  <a:cubicBezTo>
                    <a:pt x="170124" y="260238"/>
                    <a:pt x="168741" y="256935"/>
                    <a:pt x="168741" y="253072"/>
                  </a:cubicBezTo>
                  <a:close/>
                  <a:moveTo>
                    <a:pt x="443233" y="253072"/>
                  </a:moveTo>
                  <a:lnTo>
                    <a:pt x="443233" y="196847"/>
                  </a:lnTo>
                  <a:lnTo>
                    <a:pt x="387008" y="196847"/>
                  </a:lnTo>
                  <a:cubicBezTo>
                    <a:pt x="383145" y="196847"/>
                    <a:pt x="379842" y="195476"/>
                    <a:pt x="377087" y="192721"/>
                  </a:cubicBezTo>
                  <a:cubicBezTo>
                    <a:pt x="374333" y="189967"/>
                    <a:pt x="372949" y="186652"/>
                    <a:pt x="372949" y="182800"/>
                  </a:cubicBezTo>
                  <a:cubicBezTo>
                    <a:pt x="372949" y="178662"/>
                    <a:pt x="374333" y="175359"/>
                    <a:pt x="377087" y="172879"/>
                  </a:cubicBezTo>
                  <a:cubicBezTo>
                    <a:pt x="379842" y="170124"/>
                    <a:pt x="383145" y="168741"/>
                    <a:pt x="387008" y="168741"/>
                  </a:cubicBezTo>
                  <a:lnTo>
                    <a:pt x="443233" y="168741"/>
                  </a:lnTo>
                  <a:cubicBezTo>
                    <a:pt x="450948" y="168741"/>
                    <a:pt x="457554" y="171496"/>
                    <a:pt x="463075" y="177005"/>
                  </a:cubicBezTo>
                  <a:cubicBezTo>
                    <a:pt x="468584" y="182526"/>
                    <a:pt x="471339" y="189132"/>
                    <a:pt x="471339" y="196847"/>
                  </a:cubicBezTo>
                  <a:lnTo>
                    <a:pt x="471339" y="253072"/>
                  </a:lnTo>
                  <a:cubicBezTo>
                    <a:pt x="471339" y="256935"/>
                    <a:pt x="469956" y="260238"/>
                    <a:pt x="467201" y="262993"/>
                  </a:cubicBezTo>
                  <a:cubicBezTo>
                    <a:pt x="464447" y="265748"/>
                    <a:pt x="461143" y="267131"/>
                    <a:pt x="457280" y="267131"/>
                  </a:cubicBezTo>
                  <a:cubicBezTo>
                    <a:pt x="453154" y="267131"/>
                    <a:pt x="449839" y="265748"/>
                    <a:pt x="447359" y="262993"/>
                  </a:cubicBezTo>
                  <a:cubicBezTo>
                    <a:pt x="444604" y="260238"/>
                    <a:pt x="443233" y="256935"/>
                    <a:pt x="443233" y="253072"/>
                  </a:cubicBezTo>
                  <a:close/>
                </a:path>
              </a:pathLst>
            </a:custGeom>
            <a:solidFill>
              <a:srgbClr val="0F7C8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9" name="文字"/>
            <p:cNvSpPr/>
            <p:nvPr/>
          </p:nvSpPr>
          <p:spPr>
            <a:xfrm>
              <a:off x="4103370" y="6503670"/>
              <a:ext cx="165735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14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線上檢測</a:t>
              </a:r>
              <a:endParaRPr lang="en-US" sz="175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AOI 全檢・即時回饋</a:t>
              </a:r>
              <a:endParaRPr lang="en-US" sz="1750" dirty="0"/>
            </a:p>
          </p:txBody>
        </p:sp>
      </p:grpSp>
      <p:grpSp>
        <p:nvGrpSpPr>
          <p:cNvPr id="5002" name="深色圓底＋卡片"/>
          <p:cNvGrpSpPr/>
          <p:nvPr/>
        </p:nvGrpSpPr>
        <p:grpSpPr>
          <a:xfrm>
            <a:off x="5966460" y="6503670"/>
            <a:ext cx="2628900" cy="845820"/>
            <a:chOff x="5966460" y="6503670"/>
            <a:chExt cx="2628900" cy="845820"/>
          </a:xfrm>
        </p:grpSpPr>
        <p:sp>
          <p:nvSpPr>
            <p:cNvPr id="250" name="卡片"/>
            <p:cNvSpPr/>
            <p:nvPr/>
          </p:nvSpPr>
          <p:spPr>
            <a:xfrm>
              <a:off x="5966460" y="6503670"/>
              <a:ext cx="2628900" cy="845820"/>
            </a:xfrm>
            <a:prstGeom prst="roundRect">
              <a:avLst>
                <a:gd name="adj" fmla="val 29730"/>
              </a:avLst>
            </a:prstGeom>
            <a:solidFill>
              <a:srgbClr val="FFFFFF"/>
            </a:solidFill>
            <a:ln>
              <a:noFill/>
            </a:ln>
            <a:effectLst>
              <a:outerShdw blurRad="95250" dist="23876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1" name="圖示底圓"/>
            <p:cNvSpPr/>
            <p:nvPr/>
          </p:nvSpPr>
          <p:spPr>
            <a:xfrm>
              <a:off x="6126480" y="6663690"/>
              <a:ext cx="525780" cy="525780"/>
            </a:xfrm>
            <a:prstGeom prst="ellipse">
              <a:avLst/>
            </a:prstGeom>
            <a:solidFill>
              <a:srgbClr val="0F7C8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2" name="圖示 AI"/>
            <p:cNvSpPr/>
            <p:nvPr/>
          </p:nvSpPr>
          <p:spPr>
            <a:xfrm>
              <a:off x="6126480" y="6663690"/>
              <a:ext cx="525780" cy="525780"/>
            </a:xfrm>
            <a:custGeom>
              <a:avLst/>
              <a:gdLst/>
              <a:ahLst/>
              <a:cxnLst/>
              <a:rect l="l" t="t" r="r" b="b"/>
              <a:pathLst>
                <a:path w="525780" h="525780">
                  <a:moveTo>
                    <a:pt x="230635" y="386837"/>
                  </a:moveTo>
                  <a:cubicBezTo>
                    <a:pt x="219090" y="386837"/>
                    <a:pt x="209352" y="382642"/>
                    <a:pt x="201431" y="374264"/>
                  </a:cubicBezTo>
                  <a:cubicBezTo>
                    <a:pt x="193281" y="366114"/>
                    <a:pt x="188412" y="356719"/>
                    <a:pt x="186823" y="346089"/>
                  </a:cubicBezTo>
                  <a:cubicBezTo>
                    <a:pt x="172787" y="345403"/>
                    <a:pt x="160912" y="339860"/>
                    <a:pt x="151173" y="329447"/>
                  </a:cubicBezTo>
                  <a:cubicBezTo>
                    <a:pt x="141663" y="319263"/>
                    <a:pt x="136909" y="306473"/>
                    <a:pt x="136909" y="291076"/>
                  </a:cubicBezTo>
                  <a:cubicBezTo>
                    <a:pt x="136909" y="285864"/>
                    <a:pt x="137594" y="280892"/>
                    <a:pt x="138943" y="276137"/>
                  </a:cubicBezTo>
                  <a:cubicBezTo>
                    <a:pt x="140303" y="271154"/>
                    <a:pt x="142235" y="266513"/>
                    <a:pt x="144727" y="262216"/>
                  </a:cubicBezTo>
                  <a:cubicBezTo>
                    <a:pt x="142235" y="257907"/>
                    <a:pt x="140303" y="253380"/>
                    <a:pt x="138943" y="248625"/>
                  </a:cubicBezTo>
                  <a:cubicBezTo>
                    <a:pt x="137594" y="243870"/>
                    <a:pt x="136909" y="238784"/>
                    <a:pt x="136909" y="233343"/>
                  </a:cubicBezTo>
                  <a:cubicBezTo>
                    <a:pt x="136909" y="219536"/>
                    <a:pt x="141778" y="207649"/>
                    <a:pt x="151516" y="197693"/>
                  </a:cubicBezTo>
                  <a:cubicBezTo>
                    <a:pt x="161026" y="187738"/>
                    <a:pt x="172456" y="181966"/>
                    <a:pt x="185806" y="180377"/>
                  </a:cubicBezTo>
                  <a:cubicBezTo>
                    <a:pt x="186709" y="168833"/>
                    <a:pt x="191350" y="158980"/>
                    <a:pt x="199728" y="150830"/>
                  </a:cubicBezTo>
                  <a:cubicBezTo>
                    <a:pt x="208106" y="142909"/>
                    <a:pt x="218073" y="138943"/>
                    <a:pt x="229617" y="138943"/>
                  </a:cubicBezTo>
                  <a:cubicBezTo>
                    <a:pt x="236635" y="138943"/>
                    <a:pt x="242739" y="140189"/>
                    <a:pt x="247951" y="142681"/>
                  </a:cubicBezTo>
                  <a:cubicBezTo>
                    <a:pt x="253152" y="145172"/>
                    <a:pt x="258135" y="148796"/>
                    <a:pt x="262890" y="153551"/>
                  </a:cubicBezTo>
                  <a:cubicBezTo>
                    <a:pt x="267645" y="148796"/>
                    <a:pt x="272628" y="145172"/>
                    <a:pt x="277829" y="142681"/>
                  </a:cubicBezTo>
                  <a:cubicBezTo>
                    <a:pt x="283041" y="140189"/>
                    <a:pt x="289042" y="138943"/>
                    <a:pt x="295831" y="138943"/>
                  </a:cubicBezTo>
                  <a:cubicBezTo>
                    <a:pt x="307147" y="138943"/>
                    <a:pt x="317000" y="142909"/>
                    <a:pt x="325366" y="150830"/>
                  </a:cubicBezTo>
                  <a:cubicBezTo>
                    <a:pt x="333745" y="158980"/>
                    <a:pt x="338385" y="168833"/>
                    <a:pt x="339288" y="180377"/>
                  </a:cubicBezTo>
                  <a:cubicBezTo>
                    <a:pt x="352878" y="181508"/>
                    <a:pt x="364537" y="187052"/>
                    <a:pt x="374264" y="197019"/>
                  </a:cubicBezTo>
                  <a:cubicBezTo>
                    <a:pt x="384002" y="207203"/>
                    <a:pt x="388871" y="219307"/>
                    <a:pt x="388871" y="233343"/>
                  </a:cubicBezTo>
                  <a:cubicBezTo>
                    <a:pt x="388871" y="239013"/>
                    <a:pt x="388186" y="244213"/>
                    <a:pt x="386837" y="248968"/>
                  </a:cubicBezTo>
                  <a:cubicBezTo>
                    <a:pt x="385248" y="253952"/>
                    <a:pt x="383099" y="258478"/>
                    <a:pt x="380379" y="262547"/>
                  </a:cubicBezTo>
                  <a:cubicBezTo>
                    <a:pt x="382871" y="267302"/>
                    <a:pt x="384791" y="272171"/>
                    <a:pt x="386151" y="277155"/>
                  </a:cubicBezTo>
                  <a:cubicBezTo>
                    <a:pt x="387511" y="282127"/>
                    <a:pt x="388186" y="287110"/>
                    <a:pt x="388186" y="292094"/>
                  </a:cubicBezTo>
                  <a:cubicBezTo>
                    <a:pt x="388186" y="307033"/>
                    <a:pt x="383545" y="319480"/>
                    <a:pt x="374264" y="329447"/>
                  </a:cubicBezTo>
                  <a:cubicBezTo>
                    <a:pt x="364766" y="339174"/>
                    <a:pt x="353107" y="344500"/>
                    <a:pt x="339288" y="345403"/>
                  </a:cubicBezTo>
                  <a:cubicBezTo>
                    <a:pt x="337711" y="356045"/>
                    <a:pt x="332842" y="365669"/>
                    <a:pt x="324692" y="374264"/>
                  </a:cubicBezTo>
                  <a:cubicBezTo>
                    <a:pt x="316314" y="382642"/>
                    <a:pt x="306473" y="386837"/>
                    <a:pt x="295145" y="386837"/>
                  </a:cubicBezTo>
                  <a:cubicBezTo>
                    <a:pt x="288356" y="386837"/>
                    <a:pt x="282470" y="385705"/>
                    <a:pt x="277486" y="383431"/>
                  </a:cubicBezTo>
                  <a:cubicBezTo>
                    <a:pt x="272514" y="381396"/>
                    <a:pt x="267645" y="378116"/>
                    <a:pt x="262890" y="373590"/>
                  </a:cubicBezTo>
                  <a:cubicBezTo>
                    <a:pt x="258135" y="378116"/>
                    <a:pt x="253266" y="381396"/>
                    <a:pt x="248294" y="383431"/>
                  </a:cubicBezTo>
                  <a:cubicBezTo>
                    <a:pt x="243310" y="385705"/>
                    <a:pt x="237424" y="386837"/>
                    <a:pt x="230635" y="386837"/>
                  </a:cubicBezTo>
                  <a:close/>
                  <a:moveTo>
                    <a:pt x="274091" y="181394"/>
                  </a:moveTo>
                  <a:lnTo>
                    <a:pt x="274091" y="345060"/>
                  </a:lnTo>
                  <a:cubicBezTo>
                    <a:pt x="274091" y="350501"/>
                    <a:pt x="276252" y="355027"/>
                    <a:pt x="280549" y="358651"/>
                  </a:cubicBezTo>
                  <a:cubicBezTo>
                    <a:pt x="284618" y="362491"/>
                    <a:pt x="289602" y="364423"/>
                    <a:pt x="295488" y="364423"/>
                  </a:cubicBezTo>
                  <a:cubicBezTo>
                    <a:pt x="301146" y="364423"/>
                    <a:pt x="306015" y="361931"/>
                    <a:pt x="310084" y="356947"/>
                  </a:cubicBezTo>
                  <a:cubicBezTo>
                    <a:pt x="314165" y="351964"/>
                    <a:pt x="316428" y="346878"/>
                    <a:pt x="316885" y="341666"/>
                  </a:cubicBezTo>
                  <a:cubicBezTo>
                    <a:pt x="312130" y="339860"/>
                    <a:pt x="307604" y="337596"/>
                    <a:pt x="303295" y="334876"/>
                  </a:cubicBezTo>
                  <a:cubicBezTo>
                    <a:pt x="299226" y="331939"/>
                    <a:pt x="295717" y="328315"/>
                    <a:pt x="292768" y="324018"/>
                  </a:cubicBezTo>
                  <a:cubicBezTo>
                    <a:pt x="290962" y="321297"/>
                    <a:pt x="290276" y="318463"/>
                    <a:pt x="290733" y="315525"/>
                  </a:cubicBezTo>
                  <a:cubicBezTo>
                    <a:pt x="291191" y="312805"/>
                    <a:pt x="292768" y="310427"/>
                    <a:pt x="295488" y="308393"/>
                  </a:cubicBezTo>
                  <a:cubicBezTo>
                    <a:pt x="298209" y="306358"/>
                    <a:pt x="301032" y="305558"/>
                    <a:pt x="303981" y="306015"/>
                  </a:cubicBezTo>
                  <a:cubicBezTo>
                    <a:pt x="306918" y="306690"/>
                    <a:pt x="309410" y="308393"/>
                    <a:pt x="311445" y="311113"/>
                  </a:cubicBezTo>
                  <a:cubicBezTo>
                    <a:pt x="314165" y="314954"/>
                    <a:pt x="317560" y="317903"/>
                    <a:pt x="321640" y="319937"/>
                  </a:cubicBezTo>
                  <a:cubicBezTo>
                    <a:pt x="325938" y="321972"/>
                    <a:pt x="330578" y="322989"/>
                    <a:pt x="335562" y="322989"/>
                  </a:cubicBezTo>
                  <a:cubicBezTo>
                    <a:pt x="343929" y="322989"/>
                    <a:pt x="351061" y="320166"/>
                    <a:pt x="356947" y="314508"/>
                  </a:cubicBezTo>
                  <a:cubicBezTo>
                    <a:pt x="362834" y="308850"/>
                    <a:pt x="365783" y="301375"/>
                    <a:pt x="365783" y="292094"/>
                  </a:cubicBezTo>
                  <a:cubicBezTo>
                    <a:pt x="365783" y="290059"/>
                    <a:pt x="365554" y="287910"/>
                    <a:pt x="365097" y="285636"/>
                  </a:cubicBezTo>
                  <a:cubicBezTo>
                    <a:pt x="364651" y="283601"/>
                    <a:pt x="364194" y="281452"/>
                    <a:pt x="363737" y="279189"/>
                  </a:cubicBezTo>
                  <a:cubicBezTo>
                    <a:pt x="359896" y="281681"/>
                    <a:pt x="355702" y="283601"/>
                    <a:pt x="351175" y="284961"/>
                  </a:cubicBezTo>
                  <a:cubicBezTo>
                    <a:pt x="346420" y="286322"/>
                    <a:pt x="341666" y="286996"/>
                    <a:pt x="336911" y="286996"/>
                  </a:cubicBezTo>
                  <a:cubicBezTo>
                    <a:pt x="333745" y="286996"/>
                    <a:pt x="331024" y="285979"/>
                    <a:pt x="328761" y="283944"/>
                  </a:cubicBezTo>
                  <a:cubicBezTo>
                    <a:pt x="326727" y="281910"/>
                    <a:pt x="325709" y="279189"/>
                    <a:pt x="325709" y="275794"/>
                  </a:cubicBezTo>
                  <a:cubicBezTo>
                    <a:pt x="325709" y="272628"/>
                    <a:pt x="326727" y="269908"/>
                    <a:pt x="328761" y="267645"/>
                  </a:cubicBezTo>
                  <a:cubicBezTo>
                    <a:pt x="331024" y="265610"/>
                    <a:pt x="333745" y="264593"/>
                    <a:pt x="336911" y="264593"/>
                  </a:cubicBezTo>
                  <a:cubicBezTo>
                    <a:pt x="345060" y="264593"/>
                    <a:pt x="352078" y="261530"/>
                    <a:pt x="357965" y="255415"/>
                  </a:cubicBezTo>
                  <a:cubicBezTo>
                    <a:pt x="363623" y="249311"/>
                    <a:pt x="366457" y="241950"/>
                    <a:pt x="366457" y="233343"/>
                  </a:cubicBezTo>
                  <a:cubicBezTo>
                    <a:pt x="366457" y="225194"/>
                    <a:pt x="363405" y="218073"/>
                    <a:pt x="357290" y="211958"/>
                  </a:cubicBezTo>
                  <a:cubicBezTo>
                    <a:pt x="351175" y="206071"/>
                    <a:pt x="344157" y="202905"/>
                    <a:pt x="336236" y="202448"/>
                  </a:cubicBezTo>
                  <a:cubicBezTo>
                    <a:pt x="333973" y="208335"/>
                    <a:pt x="330693" y="213421"/>
                    <a:pt x="326384" y="217730"/>
                  </a:cubicBezTo>
                  <a:cubicBezTo>
                    <a:pt x="321857" y="222028"/>
                    <a:pt x="316771" y="225308"/>
                    <a:pt x="311113" y="227571"/>
                  </a:cubicBezTo>
                  <a:cubicBezTo>
                    <a:pt x="308164" y="228703"/>
                    <a:pt x="305227" y="228589"/>
                    <a:pt x="302278" y="227240"/>
                  </a:cubicBezTo>
                  <a:cubicBezTo>
                    <a:pt x="299569" y="225880"/>
                    <a:pt x="297637" y="223731"/>
                    <a:pt x="296506" y="220782"/>
                  </a:cubicBezTo>
                  <a:cubicBezTo>
                    <a:pt x="295603" y="217844"/>
                    <a:pt x="295831" y="214895"/>
                    <a:pt x="297191" y="211958"/>
                  </a:cubicBezTo>
                  <a:cubicBezTo>
                    <a:pt x="298540" y="209238"/>
                    <a:pt x="300700" y="207317"/>
                    <a:pt x="303638" y="206186"/>
                  </a:cubicBezTo>
                  <a:cubicBezTo>
                    <a:pt x="307490" y="204826"/>
                    <a:pt x="310656" y="202105"/>
                    <a:pt x="313148" y="198036"/>
                  </a:cubicBezTo>
                  <a:cubicBezTo>
                    <a:pt x="315639" y="193956"/>
                    <a:pt x="316885" y="189429"/>
                    <a:pt x="316885" y="184446"/>
                  </a:cubicBezTo>
                  <a:cubicBezTo>
                    <a:pt x="316885" y="178114"/>
                    <a:pt x="314725" y="172673"/>
                    <a:pt x="310427" y="168147"/>
                  </a:cubicBezTo>
                  <a:cubicBezTo>
                    <a:pt x="306358" y="163620"/>
                    <a:pt x="301375" y="161357"/>
                    <a:pt x="295488" y="161357"/>
                  </a:cubicBezTo>
                  <a:cubicBezTo>
                    <a:pt x="289602" y="161357"/>
                    <a:pt x="284618" y="163392"/>
                    <a:pt x="280549" y="167472"/>
                  </a:cubicBezTo>
                  <a:cubicBezTo>
                    <a:pt x="276252" y="171324"/>
                    <a:pt x="274091" y="175965"/>
                    <a:pt x="274091" y="181394"/>
                  </a:cubicBezTo>
                  <a:close/>
                  <a:moveTo>
                    <a:pt x="251689" y="345060"/>
                  </a:moveTo>
                  <a:lnTo>
                    <a:pt x="251689" y="181394"/>
                  </a:lnTo>
                  <a:cubicBezTo>
                    <a:pt x="251689" y="175965"/>
                    <a:pt x="249643" y="171324"/>
                    <a:pt x="245574" y="167472"/>
                  </a:cubicBezTo>
                  <a:cubicBezTo>
                    <a:pt x="241493" y="163392"/>
                    <a:pt x="236407" y="161357"/>
                    <a:pt x="230292" y="161357"/>
                  </a:cubicBezTo>
                  <a:cubicBezTo>
                    <a:pt x="224405" y="161357"/>
                    <a:pt x="219307" y="163620"/>
                    <a:pt x="215010" y="168147"/>
                  </a:cubicBezTo>
                  <a:cubicBezTo>
                    <a:pt x="210712" y="172673"/>
                    <a:pt x="208563" y="178114"/>
                    <a:pt x="208563" y="184446"/>
                  </a:cubicBezTo>
                  <a:cubicBezTo>
                    <a:pt x="208563" y="189429"/>
                    <a:pt x="209809" y="193956"/>
                    <a:pt x="212289" y="198036"/>
                  </a:cubicBezTo>
                  <a:cubicBezTo>
                    <a:pt x="214564" y="201877"/>
                    <a:pt x="217730" y="204483"/>
                    <a:pt x="221799" y="205843"/>
                  </a:cubicBezTo>
                  <a:cubicBezTo>
                    <a:pt x="224748" y="206974"/>
                    <a:pt x="226897" y="208895"/>
                    <a:pt x="228257" y="211615"/>
                  </a:cubicBezTo>
                  <a:cubicBezTo>
                    <a:pt x="229617" y="214564"/>
                    <a:pt x="229834" y="217387"/>
                    <a:pt x="228931" y="220108"/>
                  </a:cubicBezTo>
                  <a:cubicBezTo>
                    <a:pt x="227571" y="223045"/>
                    <a:pt x="225422" y="225308"/>
                    <a:pt x="222485" y="226897"/>
                  </a:cubicBezTo>
                  <a:cubicBezTo>
                    <a:pt x="219536" y="228257"/>
                    <a:pt x="216599" y="228371"/>
                    <a:pt x="213650" y="227240"/>
                  </a:cubicBezTo>
                  <a:cubicBezTo>
                    <a:pt x="207992" y="225194"/>
                    <a:pt x="203008" y="222028"/>
                    <a:pt x="198711" y="217730"/>
                  </a:cubicBezTo>
                  <a:cubicBezTo>
                    <a:pt x="194641" y="213421"/>
                    <a:pt x="191350" y="208335"/>
                    <a:pt x="188869" y="202448"/>
                  </a:cubicBezTo>
                  <a:cubicBezTo>
                    <a:pt x="181166" y="203351"/>
                    <a:pt x="174376" y="206632"/>
                    <a:pt x="168490" y="212289"/>
                  </a:cubicBezTo>
                  <a:cubicBezTo>
                    <a:pt x="162375" y="218176"/>
                    <a:pt x="159323" y="225194"/>
                    <a:pt x="159323" y="233343"/>
                  </a:cubicBezTo>
                  <a:cubicBezTo>
                    <a:pt x="159323" y="241950"/>
                    <a:pt x="162260" y="249311"/>
                    <a:pt x="168147" y="255415"/>
                  </a:cubicBezTo>
                  <a:cubicBezTo>
                    <a:pt x="173816" y="261530"/>
                    <a:pt x="180720" y="264593"/>
                    <a:pt x="188869" y="264593"/>
                  </a:cubicBezTo>
                  <a:cubicBezTo>
                    <a:pt x="192035" y="264593"/>
                    <a:pt x="194756" y="265610"/>
                    <a:pt x="197019" y="267645"/>
                  </a:cubicBezTo>
                  <a:cubicBezTo>
                    <a:pt x="199053" y="269908"/>
                    <a:pt x="200071" y="272628"/>
                    <a:pt x="200071" y="275794"/>
                  </a:cubicBezTo>
                  <a:cubicBezTo>
                    <a:pt x="200071" y="279189"/>
                    <a:pt x="199053" y="281910"/>
                    <a:pt x="197019" y="283944"/>
                  </a:cubicBezTo>
                  <a:cubicBezTo>
                    <a:pt x="194756" y="285979"/>
                    <a:pt x="192035" y="286996"/>
                    <a:pt x="188869" y="286996"/>
                  </a:cubicBezTo>
                  <a:cubicBezTo>
                    <a:pt x="183886" y="286996"/>
                    <a:pt x="179131" y="286322"/>
                    <a:pt x="174605" y="284961"/>
                  </a:cubicBezTo>
                  <a:cubicBezTo>
                    <a:pt x="169850" y="283601"/>
                    <a:pt x="165552" y="281681"/>
                    <a:pt x="161700" y="279189"/>
                  </a:cubicBezTo>
                  <a:cubicBezTo>
                    <a:pt x="161026" y="280995"/>
                    <a:pt x="160454" y="283041"/>
                    <a:pt x="159997" y="285304"/>
                  </a:cubicBezTo>
                  <a:cubicBezTo>
                    <a:pt x="159551" y="287339"/>
                    <a:pt x="159323" y="289373"/>
                    <a:pt x="159323" y="291419"/>
                  </a:cubicBezTo>
                  <a:cubicBezTo>
                    <a:pt x="159323" y="300918"/>
                    <a:pt x="162260" y="308736"/>
                    <a:pt x="168147" y="314839"/>
                  </a:cubicBezTo>
                  <a:cubicBezTo>
                    <a:pt x="173816" y="320726"/>
                    <a:pt x="180823" y="323675"/>
                    <a:pt x="189201" y="323675"/>
                  </a:cubicBezTo>
                  <a:cubicBezTo>
                    <a:pt x="193956" y="323675"/>
                    <a:pt x="198482" y="322657"/>
                    <a:pt x="202791" y="320612"/>
                  </a:cubicBezTo>
                  <a:cubicBezTo>
                    <a:pt x="207089" y="318348"/>
                    <a:pt x="210598" y="315297"/>
                    <a:pt x="213318" y="311445"/>
                  </a:cubicBezTo>
                  <a:cubicBezTo>
                    <a:pt x="215353" y="308953"/>
                    <a:pt x="217959" y="307490"/>
                    <a:pt x="221125" y="307033"/>
                  </a:cubicBezTo>
                  <a:cubicBezTo>
                    <a:pt x="224062" y="306358"/>
                    <a:pt x="226783" y="307033"/>
                    <a:pt x="229274" y="309067"/>
                  </a:cubicBezTo>
                  <a:cubicBezTo>
                    <a:pt x="231766" y="310885"/>
                    <a:pt x="233343" y="313376"/>
                    <a:pt x="234029" y="316542"/>
                  </a:cubicBezTo>
                  <a:cubicBezTo>
                    <a:pt x="234475" y="319480"/>
                    <a:pt x="233801" y="322200"/>
                    <a:pt x="231995" y="324692"/>
                  </a:cubicBezTo>
                  <a:cubicBezTo>
                    <a:pt x="229046" y="328761"/>
                    <a:pt x="225651" y="332167"/>
                    <a:pt x="221799" y="334876"/>
                  </a:cubicBezTo>
                  <a:cubicBezTo>
                    <a:pt x="217730" y="337825"/>
                    <a:pt x="213421" y="340088"/>
                    <a:pt x="208895" y="341666"/>
                  </a:cubicBezTo>
                  <a:cubicBezTo>
                    <a:pt x="209352" y="346878"/>
                    <a:pt x="211615" y="351964"/>
                    <a:pt x="215696" y="356947"/>
                  </a:cubicBezTo>
                  <a:cubicBezTo>
                    <a:pt x="219765" y="361931"/>
                    <a:pt x="224748" y="364423"/>
                    <a:pt x="230635" y="364423"/>
                  </a:cubicBezTo>
                  <a:cubicBezTo>
                    <a:pt x="236521" y="364423"/>
                    <a:pt x="241493" y="362491"/>
                    <a:pt x="245574" y="358651"/>
                  </a:cubicBezTo>
                  <a:cubicBezTo>
                    <a:pt x="249643" y="355027"/>
                    <a:pt x="251689" y="350501"/>
                    <a:pt x="251689" y="345060"/>
                  </a:cubicBezTo>
                  <a:close/>
                  <a:moveTo>
                    <a:pt x="262890" y="263564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3" name="文字"/>
            <p:cNvSpPr/>
            <p:nvPr/>
          </p:nvSpPr>
          <p:spPr>
            <a:xfrm>
              <a:off x="6789420" y="6503670"/>
              <a:ext cx="171450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14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AI 判片</a:t>
              </a:r>
              <a:endParaRPr lang="en-US" sz="175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自動分類缺陷</a:t>
              </a:r>
              <a:endParaRPr lang="en-US" sz="1750" dirty="0"/>
            </a:p>
          </p:txBody>
        </p:sp>
      </p:grpSp>
      <p:grpSp>
        <p:nvGrpSpPr>
          <p:cNvPr id="5003" name="數字＋圖示"/>
          <p:cNvGrpSpPr/>
          <p:nvPr/>
        </p:nvGrpSpPr>
        <p:grpSpPr>
          <a:xfrm>
            <a:off x="8778240" y="6503670"/>
            <a:ext cx="2343150" cy="845820"/>
            <a:chOff x="8778240" y="6503670"/>
            <a:chExt cx="2343150" cy="845820"/>
          </a:xfrm>
        </p:grpSpPr>
        <p:sp>
          <p:nvSpPr>
            <p:cNvPr id="254" name="淺灰面板"/>
            <p:cNvSpPr/>
            <p:nvPr/>
          </p:nvSpPr>
          <p:spPr>
            <a:xfrm>
              <a:off x="8778240" y="6503670"/>
              <a:ext cx="2343150" cy="845820"/>
            </a:xfrm>
            <a:prstGeom prst="roundRect">
              <a:avLst>
                <a:gd name="adj" fmla="val 13514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5" name="數值"/>
            <p:cNvSpPr/>
            <p:nvPr/>
          </p:nvSpPr>
          <p:spPr>
            <a:xfrm>
              <a:off x="8961120" y="6572250"/>
              <a:ext cx="15430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2750" b="1" dirty="0">
                  <a:solidFill>
                    <a:srgbClr val="0F7C8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98.6</a:t>
              </a:r>
              <a:r>
                <a:rPr lang="en-US" sz="12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%</a:t>
              </a:r>
              <a:endParaRPr lang="en-US" sz="1750" dirty="0"/>
            </a:p>
          </p:txBody>
        </p:sp>
        <p:sp>
          <p:nvSpPr>
            <p:cNvPr id="256" name="指標名稱"/>
            <p:cNvSpPr/>
            <p:nvPr/>
          </p:nvSpPr>
          <p:spPr>
            <a:xfrm>
              <a:off x="8961120" y="7040880"/>
              <a:ext cx="15430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整體良率</a:t>
              </a:r>
              <a:endParaRPr lang="en-US" sz="1150" dirty="0"/>
            </a:p>
          </p:txBody>
        </p:sp>
        <p:sp>
          <p:nvSpPr>
            <p:cNvPr id="257" name="圖示 已驗證"/>
            <p:cNvSpPr/>
            <p:nvPr/>
          </p:nvSpPr>
          <p:spPr>
            <a:xfrm>
              <a:off x="10481310" y="669798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08117" y="250980"/>
                  </a:moveTo>
                  <a:lnTo>
                    <a:pt x="173359" y="214793"/>
                  </a:lnTo>
                  <a:cubicBezTo>
                    <a:pt x="170501" y="211615"/>
                    <a:pt x="167004" y="210026"/>
                    <a:pt x="162877" y="210026"/>
                  </a:cubicBezTo>
                  <a:cubicBezTo>
                    <a:pt x="158751" y="210026"/>
                    <a:pt x="155094" y="211455"/>
                    <a:pt x="151928" y="214313"/>
                  </a:cubicBezTo>
                  <a:cubicBezTo>
                    <a:pt x="148750" y="217490"/>
                    <a:pt x="147161" y="221136"/>
                    <a:pt x="147161" y="225262"/>
                  </a:cubicBezTo>
                  <a:cubicBezTo>
                    <a:pt x="147161" y="229389"/>
                    <a:pt x="148750" y="233046"/>
                    <a:pt x="151928" y="236224"/>
                  </a:cubicBezTo>
                  <a:lnTo>
                    <a:pt x="198116" y="281944"/>
                  </a:lnTo>
                  <a:cubicBezTo>
                    <a:pt x="200974" y="284801"/>
                    <a:pt x="204311" y="286230"/>
                    <a:pt x="208117" y="286230"/>
                  </a:cubicBezTo>
                  <a:cubicBezTo>
                    <a:pt x="211935" y="286230"/>
                    <a:pt x="215261" y="284801"/>
                    <a:pt x="218119" y="281944"/>
                  </a:cubicBezTo>
                  <a:lnTo>
                    <a:pt x="305272" y="195259"/>
                  </a:lnTo>
                  <a:cubicBezTo>
                    <a:pt x="308130" y="192401"/>
                    <a:pt x="309559" y="188915"/>
                    <a:pt x="309559" y="184789"/>
                  </a:cubicBezTo>
                  <a:cubicBezTo>
                    <a:pt x="309559" y="180663"/>
                    <a:pt x="307970" y="177165"/>
                    <a:pt x="304804" y="174308"/>
                  </a:cubicBezTo>
                  <a:cubicBezTo>
                    <a:pt x="301946" y="171770"/>
                    <a:pt x="298609" y="170661"/>
                    <a:pt x="294803" y="170970"/>
                  </a:cubicBezTo>
                  <a:cubicBezTo>
                    <a:pt x="290676" y="170970"/>
                    <a:pt x="287339" y="172239"/>
                    <a:pt x="284801" y="174788"/>
                  </a:cubicBezTo>
                  <a:lnTo>
                    <a:pt x="208117" y="250980"/>
                  </a:lnTo>
                  <a:close/>
                  <a:moveTo>
                    <a:pt x="158111" y="417195"/>
                  </a:moveTo>
                  <a:lnTo>
                    <a:pt x="128588" y="366709"/>
                  </a:lnTo>
                  <a:lnTo>
                    <a:pt x="69529" y="354810"/>
                  </a:lnTo>
                  <a:cubicBezTo>
                    <a:pt x="66043" y="354170"/>
                    <a:pt x="63185" y="352261"/>
                    <a:pt x="60956" y="349095"/>
                  </a:cubicBezTo>
                  <a:cubicBezTo>
                    <a:pt x="58419" y="345918"/>
                    <a:pt x="57470" y="342580"/>
                    <a:pt x="58099" y="339094"/>
                  </a:cubicBezTo>
                  <a:lnTo>
                    <a:pt x="64774" y="281944"/>
                  </a:lnTo>
                  <a:lnTo>
                    <a:pt x="27146" y="238121"/>
                  </a:lnTo>
                  <a:cubicBezTo>
                    <a:pt x="24609" y="235584"/>
                    <a:pt x="23340" y="232406"/>
                    <a:pt x="23340" y="228600"/>
                  </a:cubicBezTo>
                  <a:cubicBezTo>
                    <a:pt x="23340" y="224794"/>
                    <a:pt x="24609" y="221616"/>
                    <a:pt x="27146" y="219079"/>
                  </a:cubicBezTo>
                  <a:lnTo>
                    <a:pt x="64774" y="175736"/>
                  </a:lnTo>
                  <a:lnTo>
                    <a:pt x="58099" y="118586"/>
                  </a:lnTo>
                  <a:cubicBezTo>
                    <a:pt x="57470" y="115089"/>
                    <a:pt x="58419" y="111763"/>
                    <a:pt x="60956" y="108585"/>
                  </a:cubicBezTo>
                  <a:cubicBezTo>
                    <a:pt x="63185" y="105407"/>
                    <a:pt x="66043" y="103510"/>
                    <a:pt x="69529" y="102870"/>
                  </a:cubicBezTo>
                  <a:lnTo>
                    <a:pt x="128588" y="90960"/>
                  </a:lnTo>
                  <a:lnTo>
                    <a:pt x="158111" y="40005"/>
                  </a:lnTo>
                  <a:cubicBezTo>
                    <a:pt x="160020" y="36827"/>
                    <a:pt x="162717" y="34610"/>
                    <a:pt x="166215" y="33341"/>
                  </a:cubicBezTo>
                  <a:cubicBezTo>
                    <a:pt x="169701" y="32073"/>
                    <a:pt x="173199" y="32221"/>
                    <a:pt x="176685" y="33810"/>
                  </a:cubicBezTo>
                  <a:lnTo>
                    <a:pt x="228600" y="58099"/>
                  </a:lnTo>
                  <a:lnTo>
                    <a:pt x="280515" y="33810"/>
                  </a:lnTo>
                  <a:cubicBezTo>
                    <a:pt x="284001" y="32221"/>
                    <a:pt x="287499" y="32073"/>
                    <a:pt x="290985" y="33341"/>
                  </a:cubicBezTo>
                  <a:cubicBezTo>
                    <a:pt x="294483" y="34290"/>
                    <a:pt x="297180" y="36359"/>
                    <a:pt x="299089" y="39525"/>
                  </a:cubicBezTo>
                  <a:lnTo>
                    <a:pt x="329093" y="90960"/>
                  </a:lnTo>
                  <a:lnTo>
                    <a:pt x="387671" y="102870"/>
                  </a:lnTo>
                  <a:cubicBezTo>
                    <a:pt x="391157" y="103510"/>
                    <a:pt x="394175" y="105407"/>
                    <a:pt x="396712" y="108585"/>
                  </a:cubicBezTo>
                  <a:cubicBezTo>
                    <a:pt x="398941" y="111763"/>
                    <a:pt x="399730" y="115089"/>
                    <a:pt x="399101" y="118586"/>
                  </a:cubicBezTo>
                  <a:lnTo>
                    <a:pt x="392426" y="175736"/>
                  </a:lnTo>
                  <a:lnTo>
                    <a:pt x="430054" y="219079"/>
                  </a:lnTo>
                  <a:cubicBezTo>
                    <a:pt x="432591" y="221616"/>
                    <a:pt x="433860" y="224794"/>
                    <a:pt x="433860" y="228600"/>
                  </a:cubicBezTo>
                  <a:cubicBezTo>
                    <a:pt x="433860" y="232406"/>
                    <a:pt x="432591" y="235584"/>
                    <a:pt x="430054" y="238121"/>
                  </a:cubicBezTo>
                  <a:lnTo>
                    <a:pt x="392426" y="281944"/>
                  </a:lnTo>
                  <a:lnTo>
                    <a:pt x="399101" y="339094"/>
                  </a:lnTo>
                  <a:cubicBezTo>
                    <a:pt x="399730" y="342580"/>
                    <a:pt x="398941" y="345918"/>
                    <a:pt x="396712" y="349095"/>
                  </a:cubicBezTo>
                  <a:cubicBezTo>
                    <a:pt x="394175" y="352261"/>
                    <a:pt x="391157" y="354170"/>
                    <a:pt x="387671" y="354810"/>
                  </a:cubicBezTo>
                  <a:lnTo>
                    <a:pt x="329093" y="366709"/>
                  </a:lnTo>
                  <a:lnTo>
                    <a:pt x="299089" y="417675"/>
                  </a:lnTo>
                  <a:cubicBezTo>
                    <a:pt x="297180" y="420841"/>
                    <a:pt x="294483" y="423070"/>
                    <a:pt x="290985" y="424339"/>
                  </a:cubicBezTo>
                  <a:cubicBezTo>
                    <a:pt x="287499" y="425287"/>
                    <a:pt x="284001" y="424979"/>
                    <a:pt x="280515" y="423390"/>
                  </a:cubicBezTo>
                  <a:lnTo>
                    <a:pt x="228600" y="399101"/>
                  </a:lnTo>
                  <a:lnTo>
                    <a:pt x="176685" y="423390"/>
                  </a:lnTo>
                  <a:cubicBezTo>
                    <a:pt x="173199" y="424979"/>
                    <a:pt x="169701" y="425127"/>
                    <a:pt x="166215" y="423859"/>
                  </a:cubicBezTo>
                  <a:cubicBezTo>
                    <a:pt x="162717" y="422590"/>
                    <a:pt x="160020" y="420373"/>
                    <a:pt x="158111" y="417195"/>
                  </a:cubicBezTo>
                  <a:close/>
                  <a:moveTo>
                    <a:pt x="177645" y="390997"/>
                  </a:moveTo>
                  <a:lnTo>
                    <a:pt x="228600" y="369566"/>
                  </a:lnTo>
                  <a:lnTo>
                    <a:pt x="280984" y="390997"/>
                  </a:lnTo>
                  <a:lnTo>
                    <a:pt x="312896" y="343380"/>
                  </a:lnTo>
                  <a:lnTo>
                    <a:pt x="368618" y="329093"/>
                  </a:lnTo>
                  <a:lnTo>
                    <a:pt x="362903" y="272411"/>
                  </a:lnTo>
                  <a:lnTo>
                    <a:pt x="401479" y="228600"/>
                  </a:lnTo>
                  <a:lnTo>
                    <a:pt x="362903" y="183829"/>
                  </a:lnTo>
                  <a:lnTo>
                    <a:pt x="368618" y="127159"/>
                  </a:lnTo>
                  <a:lnTo>
                    <a:pt x="312896" y="113820"/>
                  </a:lnTo>
                  <a:lnTo>
                    <a:pt x="280035" y="66203"/>
                  </a:lnTo>
                  <a:lnTo>
                    <a:pt x="228600" y="87634"/>
                  </a:lnTo>
                  <a:lnTo>
                    <a:pt x="176216" y="66203"/>
                  </a:lnTo>
                  <a:lnTo>
                    <a:pt x="144304" y="113820"/>
                  </a:lnTo>
                  <a:lnTo>
                    <a:pt x="88583" y="127159"/>
                  </a:lnTo>
                  <a:lnTo>
                    <a:pt x="94298" y="183829"/>
                  </a:lnTo>
                  <a:lnTo>
                    <a:pt x="55721" y="228600"/>
                  </a:lnTo>
                  <a:lnTo>
                    <a:pt x="94298" y="272411"/>
                  </a:lnTo>
                  <a:lnTo>
                    <a:pt x="88583" y="330041"/>
                  </a:lnTo>
                  <a:lnTo>
                    <a:pt x="144304" y="343380"/>
                  </a:lnTo>
                  <a:lnTo>
                    <a:pt x="177645" y="390997"/>
                  </a:lnTo>
                  <a:close/>
                  <a:moveTo>
                    <a:pt x="228600" y="228600"/>
                  </a:moveTo>
                  <a:close/>
                </a:path>
              </a:pathLst>
            </a:custGeom>
            <a:solidFill>
              <a:srgbClr val="0F7C8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grpSp>
        <p:nvGrpSpPr>
          <p:cNvPr id="5004" name="圖示流程"/>
          <p:cNvGrpSpPr/>
          <p:nvPr/>
        </p:nvGrpSpPr>
        <p:grpSpPr>
          <a:xfrm>
            <a:off x="10961370" y="6526530"/>
            <a:ext cx="3935349" cy="777240"/>
            <a:chOff x="10961370" y="6526530"/>
            <a:chExt cx="3935349" cy="777240"/>
          </a:xfrm>
        </p:grpSpPr>
        <p:sp>
          <p:nvSpPr>
            <p:cNvPr id="258" name="圖示底圓"/>
            <p:cNvSpPr/>
            <p:nvPr/>
          </p:nvSpPr>
          <p:spPr>
            <a:xfrm>
              <a:off x="11304270" y="6526530"/>
              <a:ext cx="502920" cy="502920"/>
            </a:xfrm>
            <a:prstGeom prst="ellipse">
              <a:avLst/>
            </a:prstGeom>
            <a:solidFill>
              <a:srgbClr val="DDEDED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9" name="圖示 晶圓"/>
            <p:cNvSpPr/>
            <p:nvPr/>
          </p:nvSpPr>
          <p:spPr>
            <a:xfrm>
              <a:off x="11304270" y="652653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203717" y="372287"/>
                  </a:moveTo>
                  <a:cubicBezTo>
                    <a:pt x="145698" y="349358"/>
                    <a:pt x="112163" y="288436"/>
                    <a:pt x="123833" y="227160"/>
                  </a:cubicBezTo>
                  <a:cubicBezTo>
                    <a:pt x="135503" y="165872"/>
                    <a:pt x="189075" y="121535"/>
                    <a:pt x="251460" y="121535"/>
                  </a:cubicBezTo>
                  <a:cubicBezTo>
                    <a:pt x="313845" y="121535"/>
                    <a:pt x="367417" y="165872"/>
                    <a:pt x="379087" y="227160"/>
                  </a:cubicBezTo>
                  <a:cubicBezTo>
                    <a:pt x="390757" y="288436"/>
                    <a:pt x="357222" y="349358"/>
                    <a:pt x="299203" y="372287"/>
                  </a:cubicBezTo>
                  <a:close/>
                  <a:moveTo>
                    <a:pt x="294528" y="348901"/>
                  </a:moveTo>
                  <a:cubicBezTo>
                    <a:pt x="340591" y="328544"/>
                    <a:pt x="366103" y="278721"/>
                    <a:pt x="355702" y="229446"/>
                  </a:cubicBezTo>
                  <a:cubicBezTo>
                    <a:pt x="345289" y="180183"/>
                    <a:pt x="301821" y="144921"/>
                    <a:pt x="251460" y="144921"/>
                  </a:cubicBezTo>
                  <a:cubicBezTo>
                    <a:pt x="201099" y="144921"/>
                    <a:pt x="157631" y="180183"/>
                    <a:pt x="147218" y="229446"/>
                  </a:cubicBezTo>
                  <a:cubicBezTo>
                    <a:pt x="136817" y="278721"/>
                    <a:pt x="162329" y="328544"/>
                    <a:pt x="208392" y="348901"/>
                  </a:cubicBezTo>
                  <a:close/>
                  <a:moveTo>
                    <a:pt x="202745" y="196242"/>
                  </a:moveTo>
                  <a:lnTo>
                    <a:pt x="235218" y="196242"/>
                  </a:lnTo>
                  <a:cubicBezTo>
                    <a:pt x="238807" y="196242"/>
                    <a:pt x="241722" y="199156"/>
                    <a:pt x="241722" y="202745"/>
                  </a:cubicBezTo>
                  <a:lnTo>
                    <a:pt x="241722" y="235218"/>
                  </a:lnTo>
                  <a:cubicBezTo>
                    <a:pt x="241722" y="238807"/>
                    <a:pt x="238807" y="241722"/>
                    <a:pt x="235218" y="241722"/>
                  </a:cubicBezTo>
                  <a:lnTo>
                    <a:pt x="202745" y="241722"/>
                  </a:lnTo>
                  <a:cubicBezTo>
                    <a:pt x="199156" y="241722"/>
                    <a:pt x="196242" y="238807"/>
                    <a:pt x="196242" y="235218"/>
                  </a:cubicBezTo>
                  <a:lnTo>
                    <a:pt x="196242" y="202745"/>
                  </a:lnTo>
                  <a:cubicBezTo>
                    <a:pt x="196242" y="199156"/>
                    <a:pt x="199156" y="196242"/>
                    <a:pt x="202745" y="196242"/>
                  </a:cubicBezTo>
                  <a:close/>
                  <a:moveTo>
                    <a:pt x="267702" y="196242"/>
                  </a:moveTo>
                  <a:lnTo>
                    <a:pt x="300186" y="196242"/>
                  </a:lnTo>
                  <a:cubicBezTo>
                    <a:pt x="303764" y="196242"/>
                    <a:pt x="306678" y="199156"/>
                    <a:pt x="306678" y="202745"/>
                  </a:cubicBezTo>
                  <a:lnTo>
                    <a:pt x="306678" y="235218"/>
                  </a:lnTo>
                  <a:cubicBezTo>
                    <a:pt x="306678" y="238807"/>
                    <a:pt x="303764" y="241722"/>
                    <a:pt x="300186" y="241722"/>
                  </a:cubicBezTo>
                  <a:lnTo>
                    <a:pt x="267702" y="241722"/>
                  </a:lnTo>
                  <a:cubicBezTo>
                    <a:pt x="264113" y="241722"/>
                    <a:pt x="261210" y="238807"/>
                    <a:pt x="261210" y="235218"/>
                  </a:cubicBezTo>
                  <a:lnTo>
                    <a:pt x="261210" y="202745"/>
                  </a:lnTo>
                  <a:cubicBezTo>
                    <a:pt x="261210" y="199156"/>
                    <a:pt x="264113" y="196242"/>
                    <a:pt x="267702" y="196242"/>
                  </a:cubicBezTo>
                  <a:close/>
                  <a:moveTo>
                    <a:pt x="202745" y="261210"/>
                  </a:moveTo>
                  <a:lnTo>
                    <a:pt x="235218" y="261210"/>
                  </a:lnTo>
                  <a:cubicBezTo>
                    <a:pt x="238807" y="261210"/>
                    <a:pt x="241722" y="264113"/>
                    <a:pt x="241722" y="267702"/>
                  </a:cubicBezTo>
                  <a:lnTo>
                    <a:pt x="241722" y="300186"/>
                  </a:lnTo>
                  <a:cubicBezTo>
                    <a:pt x="241722" y="303764"/>
                    <a:pt x="238807" y="306678"/>
                    <a:pt x="235218" y="306678"/>
                  </a:cubicBezTo>
                  <a:lnTo>
                    <a:pt x="202745" y="306678"/>
                  </a:lnTo>
                  <a:cubicBezTo>
                    <a:pt x="199156" y="306678"/>
                    <a:pt x="196242" y="303764"/>
                    <a:pt x="196242" y="300186"/>
                  </a:cubicBezTo>
                  <a:lnTo>
                    <a:pt x="196242" y="267702"/>
                  </a:lnTo>
                  <a:cubicBezTo>
                    <a:pt x="196242" y="264113"/>
                    <a:pt x="199156" y="261210"/>
                    <a:pt x="202745" y="261210"/>
                  </a:cubicBezTo>
                  <a:close/>
                  <a:moveTo>
                    <a:pt x="267702" y="261210"/>
                  </a:moveTo>
                  <a:lnTo>
                    <a:pt x="300186" y="261210"/>
                  </a:lnTo>
                  <a:cubicBezTo>
                    <a:pt x="303764" y="261210"/>
                    <a:pt x="306678" y="264113"/>
                    <a:pt x="306678" y="267702"/>
                  </a:cubicBezTo>
                  <a:lnTo>
                    <a:pt x="306678" y="300186"/>
                  </a:lnTo>
                  <a:cubicBezTo>
                    <a:pt x="306678" y="303764"/>
                    <a:pt x="303764" y="306678"/>
                    <a:pt x="300186" y="306678"/>
                  </a:cubicBezTo>
                  <a:lnTo>
                    <a:pt x="267702" y="306678"/>
                  </a:lnTo>
                  <a:cubicBezTo>
                    <a:pt x="264113" y="306678"/>
                    <a:pt x="261210" y="303764"/>
                    <a:pt x="261210" y="300186"/>
                  </a:cubicBezTo>
                  <a:lnTo>
                    <a:pt x="261210" y="267702"/>
                  </a:lnTo>
                  <a:cubicBezTo>
                    <a:pt x="261210" y="264113"/>
                    <a:pt x="264113" y="261210"/>
                    <a:pt x="267702" y="261210"/>
                  </a:cubicBezTo>
                  <a:close/>
                </a:path>
              </a:pathLst>
            </a:custGeom>
            <a:solidFill>
              <a:srgbClr val="0F7C8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0" name="圖說"/>
            <p:cNvSpPr/>
            <p:nvPr/>
          </p:nvSpPr>
          <p:spPr>
            <a:xfrm>
              <a:off x="10961370" y="7075170"/>
              <a:ext cx="11887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投片</a:t>
              </a:r>
              <a:endParaRPr lang="en-US" sz="1150" dirty="0"/>
            </a:p>
          </p:txBody>
        </p:sp>
        <p:sp>
          <p:nvSpPr>
            <p:cNvPr id="261" name="圖示底圓"/>
            <p:cNvSpPr/>
            <p:nvPr/>
          </p:nvSpPr>
          <p:spPr>
            <a:xfrm>
              <a:off x="12677585" y="6526530"/>
              <a:ext cx="502920" cy="502920"/>
            </a:xfrm>
            <a:prstGeom prst="ellipse">
              <a:avLst/>
            </a:prstGeom>
            <a:solidFill>
              <a:srgbClr val="DDEDED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2" name="圖示 檢測"/>
            <p:cNvSpPr/>
            <p:nvPr/>
          </p:nvSpPr>
          <p:spPr>
            <a:xfrm>
              <a:off x="12677585" y="652653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263473" y="263473"/>
                  </a:moveTo>
                  <a:cubicBezTo>
                    <a:pt x="269542" y="257198"/>
                    <a:pt x="272571" y="249723"/>
                    <a:pt x="272571" y="241070"/>
                  </a:cubicBezTo>
                  <a:cubicBezTo>
                    <a:pt x="272571" y="232189"/>
                    <a:pt x="269542" y="224611"/>
                    <a:pt x="263473" y="218336"/>
                  </a:cubicBezTo>
                  <a:cubicBezTo>
                    <a:pt x="257415" y="212267"/>
                    <a:pt x="249940" y="209238"/>
                    <a:pt x="241070" y="209238"/>
                  </a:cubicBezTo>
                  <a:cubicBezTo>
                    <a:pt x="232189" y="209238"/>
                    <a:pt x="224611" y="212267"/>
                    <a:pt x="218336" y="218336"/>
                  </a:cubicBezTo>
                  <a:cubicBezTo>
                    <a:pt x="212267" y="224394"/>
                    <a:pt x="209238" y="231869"/>
                    <a:pt x="209238" y="240739"/>
                  </a:cubicBezTo>
                  <a:cubicBezTo>
                    <a:pt x="209238" y="249620"/>
                    <a:pt x="212267" y="257198"/>
                    <a:pt x="218336" y="263473"/>
                  </a:cubicBezTo>
                  <a:cubicBezTo>
                    <a:pt x="224611" y="269542"/>
                    <a:pt x="232189" y="272571"/>
                    <a:pt x="241070" y="272571"/>
                  </a:cubicBezTo>
                  <a:cubicBezTo>
                    <a:pt x="249940" y="272571"/>
                    <a:pt x="257415" y="269542"/>
                    <a:pt x="263473" y="263473"/>
                  </a:cubicBezTo>
                  <a:close/>
                  <a:moveTo>
                    <a:pt x="241070" y="293682"/>
                  </a:moveTo>
                  <a:cubicBezTo>
                    <a:pt x="226337" y="293682"/>
                    <a:pt x="213890" y="288493"/>
                    <a:pt x="203717" y="278092"/>
                  </a:cubicBezTo>
                  <a:cubicBezTo>
                    <a:pt x="193316" y="267919"/>
                    <a:pt x="188126" y="255461"/>
                    <a:pt x="188126" y="240739"/>
                  </a:cubicBezTo>
                  <a:cubicBezTo>
                    <a:pt x="188126" y="226234"/>
                    <a:pt x="193316" y="213890"/>
                    <a:pt x="203717" y="203717"/>
                  </a:cubicBezTo>
                  <a:cubicBezTo>
                    <a:pt x="214107" y="193316"/>
                    <a:pt x="226554" y="188126"/>
                    <a:pt x="241070" y="188126"/>
                  </a:cubicBezTo>
                  <a:cubicBezTo>
                    <a:pt x="255575" y="188126"/>
                    <a:pt x="267919" y="193316"/>
                    <a:pt x="278092" y="203717"/>
                  </a:cubicBezTo>
                  <a:cubicBezTo>
                    <a:pt x="288493" y="213890"/>
                    <a:pt x="293682" y="226337"/>
                    <a:pt x="293682" y="241070"/>
                  </a:cubicBezTo>
                  <a:cubicBezTo>
                    <a:pt x="293682" y="245619"/>
                    <a:pt x="292928" y="250374"/>
                    <a:pt x="291408" y="255358"/>
                  </a:cubicBezTo>
                  <a:cubicBezTo>
                    <a:pt x="289682" y="260124"/>
                    <a:pt x="287407" y="264993"/>
                    <a:pt x="284596" y="269977"/>
                  </a:cubicBezTo>
                  <a:lnTo>
                    <a:pt x="310896" y="296288"/>
                  </a:lnTo>
                  <a:cubicBezTo>
                    <a:pt x="313068" y="298449"/>
                    <a:pt x="314039" y="300940"/>
                    <a:pt x="313822" y="303752"/>
                  </a:cubicBezTo>
                  <a:cubicBezTo>
                    <a:pt x="313822" y="306564"/>
                    <a:pt x="312736" y="308953"/>
                    <a:pt x="310576" y="310896"/>
                  </a:cubicBezTo>
                  <a:cubicBezTo>
                    <a:pt x="308621" y="313068"/>
                    <a:pt x="306244" y="314142"/>
                    <a:pt x="303432" y="314142"/>
                  </a:cubicBezTo>
                  <a:cubicBezTo>
                    <a:pt x="300392" y="314142"/>
                    <a:pt x="297912" y="313068"/>
                    <a:pt x="295957" y="310896"/>
                  </a:cubicBezTo>
                  <a:lnTo>
                    <a:pt x="269645" y="284916"/>
                  </a:lnTo>
                  <a:cubicBezTo>
                    <a:pt x="264890" y="287727"/>
                    <a:pt x="260124" y="289899"/>
                    <a:pt x="255358" y="291408"/>
                  </a:cubicBezTo>
                  <a:cubicBezTo>
                    <a:pt x="250591" y="292928"/>
                    <a:pt x="245825" y="293682"/>
                    <a:pt x="241070" y="293682"/>
                  </a:cubicBezTo>
                  <a:close/>
                  <a:moveTo>
                    <a:pt x="154671" y="370343"/>
                  </a:moveTo>
                  <a:cubicBezTo>
                    <a:pt x="148819" y="370343"/>
                    <a:pt x="143629" y="368172"/>
                    <a:pt x="139080" y="363840"/>
                  </a:cubicBezTo>
                  <a:cubicBezTo>
                    <a:pt x="134748" y="359291"/>
                    <a:pt x="132588" y="354101"/>
                    <a:pt x="132588" y="348249"/>
                  </a:cubicBezTo>
                  <a:lnTo>
                    <a:pt x="132588" y="304084"/>
                  </a:lnTo>
                  <a:cubicBezTo>
                    <a:pt x="132588" y="301043"/>
                    <a:pt x="133662" y="298449"/>
                    <a:pt x="135834" y="296288"/>
                  </a:cubicBezTo>
                  <a:cubicBezTo>
                    <a:pt x="137994" y="294117"/>
                    <a:pt x="140589" y="293031"/>
                    <a:pt x="143629" y="293031"/>
                  </a:cubicBezTo>
                  <a:cubicBezTo>
                    <a:pt x="146876" y="293031"/>
                    <a:pt x="149470" y="294117"/>
                    <a:pt x="151425" y="296288"/>
                  </a:cubicBezTo>
                  <a:cubicBezTo>
                    <a:pt x="153585" y="298449"/>
                    <a:pt x="154671" y="301043"/>
                    <a:pt x="154671" y="304084"/>
                  </a:cubicBezTo>
                  <a:lnTo>
                    <a:pt x="154671" y="348249"/>
                  </a:lnTo>
                  <a:lnTo>
                    <a:pt x="198848" y="348249"/>
                  </a:lnTo>
                  <a:cubicBezTo>
                    <a:pt x="201877" y="348249"/>
                    <a:pt x="204471" y="349335"/>
                    <a:pt x="206643" y="351495"/>
                  </a:cubicBezTo>
                  <a:cubicBezTo>
                    <a:pt x="208803" y="353667"/>
                    <a:pt x="209889" y="356262"/>
                    <a:pt x="209889" y="359291"/>
                  </a:cubicBezTo>
                  <a:cubicBezTo>
                    <a:pt x="209889" y="362548"/>
                    <a:pt x="208803" y="365143"/>
                    <a:pt x="206643" y="367086"/>
                  </a:cubicBezTo>
                  <a:cubicBezTo>
                    <a:pt x="204471" y="369258"/>
                    <a:pt x="201877" y="370343"/>
                    <a:pt x="198848" y="370343"/>
                  </a:cubicBezTo>
                  <a:lnTo>
                    <a:pt x="154671" y="370343"/>
                  </a:lnTo>
                  <a:close/>
                  <a:moveTo>
                    <a:pt x="348249" y="370343"/>
                  </a:moveTo>
                  <a:lnTo>
                    <a:pt x="304084" y="370343"/>
                  </a:lnTo>
                  <a:cubicBezTo>
                    <a:pt x="301043" y="370343"/>
                    <a:pt x="298449" y="369258"/>
                    <a:pt x="296288" y="367086"/>
                  </a:cubicBezTo>
                  <a:cubicBezTo>
                    <a:pt x="294117" y="364926"/>
                    <a:pt x="293031" y="362331"/>
                    <a:pt x="293031" y="359291"/>
                  </a:cubicBezTo>
                  <a:cubicBezTo>
                    <a:pt x="293031" y="356045"/>
                    <a:pt x="294117" y="353450"/>
                    <a:pt x="296288" y="351495"/>
                  </a:cubicBezTo>
                  <a:cubicBezTo>
                    <a:pt x="298449" y="349335"/>
                    <a:pt x="301043" y="348249"/>
                    <a:pt x="304084" y="348249"/>
                  </a:cubicBezTo>
                  <a:lnTo>
                    <a:pt x="348249" y="348249"/>
                  </a:lnTo>
                  <a:lnTo>
                    <a:pt x="348249" y="304084"/>
                  </a:lnTo>
                  <a:cubicBezTo>
                    <a:pt x="348249" y="301043"/>
                    <a:pt x="349335" y="298449"/>
                    <a:pt x="351495" y="296288"/>
                  </a:cubicBezTo>
                  <a:cubicBezTo>
                    <a:pt x="353667" y="294117"/>
                    <a:pt x="356262" y="293031"/>
                    <a:pt x="359291" y="293031"/>
                  </a:cubicBezTo>
                  <a:cubicBezTo>
                    <a:pt x="362548" y="293031"/>
                    <a:pt x="365143" y="294117"/>
                    <a:pt x="367086" y="296288"/>
                  </a:cubicBezTo>
                  <a:cubicBezTo>
                    <a:pt x="369258" y="298449"/>
                    <a:pt x="370343" y="301043"/>
                    <a:pt x="370343" y="304084"/>
                  </a:cubicBezTo>
                  <a:lnTo>
                    <a:pt x="370343" y="348249"/>
                  </a:lnTo>
                  <a:cubicBezTo>
                    <a:pt x="370343" y="354101"/>
                    <a:pt x="368172" y="359291"/>
                    <a:pt x="363840" y="363840"/>
                  </a:cubicBezTo>
                  <a:cubicBezTo>
                    <a:pt x="359508" y="368172"/>
                    <a:pt x="354319" y="370343"/>
                    <a:pt x="348249" y="370343"/>
                  </a:cubicBezTo>
                  <a:close/>
                  <a:moveTo>
                    <a:pt x="132588" y="198848"/>
                  </a:moveTo>
                  <a:lnTo>
                    <a:pt x="132588" y="154671"/>
                  </a:lnTo>
                  <a:cubicBezTo>
                    <a:pt x="132588" y="148601"/>
                    <a:pt x="134748" y="143412"/>
                    <a:pt x="139080" y="139080"/>
                  </a:cubicBezTo>
                  <a:cubicBezTo>
                    <a:pt x="143629" y="134748"/>
                    <a:pt x="148819" y="132588"/>
                    <a:pt x="154671" y="132588"/>
                  </a:cubicBezTo>
                  <a:lnTo>
                    <a:pt x="198848" y="132588"/>
                  </a:lnTo>
                  <a:cubicBezTo>
                    <a:pt x="201877" y="132588"/>
                    <a:pt x="204471" y="133662"/>
                    <a:pt x="206643" y="135834"/>
                  </a:cubicBezTo>
                  <a:cubicBezTo>
                    <a:pt x="208803" y="137994"/>
                    <a:pt x="209889" y="140589"/>
                    <a:pt x="209889" y="143629"/>
                  </a:cubicBezTo>
                  <a:cubicBezTo>
                    <a:pt x="209889" y="146876"/>
                    <a:pt x="208803" y="149470"/>
                    <a:pt x="206643" y="151425"/>
                  </a:cubicBezTo>
                  <a:cubicBezTo>
                    <a:pt x="204471" y="153585"/>
                    <a:pt x="201877" y="154671"/>
                    <a:pt x="198848" y="154671"/>
                  </a:cubicBezTo>
                  <a:lnTo>
                    <a:pt x="154671" y="154671"/>
                  </a:lnTo>
                  <a:lnTo>
                    <a:pt x="154671" y="198848"/>
                  </a:lnTo>
                  <a:cubicBezTo>
                    <a:pt x="154671" y="201877"/>
                    <a:pt x="153585" y="204471"/>
                    <a:pt x="151425" y="206643"/>
                  </a:cubicBezTo>
                  <a:cubicBezTo>
                    <a:pt x="149253" y="208803"/>
                    <a:pt x="146658" y="209889"/>
                    <a:pt x="143629" y="209889"/>
                  </a:cubicBezTo>
                  <a:cubicBezTo>
                    <a:pt x="140383" y="209889"/>
                    <a:pt x="137777" y="208803"/>
                    <a:pt x="135834" y="206643"/>
                  </a:cubicBezTo>
                  <a:cubicBezTo>
                    <a:pt x="133662" y="204471"/>
                    <a:pt x="132588" y="201877"/>
                    <a:pt x="132588" y="198848"/>
                  </a:cubicBezTo>
                  <a:close/>
                  <a:moveTo>
                    <a:pt x="348249" y="198848"/>
                  </a:moveTo>
                  <a:lnTo>
                    <a:pt x="348249" y="154671"/>
                  </a:lnTo>
                  <a:lnTo>
                    <a:pt x="304084" y="154671"/>
                  </a:lnTo>
                  <a:cubicBezTo>
                    <a:pt x="301043" y="154671"/>
                    <a:pt x="298449" y="153585"/>
                    <a:pt x="296288" y="151425"/>
                  </a:cubicBezTo>
                  <a:cubicBezTo>
                    <a:pt x="294117" y="149253"/>
                    <a:pt x="293031" y="146658"/>
                    <a:pt x="293031" y="143629"/>
                  </a:cubicBezTo>
                  <a:cubicBezTo>
                    <a:pt x="293031" y="140383"/>
                    <a:pt x="294117" y="137777"/>
                    <a:pt x="296288" y="135834"/>
                  </a:cubicBezTo>
                  <a:cubicBezTo>
                    <a:pt x="298449" y="133662"/>
                    <a:pt x="301043" y="132588"/>
                    <a:pt x="304084" y="132588"/>
                  </a:cubicBezTo>
                  <a:lnTo>
                    <a:pt x="348249" y="132588"/>
                  </a:lnTo>
                  <a:cubicBezTo>
                    <a:pt x="354319" y="132588"/>
                    <a:pt x="359508" y="134748"/>
                    <a:pt x="363840" y="139080"/>
                  </a:cubicBezTo>
                  <a:cubicBezTo>
                    <a:pt x="368172" y="143412"/>
                    <a:pt x="370343" y="148601"/>
                    <a:pt x="370343" y="154671"/>
                  </a:cubicBezTo>
                  <a:lnTo>
                    <a:pt x="370343" y="198848"/>
                  </a:lnTo>
                  <a:cubicBezTo>
                    <a:pt x="370343" y="201877"/>
                    <a:pt x="369258" y="204471"/>
                    <a:pt x="367086" y="206643"/>
                  </a:cubicBezTo>
                  <a:cubicBezTo>
                    <a:pt x="364926" y="208803"/>
                    <a:pt x="362331" y="209889"/>
                    <a:pt x="359291" y="209889"/>
                  </a:cubicBezTo>
                  <a:cubicBezTo>
                    <a:pt x="356045" y="209889"/>
                    <a:pt x="353450" y="208803"/>
                    <a:pt x="351495" y="206643"/>
                  </a:cubicBezTo>
                  <a:cubicBezTo>
                    <a:pt x="349335" y="204471"/>
                    <a:pt x="348249" y="201877"/>
                    <a:pt x="348249" y="198848"/>
                  </a:cubicBezTo>
                  <a:close/>
                </a:path>
              </a:pathLst>
            </a:custGeom>
            <a:solidFill>
              <a:srgbClr val="0F7C8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3" name="圖說"/>
            <p:cNvSpPr/>
            <p:nvPr/>
          </p:nvSpPr>
          <p:spPr>
            <a:xfrm>
              <a:off x="12334685" y="7075170"/>
              <a:ext cx="11887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檢測</a:t>
              </a:r>
              <a:endParaRPr lang="en-US" sz="1150" dirty="0"/>
            </a:p>
          </p:txBody>
        </p:sp>
        <p:sp>
          <p:nvSpPr>
            <p:cNvPr id="264" name="圖示底圓"/>
            <p:cNvSpPr/>
            <p:nvPr/>
          </p:nvSpPr>
          <p:spPr>
            <a:xfrm>
              <a:off x="14050899" y="6526530"/>
              <a:ext cx="502920" cy="502920"/>
            </a:xfrm>
            <a:prstGeom prst="ellipse">
              <a:avLst/>
            </a:prstGeom>
            <a:solidFill>
              <a:srgbClr val="0F7C8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5" name="圖示 維修"/>
            <p:cNvSpPr/>
            <p:nvPr/>
          </p:nvSpPr>
          <p:spPr>
            <a:xfrm>
              <a:off x="14050899" y="652653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209558" y="288493"/>
                  </a:moveTo>
                  <a:cubicBezTo>
                    <a:pt x="188126" y="288493"/>
                    <a:pt x="169827" y="281018"/>
                    <a:pt x="154671" y="266079"/>
                  </a:cubicBezTo>
                  <a:cubicBezTo>
                    <a:pt x="139732" y="250923"/>
                    <a:pt x="132257" y="232726"/>
                    <a:pt x="132257" y="211512"/>
                  </a:cubicBezTo>
                  <a:cubicBezTo>
                    <a:pt x="132257" y="207180"/>
                    <a:pt x="132588" y="203065"/>
                    <a:pt x="133228" y="199168"/>
                  </a:cubicBezTo>
                  <a:cubicBezTo>
                    <a:pt x="133880" y="195487"/>
                    <a:pt x="135068" y="191475"/>
                    <a:pt x="136806" y="187155"/>
                  </a:cubicBezTo>
                  <a:cubicBezTo>
                    <a:pt x="137457" y="185417"/>
                    <a:pt x="138532" y="184012"/>
                    <a:pt x="140052" y="182926"/>
                  </a:cubicBezTo>
                  <a:cubicBezTo>
                    <a:pt x="141355" y="182057"/>
                    <a:pt x="142761" y="181406"/>
                    <a:pt x="144281" y="180983"/>
                  </a:cubicBezTo>
                  <a:cubicBezTo>
                    <a:pt x="146007" y="180548"/>
                    <a:pt x="147744" y="180548"/>
                    <a:pt x="149470" y="180983"/>
                  </a:cubicBezTo>
                  <a:cubicBezTo>
                    <a:pt x="150990" y="181406"/>
                    <a:pt x="152499" y="182274"/>
                    <a:pt x="154019" y="183577"/>
                  </a:cubicBezTo>
                  <a:lnTo>
                    <a:pt x="190401" y="219959"/>
                  </a:lnTo>
                  <a:lnTo>
                    <a:pt x="220279" y="192024"/>
                  </a:lnTo>
                  <a:lnTo>
                    <a:pt x="182274" y="154019"/>
                  </a:lnTo>
                  <a:cubicBezTo>
                    <a:pt x="180765" y="152716"/>
                    <a:pt x="179782" y="151207"/>
                    <a:pt x="179360" y="149470"/>
                  </a:cubicBezTo>
                  <a:cubicBezTo>
                    <a:pt x="178925" y="147961"/>
                    <a:pt x="178925" y="146327"/>
                    <a:pt x="179360" y="144601"/>
                  </a:cubicBezTo>
                  <a:cubicBezTo>
                    <a:pt x="179782" y="143081"/>
                    <a:pt x="180548" y="141675"/>
                    <a:pt x="181623" y="140383"/>
                  </a:cubicBezTo>
                  <a:cubicBezTo>
                    <a:pt x="182491" y="139080"/>
                    <a:pt x="183897" y="137994"/>
                    <a:pt x="185852" y="137126"/>
                  </a:cubicBezTo>
                  <a:cubicBezTo>
                    <a:pt x="189967" y="135617"/>
                    <a:pt x="193864" y="134428"/>
                    <a:pt x="197545" y="133560"/>
                  </a:cubicBezTo>
                  <a:cubicBezTo>
                    <a:pt x="201225" y="132691"/>
                    <a:pt x="205226" y="132257"/>
                    <a:pt x="209558" y="132257"/>
                  </a:cubicBezTo>
                  <a:cubicBezTo>
                    <a:pt x="231652" y="132257"/>
                    <a:pt x="250374" y="139949"/>
                    <a:pt x="265748" y="155322"/>
                  </a:cubicBezTo>
                  <a:cubicBezTo>
                    <a:pt x="281121" y="170696"/>
                    <a:pt x="288813" y="189418"/>
                    <a:pt x="288813" y="211512"/>
                  </a:cubicBezTo>
                  <a:cubicBezTo>
                    <a:pt x="288813" y="216484"/>
                    <a:pt x="288276" y="221468"/>
                    <a:pt x="287190" y="226451"/>
                  </a:cubicBezTo>
                  <a:cubicBezTo>
                    <a:pt x="286104" y="231217"/>
                    <a:pt x="284801" y="236087"/>
                    <a:pt x="283293" y="241070"/>
                  </a:cubicBezTo>
                  <a:lnTo>
                    <a:pt x="356045" y="313822"/>
                  </a:lnTo>
                  <a:cubicBezTo>
                    <a:pt x="362114" y="319880"/>
                    <a:pt x="365143" y="327252"/>
                    <a:pt x="365143" y="335905"/>
                  </a:cubicBezTo>
                  <a:cubicBezTo>
                    <a:pt x="364926" y="344352"/>
                    <a:pt x="361679" y="351610"/>
                    <a:pt x="355393" y="357668"/>
                  </a:cubicBezTo>
                  <a:cubicBezTo>
                    <a:pt x="349335" y="363303"/>
                    <a:pt x="342191" y="366011"/>
                    <a:pt x="333962" y="365794"/>
                  </a:cubicBezTo>
                  <a:cubicBezTo>
                    <a:pt x="325732" y="365794"/>
                    <a:pt x="318691" y="362754"/>
                    <a:pt x="312851" y="356696"/>
                  </a:cubicBezTo>
                  <a:lnTo>
                    <a:pt x="239447" y="282961"/>
                  </a:lnTo>
                  <a:cubicBezTo>
                    <a:pt x="234464" y="284698"/>
                    <a:pt x="229594" y="286001"/>
                    <a:pt x="224828" y="286859"/>
                  </a:cubicBezTo>
                  <a:cubicBezTo>
                    <a:pt x="220062" y="287945"/>
                    <a:pt x="214975" y="288493"/>
                    <a:pt x="209558" y="288493"/>
                  </a:cubicBezTo>
                  <a:close/>
                  <a:moveTo>
                    <a:pt x="209558" y="267371"/>
                  </a:moveTo>
                  <a:cubicBezTo>
                    <a:pt x="214975" y="267371"/>
                    <a:pt x="220713" y="266513"/>
                    <a:pt x="226771" y="264776"/>
                  </a:cubicBezTo>
                  <a:cubicBezTo>
                    <a:pt x="232841" y="263050"/>
                    <a:pt x="238144" y="260444"/>
                    <a:pt x="242693" y="256981"/>
                  </a:cubicBezTo>
                  <a:lnTo>
                    <a:pt x="328110" y="342077"/>
                  </a:lnTo>
                  <a:cubicBezTo>
                    <a:pt x="329847" y="343814"/>
                    <a:pt x="332007" y="344683"/>
                    <a:pt x="334613" y="344683"/>
                  </a:cubicBezTo>
                  <a:cubicBezTo>
                    <a:pt x="337208" y="344683"/>
                    <a:pt x="339368" y="343814"/>
                    <a:pt x="341105" y="342077"/>
                  </a:cubicBezTo>
                  <a:cubicBezTo>
                    <a:pt x="342843" y="340351"/>
                    <a:pt x="343700" y="338179"/>
                    <a:pt x="343700" y="335585"/>
                  </a:cubicBezTo>
                  <a:cubicBezTo>
                    <a:pt x="343700" y="332990"/>
                    <a:pt x="342843" y="330818"/>
                    <a:pt x="341105" y="329093"/>
                  </a:cubicBezTo>
                  <a:lnTo>
                    <a:pt x="256981" y="245288"/>
                  </a:lnTo>
                  <a:cubicBezTo>
                    <a:pt x="260444" y="240739"/>
                    <a:pt x="263050" y="235332"/>
                    <a:pt x="264776" y="229046"/>
                  </a:cubicBezTo>
                  <a:cubicBezTo>
                    <a:pt x="266513" y="222988"/>
                    <a:pt x="267371" y="217136"/>
                    <a:pt x="267371" y="211512"/>
                  </a:cubicBezTo>
                  <a:cubicBezTo>
                    <a:pt x="267371" y="195270"/>
                    <a:pt x="261416" y="181520"/>
                    <a:pt x="249517" y="170261"/>
                  </a:cubicBezTo>
                  <a:cubicBezTo>
                    <a:pt x="237390" y="159003"/>
                    <a:pt x="223639" y="153265"/>
                    <a:pt x="208266" y="153048"/>
                  </a:cubicBezTo>
                  <a:lnTo>
                    <a:pt x="240419" y="185520"/>
                  </a:lnTo>
                  <a:cubicBezTo>
                    <a:pt x="242579" y="187909"/>
                    <a:pt x="243665" y="190618"/>
                    <a:pt x="243665" y="193647"/>
                  </a:cubicBezTo>
                  <a:cubicBezTo>
                    <a:pt x="243448" y="196676"/>
                    <a:pt x="242259" y="199385"/>
                    <a:pt x="240087" y="201762"/>
                  </a:cubicBezTo>
                  <a:lnTo>
                    <a:pt x="198848" y="240087"/>
                  </a:lnTo>
                  <a:cubicBezTo>
                    <a:pt x="196676" y="242259"/>
                    <a:pt x="194081" y="243345"/>
                    <a:pt x="191052" y="243345"/>
                  </a:cubicBezTo>
                  <a:cubicBezTo>
                    <a:pt x="187795" y="243345"/>
                    <a:pt x="185200" y="242259"/>
                    <a:pt x="183257" y="240087"/>
                  </a:cubicBezTo>
                  <a:lnTo>
                    <a:pt x="152396" y="209889"/>
                  </a:lnTo>
                  <a:cubicBezTo>
                    <a:pt x="153048" y="226554"/>
                    <a:pt x="159003" y="240304"/>
                    <a:pt x="170261" y="251140"/>
                  </a:cubicBezTo>
                  <a:cubicBezTo>
                    <a:pt x="181520" y="261964"/>
                    <a:pt x="194619" y="267371"/>
                    <a:pt x="209558" y="267371"/>
                  </a:cubicBezTo>
                  <a:close/>
                  <a:moveTo>
                    <a:pt x="248534" y="249185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6" name="圖說"/>
            <p:cNvSpPr/>
            <p:nvPr/>
          </p:nvSpPr>
          <p:spPr>
            <a:xfrm>
              <a:off x="13707999" y="7075170"/>
              <a:ext cx="11887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</a:t>
              </a:r>
              <a:endParaRPr lang="en-US" sz="1150" dirty="0"/>
            </a:p>
          </p:txBody>
        </p:sp>
        <p:cxnSp>
          <p:nvCxnSpPr>
            <p:cNvPr id="267" name="連接線"/>
            <p:cNvCxnSpPr>
              <a:stCxn id="258" idx="6"/>
              <a:endCxn id="261" idx="2"/>
            </p:cNvCxnSpPr>
            <p:nvPr/>
          </p:nvCxnSpPr>
          <p:spPr>
            <a:xfrm>
              <a:off x="11807190" y="6777990"/>
              <a:ext cx="870395" cy="0"/>
            </a:xfrm>
            <a:prstGeom prst="straightConnector1">
              <a:avLst/>
            </a:prstGeom>
            <a:ln w="19812">
              <a:solidFill>
                <a:srgbClr val="8C8C8C"/>
              </a:solidFill>
              <a:prstDash val="solid"/>
              <a:tailEnd type="triangle" w="lg" len="lg"/>
            </a:ln>
          </p:spPr>
        </p:cxnSp>
        <p:cxnSp>
          <p:nvCxnSpPr>
            <p:cNvPr id="268" name="連接線"/>
            <p:cNvCxnSpPr>
              <a:stCxn id="261" idx="6"/>
              <a:endCxn id="264" idx="2"/>
            </p:cNvCxnSpPr>
            <p:nvPr/>
          </p:nvCxnSpPr>
          <p:spPr>
            <a:xfrm>
              <a:off x="13180505" y="6777990"/>
              <a:ext cx="870395" cy="0"/>
            </a:xfrm>
            <a:prstGeom prst="straightConnector1">
              <a:avLst/>
            </a:prstGeom>
            <a:ln w="19812">
              <a:solidFill>
                <a:srgbClr val="8C8C8C"/>
              </a:solidFill>
              <a:prstDash val="solid"/>
              <a:tailEnd type="triangle" w="lg" len="lg"/>
            </a:ln>
          </p:spPr>
        </p:cxnSp>
      </p:grpSp>
      <p:sp>
        <p:nvSpPr>
          <p:cNvPr id="269" name="Text 267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青綠科技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270" name="Text 268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/ 14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685800" y="48006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風格規範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685800" y="1451610"/>
            <a:ext cx="514350" cy="11430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337310" y="1291590"/>
            <a:ext cx="12573000" cy="434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F7C8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色彩、字級與元件語言一覽：全圓角膠囊與大圓角卡、較深柔和陰影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2348865"/>
            <a:ext cx="125730" cy="12573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37260" y="2228850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色彩 Palette</a:t>
            </a:r>
            <a:endParaRPr lang="en-US" sz="1650" dirty="0"/>
          </a:p>
        </p:txBody>
      </p:sp>
      <p:sp>
        <p:nvSpPr>
          <p:cNvPr id="7" name="線條"/>
          <p:cNvSpPr/>
          <p:nvPr/>
        </p:nvSpPr>
        <p:spPr>
          <a:xfrm>
            <a:off x="685800" y="2708910"/>
            <a:ext cx="628650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914650"/>
            <a:ext cx="617220" cy="617220"/>
          </a:xfrm>
          <a:prstGeom prst="roundRect">
            <a:avLst>
              <a:gd name="adj" fmla="val 18519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436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#0F7C80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474470" y="2914650"/>
            <a:ext cx="617220" cy="617220"/>
          </a:xfrm>
          <a:prstGeom prst="roundRect">
            <a:avLst>
              <a:gd name="adj" fmla="val 18519"/>
            </a:avLst>
          </a:prstGeom>
          <a:solidFill>
            <a:srgbClr val="0B5E6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38303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33731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#0B5E61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263140" y="2914650"/>
            <a:ext cx="617220" cy="617220"/>
          </a:xfrm>
          <a:prstGeom prst="roundRect">
            <a:avLst>
              <a:gd name="adj" fmla="val 18519"/>
            </a:avLst>
          </a:prstGeom>
          <a:solidFill>
            <a:srgbClr val="E0F0F0"/>
          </a:solidFill>
          <a:ln w="11938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17170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12598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#E0F0F0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051810" y="2914650"/>
            <a:ext cx="617220" cy="617220"/>
          </a:xfrm>
          <a:prstGeom prst="roundRect">
            <a:avLst>
              <a:gd name="adj" fmla="val 18519"/>
            </a:avLst>
          </a:prstGeom>
          <a:solidFill>
            <a:srgbClr val="F2A541"/>
          </a:solidFill>
          <a:ln w="11938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96037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輔助色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91465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#F2A541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840480" y="2914650"/>
            <a:ext cx="617220" cy="617220"/>
          </a:xfrm>
          <a:prstGeom prst="roundRect">
            <a:avLst>
              <a:gd name="adj" fmla="val 18519"/>
            </a:avLst>
          </a:pr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74904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70332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#3A3A3A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29150" y="2914650"/>
            <a:ext cx="617220" cy="617220"/>
          </a:xfrm>
          <a:prstGeom prst="roundRect">
            <a:avLst>
              <a:gd name="adj" fmla="val 18519"/>
            </a:avLst>
          </a:prstGeom>
          <a:solidFill>
            <a:srgbClr val="8C8C8C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53771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49199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#8C8C8C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17820" y="2914650"/>
            <a:ext cx="617220" cy="617220"/>
          </a:xfrm>
          <a:prstGeom prst="roundRect">
            <a:avLst>
              <a:gd name="adj" fmla="val 18519"/>
            </a:avLst>
          </a:prstGeom>
          <a:solidFill>
            <a:srgbClr val="BFBFBF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32638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框線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28066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#BFBFBF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06490" y="2914650"/>
            <a:ext cx="617220" cy="617220"/>
          </a:xfrm>
          <a:prstGeom prst="roundRect">
            <a:avLst>
              <a:gd name="adj" fmla="val 18519"/>
            </a:avLst>
          </a:prstGeom>
          <a:solidFill>
            <a:srgbClr val="F2F2F2"/>
          </a:solidFill>
          <a:ln w="11938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11505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底色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06933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#F2F2F2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85800" y="4554855"/>
            <a:ext cx="125730" cy="12573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937260" y="4434840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字級 Typography</a:t>
            </a:r>
            <a:endParaRPr lang="en-US" sz="1650" dirty="0"/>
          </a:p>
        </p:txBody>
      </p:sp>
      <p:sp>
        <p:nvSpPr>
          <p:cNvPr id="34" name="線條"/>
          <p:cNvSpPr/>
          <p:nvPr/>
        </p:nvSpPr>
        <p:spPr>
          <a:xfrm>
            <a:off x="685800" y="4914900"/>
            <a:ext cx="628650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914900"/>
            <a:ext cx="6286500" cy="7543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大標題文字</a:t>
            </a: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36pt</a:t>
            </a:r>
            <a:endParaRPr lang="en-US" sz="1750" dirty="0"/>
          </a:p>
        </p:txBody>
      </p:sp>
      <p:sp>
        <p:nvSpPr>
          <p:cNvPr id="36" name="Text 34"/>
          <p:cNvSpPr/>
          <p:nvPr/>
        </p:nvSpPr>
        <p:spPr>
          <a:xfrm>
            <a:off x="685800" y="5737860"/>
            <a:ext cx="62865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F7C8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副標題・細字主色</a:t>
            </a: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16pt</a:t>
            </a:r>
            <a:endParaRPr lang="en-US" sz="1750" dirty="0"/>
          </a:p>
        </p:txBody>
      </p:sp>
      <p:sp>
        <p:nvSpPr>
          <p:cNvPr id="37" name="Text 35"/>
          <p:cNvSpPr/>
          <p:nvPr/>
        </p:nvSpPr>
        <p:spPr>
          <a:xfrm>
            <a:off x="685800" y="6240780"/>
            <a:ext cx="62865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標籤與卡片標題</a:t>
            </a: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16pt</a:t>
            </a:r>
            <a:endParaRPr lang="en-US" sz="1750" dirty="0"/>
          </a:p>
        </p:txBody>
      </p:sp>
      <p:sp>
        <p:nvSpPr>
          <p:cNvPr id="38" name="Text 36"/>
          <p:cNvSpPr/>
          <p:nvPr/>
        </p:nvSpPr>
        <p:spPr>
          <a:xfrm>
            <a:off x="685800" y="6720840"/>
            <a:ext cx="6286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內文說明文字，灰色、行距寬鬆</a:t>
            </a: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12pt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685800" y="7155180"/>
            <a:ext cx="62865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註解文字以灰色呈現，10.5pt，放在版面下緣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715250" y="2348865"/>
            <a:ext cx="125730" cy="12573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966710" y="2228850"/>
            <a:ext cx="658710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元件語言 Shape Language</a:t>
            </a:r>
            <a:endParaRPr lang="en-US" sz="1650" dirty="0"/>
          </a:p>
        </p:txBody>
      </p:sp>
      <p:sp>
        <p:nvSpPr>
          <p:cNvPr id="42" name="線條"/>
          <p:cNvSpPr/>
          <p:nvPr/>
        </p:nvSpPr>
        <p:spPr>
          <a:xfrm>
            <a:off x="7715250" y="2708910"/>
            <a:ext cx="683856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15250" y="2914650"/>
            <a:ext cx="10287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12515850" y="2914650"/>
            <a:ext cx="203796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白底無框＋陰影＋陰影</a:t>
            </a:r>
            <a:endParaRPr lang="en-US" sz="1250" dirty="0"/>
          </a:p>
        </p:txBody>
      </p:sp>
      <p:sp>
        <p:nvSpPr>
          <p:cNvPr id="45" name="卡片"/>
          <p:cNvSpPr/>
          <p:nvPr/>
        </p:nvSpPr>
        <p:spPr>
          <a:xfrm>
            <a:off x="8858250" y="2960370"/>
            <a:ext cx="1657350" cy="594360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>
            <a:noFill/>
          </a:ln>
          <a:effectLst>
            <a:outerShdw blurRad="158750" dist="47625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卡片"/>
          <p:cNvSpPr/>
          <p:nvPr/>
        </p:nvSpPr>
        <p:spPr>
          <a:xfrm>
            <a:off x="10744200" y="2960370"/>
            <a:ext cx="1485900" cy="594360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>
            <a:noFill/>
          </a:ln>
          <a:effectLst>
            <a:outerShdw blurRad="158750" dist="47625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0744200" y="2960370"/>
            <a:ext cx="1485900" cy="205740"/>
          </a:xfrm>
          <a:custGeom>
            <a:avLst/>
            <a:gdLst/>
            <a:ahLst/>
            <a:cxnLst/>
            <a:rect l="l" t="t" r="r" b="b"/>
            <a:pathLst>
              <a:path w="1485900" h="205740">
                <a:moveTo>
                  <a:pt x="0" y="205740"/>
                </a:moveTo>
                <a:lnTo>
                  <a:pt x="0" y="205740"/>
                </a:lnTo>
                <a:arcTo hR="205740" wR="205740" stAng="10800000" swAng="5400000"/>
                <a:lnTo>
                  <a:pt x="1280160" y="0"/>
                </a:lnTo>
                <a:arcTo hR="205740" wR="205740" stAng="16200000" swAng="5400000"/>
                <a:lnTo>
                  <a:pt x="1485900" y="205740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線條"/>
          <p:cNvSpPr/>
          <p:nvPr/>
        </p:nvSpPr>
        <p:spPr>
          <a:xfrm>
            <a:off x="7715250" y="3669030"/>
            <a:ext cx="6838569" cy="0"/>
          </a:xfrm>
          <a:prstGeom prst="line">
            <a:avLst/>
          </a:prstGeom>
          <a:noFill/>
          <a:ln w="8001">
            <a:solidFill>
              <a:srgbClr val="ECEC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15250" y="3726180"/>
            <a:ext cx="10287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12515850" y="3726180"/>
            <a:ext cx="203796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淡色底膠囊</a:t>
            </a:r>
            <a:endParaRPr lang="en-US" sz="1250" dirty="0"/>
          </a:p>
        </p:txBody>
      </p:sp>
      <p:sp>
        <p:nvSpPr>
          <p:cNvPr id="51" name="標籤"/>
          <p:cNvSpPr/>
          <p:nvPr/>
        </p:nvSpPr>
        <p:spPr>
          <a:xfrm>
            <a:off x="8858250" y="3886200"/>
            <a:ext cx="688238" cy="365760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</a:t>
            </a:r>
            <a:endParaRPr lang="en-US" sz="1500" dirty="0"/>
          </a:p>
        </p:txBody>
      </p:sp>
      <p:sp>
        <p:nvSpPr>
          <p:cNvPr id="52" name="標籤"/>
          <p:cNvSpPr/>
          <p:nvPr/>
        </p:nvSpPr>
        <p:spPr>
          <a:xfrm>
            <a:off x="9683648" y="3886200"/>
            <a:ext cx="688238" cy="365760"/>
          </a:xfrm>
          <a:prstGeom prst="roundRect">
            <a:avLst>
              <a:gd name="adj" fmla="val 50000"/>
            </a:avLst>
          </a:prstGeom>
          <a:solidFill>
            <a:srgbClr val="FCEBD5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55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</a:t>
            </a:r>
            <a:endParaRPr lang="en-US" sz="1500" dirty="0"/>
          </a:p>
        </p:txBody>
      </p:sp>
      <p:sp>
        <p:nvSpPr>
          <p:cNvPr id="53" name="標籤"/>
          <p:cNvSpPr/>
          <p:nvPr/>
        </p:nvSpPr>
        <p:spPr>
          <a:xfrm>
            <a:off x="10509047" y="3886200"/>
            <a:ext cx="688238" cy="36576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</a:t>
            </a:r>
            <a:endParaRPr lang="en-US" sz="1500" dirty="0"/>
          </a:p>
        </p:txBody>
      </p:sp>
      <p:sp>
        <p:nvSpPr>
          <p:cNvPr id="54" name="線條"/>
          <p:cNvSpPr/>
          <p:nvPr/>
        </p:nvSpPr>
        <p:spPr>
          <a:xfrm>
            <a:off x="7715250" y="4480560"/>
            <a:ext cx="6838569" cy="0"/>
          </a:xfrm>
          <a:prstGeom prst="line">
            <a:avLst/>
          </a:prstGeom>
          <a:noFill/>
          <a:ln w="8001">
            <a:solidFill>
              <a:srgbClr val="ECECE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715250" y="4537710"/>
            <a:ext cx="10287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</a:t>
            </a:r>
            <a:endParaRPr lang="en-US" sz="1650" dirty="0"/>
          </a:p>
        </p:txBody>
      </p:sp>
      <p:sp>
        <p:nvSpPr>
          <p:cNvPr id="56" name="Text 54"/>
          <p:cNvSpPr/>
          <p:nvPr/>
        </p:nvSpPr>
        <p:spPr>
          <a:xfrm>
            <a:off x="12515850" y="4537710"/>
            <a:ext cx="203796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實心圓＋光暈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8830818" y="4578858"/>
            <a:ext cx="603504" cy="603504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編號"/>
          <p:cNvSpPr/>
          <p:nvPr/>
        </p:nvSpPr>
        <p:spPr>
          <a:xfrm>
            <a:off x="8903970" y="4652010"/>
            <a:ext cx="457200" cy="457200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9539478" y="4578858"/>
            <a:ext cx="603504" cy="603504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編號"/>
          <p:cNvSpPr/>
          <p:nvPr/>
        </p:nvSpPr>
        <p:spPr>
          <a:xfrm>
            <a:off x="9612630" y="4652010"/>
            <a:ext cx="457200" cy="457200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10248138" y="4578858"/>
            <a:ext cx="603504" cy="603504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編號"/>
          <p:cNvSpPr/>
          <p:nvPr/>
        </p:nvSpPr>
        <p:spPr>
          <a:xfrm>
            <a:off x="10321290" y="4652010"/>
            <a:ext cx="457200" cy="457200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11087100" y="4537710"/>
            <a:ext cx="12573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② ③</a:t>
            </a:r>
            <a:endParaRPr lang="en-US" sz="1750" dirty="0"/>
          </a:p>
        </p:txBody>
      </p:sp>
      <p:sp>
        <p:nvSpPr>
          <p:cNvPr id="64" name="線條"/>
          <p:cNvSpPr/>
          <p:nvPr/>
        </p:nvSpPr>
        <p:spPr>
          <a:xfrm>
            <a:off x="7715250" y="5292090"/>
            <a:ext cx="6838569" cy="0"/>
          </a:xfrm>
          <a:prstGeom prst="line">
            <a:avLst/>
          </a:prstGeom>
          <a:noFill/>
          <a:ln w="8001">
            <a:solidFill>
              <a:srgbClr val="ECECE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715250" y="5349240"/>
            <a:ext cx="10287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分隔</a:t>
            </a:r>
            <a:endParaRPr lang="en-US" sz="1650" dirty="0"/>
          </a:p>
        </p:txBody>
      </p:sp>
      <p:sp>
        <p:nvSpPr>
          <p:cNvPr id="66" name="Text 64"/>
          <p:cNvSpPr/>
          <p:nvPr/>
        </p:nvSpPr>
        <p:spPr>
          <a:xfrm>
            <a:off x="12515850" y="5349240"/>
            <a:ext cx="203796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 V 形 ›</a:t>
            </a:r>
            <a:endParaRPr lang="en-US" sz="1250" dirty="0"/>
          </a:p>
        </p:txBody>
      </p:sp>
      <p:sp>
        <p:nvSpPr>
          <p:cNvPr id="67" name="Text 65"/>
          <p:cNvSpPr/>
          <p:nvPr/>
        </p:nvSpPr>
        <p:spPr>
          <a:xfrm>
            <a:off x="8858250" y="534924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500" dirty="0"/>
          </a:p>
        </p:txBody>
      </p:sp>
      <p:sp>
        <p:nvSpPr>
          <p:cNvPr id="68" name="分隔"/>
          <p:cNvSpPr/>
          <p:nvPr/>
        </p:nvSpPr>
        <p:spPr>
          <a:xfrm>
            <a:off x="9824085" y="5566410"/>
            <a:ext cx="125730" cy="251460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10229850" y="534924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500" dirty="0"/>
          </a:p>
        </p:txBody>
      </p:sp>
      <p:sp>
        <p:nvSpPr>
          <p:cNvPr id="70" name="分隔"/>
          <p:cNvSpPr/>
          <p:nvPr/>
        </p:nvSpPr>
        <p:spPr>
          <a:xfrm>
            <a:off x="11195685" y="5566410"/>
            <a:ext cx="125730" cy="251460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11601450" y="534924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500" dirty="0"/>
          </a:p>
        </p:txBody>
      </p:sp>
      <p:sp>
        <p:nvSpPr>
          <p:cNvPr id="72" name="線條"/>
          <p:cNvSpPr/>
          <p:nvPr/>
        </p:nvSpPr>
        <p:spPr>
          <a:xfrm>
            <a:off x="7715250" y="6103620"/>
            <a:ext cx="6838569" cy="0"/>
          </a:xfrm>
          <a:prstGeom prst="line">
            <a:avLst/>
          </a:prstGeom>
          <a:noFill/>
          <a:ln w="8001">
            <a:solidFill>
              <a:srgbClr val="ECECE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715250" y="6160770"/>
            <a:ext cx="10287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</a:t>
            </a:r>
            <a:endParaRPr lang="en-US" sz="1650" dirty="0"/>
          </a:p>
        </p:txBody>
      </p:sp>
      <p:sp>
        <p:nvSpPr>
          <p:cNvPr id="74" name="Text 72"/>
          <p:cNvSpPr/>
          <p:nvPr/>
        </p:nvSpPr>
        <p:spPr>
          <a:xfrm>
            <a:off x="12515850" y="6160770"/>
            <a:ext cx="203796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1.25pt 實線＋三角箭頭</a:t>
            </a:r>
            <a:endParaRPr lang="en-US" sz="1250" dirty="0"/>
          </a:p>
        </p:txBody>
      </p:sp>
      <p:sp>
        <p:nvSpPr>
          <p:cNvPr id="75" name="線條"/>
          <p:cNvSpPr/>
          <p:nvPr/>
        </p:nvSpPr>
        <p:spPr>
          <a:xfrm>
            <a:off x="8858250" y="6503670"/>
            <a:ext cx="1485900" cy="0"/>
          </a:xfrm>
          <a:prstGeom prst="line">
            <a:avLst/>
          </a:prstGeom>
          <a:noFill/>
          <a:ln w="19812">
            <a:solidFill>
              <a:srgbClr val="8C8C8C"/>
            </a:solidFill>
            <a:prstDash val="solid"/>
            <a:headEnd type="oval" w="lg" len="lg"/>
            <a:tailEnd type="triangle" w="lg" len="lg"/>
          </a:ln>
        </p:spPr>
      </p:sp>
      <p:sp>
        <p:nvSpPr>
          <p:cNvPr id="76" name="連接線"/>
          <p:cNvSpPr/>
          <p:nvPr/>
        </p:nvSpPr>
        <p:spPr>
          <a:xfrm>
            <a:off x="10687050" y="6252210"/>
            <a:ext cx="1543050" cy="502920"/>
          </a:xfrm>
          <a:custGeom>
            <a:avLst/>
            <a:gdLst/>
            <a:ahLst/>
            <a:cxnLst/>
            <a:rect l="l" t="t" r="r" b="b"/>
            <a:pathLst>
              <a:path w="1543050" h="502920">
                <a:moveTo>
                  <a:pt x="0" y="0"/>
                </a:moveTo>
                <a:lnTo>
                  <a:pt x="685800" y="0"/>
                </a:lnTo>
                <a:lnTo>
                  <a:pt x="685800" y="502920"/>
                </a:lnTo>
                <a:lnTo>
                  <a:pt x="1543050" y="502920"/>
                </a:lnTo>
              </a:path>
            </a:pathLst>
          </a:custGeom>
          <a:noFill/>
          <a:ln w="19812">
            <a:solidFill>
              <a:srgbClr val="8C8C8C"/>
            </a:solidFill>
            <a:prstDash val="solid"/>
            <a:headEnd type="oval" w="lg" len="lg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線條"/>
          <p:cNvSpPr/>
          <p:nvPr/>
        </p:nvSpPr>
        <p:spPr>
          <a:xfrm>
            <a:off x="7715250" y="6915150"/>
            <a:ext cx="6838569" cy="0"/>
          </a:xfrm>
          <a:prstGeom prst="line">
            <a:avLst/>
          </a:prstGeom>
          <a:noFill/>
          <a:ln w="8001">
            <a:solidFill>
              <a:srgbClr val="ECECE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715250" y="6972300"/>
            <a:ext cx="10287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</a:t>
            </a:r>
            <a:endParaRPr lang="en-US" sz="1650" dirty="0"/>
          </a:p>
        </p:txBody>
      </p:sp>
      <p:sp>
        <p:nvSpPr>
          <p:cNvPr id="79" name="Text 77"/>
          <p:cNvSpPr/>
          <p:nvPr/>
        </p:nvSpPr>
        <p:spPr>
          <a:xfrm>
            <a:off x="12515850" y="6972300"/>
            <a:ext cx="203796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膠囊鏈</a:t>
            </a:r>
            <a:endParaRPr lang="en-US" sz="1250" dirty="0"/>
          </a:p>
        </p:txBody>
      </p:sp>
      <p:sp>
        <p:nvSpPr>
          <p:cNvPr id="80" name="流程鏈"/>
          <p:cNvSpPr/>
          <p:nvPr/>
        </p:nvSpPr>
        <p:spPr>
          <a:xfrm>
            <a:off x="8858250" y="7063740"/>
            <a:ext cx="838200" cy="502920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400" dirty="0"/>
          </a:p>
        </p:txBody>
      </p:sp>
      <p:sp>
        <p:nvSpPr>
          <p:cNvPr id="81" name="分隔"/>
          <p:cNvSpPr/>
          <p:nvPr/>
        </p:nvSpPr>
        <p:spPr>
          <a:xfrm>
            <a:off x="9862185" y="7189470"/>
            <a:ext cx="125730" cy="251460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流程鏈"/>
          <p:cNvSpPr/>
          <p:nvPr/>
        </p:nvSpPr>
        <p:spPr>
          <a:xfrm>
            <a:off x="10153650" y="7063740"/>
            <a:ext cx="838200" cy="502920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400" dirty="0"/>
          </a:p>
        </p:txBody>
      </p:sp>
      <p:sp>
        <p:nvSpPr>
          <p:cNvPr id="83" name="分隔"/>
          <p:cNvSpPr/>
          <p:nvPr/>
        </p:nvSpPr>
        <p:spPr>
          <a:xfrm>
            <a:off x="11157585" y="7189470"/>
            <a:ext cx="125730" cy="251460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流程鏈"/>
          <p:cNvSpPr/>
          <p:nvPr/>
        </p:nvSpPr>
        <p:spPr>
          <a:xfrm>
            <a:off x="11449050" y="7063740"/>
            <a:ext cx="838200" cy="50292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  <a:effectLst>
            <a:outerShdw blurRad="95250" dist="23876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</a:t>
            </a:r>
            <a:endParaRPr lang="en-US" sz="1400" dirty="0"/>
          </a:p>
        </p:txBody>
      </p:sp>
      <p:sp>
        <p:nvSpPr>
          <p:cNvPr id="85" name="Text 83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青綠科技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86" name="Text 84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/ 14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685800" y="48006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685800" y="1451610"/>
            <a:ext cx="514350" cy="11430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337310" y="1291590"/>
            <a:ext cx="12573000" cy="434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F7C8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標題＋內文、角落標籤、表頭強調三種基本卡片</a:t>
            </a:r>
            <a:endParaRPr lang="en-US" sz="2000" dirty="0"/>
          </a:p>
        </p:txBody>
      </p:sp>
      <p:sp>
        <p:nvSpPr>
          <p:cNvPr id="5" name="卡片"/>
          <p:cNvSpPr/>
          <p:nvPr/>
        </p:nvSpPr>
        <p:spPr>
          <a:xfrm>
            <a:off x="685800" y="2343150"/>
            <a:ext cx="4263390" cy="2686050"/>
          </a:xfrm>
          <a:prstGeom prst="roundRect">
            <a:avLst>
              <a:gd name="adj" fmla="val 9362"/>
            </a:avLst>
          </a:prstGeom>
          <a:solidFill>
            <a:srgbClr val="FFFFFF"/>
          </a:solidFill>
          <a:ln>
            <a:noFill/>
          </a:ln>
          <a:effectLst>
            <a:outerShdw blurRad="158750" dist="47625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82980" y="2526030"/>
            <a:ext cx="366903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標題＋內文</a:t>
            </a:r>
            <a:r>
              <a:rPr lang="en-US" sz="1250" b="1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Card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82980" y="3326130"/>
            <a:ext cx="3669030" cy="14744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先用一句話說清楚重點，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再以兩到三行補充說明。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內文維持灰色、行距寬鬆，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留白讓卡片更好讀。</a:t>
            </a:r>
            <a:endParaRPr lang="en-US" sz="1500" dirty="0"/>
          </a:p>
        </p:txBody>
      </p:sp>
      <p:sp>
        <p:nvSpPr>
          <p:cNvPr id="8" name="卡片"/>
          <p:cNvSpPr/>
          <p:nvPr/>
        </p:nvSpPr>
        <p:spPr>
          <a:xfrm>
            <a:off x="5488115" y="2343150"/>
            <a:ext cx="4263390" cy="2686050"/>
          </a:xfrm>
          <a:prstGeom prst="roundRect">
            <a:avLst>
              <a:gd name="adj" fmla="val 9362"/>
            </a:avLst>
          </a:prstGeom>
          <a:solidFill>
            <a:srgbClr val="FFFFFF"/>
          </a:solidFill>
          <a:ln>
            <a:noFill/>
          </a:ln>
          <a:effectLst>
            <a:outerShdw blurRad="158750" dist="47625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785295" y="2526030"/>
            <a:ext cx="366903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角落標籤卡片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785295" y="3326130"/>
            <a:ext cx="3669030" cy="14744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右上角的小標籤標示階段、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分類或狀態，跨在邊框上，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不佔用內文空間。</a:t>
            </a:r>
            <a:endParaRPr lang="en-US" sz="1500" dirty="0"/>
          </a:p>
        </p:txBody>
      </p:sp>
      <p:sp>
        <p:nvSpPr>
          <p:cNvPr id="11" name="標籤"/>
          <p:cNvSpPr/>
          <p:nvPr/>
        </p:nvSpPr>
        <p:spPr>
          <a:xfrm>
            <a:off x="8567865" y="2183130"/>
            <a:ext cx="932180" cy="320040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  <a:effectLst>
            <a:outerShdw blurRad="95250" dist="23876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第一階段</a:t>
            </a:r>
            <a:endParaRPr lang="en-US" sz="1250" dirty="0"/>
          </a:p>
        </p:txBody>
      </p:sp>
      <p:sp>
        <p:nvSpPr>
          <p:cNvPr id="12" name="卡片"/>
          <p:cNvSpPr/>
          <p:nvPr/>
        </p:nvSpPr>
        <p:spPr>
          <a:xfrm>
            <a:off x="10290429" y="2343150"/>
            <a:ext cx="4263390" cy="2686050"/>
          </a:xfrm>
          <a:prstGeom prst="roundRect">
            <a:avLst>
              <a:gd name="adj" fmla="val 9362"/>
            </a:avLst>
          </a:prstGeom>
          <a:solidFill>
            <a:srgbClr val="FFFFFF"/>
          </a:solidFill>
          <a:ln>
            <a:noFill/>
          </a:ln>
          <a:effectLst>
            <a:outerShdw blurRad="158750" dist="47625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表頭"/>
          <p:cNvSpPr/>
          <p:nvPr/>
        </p:nvSpPr>
        <p:spPr>
          <a:xfrm>
            <a:off x="10290429" y="2343150"/>
            <a:ext cx="4263390" cy="662940"/>
          </a:xfrm>
          <a:custGeom>
            <a:avLst/>
            <a:gdLst/>
            <a:ahLst/>
            <a:cxnLst/>
            <a:rect l="l" t="t" r="r" b="b"/>
            <a:pathLst>
              <a:path w="4263390" h="662940">
                <a:moveTo>
                  <a:pt x="0" y="662940"/>
                </a:moveTo>
                <a:lnTo>
                  <a:pt x="0" y="251460"/>
                </a:lnTo>
                <a:arcTo hR="251460" wR="251460" stAng="10800000" swAng="5400000"/>
                <a:lnTo>
                  <a:pt x="4011930" y="0"/>
                </a:lnTo>
                <a:arcTo hR="251460" wR="251460" stAng="16200000" swAng="5400000"/>
                <a:lnTo>
                  <a:pt x="4263390" y="662940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587609" y="2343150"/>
            <a:ext cx="3669030" cy="6629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表頭強調卡片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587609" y="3234690"/>
            <a:ext cx="3669030" cy="15659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以主色表頭強調，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用來標出最重要的一張卡。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同一頁建議只放一張。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5234940"/>
            <a:ext cx="426339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A｜基本卡片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8115" y="5234940"/>
            <a:ext cx="426339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B｜角標卡片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90429" y="5234940"/>
            <a:ext cx="426339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C｜強調卡片（含陰影）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5835015"/>
            <a:ext cx="125730" cy="12573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37260" y="5715000"/>
            <a:ext cx="77495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標籤＋說明列</a:t>
            </a:r>
            <a:endParaRPr lang="en-US" sz="1650" dirty="0"/>
          </a:p>
        </p:txBody>
      </p:sp>
      <p:sp>
        <p:nvSpPr>
          <p:cNvPr id="21" name="線條"/>
          <p:cNvSpPr/>
          <p:nvPr/>
        </p:nvSpPr>
        <p:spPr>
          <a:xfrm>
            <a:off x="685800" y="6195060"/>
            <a:ext cx="800100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2" name="標籤"/>
          <p:cNvSpPr/>
          <p:nvPr/>
        </p:nvSpPr>
        <p:spPr>
          <a:xfrm>
            <a:off x="685800" y="6377940"/>
            <a:ext cx="937260" cy="365760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簡潔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828800" y="6377940"/>
            <a:ext cx="6629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一頁只講一個重點，讀者不費力</a:t>
            </a:r>
            <a:endParaRPr lang="en-US" sz="1650" dirty="0"/>
          </a:p>
        </p:txBody>
      </p:sp>
      <p:sp>
        <p:nvSpPr>
          <p:cNvPr id="24" name="標籤"/>
          <p:cNvSpPr/>
          <p:nvPr/>
        </p:nvSpPr>
        <p:spPr>
          <a:xfrm>
            <a:off x="685800" y="6858000"/>
            <a:ext cx="937260" cy="365760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828800" y="6858000"/>
            <a:ext cx="6629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用例子與數字說話，避免空泛</a:t>
            </a:r>
            <a:endParaRPr lang="en-US" sz="1650" dirty="0"/>
          </a:p>
        </p:txBody>
      </p:sp>
      <p:sp>
        <p:nvSpPr>
          <p:cNvPr id="26" name="標籤"/>
          <p:cNvSpPr/>
          <p:nvPr/>
        </p:nvSpPr>
        <p:spPr>
          <a:xfrm>
            <a:off x="685800" y="7338060"/>
            <a:ext cx="937260" cy="365760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深入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828800" y="7338060"/>
            <a:ext cx="6629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提出觀點與洞見，留下記憶點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9144000" y="5835015"/>
            <a:ext cx="125730" cy="12573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9395460" y="5715000"/>
            <a:ext cx="515835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 Note</a:t>
            </a:r>
            <a:endParaRPr lang="en-US" sz="1650" dirty="0"/>
          </a:p>
        </p:txBody>
      </p:sp>
      <p:sp>
        <p:nvSpPr>
          <p:cNvPr id="30" name="線條"/>
          <p:cNvSpPr/>
          <p:nvPr/>
        </p:nvSpPr>
        <p:spPr>
          <a:xfrm>
            <a:off x="9144000" y="6195060"/>
            <a:ext cx="54098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0" y="6400800"/>
            <a:ext cx="5409819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註解用灰色小字，補充前提或資料來源。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144000" y="6858000"/>
            <a:ext cx="5409819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每張卡片內文以 3–4 行為上限。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青綠科技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/ 14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685800" y="48006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標籤與編號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685800" y="1451610"/>
            <a:ext cx="514350" cy="11430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337310" y="1291590"/>
            <a:ext cx="12573000" cy="434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F7C8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單一標籤、堆疊清單、編號徽章與圈號清單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2348865"/>
            <a:ext cx="125730" cy="12573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37260" y="2228850"/>
            <a:ext cx="1361655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單一標籤 Tags</a:t>
            </a:r>
            <a:endParaRPr lang="en-US" sz="1650" dirty="0"/>
          </a:p>
        </p:txBody>
      </p:sp>
      <p:sp>
        <p:nvSpPr>
          <p:cNvPr id="7" name="線條"/>
          <p:cNvSpPr/>
          <p:nvPr/>
        </p:nvSpPr>
        <p:spPr>
          <a:xfrm>
            <a:off x="685800" y="2708910"/>
            <a:ext cx="138680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8" name="標籤"/>
          <p:cNvSpPr/>
          <p:nvPr/>
        </p:nvSpPr>
        <p:spPr>
          <a:xfrm>
            <a:off x="685800" y="2914650"/>
            <a:ext cx="1190346" cy="434340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1650" dirty="0"/>
          </a:p>
        </p:txBody>
      </p:sp>
      <p:sp>
        <p:nvSpPr>
          <p:cNvPr id="9" name="標籤"/>
          <p:cNvSpPr/>
          <p:nvPr/>
        </p:nvSpPr>
        <p:spPr>
          <a:xfrm>
            <a:off x="2219046" y="2914650"/>
            <a:ext cx="1190346" cy="434340"/>
          </a:xfrm>
          <a:prstGeom prst="roundRect">
            <a:avLst>
              <a:gd name="adj" fmla="val 50000"/>
            </a:avLst>
          </a:prstGeom>
          <a:solidFill>
            <a:srgbClr val="FCEBD5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855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輔助標籤</a:t>
            </a:r>
            <a:endParaRPr lang="en-US" sz="1650" dirty="0"/>
          </a:p>
        </p:txBody>
      </p:sp>
      <p:sp>
        <p:nvSpPr>
          <p:cNvPr id="10" name="標籤"/>
          <p:cNvSpPr/>
          <p:nvPr/>
        </p:nvSpPr>
        <p:spPr>
          <a:xfrm>
            <a:off x="3752291" y="2914650"/>
            <a:ext cx="1190346" cy="43434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灰階標籤</a:t>
            </a:r>
            <a:endParaRPr lang="en-US" sz="1650" dirty="0"/>
          </a:p>
        </p:txBody>
      </p:sp>
      <p:sp>
        <p:nvSpPr>
          <p:cNvPr id="11" name="標籤"/>
          <p:cNvSpPr/>
          <p:nvPr/>
        </p:nvSpPr>
        <p:spPr>
          <a:xfrm>
            <a:off x="5285537" y="2914650"/>
            <a:ext cx="1190346" cy="43434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外框標籤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161682" y="2914650"/>
            <a:ext cx="1028700" cy="434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小尺寸</a:t>
            </a:r>
            <a:endParaRPr lang="en-US" sz="1400" dirty="0"/>
          </a:p>
        </p:txBody>
      </p:sp>
      <p:sp>
        <p:nvSpPr>
          <p:cNvPr id="13" name="標籤"/>
          <p:cNvSpPr/>
          <p:nvPr/>
        </p:nvSpPr>
        <p:spPr>
          <a:xfrm>
            <a:off x="8076082" y="2960370"/>
            <a:ext cx="614680" cy="34290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元素</a:t>
            </a:r>
            <a:endParaRPr lang="en-US" sz="1250" dirty="0"/>
          </a:p>
        </p:txBody>
      </p:sp>
      <p:sp>
        <p:nvSpPr>
          <p:cNvPr id="14" name="標籤"/>
          <p:cNvSpPr/>
          <p:nvPr/>
        </p:nvSpPr>
        <p:spPr>
          <a:xfrm>
            <a:off x="8862212" y="2960370"/>
            <a:ext cx="614680" cy="3429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關聯</a:t>
            </a:r>
            <a:endParaRPr lang="en-US" sz="1250" dirty="0"/>
          </a:p>
        </p:txBody>
      </p:sp>
      <p:sp>
        <p:nvSpPr>
          <p:cNvPr id="15" name="標籤"/>
          <p:cNvSpPr/>
          <p:nvPr/>
        </p:nvSpPr>
        <p:spPr>
          <a:xfrm>
            <a:off x="9648342" y="2960370"/>
            <a:ext cx="614680" cy="3429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因果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" y="3949065"/>
            <a:ext cx="125730" cy="12573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37260" y="3829050"/>
            <a:ext cx="408051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堆疊清單 Stacked</a:t>
            </a:r>
            <a:endParaRPr lang="en-US" sz="1650" dirty="0"/>
          </a:p>
        </p:txBody>
      </p:sp>
      <p:sp>
        <p:nvSpPr>
          <p:cNvPr id="18" name="線條"/>
          <p:cNvSpPr/>
          <p:nvPr/>
        </p:nvSpPr>
        <p:spPr>
          <a:xfrm>
            <a:off x="685800" y="4309110"/>
            <a:ext cx="433197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19" name="標籤"/>
          <p:cNvSpPr/>
          <p:nvPr/>
        </p:nvSpPr>
        <p:spPr>
          <a:xfrm>
            <a:off x="685800" y="4583430"/>
            <a:ext cx="3314700" cy="480060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  <a:effectLst>
            <a:outerShdw blurRad="95250" dist="23876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釐清溝通目的</a:t>
            </a:r>
            <a:endParaRPr lang="en-US" sz="1650" dirty="0"/>
          </a:p>
        </p:txBody>
      </p:sp>
      <p:sp>
        <p:nvSpPr>
          <p:cNvPr id="20" name="標籤"/>
          <p:cNvSpPr/>
          <p:nvPr/>
        </p:nvSpPr>
        <p:spPr>
          <a:xfrm>
            <a:off x="685800" y="5292090"/>
            <a:ext cx="3314700" cy="480060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  <a:effectLst>
            <a:outerShdw blurRad="95250" dist="23876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對齊彼此期待</a:t>
            </a:r>
            <a:endParaRPr lang="en-US" sz="1650" dirty="0"/>
          </a:p>
        </p:txBody>
      </p:sp>
      <p:sp>
        <p:nvSpPr>
          <p:cNvPr id="21" name="標籤"/>
          <p:cNvSpPr/>
          <p:nvPr/>
        </p:nvSpPr>
        <p:spPr>
          <a:xfrm>
            <a:off x="685800" y="6000750"/>
            <a:ext cx="3314700" cy="480060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  <a:effectLst>
            <a:outerShdw blurRad="95250" dist="23876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降低理解門檻</a:t>
            </a:r>
            <a:endParaRPr lang="en-US" sz="1650" dirty="0"/>
          </a:p>
        </p:txBody>
      </p:sp>
      <p:sp>
        <p:nvSpPr>
          <p:cNvPr id="22" name="標籤"/>
          <p:cNvSpPr/>
          <p:nvPr/>
        </p:nvSpPr>
        <p:spPr>
          <a:xfrm>
            <a:off x="685800" y="6709410"/>
            <a:ext cx="3314700" cy="480060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  <a:effectLst>
            <a:outerShdw blurRad="95250" dist="23876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5453825" y="3949065"/>
            <a:ext cx="125730" cy="12573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705284" y="3829050"/>
            <a:ext cx="408051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 Badges</a:t>
            </a:r>
            <a:endParaRPr lang="en-US" sz="1650" dirty="0"/>
          </a:p>
        </p:txBody>
      </p:sp>
      <p:sp>
        <p:nvSpPr>
          <p:cNvPr id="25" name="線條"/>
          <p:cNvSpPr/>
          <p:nvPr/>
        </p:nvSpPr>
        <p:spPr>
          <a:xfrm>
            <a:off x="5453825" y="4309110"/>
            <a:ext cx="433197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22735" y="4518050"/>
            <a:ext cx="633679" cy="633679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編號"/>
          <p:cNvSpPr/>
          <p:nvPr/>
        </p:nvSpPr>
        <p:spPr>
          <a:xfrm>
            <a:off x="5499544" y="4594860"/>
            <a:ext cx="480060" cy="480060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6131395" y="4518050"/>
            <a:ext cx="633679" cy="633679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編號"/>
          <p:cNvSpPr/>
          <p:nvPr/>
        </p:nvSpPr>
        <p:spPr>
          <a:xfrm>
            <a:off x="6208205" y="4594860"/>
            <a:ext cx="480060" cy="480060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6840055" y="4518050"/>
            <a:ext cx="633679" cy="633679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編號"/>
          <p:cNvSpPr/>
          <p:nvPr/>
        </p:nvSpPr>
        <p:spPr>
          <a:xfrm>
            <a:off x="6916865" y="4594860"/>
            <a:ext cx="480060" cy="480060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7548715" y="4518050"/>
            <a:ext cx="633679" cy="633679"/>
          </a:xfrm>
          <a:prstGeom prst="ellipse">
            <a:avLst/>
          </a:prstGeom>
          <a:solidFill>
            <a:srgbClr val="FCE9D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編號"/>
          <p:cNvSpPr/>
          <p:nvPr/>
        </p:nvSpPr>
        <p:spPr>
          <a:xfrm>
            <a:off x="7625524" y="4594860"/>
            <a:ext cx="480060" cy="48006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5467998" y="5580583"/>
            <a:ext cx="543154" cy="543154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編號"/>
          <p:cNvSpPr/>
          <p:nvPr/>
        </p:nvSpPr>
        <p:spPr>
          <a:xfrm>
            <a:off x="5533835" y="5646420"/>
            <a:ext cx="411480" cy="411480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162485" y="5657850"/>
            <a:ext cx="13716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7454075" y="5657850"/>
            <a:ext cx="233172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先釐清要解決什麼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67998" y="6289243"/>
            <a:ext cx="543154" cy="543154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編號"/>
          <p:cNvSpPr/>
          <p:nvPr/>
        </p:nvSpPr>
        <p:spPr>
          <a:xfrm>
            <a:off x="5533835" y="6355080"/>
            <a:ext cx="411480" cy="411480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162485" y="6366510"/>
            <a:ext cx="13716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盤點現況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7454075" y="6366510"/>
            <a:ext cx="233172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蒐集事實與數據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467998" y="6997903"/>
            <a:ext cx="543154" cy="543154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編號"/>
          <p:cNvSpPr/>
          <p:nvPr/>
        </p:nvSpPr>
        <p:spPr>
          <a:xfrm>
            <a:off x="5533835" y="7063740"/>
            <a:ext cx="411480" cy="411480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162485" y="7075170"/>
            <a:ext cx="13716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7454075" y="7075170"/>
            <a:ext cx="233172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聚焦影響最大處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0221849" y="3949065"/>
            <a:ext cx="125730" cy="12573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0473309" y="3829050"/>
            <a:ext cx="408051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圈號清單 ①②③</a:t>
            </a:r>
            <a:endParaRPr lang="en-US" sz="1650" dirty="0"/>
          </a:p>
        </p:txBody>
      </p:sp>
      <p:sp>
        <p:nvSpPr>
          <p:cNvPr id="48" name="線條"/>
          <p:cNvSpPr/>
          <p:nvPr/>
        </p:nvSpPr>
        <p:spPr>
          <a:xfrm>
            <a:off x="10221849" y="4309110"/>
            <a:ext cx="433197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221849" y="4572000"/>
            <a:ext cx="20574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釐清目的</a:t>
            </a:r>
            <a:endParaRPr lang="en-US" sz="1750" dirty="0"/>
          </a:p>
        </p:txBody>
      </p:sp>
      <p:sp>
        <p:nvSpPr>
          <p:cNvPr id="50" name="Text 48"/>
          <p:cNvSpPr/>
          <p:nvPr/>
        </p:nvSpPr>
        <p:spPr>
          <a:xfrm>
            <a:off x="10221849" y="5052060"/>
            <a:ext cx="20574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拆解結構</a:t>
            </a:r>
            <a:endParaRPr lang="en-US" sz="1750" dirty="0"/>
          </a:p>
        </p:txBody>
      </p:sp>
      <p:sp>
        <p:nvSpPr>
          <p:cNvPr id="51" name="Text 49"/>
          <p:cNvSpPr/>
          <p:nvPr/>
        </p:nvSpPr>
        <p:spPr>
          <a:xfrm>
            <a:off x="10221849" y="5532120"/>
            <a:ext cx="20574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重新組合</a:t>
            </a:r>
            <a:endParaRPr lang="en-US" sz="1750" dirty="0"/>
          </a:p>
        </p:txBody>
      </p:sp>
      <p:sp>
        <p:nvSpPr>
          <p:cNvPr id="52" name="Text 50"/>
          <p:cNvSpPr/>
          <p:nvPr/>
        </p:nvSpPr>
        <p:spPr>
          <a:xfrm>
            <a:off x="10221849" y="6012180"/>
            <a:ext cx="20574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檢查一致</a:t>
            </a:r>
            <a:endParaRPr lang="en-US" sz="1750" dirty="0"/>
          </a:p>
        </p:txBody>
      </p:sp>
      <p:sp>
        <p:nvSpPr>
          <p:cNvPr id="53" name="Text 51"/>
          <p:cNvSpPr/>
          <p:nvPr/>
        </p:nvSpPr>
        <p:spPr>
          <a:xfrm>
            <a:off x="12507849" y="4572000"/>
            <a:ext cx="204597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過濾數據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12507849" y="5052060"/>
            <a:ext cx="204597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確認關係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12507849" y="5532120"/>
            <a:ext cx="204597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產出圖表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10221849" y="6629400"/>
            <a:ext cx="433197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清單 3–5 項最易記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青綠科技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 / 14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685800" y="48006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圓形與流程鏈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685800" y="1451610"/>
            <a:ext cx="514350" cy="11430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337310" y="1291590"/>
            <a:ext cx="12573000" cy="434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F7C8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大外框圓＋疊放小圓，以及三段式流程鏈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2348865"/>
            <a:ext cx="125730" cy="12573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37260" y="2228850"/>
            <a:ext cx="61493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大圓＋疊圓 Circles</a:t>
            </a:r>
            <a:endParaRPr lang="en-US" sz="1650" dirty="0"/>
          </a:p>
        </p:txBody>
      </p:sp>
      <p:sp>
        <p:nvSpPr>
          <p:cNvPr id="7" name="線條"/>
          <p:cNvSpPr/>
          <p:nvPr/>
        </p:nvSpPr>
        <p:spPr>
          <a:xfrm>
            <a:off x="685800" y="2708910"/>
            <a:ext cx="640080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8" name="光暈大圓"/>
          <p:cNvSpPr/>
          <p:nvPr/>
        </p:nvSpPr>
        <p:spPr>
          <a:xfrm>
            <a:off x="2308860" y="2937510"/>
            <a:ext cx="3154680" cy="3154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85750" dist="31750" dir="5400000" sx="102000" sy="102000" algn="ctr" rotWithShape="0">
              <a:srgbClr val="000000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308860" y="3347618"/>
            <a:ext cx="3154680" cy="97795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</a:t>
            </a:r>
            <a:endParaRPr lang="en-US" sz="5150" dirty="0"/>
          </a:p>
        </p:txBody>
      </p:sp>
      <p:sp>
        <p:nvSpPr>
          <p:cNvPr id="10" name="Text 8"/>
          <p:cNvSpPr/>
          <p:nvPr/>
        </p:nvSpPr>
        <p:spPr>
          <a:xfrm>
            <a:off x="2624328" y="4357116"/>
            <a:ext cx="2523744" cy="883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如何做到</a:t>
            </a:r>
            <a:endParaRPr lang="en-US" sz="1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060009" y="4897646"/>
            <a:ext cx="1132942" cy="1132942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小圓"/>
          <p:cNvSpPr/>
          <p:nvPr/>
        </p:nvSpPr>
        <p:spPr>
          <a:xfrm>
            <a:off x="2146420" y="4984057"/>
            <a:ext cx="960120" cy="960120"/>
          </a:xfrm>
          <a:prstGeom prst="ellipse">
            <a:avLst/>
          </a:prstGeom>
          <a:solidFill>
            <a:srgbClr val="0F7C80"/>
          </a:solidFill>
          <a:ln>
            <a:noFill/>
          </a:ln>
          <a:effectLst>
            <a:outerShdw blurRad="95250" dist="23876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19729" y="5525719"/>
            <a:ext cx="1132942" cy="1132942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小圓"/>
          <p:cNvSpPr/>
          <p:nvPr/>
        </p:nvSpPr>
        <p:spPr>
          <a:xfrm>
            <a:off x="3406140" y="5612130"/>
            <a:ext cx="960120" cy="960120"/>
          </a:xfrm>
          <a:prstGeom prst="ellipse">
            <a:avLst/>
          </a:prstGeom>
          <a:solidFill>
            <a:srgbClr val="0F7C80"/>
          </a:solidFill>
          <a:ln>
            <a:noFill/>
          </a:ln>
          <a:effectLst>
            <a:outerShdw blurRad="95250" dist="23876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9449" y="4897646"/>
            <a:ext cx="1132942" cy="1132942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小圓"/>
          <p:cNvSpPr/>
          <p:nvPr/>
        </p:nvSpPr>
        <p:spPr>
          <a:xfrm>
            <a:off x="4665860" y="4984057"/>
            <a:ext cx="960120" cy="960120"/>
          </a:xfrm>
          <a:prstGeom prst="ellipse">
            <a:avLst/>
          </a:prstGeom>
          <a:solidFill>
            <a:srgbClr val="0F7C80"/>
          </a:solidFill>
          <a:ln>
            <a:noFill/>
          </a:ln>
          <a:effectLst>
            <a:outerShdw blurRad="95250" dist="23876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886700" y="2348865"/>
            <a:ext cx="125730" cy="12573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138160" y="2228850"/>
            <a:ext cx="641565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 Chain</a:t>
            </a:r>
            <a:endParaRPr lang="en-US" sz="1650" dirty="0"/>
          </a:p>
        </p:txBody>
      </p:sp>
      <p:sp>
        <p:nvSpPr>
          <p:cNvPr id="19" name="線條"/>
          <p:cNvSpPr/>
          <p:nvPr/>
        </p:nvSpPr>
        <p:spPr>
          <a:xfrm>
            <a:off x="7886700" y="2708910"/>
            <a:ext cx="66671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0" name="流程鏈"/>
          <p:cNvSpPr/>
          <p:nvPr/>
        </p:nvSpPr>
        <p:spPr>
          <a:xfrm>
            <a:off x="7886700" y="2994660"/>
            <a:ext cx="1917573" cy="822960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主題思考</a:t>
            </a:r>
            <a:endParaRPr lang="en-US" sz="2000" dirty="0"/>
          </a:p>
        </p:txBody>
      </p:sp>
      <p:sp>
        <p:nvSpPr>
          <p:cNvPr id="21" name="分隔"/>
          <p:cNvSpPr/>
          <p:nvPr/>
        </p:nvSpPr>
        <p:spPr>
          <a:xfrm>
            <a:off x="9970008" y="3280410"/>
            <a:ext cx="125730" cy="251460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流程鏈"/>
          <p:cNvSpPr/>
          <p:nvPr/>
        </p:nvSpPr>
        <p:spPr>
          <a:xfrm>
            <a:off x="10261473" y="2994660"/>
            <a:ext cx="1917573" cy="822960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主題定位</a:t>
            </a:r>
            <a:endParaRPr lang="en-US" sz="2000" dirty="0"/>
          </a:p>
        </p:txBody>
      </p:sp>
      <p:sp>
        <p:nvSpPr>
          <p:cNvPr id="23" name="分隔"/>
          <p:cNvSpPr/>
          <p:nvPr/>
        </p:nvSpPr>
        <p:spPr>
          <a:xfrm>
            <a:off x="12344781" y="3280410"/>
            <a:ext cx="125730" cy="251460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流程鏈"/>
          <p:cNvSpPr/>
          <p:nvPr/>
        </p:nvSpPr>
        <p:spPr>
          <a:xfrm>
            <a:off x="12636246" y="2994660"/>
            <a:ext cx="1917573" cy="82296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  <a:effectLst>
            <a:outerShdw blurRad="95250" dist="23876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內容產出</a:t>
            </a:r>
            <a:endParaRPr lang="en-US" sz="2000" dirty="0"/>
          </a:p>
        </p:txBody>
      </p:sp>
      <p:sp>
        <p:nvSpPr>
          <p:cNvPr id="25" name="流程鏈"/>
          <p:cNvSpPr/>
          <p:nvPr/>
        </p:nvSpPr>
        <p:spPr>
          <a:xfrm>
            <a:off x="7886700" y="4400550"/>
            <a:ext cx="1048131" cy="640080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750" dirty="0"/>
          </a:p>
        </p:txBody>
      </p:sp>
      <p:sp>
        <p:nvSpPr>
          <p:cNvPr id="26" name="分隔"/>
          <p:cNvSpPr/>
          <p:nvPr/>
        </p:nvSpPr>
        <p:spPr>
          <a:xfrm>
            <a:off x="9050274" y="4594860"/>
            <a:ext cx="125730" cy="251460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流程鏈"/>
          <p:cNvSpPr/>
          <p:nvPr/>
        </p:nvSpPr>
        <p:spPr>
          <a:xfrm>
            <a:off x="9291447" y="4400550"/>
            <a:ext cx="1048131" cy="640080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750" dirty="0"/>
          </a:p>
        </p:txBody>
      </p:sp>
      <p:sp>
        <p:nvSpPr>
          <p:cNvPr id="28" name="分隔"/>
          <p:cNvSpPr/>
          <p:nvPr/>
        </p:nvSpPr>
        <p:spPr>
          <a:xfrm>
            <a:off x="10455021" y="4594860"/>
            <a:ext cx="125730" cy="251460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流程鏈"/>
          <p:cNvSpPr/>
          <p:nvPr/>
        </p:nvSpPr>
        <p:spPr>
          <a:xfrm>
            <a:off x="10696194" y="4400550"/>
            <a:ext cx="1048131" cy="640080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750" dirty="0"/>
          </a:p>
        </p:txBody>
      </p:sp>
      <p:sp>
        <p:nvSpPr>
          <p:cNvPr id="30" name="分隔"/>
          <p:cNvSpPr/>
          <p:nvPr/>
        </p:nvSpPr>
        <p:spPr>
          <a:xfrm>
            <a:off x="11859768" y="4594860"/>
            <a:ext cx="125730" cy="251460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流程鏈"/>
          <p:cNvSpPr/>
          <p:nvPr/>
        </p:nvSpPr>
        <p:spPr>
          <a:xfrm>
            <a:off x="12100941" y="4400550"/>
            <a:ext cx="1048131" cy="640080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750" dirty="0"/>
          </a:p>
        </p:txBody>
      </p:sp>
      <p:sp>
        <p:nvSpPr>
          <p:cNvPr id="32" name="分隔"/>
          <p:cNvSpPr/>
          <p:nvPr/>
        </p:nvSpPr>
        <p:spPr>
          <a:xfrm>
            <a:off x="13264515" y="4594860"/>
            <a:ext cx="125730" cy="251460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流程鏈"/>
          <p:cNvSpPr/>
          <p:nvPr/>
        </p:nvSpPr>
        <p:spPr>
          <a:xfrm>
            <a:off x="13505688" y="4400550"/>
            <a:ext cx="1048131" cy="64008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  <a:effectLst>
            <a:outerShdw blurRad="95250" dist="23876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750" dirty="0"/>
          </a:p>
        </p:txBody>
      </p:sp>
      <p:sp>
        <p:nvSpPr>
          <p:cNvPr id="34" name="流程鏈"/>
          <p:cNvSpPr/>
          <p:nvPr/>
        </p:nvSpPr>
        <p:spPr>
          <a:xfrm>
            <a:off x="7886700" y="5657850"/>
            <a:ext cx="1323880" cy="640080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750" dirty="0"/>
          </a:p>
        </p:txBody>
      </p:sp>
      <p:sp>
        <p:nvSpPr>
          <p:cNvPr id="35" name="分隔"/>
          <p:cNvSpPr/>
          <p:nvPr/>
        </p:nvSpPr>
        <p:spPr>
          <a:xfrm>
            <a:off x="9376315" y="5852160"/>
            <a:ext cx="125730" cy="251460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流程鏈"/>
          <p:cNvSpPr/>
          <p:nvPr/>
        </p:nvSpPr>
        <p:spPr>
          <a:xfrm>
            <a:off x="9667780" y="5657850"/>
            <a:ext cx="1323880" cy="640080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</a:t>
            </a:r>
            <a:endParaRPr lang="en-US" sz="1750" dirty="0"/>
          </a:p>
        </p:txBody>
      </p:sp>
      <p:sp>
        <p:nvSpPr>
          <p:cNvPr id="37" name="分隔"/>
          <p:cNvSpPr/>
          <p:nvPr/>
        </p:nvSpPr>
        <p:spPr>
          <a:xfrm>
            <a:off x="11157395" y="5852160"/>
            <a:ext cx="125730" cy="251460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流程鏈"/>
          <p:cNvSpPr/>
          <p:nvPr/>
        </p:nvSpPr>
        <p:spPr>
          <a:xfrm>
            <a:off x="11448860" y="5657850"/>
            <a:ext cx="1323880" cy="640080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750" dirty="0"/>
          </a:p>
        </p:txBody>
      </p:sp>
      <p:sp>
        <p:nvSpPr>
          <p:cNvPr id="39" name="分隔"/>
          <p:cNvSpPr/>
          <p:nvPr/>
        </p:nvSpPr>
        <p:spPr>
          <a:xfrm>
            <a:off x="12938474" y="5852160"/>
            <a:ext cx="125730" cy="251460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流程鏈"/>
          <p:cNvSpPr/>
          <p:nvPr/>
        </p:nvSpPr>
        <p:spPr>
          <a:xfrm>
            <a:off x="13229939" y="5657850"/>
            <a:ext cx="1323880" cy="64008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  <a:effectLst>
            <a:outerShdw blurRad="95250" dist="23876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檢討</a:t>
            </a:r>
            <a:endParaRPr lang="en-US" sz="1750" dirty="0"/>
          </a:p>
        </p:txBody>
      </p:sp>
      <p:sp>
        <p:nvSpPr>
          <p:cNvPr id="41" name="Text 39"/>
          <p:cNvSpPr/>
          <p:nvPr/>
        </p:nvSpPr>
        <p:spPr>
          <a:xfrm>
            <a:off x="7886700" y="6423660"/>
            <a:ext cx="132388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界定範圍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667780" y="6423660"/>
            <a:ext cx="132388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產出方案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1448860" y="6423660"/>
            <a:ext cx="132388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落實計畫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3229939" y="6423660"/>
            <a:ext cx="132388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回顧改善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886700" y="7200900"/>
            <a:ext cx="6667119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流程鏈以 3–5 個步驟為佳，重點步驟可用強調色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青綠科技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 / 14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685800" y="48006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連接線與箭頭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685800" y="1451610"/>
            <a:ext cx="514350" cy="11430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337310" y="1291590"/>
            <a:ext cx="12573000" cy="434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F7C8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細直線、折線、點狀線、曲線、▶ 小三角與區塊箭號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2348865"/>
            <a:ext cx="125730" cy="12573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37260" y="2228850"/>
            <a:ext cx="294122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 Straight</a:t>
            </a:r>
            <a:endParaRPr lang="en-US" sz="1650" dirty="0"/>
          </a:p>
        </p:txBody>
      </p:sp>
      <p:sp>
        <p:nvSpPr>
          <p:cNvPr id="7" name="線條"/>
          <p:cNvSpPr/>
          <p:nvPr/>
        </p:nvSpPr>
        <p:spPr>
          <a:xfrm>
            <a:off x="685800" y="270891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8" name="處理"/>
          <p:cNvSpPr/>
          <p:nvPr/>
        </p:nvSpPr>
        <p:spPr>
          <a:xfrm>
            <a:off x="685800" y="3509010"/>
            <a:ext cx="1028700" cy="525780"/>
          </a:xfrm>
          <a:prstGeom prst="roundRect">
            <a:avLst>
              <a:gd name="adj" fmla="val 47826"/>
            </a:avLst>
          </a:prstGeom>
          <a:solidFill>
            <a:srgbClr val="E0F0F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9" name="處理"/>
          <p:cNvSpPr/>
          <p:nvPr/>
        </p:nvSpPr>
        <p:spPr>
          <a:xfrm>
            <a:off x="2849785" y="3509010"/>
            <a:ext cx="1028700" cy="525780"/>
          </a:xfrm>
          <a:prstGeom prst="roundRect">
            <a:avLst>
              <a:gd name="adj" fmla="val 47826"/>
            </a:avLst>
          </a:prstGeom>
          <a:solidFill>
            <a:srgbClr val="E0F0F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cxnSp>
        <p:nvCxnSpPr>
          <p:cNvPr id="10" name="連接線"/>
          <p:cNvCxnSpPr>
            <a:stCxn id="8" idx="3"/>
            <a:endCxn id="9" idx="1"/>
          </p:cNvCxnSpPr>
          <p:nvPr/>
        </p:nvCxnSpPr>
        <p:spPr>
          <a:xfrm>
            <a:off x="1714500" y="3771900"/>
            <a:ext cx="1135285" cy="0"/>
          </a:xfrm>
          <a:prstGeom prst="straightConnector1">
            <a:avLst/>
          </a:prstGeom>
          <a:ln w="19812">
            <a:solidFill>
              <a:srgbClr val="8C8C8C"/>
            </a:solidFill>
            <a:prstDash val="solid"/>
            <a:headEnd type="oval" w="lg" len="lg"/>
            <a:tailEnd type="triangle" w="lg" len="lg"/>
          </a:ln>
        </p:spPr>
      </p:cxnSp>
      <p:sp>
        <p:nvSpPr>
          <p:cNvPr id="11" name="Text 9"/>
          <p:cNvSpPr/>
          <p:nvPr/>
        </p:nvSpPr>
        <p:spPr>
          <a:xfrm>
            <a:off x="4244245" y="2348865"/>
            <a:ext cx="125730" cy="12573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95705" y="2228850"/>
            <a:ext cx="294122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 Elbow</a:t>
            </a:r>
            <a:endParaRPr lang="en-US" sz="1650" dirty="0"/>
          </a:p>
        </p:txBody>
      </p:sp>
      <p:sp>
        <p:nvSpPr>
          <p:cNvPr id="13" name="線條"/>
          <p:cNvSpPr/>
          <p:nvPr/>
        </p:nvSpPr>
        <p:spPr>
          <a:xfrm>
            <a:off x="4244245" y="270891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14" name="處理"/>
          <p:cNvSpPr/>
          <p:nvPr/>
        </p:nvSpPr>
        <p:spPr>
          <a:xfrm>
            <a:off x="4244245" y="3086100"/>
            <a:ext cx="1028700" cy="525780"/>
          </a:xfrm>
          <a:prstGeom prst="roundRect">
            <a:avLst>
              <a:gd name="adj" fmla="val 47826"/>
            </a:avLst>
          </a:prstGeom>
          <a:solidFill>
            <a:srgbClr val="E0F0F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15" name="處理"/>
          <p:cNvSpPr/>
          <p:nvPr/>
        </p:nvSpPr>
        <p:spPr>
          <a:xfrm>
            <a:off x="6408230" y="4229100"/>
            <a:ext cx="1028700" cy="525780"/>
          </a:xfrm>
          <a:prstGeom prst="roundRect">
            <a:avLst>
              <a:gd name="adj" fmla="val 47826"/>
            </a:avLst>
          </a:prstGeom>
          <a:solidFill>
            <a:srgbClr val="E0F0F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cxnSp>
        <p:nvCxnSpPr>
          <p:cNvPr id="16" name="連接線"/>
          <p:cNvCxnSpPr>
            <a:stCxn id="14" idx="3"/>
            <a:endCxn id="15" idx="1"/>
          </p:cNvCxnSpPr>
          <p:nvPr/>
        </p:nvCxnSpPr>
        <p:spPr>
          <a:xfrm>
            <a:off x="5272945" y="3348990"/>
            <a:ext cx="1135285" cy="1143000"/>
          </a:xfrm>
          <a:prstGeom prst="bentConnector3">
            <a:avLst>
              <a:gd name="adj1" fmla="val 50000"/>
            </a:avLst>
          </a:prstGeom>
          <a:ln w="19812">
            <a:solidFill>
              <a:srgbClr val="8C8C8C"/>
            </a:solidFill>
            <a:prstDash val="solid"/>
            <a:headEnd type="oval" w="lg" len="lg"/>
            <a:tailEnd type="triangle" w="lg" len="lg"/>
          </a:ln>
        </p:spPr>
      </p:cxnSp>
      <p:sp>
        <p:nvSpPr>
          <p:cNvPr id="17" name="Text 15"/>
          <p:cNvSpPr/>
          <p:nvPr/>
        </p:nvSpPr>
        <p:spPr>
          <a:xfrm>
            <a:off x="7802690" y="2348865"/>
            <a:ext cx="125730" cy="12573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054150" y="2228850"/>
            <a:ext cx="294122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點狀線 Dotted</a:t>
            </a:r>
            <a:endParaRPr lang="en-US" sz="1650" dirty="0"/>
          </a:p>
        </p:txBody>
      </p:sp>
      <p:sp>
        <p:nvSpPr>
          <p:cNvPr id="19" name="線條"/>
          <p:cNvSpPr/>
          <p:nvPr/>
        </p:nvSpPr>
        <p:spPr>
          <a:xfrm>
            <a:off x="7802690" y="270891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0" name="處理"/>
          <p:cNvSpPr/>
          <p:nvPr/>
        </p:nvSpPr>
        <p:spPr>
          <a:xfrm>
            <a:off x="7802690" y="3509010"/>
            <a:ext cx="1028700" cy="525780"/>
          </a:xfrm>
          <a:prstGeom prst="roundRect">
            <a:avLst>
              <a:gd name="adj" fmla="val 47826"/>
            </a:avLst>
          </a:prstGeom>
          <a:solidFill>
            <a:srgbClr val="E0F0F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21" name="處理"/>
          <p:cNvSpPr/>
          <p:nvPr/>
        </p:nvSpPr>
        <p:spPr>
          <a:xfrm>
            <a:off x="9966674" y="3509010"/>
            <a:ext cx="1028700" cy="525780"/>
          </a:xfrm>
          <a:prstGeom prst="roundRect">
            <a:avLst>
              <a:gd name="adj" fmla="val 47826"/>
            </a:avLst>
          </a:prstGeom>
          <a:solidFill>
            <a:srgbClr val="E0F0F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cxnSp>
        <p:nvCxnSpPr>
          <p:cNvPr id="22" name="連接線"/>
          <p:cNvCxnSpPr>
            <a:stCxn id="20" idx="3"/>
            <a:endCxn id="21" idx="1"/>
          </p:cNvCxnSpPr>
          <p:nvPr/>
        </p:nvCxnSpPr>
        <p:spPr>
          <a:xfrm>
            <a:off x="8831389" y="3771900"/>
            <a:ext cx="1135285" cy="0"/>
          </a:xfrm>
          <a:prstGeom prst="straightConnector1">
            <a:avLst/>
          </a:prstGeom>
          <a:ln w="19812">
            <a:solidFill>
              <a:srgbClr val="8C8C8C"/>
            </a:solidFill>
            <a:prstDash val="sysDot"/>
            <a:headEnd type="oval" w="lg" len="lg"/>
            <a:tailEnd type="triangle" w="lg" len="lg"/>
          </a:ln>
        </p:spPr>
      </p:cxnSp>
      <p:sp>
        <p:nvSpPr>
          <p:cNvPr id="23" name="Text 21"/>
          <p:cNvSpPr/>
          <p:nvPr/>
        </p:nvSpPr>
        <p:spPr>
          <a:xfrm>
            <a:off x="11361134" y="2348865"/>
            <a:ext cx="125730" cy="12573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1612594" y="2228850"/>
            <a:ext cx="294122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曲線 Curved</a:t>
            </a:r>
            <a:endParaRPr lang="en-US" sz="1650" dirty="0"/>
          </a:p>
        </p:txBody>
      </p:sp>
      <p:sp>
        <p:nvSpPr>
          <p:cNvPr id="25" name="線條"/>
          <p:cNvSpPr/>
          <p:nvPr/>
        </p:nvSpPr>
        <p:spPr>
          <a:xfrm>
            <a:off x="11361134" y="270891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6" name="處理"/>
          <p:cNvSpPr/>
          <p:nvPr/>
        </p:nvSpPr>
        <p:spPr>
          <a:xfrm>
            <a:off x="11361134" y="4057650"/>
            <a:ext cx="1028700" cy="525780"/>
          </a:xfrm>
          <a:prstGeom prst="roundRect">
            <a:avLst>
              <a:gd name="adj" fmla="val 47826"/>
            </a:avLst>
          </a:prstGeom>
          <a:solidFill>
            <a:srgbClr val="E0F0F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27" name="處理"/>
          <p:cNvSpPr/>
          <p:nvPr/>
        </p:nvSpPr>
        <p:spPr>
          <a:xfrm>
            <a:off x="13525119" y="4057650"/>
            <a:ext cx="1028700" cy="525780"/>
          </a:xfrm>
          <a:prstGeom prst="roundRect">
            <a:avLst>
              <a:gd name="adj" fmla="val 47826"/>
            </a:avLst>
          </a:prstGeom>
          <a:solidFill>
            <a:srgbClr val="E0F0F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sp>
        <p:nvSpPr>
          <p:cNvPr id="28" name="曲線箭頭"/>
          <p:cNvSpPr/>
          <p:nvPr/>
        </p:nvSpPr>
        <p:spPr>
          <a:xfrm>
            <a:off x="11875484" y="3028950"/>
            <a:ext cx="2163985" cy="960120"/>
          </a:xfrm>
          <a:custGeom>
            <a:avLst/>
            <a:gdLst/>
            <a:ahLst/>
            <a:cxnLst/>
            <a:rect l="l" t="t" r="r" b="b"/>
            <a:pathLst>
              <a:path w="2163985" h="960120">
                <a:moveTo>
                  <a:pt x="0" y="960120"/>
                </a:moveTo>
                <a:cubicBezTo>
                  <a:pt x="0" y="0"/>
                  <a:pt x="2163985" y="0"/>
                  <a:pt x="2163985" y="960120"/>
                </a:cubicBezTo>
              </a:path>
            </a:pathLst>
          </a:custGeom>
          <a:noFill/>
          <a:ln w="19812">
            <a:solidFill>
              <a:srgbClr val="8C8C8C"/>
            </a:solidFill>
            <a:prstDash val="sysDash"/>
            <a:headEnd type="oval" w="lg" len="lg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85800" y="5034915"/>
            <a:ext cx="125730" cy="12573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937260" y="4914900"/>
            <a:ext cx="294122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小三角分隔</a:t>
            </a:r>
            <a:endParaRPr lang="en-US" sz="1650" dirty="0"/>
          </a:p>
        </p:txBody>
      </p:sp>
      <p:sp>
        <p:nvSpPr>
          <p:cNvPr id="31" name="線條"/>
          <p:cNvSpPr/>
          <p:nvPr/>
        </p:nvSpPr>
        <p:spPr>
          <a:xfrm>
            <a:off x="685800" y="539496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6229350"/>
            <a:ext cx="7086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650" dirty="0"/>
          </a:p>
        </p:txBody>
      </p:sp>
      <p:sp>
        <p:nvSpPr>
          <p:cNvPr id="33" name="分隔"/>
          <p:cNvSpPr/>
          <p:nvPr/>
        </p:nvSpPr>
        <p:spPr>
          <a:xfrm>
            <a:off x="1598271" y="6332220"/>
            <a:ext cx="125730" cy="251460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927812" y="6229350"/>
            <a:ext cx="7086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650" dirty="0"/>
          </a:p>
        </p:txBody>
      </p:sp>
      <p:sp>
        <p:nvSpPr>
          <p:cNvPr id="35" name="分隔"/>
          <p:cNvSpPr/>
          <p:nvPr/>
        </p:nvSpPr>
        <p:spPr>
          <a:xfrm>
            <a:off x="2840284" y="6332220"/>
            <a:ext cx="125730" cy="251460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169825" y="6229350"/>
            <a:ext cx="7086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4244245" y="5034915"/>
            <a:ext cx="125730" cy="12573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495705" y="4914900"/>
            <a:ext cx="294122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▶▶▶ 點狀箭號</a:t>
            </a:r>
            <a:endParaRPr lang="en-US" sz="1650" dirty="0"/>
          </a:p>
        </p:txBody>
      </p:sp>
      <p:sp>
        <p:nvSpPr>
          <p:cNvPr id="39" name="線條"/>
          <p:cNvSpPr/>
          <p:nvPr/>
        </p:nvSpPr>
        <p:spPr>
          <a:xfrm>
            <a:off x="4244245" y="539496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40" name="處理"/>
          <p:cNvSpPr/>
          <p:nvPr/>
        </p:nvSpPr>
        <p:spPr>
          <a:xfrm>
            <a:off x="4244245" y="6195060"/>
            <a:ext cx="1028700" cy="525780"/>
          </a:xfrm>
          <a:prstGeom prst="roundRect">
            <a:avLst>
              <a:gd name="adj" fmla="val 47826"/>
            </a:avLst>
          </a:prstGeom>
          <a:solidFill>
            <a:srgbClr val="E0F0F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41" name="處理"/>
          <p:cNvSpPr/>
          <p:nvPr/>
        </p:nvSpPr>
        <p:spPr>
          <a:xfrm>
            <a:off x="6408230" y="6195060"/>
            <a:ext cx="1028700" cy="525780"/>
          </a:xfrm>
          <a:prstGeom prst="roundRect">
            <a:avLst>
              <a:gd name="adj" fmla="val 47826"/>
            </a:avLst>
          </a:prstGeom>
          <a:solidFill>
            <a:srgbClr val="E0F0F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sp>
        <p:nvSpPr>
          <p:cNvPr id="42" name="三角形"/>
          <p:cNvSpPr/>
          <p:nvPr/>
        </p:nvSpPr>
        <p:spPr>
          <a:xfrm>
            <a:off x="5579983" y="6368796"/>
            <a:ext cx="137160" cy="178308"/>
          </a:xfrm>
          <a:custGeom>
            <a:avLst/>
            <a:gdLst/>
            <a:ahLst/>
            <a:cxnLst/>
            <a:rect l="l" t="t" r="r" b="b"/>
            <a:pathLst>
              <a:path w="137160" h="178308">
                <a:moveTo>
                  <a:pt x="0" y="0"/>
                </a:moveTo>
                <a:lnTo>
                  <a:pt x="137160" y="89154"/>
                </a:lnTo>
                <a:lnTo>
                  <a:pt x="0" y="178308"/>
                </a:lnTo>
                <a:close/>
              </a:path>
            </a:pathLst>
          </a:cu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三角形"/>
          <p:cNvSpPr/>
          <p:nvPr/>
        </p:nvSpPr>
        <p:spPr>
          <a:xfrm>
            <a:off x="5772007" y="6368796"/>
            <a:ext cx="137160" cy="178308"/>
          </a:xfrm>
          <a:custGeom>
            <a:avLst/>
            <a:gdLst/>
            <a:ahLst/>
            <a:cxnLst/>
            <a:rect l="l" t="t" r="r" b="b"/>
            <a:pathLst>
              <a:path w="137160" h="178308">
                <a:moveTo>
                  <a:pt x="0" y="0"/>
                </a:moveTo>
                <a:lnTo>
                  <a:pt x="137160" y="89154"/>
                </a:lnTo>
                <a:lnTo>
                  <a:pt x="0" y="178308"/>
                </a:lnTo>
                <a:close/>
              </a:path>
            </a:pathLst>
          </a:cu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三角形"/>
          <p:cNvSpPr/>
          <p:nvPr/>
        </p:nvSpPr>
        <p:spPr>
          <a:xfrm>
            <a:off x="5964031" y="6368796"/>
            <a:ext cx="137160" cy="178308"/>
          </a:xfrm>
          <a:custGeom>
            <a:avLst/>
            <a:gdLst/>
            <a:ahLst/>
            <a:cxnLst/>
            <a:rect l="l" t="t" r="r" b="b"/>
            <a:pathLst>
              <a:path w="137160" h="178308">
                <a:moveTo>
                  <a:pt x="0" y="0"/>
                </a:moveTo>
                <a:lnTo>
                  <a:pt x="137160" y="89154"/>
                </a:lnTo>
                <a:lnTo>
                  <a:pt x="0" y="178308"/>
                </a:lnTo>
                <a:close/>
              </a:path>
            </a:pathLst>
          </a:cu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802690" y="5034915"/>
            <a:ext cx="125730" cy="12573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8054150" y="4914900"/>
            <a:ext cx="294122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區塊箭號 Chevron</a:t>
            </a:r>
            <a:endParaRPr lang="en-US" sz="1650" dirty="0"/>
          </a:p>
        </p:txBody>
      </p:sp>
      <p:sp>
        <p:nvSpPr>
          <p:cNvPr id="47" name="線條"/>
          <p:cNvSpPr/>
          <p:nvPr/>
        </p:nvSpPr>
        <p:spPr>
          <a:xfrm>
            <a:off x="7802690" y="539496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48" name="區塊箭號"/>
          <p:cNvSpPr/>
          <p:nvPr/>
        </p:nvSpPr>
        <p:spPr>
          <a:xfrm>
            <a:off x="7802690" y="6149340"/>
            <a:ext cx="1201388" cy="617220"/>
          </a:xfrm>
          <a:prstGeom prst="homePlate">
            <a:avLst>
              <a:gd name="adj" fmla="val 33333"/>
            </a:avLst>
          </a:prstGeom>
          <a:solidFill>
            <a:srgbClr val="0F7C8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</a:t>
            </a:r>
            <a:endParaRPr lang="en-US" sz="1650" dirty="0"/>
          </a:p>
        </p:txBody>
      </p:sp>
      <p:sp>
        <p:nvSpPr>
          <p:cNvPr id="49" name="區塊箭號"/>
          <p:cNvSpPr/>
          <p:nvPr/>
        </p:nvSpPr>
        <p:spPr>
          <a:xfrm>
            <a:off x="8844058" y="6149340"/>
            <a:ext cx="1201388" cy="617220"/>
          </a:xfrm>
          <a:prstGeom prst="chevron">
            <a:avLst>
              <a:gd name="adj" fmla="val 33333"/>
            </a:avLst>
          </a:prstGeom>
          <a:solidFill>
            <a:srgbClr val="4B9DA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</a:t>
            </a:r>
            <a:endParaRPr lang="en-US" sz="1650" dirty="0"/>
          </a:p>
        </p:txBody>
      </p:sp>
      <p:sp>
        <p:nvSpPr>
          <p:cNvPr id="50" name="區塊箭號"/>
          <p:cNvSpPr/>
          <p:nvPr/>
        </p:nvSpPr>
        <p:spPr>
          <a:xfrm>
            <a:off x="9885426" y="6149340"/>
            <a:ext cx="1201388" cy="617220"/>
          </a:xfrm>
          <a:prstGeom prst="chevron">
            <a:avLst>
              <a:gd name="adj" fmla="val 33333"/>
            </a:avLst>
          </a:prstGeom>
          <a:solidFill>
            <a:srgbClr val="F2A541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11361134" y="5034915"/>
            <a:ext cx="125730" cy="12573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11612594" y="4914900"/>
            <a:ext cx="294122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 Branch</a:t>
            </a:r>
            <a:endParaRPr lang="en-US" sz="1650" dirty="0"/>
          </a:p>
        </p:txBody>
      </p:sp>
      <p:sp>
        <p:nvSpPr>
          <p:cNvPr id="53" name="線條"/>
          <p:cNvSpPr/>
          <p:nvPr/>
        </p:nvSpPr>
        <p:spPr>
          <a:xfrm>
            <a:off x="11361134" y="539496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54" name="處理"/>
          <p:cNvSpPr/>
          <p:nvPr/>
        </p:nvSpPr>
        <p:spPr>
          <a:xfrm>
            <a:off x="11361134" y="6195060"/>
            <a:ext cx="1028700" cy="525780"/>
          </a:xfrm>
          <a:prstGeom prst="roundRect">
            <a:avLst>
              <a:gd name="adj" fmla="val 47826"/>
            </a:avLst>
          </a:prstGeom>
          <a:solidFill>
            <a:srgbClr val="E0F0F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55" name="處理"/>
          <p:cNvSpPr/>
          <p:nvPr/>
        </p:nvSpPr>
        <p:spPr>
          <a:xfrm>
            <a:off x="13525119" y="5715000"/>
            <a:ext cx="1028700" cy="525780"/>
          </a:xfrm>
          <a:prstGeom prst="roundRect">
            <a:avLst>
              <a:gd name="adj" fmla="val 47826"/>
            </a:avLst>
          </a:prstGeom>
          <a:solidFill>
            <a:srgbClr val="E0F0F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B1</a:t>
            </a:r>
            <a:endParaRPr lang="en-US" sz="1650" dirty="0"/>
          </a:p>
        </p:txBody>
      </p:sp>
      <p:sp>
        <p:nvSpPr>
          <p:cNvPr id="56" name="處理"/>
          <p:cNvSpPr/>
          <p:nvPr/>
        </p:nvSpPr>
        <p:spPr>
          <a:xfrm>
            <a:off x="13525119" y="6675120"/>
            <a:ext cx="1028700" cy="525780"/>
          </a:xfrm>
          <a:prstGeom prst="roundRect">
            <a:avLst>
              <a:gd name="adj" fmla="val 47826"/>
            </a:avLst>
          </a:prstGeom>
          <a:solidFill>
            <a:srgbClr val="E0F0F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B2</a:t>
            </a:r>
            <a:endParaRPr lang="en-US" sz="1650" dirty="0"/>
          </a:p>
        </p:txBody>
      </p:sp>
      <p:cxnSp>
        <p:nvCxnSpPr>
          <p:cNvPr id="57" name="連接線"/>
          <p:cNvCxnSpPr>
            <a:stCxn id="54" idx="3"/>
            <a:endCxn id="55" idx="1"/>
          </p:cNvCxnSpPr>
          <p:nvPr/>
        </p:nvCxnSpPr>
        <p:spPr>
          <a:xfrm flipV="1">
            <a:off x="12389834" y="5977890"/>
            <a:ext cx="1135285" cy="480060"/>
          </a:xfrm>
          <a:prstGeom prst="bentConnector3">
            <a:avLst>
              <a:gd name="adj1" fmla="val 50000"/>
            </a:avLst>
          </a:prstGeom>
          <a:ln w="19812">
            <a:solidFill>
              <a:srgbClr val="8C8C8C"/>
            </a:solidFill>
            <a:prstDash val="solid"/>
            <a:tailEnd type="triangle" w="lg" len="lg"/>
          </a:ln>
        </p:spPr>
      </p:cxnSp>
      <p:cxnSp>
        <p:nvCxnSpPr>
          <p:cNvPr id="58" name="連接線"/>
          <p:cNvCxnSpPr>
            <a:stCxn id="54" idx="3"/>
            <a:endCxn id="56" idx="1"/>
          </p:cNvCxnSpPr>
          <p:nvPr/>
        </p:nvCxnSpPr>
        <p:spPr>
          <a:xfrm>
            <a:off x="12389834" y="6457950"/>
            <a:ext cx="1135285" cy="480060"/>
          </a:xfrm>
          <a:prstGeom prst="bentConnector3">
            <a:avLst>
              <a:gd name="adj1" fmla="val 50000"/>
            </a:avLst>
          </a:prstGeom>
          <a:ln w="19812">
            <a:solidFill>
              <a:srgbClr val="8C8C8C"/>
            </a:solidFill>
            <a:prstDash val="solid"/>
            <a:tailEnd type="triangle" w="lg" len="lg"/>
          </a:ln>
        </p:spPr>
      </p:cxnSp>
      <p:sp>
        <p:nvSpPr>
          <p:cNvPr id="59" name="Text 57"/>
          <p:cNvSpPr/>
          <p:nvPr/>
        </p:nvSpPr>
        <p:spPr>
          <a:xfrm>
            <a:off x="685800" y="7429500"/>
            <a:ext cx="13868019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直線、折線、點狀線、分支在 pptx 中是「黏著連接線」：移動圖形，線會跟著走（曲線為一般線條）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青綠科技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 / 14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685800" y="48006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流程圖符號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685800" y="1451610"/>
            <a:ext cx="514350" cy="11430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337310" y="1291590"/>
            <a:ext cx="12573000" cy="434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F7C8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開始／結束、處理、判斷、輸入輸出、文件、資料庫</a:t>
            </a:r>
            <a:endParaRPr lang="en-US" sz="2000" dirty="0"/>
          </a:p>
        </p:txBody>
      </p:sp>
      <p:sp>
        <p:nvSpPr>
          <p:cNvPr id="5" name="開始／結束"/>
          <p:cNvSpPr/>
          <p:nvPr/>
        </p:nvSpPr>
        <p:spPr>
          <a:xfrm>
            <a:off x="984218" y="2788920"/>
            <a:ext cx="1714500" cy="70866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  <a:effectLst>
            <a:outerShdw blurRad="95250" dist="23876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85800" y="3909060"/>
            <a:ext cx="2311337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Terminator</a:t>
            </a:r>
            <a:endParaRPr lang="en-US" sz="1750" dirty="0"/>
          </a:p>
        </p:txBody>
      </p:sp>
      <p:sp>
        <p:nvSpPr>
          <p:cNvPr id="7" name="處理"/>
          <p:cNvSpPr/>
          <p:nvPr/>
        </p:nvSpPr>
        <p:spPr>
          <a:xfrm>
            <a:off x="3238405" y="2731770"/>
            <a:ext cx="1828800" cy="822960"/>
          </a:xfrm>
          <a:prstGeom prst="roundRect">
            <a:avLst>
              <a:gd name="adj" fmla="val 30556"/>
            </a:avLst>
          </a:prstGeom>
          <a:solidFill>
            <a:srgbClr val="E0F0F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2997137" y="3909060"/>
            <a:ext cx="2311337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</a:t>
            </a:r>
            <a:endParaRPr lang="en-US" sz="1750" dirty="0"/>
          </a:p>
        </p:txBody>
      </p:sp>
      <p:sp>
        <p:nvSpPr>
          <p:cNvPr id="9" name="判斷"/>
          <p:cNvSpPr/>
          <p:nvPr/>
        </p:nvSpPr>
        <p:spPr>
          <a:xfrm>
            <a:off x="5606891" y="2571750"/>
            <a:ext cx="1714500" cy="1143000"/>
          </a:xfrm>
          <a:prstGeom prst="diamond">
            <a:avLst/>
          </a:prstGeom>
          <a:solidFill>
            <a:srgbClr val="FCE9D0"/>
          </a:solidFill>
          <a:ln>
            <a:noFill/>
          </a:ln>
          <a:effectLst>
            <a:outerShdw blurRad="95250" dist="23876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308473" y="3909060"/>
            <a:ext cx="2311337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</a:t>
            </a:r>
            <a:endParaRPr lang="en-US" sz="1750" dirty="0"/>
          </a:p>
        </p:txBody>
      </p:sp>
      <p:sp>
        <p:nvSpPr>
          <p:cNvPr id="11" name="輸入輸出"/>
          <p:cNvSpPr/>
          <p:nvPr/>
        </p:nvSpPr>
        <p:spPr>
          <a:xfrm>
            <a:off x="7803928" y="2731770"/>
            <a:ext cx="1943100" cy="822960"/>
          </a:xfrm>
          <a:prstGeom prst="parallelogram">
            <a:avLst>
              <a:gd name="adj" fmla="val 42000"/>
            </a:avLst>
          </a:prstGeom>
          <a:solidFill>
            <a:srgbClr val="E0F0F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619809" y="3909060"/>
            <a:ext cx="2311337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輸入／輸出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Input / Output</a:t>
            </a:r>
            <a:endParaRPr lang="en-US" sz="1750" dirty="0"/>
          </a:p>
        </p:txBody>
      </p:sp>
      <p:sp>
        <p:nvSpPr>
          <p:cNvPr id="13" name="文件"/>
          <p:cNvSpPr/>
          <p:nvPr/>
        </p:nvSpPr>
        <p:spPr>
          <a:xfrm>
            <a:off x="10229564" y="2657475"/>
            <a:ext cx="1714500" cy="971550"/>
          </a:xfrm>
          <a:prstGeom prst="flowChartDocument">
            <a:avLst/>
          </a:prstGeom>
          <a:solidFill>
            <a:srgbClr val="E0F0F0"/>
          </a:solidFill>
          <a:ln>
            <a:noFill/>
          </a:ln>
        </p:spPr>
        <p:txBody>
          <a:bodyPr wrap="square" lIns="47625" tIns="0" rIns="47625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9931146" y="3909060"/>
            <a:ext cx="2311337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Document</a:t>
            </a:r>
            <a:endParaRPr lang="en-US" sz="1750" dirty="0"/>
          </a:p>
        </p:txBody>
      </p:sp>
      <p:sp>
        <p:nvSpPr>
          <p:cNvPr id="15" name="資料庫"/>
          <p:cNvSpPr/>
          <p:nvPr/>
        </p:nvSpPr>
        <p:spPr>
          <a:xfrm>
            <a:off x="12769501" y="2571750"/>
            <a:ext cx="1257300" cy="1143000"/>
          </a:xfrm>
          <a:prstGeom prst="can">
            <a:avLst>
              <a:gd name="adj" fmla="val 13000"/>
            </a:avLst>
          </a:prstGeom>
          <a:solidFill>
            <a:srgbClr val="E0F0F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12242483" y="3909060"/>
            <a:ext cx="2311337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Database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685800" y="4829175"/>
            <a:ext cx="125730" cy="12573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37260" y="4709160"/>
            <a:ext cx="1361655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基本流程範例</a:t>
            </a:r>
            <a:endParaRPr lang="en-US" sz="1650" dirty="0"/>
          </a:p>
        </p:txBody>
      </p:sp>
      <p:sp>
        <p:nvSpPr>
          <p:cNvPr id="19" name="線條"/>
          <p:cNvSpPr/>
          <p:nvPr/>
        </p:nvSpPr>
        <p:spPr>
          <a:xfrm>
            <a:off x="685800" y="5189220"/>
            <a:ext cx="138680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0" name="開始／結束"/>
          <p:cNvSpPr/>
          <p:nvPr/>
        </p:nvSpPr>
        <p:spPr>
          <a:xfrm>
            <a:off x="685800" y="5543550"/>
            <a:ext cx="1428750" cy="68580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  <a:effectLst>
            <a:outerShdw blurRad="95250" dist="23876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750" dirty="0"/>
          </a:p>
        </p:txBody>
      </p:sp>
      <p:sp>
        <p:nvSpPr>
          <p:cNvPr id="21" name="輸入輸出"/>
          <p:cNvSpPr/>
          <p:nvPr/>
        </p:nvSpPr>
        <p:spPr>
          <a:xfrm>
            <a:off x="2785034" y="5497830"/>
            <a:ext cx="2057400" cy="777240"/>
          </a:xfrm>
          <a:prstGeom prst="parallelogram">
            <a:avLst>
              <a:gd name="adj" fmla="val 42000"/>
            </a:avLst>
          </a:prstGeom>
          <a:solidFill>
            <a:srgbClr val="E0F0F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輸入需求</a:t>
            </a:r>
            <a:endParaRPr lang="en-US" sz="1750" dirty="0"/>
          </a:p>
        </p:txBody>
      </p:sp>
      <p:sp>
        <p:nvSpPr>
          <p:cNvPr id="22" name="判斷"/>
          <p:cNvSpPr/>
          <p:nvPr/>
        </p:nvSpPr>
        <p:spPr>
          <a:xfrm>
            <a:off x="5512918" y="5314950"/>
            <a:ext cx="1943100" cy="1143000"/>
          </a:xfrm>
          <a:prstGeom prst="diamond">
            <a:avLst/>
          </a:prstGeom>
          <a:solidFill>
            <a:srgbClr val="FCE9D0"/>
          </a:solidFill>
          <a:ln>
            <a:noFill/>
          </a:ln>
          <a:effectLst>
            <a:outerShdw blurRad="95250" dist="23876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是否可行？</a:t>
            </a:r>
            <a:endParaRPr lang="en-US" sz="1650" dirty="0"/>
          </a:p>
        </p:txBody>
      </p:sp>
      <p:sp>
        <p:nvSpPr>
          <p:cNvPr id="23" name="處理"/>
          <p:cNvSpPr/>
          <p:nvPr/>
        </p:nvSpPr>
        <p:spPr>
          <a:xfrm>
            <a:off x="8126501" y="5497830"/>
            <a:ext cx="1828800" cy="777240"/>
          </a:xfrm>
          <a:prstGeom prst="roundRect">
            <a:avLst>
              <a:gd name="adj" fmla="val 32353"/>
            </a:avLst>
          </a:prstGeom>
          <a:solidFill>
            <a:srgbClr val="E0F0F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執行處理</a:t>
            </a:r>
            <a:endParaRPr lang="en-US" sz="1750" dirty="0"/>
          </a:p>
        </p:txBody>
      </p:sp>
      <p:sp>
        <p:nvSpPr>
          <p:cNvPr id="24" name="文件"/>
          <p:cNvSpPr/>
          <p:nvPr/>
        </p:nvSpPr>
        <p:spPr>
          <a:xfrm>
            <a:off x="10625785" y="5429250"/>
            <a:ext cx="1828800" cy="914400"/>
          </a:xfrm>
          <a:prstGeom prst="flowChartDocument">
            <a:avLst/>
          </a:prstGeom>
          <a:solidFill>
            <a:srgbClr val="E0F0F0"/>
          </a:solidFill>
          <a:ln>
            <a:noFill/>
          </a:ln>
        </p:spPr>
        <p:txBody>
          <a:bodyPr wrap="square" lIns="47625" tIns="0" rIns="47625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產出報告</a:t>
            </a:r>
            <a:endParaRPr lang="en-US" sz="1750" dirty="0"/>
          </a:p>
        </p:txBody>
      </p:sp>
      <p:sp>
        <p:nvSpPr>
          <p:cNvPr id="25" name="開始／結束"/>
          <p:cNvSpPr/>
          <p:nvPr/>
        </p:nvSpPr>
        <p:spPr>
          <a:xfrm>
            <a:off x="13125069" y="5543550"/>
            <a:ext cx="1428750" cy="68580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  <a:effectLst>
            <a:outerShdw blurRad="95250" dist="23876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750" dirty="0"/>
          </a:p>
        </p:txBody>
      </p:sp>
      <p:cxnSp>
        <p:nvCxnSpPr>
          <p:cNvPr id="26" name="連接線"/>
          <p:cNvCxnSpPr>
            <a:stCxn id="20" idx="3"/>
            <a:endCxn id="21" idx="5"/>
          </p:cNvCxnSpPr>
          <p:nvPr/>
        </p:nvCxnSpPr>
        <p:spPr>
          <a:xfrm>
            <a:off x="2114550" y="5886450"/>
            <a:ext cx="833704" cy="0"/>
          </a:xfrm>
          <a:prstGeom prst="straightConnector1">
            <a:avLst/>
          </a:prstGeom>
          <a:ln w="19812">
            <a:solidFill>
              <a:srgbClr val="8C8C8C"/>
            </a:solidFill>
            <a:prstDash val="solid"/>
            <a:tailEnd type="triangle" w="lg" len="lg"/>
          </a:ln>
        </p:spPr>
      </p:cxnSp>
      <p:cxnSp>
        <p:nvCxnSpPr>
          <p:cNvPr id="27" name="連接線"/>
          <p:cNvCxnSpPr>
            <a:stCxn id="21" idx="2"/>
            <a:endCxn id="22" idx="1"/>
          </p:cNvCxnSpPr>
          <p:nvPr/>
        </p:nvCxnSpPr>
        <p:spPr>
          <a:xfrm>
            <a:off x="4679213" y="5886450"/>
            <a:ext cx="833704" cy="0"/>
          </a:xfrm>
          <a:prstGeom prst="straightConnector1">
            <a:avLst/>
          </a:prstGeom>
          <a:ln w="19812">
            <a:solidFill>
              <a:srgbClr val="8C8C8C"/>
            </a:solidFill>
            <a:prstDash val="solid"/>
            <a:tailEnd type="triangle" w="lg" len="lg"/>
          </a:ln>
        </p:spPr>
      </p:cxnSp>
      <p:cxnSp>
        <p:nvCxnSpPr>
          <p:cNvPr id="28" name="連接線"/>
          <p:cNvCxnSpPr>
            <a:stCxn id="22" idx="3"/>
            <a:endCxn id="23" idx="1"/>
          </p:cNvCxnSpPr>
          <p:nvPr/>
        </p:nvCxnSpPr>
        <p:spPr>
          <a:xfrm>
            <a:off x="7456018" y="5886450"/>
            <a:ext cx="670484" cy="0"/>
          </a:xfrm>
          <a:prstGeom prst="straightConnector1">
            <a:avLst/>
          </a:prstGeom>
          <a:ln w="19812">
            <a:solidFill>
              <a:srgbClr val="8C8C8C"/>
            </a:solidFill>
            <a:prstDash val="solid"/>
            <a:tailEnd type="triangle" w="lg" len="lg"/>
          </a:ln>
        </p:spPr>
      </p:cxnSp>
      <p:cxnSp>
        <p:nvCxnSpPr>
          <p:cNvPr id="29" name="連接線"/>
          <p:cNvCxnSpPr>
            <a:stCxn id="23" idx="3"/>
            <a:endCxn id="24" idx="1"/>
          </p:cNvCxnSpPr>
          <p:nvPr/>
        </p:nvCxnSpPr>
        <p:spPr>
          <a:xfrm>
            <a:off x="9955301" y="5886450"/>
            <a:ext cx="670484" cy="0"/>
          </a:xfrm>
          <a:prstGeom prst="straightConnector1">
            <a:avLst/>
          </a:prstGeom>
          <a:ln w="19812">
            <a:solidFill>
              <a:srgbClr val="8C8C8C"/>
            </a:solidFill>
            <a:prstDash val="solid"/>
            <a:tailEnd type="triangle" w="lg" len="lg"/>
          </a:ln>
        </p:spPr>
      </p:cxnSp>
      <p:cxnSp>
        <p:nvCxnSpPr>
          <p:cNvPr id="30" name="連接線"/>
          <p:cNvCxnSpPr>
            <a:stCxn id="24" idx="3"/>
            <a:endCxn id="25" idx="1"/>
          </p:cNvCxnSpPr>
          <p:nvPr/>
        </p:nvCxnSpPr>
        <p:spPr>
          <a:xfrm>
            <a:off x="12454585" y="5886450"/>
            <a:ext cx="670484" cy="0"/>
          </a:xfrm>
          <a:prstGeom prst="straightConnector1">
            <a:avLst/>
          </a:prstGeom>
          <a:ln w="19812">
            <a:solidFill>
              <a:srgbClr val="8C8C8C"/>
            </a:solidFill>
            <a:prstDash val="solid"/>
            <a:tailEnd type="triangle" w="lg" len="lg"/>
          </a:ln>
        </p:spPr>
      </p:cxnSp>
      <p:sp>
        <p:nvSpPr>
          <p:cNvPr id="31" name="Text 29"/>
          <p:cNvSpPr/>
          <p:nvPr/>
        </p:nvSpPr>
        <p:spPr>
          <a:xfrm>
            <a:off x="7478878" y="5406390"/>
            <a:ext cx="670484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</a:t>
            </a:r>
            <a:endParaRPr lang="en-US" sz="1400" dirty="0"/>
          </a:p>
        </p:txBody>
      </p:sp>
      <p:sp>
        <p:nvSpPr>
          <p:cNvPr id="32" name="資料庫"/>
          <p:cNvSpPr/>
          <p:nvPr/>
        </p:nvSpPr>
        <p:spPr>
          <a:xfrm>
            <a:off x="8469401" y="6766560"/>
            <a:ext cx="1143000" cy="937260"/>
          </a:xfrm>
          <a:prstGeom prst="can">
            <a:avLst>
              <a:gd name="adj" fmla="val 13000"/>
            </a:avLst>
          </a:prstGeom>
          <a:solidFill>
            <a:srgbClr val="E0F0F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500" dirty="0"/>
          </a:p>
        </p:txBody>
      </p:sp>
      <p:cxnSp>
        <p:nvCxnSpPr>
          <p:cNvPr id="33" name="連接線"/>
          <p:cNvCxnSpPr>
            <a:stCxn id="23" idx="2"/>
            <a:endCxn id="32" idx="0"/>
          </p:cNvCxnSpPr>
          <p:nvPr/>
        </p:nvCxnSpPr>
        <p:spPr>
          <a:xfrm>
            <a:off x="9040901" y="6275070"/>
            <a:ext cx="0" cy="491490"/>
          </a:xfrm>
          <a:prstGeom prst="straightConnector1">
            <a:avLst/>
          </a:prstGeom>
          <a:ln w="19812">
            <a:solidFill>
              <a:srgbClr val="8C8C8C"/>
            </a:solidFill>
            <a:prstDash val="sysDash"/>
            <a:headEnd type="triangle" w="lg" len="lg"/>
            <a:tailEnd type="triangle" w="lg" len="lg"/>
          </a:ln>
        </p:spPr>
      </p:cxnSp>
      <p:cxnSp>
        <p:nvCxnSpPr>
          <p:cNvPr id="34" name="連接線"/>
          <p:cNvCxnSpPr>
            <a:stCxn id="22" idx="2"/>
            <a:endCxn id="21" idx="4"/>
          </p:cNvCxnSpPr>
          <p:nvPr/>
        </p:nvCxnSpPr>
        <p:spPr>
          <a:xfrm rot="5400000" flipH="1">
            <a:off x="5057661" y="5031143"/>
            <a:ext cx="182880" cy="2670734"/>
          </a:xfrm>
          <a:prstGeom prst="bentConnector3">
            <a:avLst>
              <a:gd name="adj1" fmla="val -468750"/>
            </a:avLst>
          </a:prstGeom>
          <a:ln w="19812">
            <a:solidFill>
              <a:srgbClr val="8C8C8C"/>
            </a:solidFill>
            <a:prstDash val="solid"/>
            <a:tailEnd type="triangle" w="lg" len="lg"/>
          </a:ln>
        </p:spPr>
      </p:cxnSp>
      <p:sp>
        <p:nvSpPr>
          <p:cNvPr id="35" name="Text 33"/>
          <p:cNvSpPr/>
          <p:nvPr/>
        </p:nvSpPr>
        <p:spPr>
          <a:xfrm>
            <a:off x="6598768" y="6595110"/>
            <a:ext cx="571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青綠科技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14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685800" y="48006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結構元件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685800" y="1451610"/>
            <a:ext cx="514350" cy="11430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337310" y="1291590"/>
            <a:ext cx="12573000" cy="434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F7C8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樹狀分支、十字矩陣與半透明寬欄條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2348865"/>
            <a:ext cx="125730" cy="12573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37260" y="2228850"/>
            <a:ext cx="6263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樹狀分支 Tree</a:t>
            </a:r>
            <a:endParaRPr lang="en-US" sz="1650" dirty="0"/>
          </a:p>
        </p:txBody>
      </p:sp>
      <p:sp>
        <p:nvSpPr>
          <p:cNvPr id="7" name="線條"/>
          <p:cNvSpPr/>
          <p:nvPr/>
        </p:nvSpPr>
        <p:spPr>
          <a:xfrm>
            <a:off x="685800" y="2708910"/>
            <a:ext cx="651510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8" name="處理"/>
          <p:cNvSpPr/>
          <p:nvPr/>
        </p:nvSpPr>
        <p:spPr>
          <a:xfrm>
            <a:off x="685800" y="4743450"/>
            <a:ext cx="937260" cy="571500"/>
          </a:xfrm>
          <a:prstGeom prst="roundRect">
            <a:avLst>
              <a:gd name="adj" fmla="val 44000"/>
            </a:avLst>
          </a:prstGeom>
          <a:solidFill>
            <a:srgbClr val="E0F0F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起點</a:t>
            </a:r>
            <a:endParaRPr lang="en-US" sz="1650" dirty="0"/>
          </a:p>
        </p:txBody>
      </p:sp>
      <p:sp>
        <p:nvSpPr>
          <p:cNvPr id="9" name="處理"/>
          <p:cNvSpPr/>
          <p:nvPr/>
        </p:nvSpPr>
        <p:spPr>
          <a:xfrm>
            <a:off x="2343150" y="3829050"/>
            <a:ext cx="1051560" cy="571500"/>
          </a:xfrm>
          <a:prstGeom prst="roundRect">
            <a:avLst>
              <a:gd name="adj" fmla="val 44000"/>
            </a:avLst>
          </a:prstGeom>
          <a:solidFill>
            <a:srgbClr val="E0F0F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分支一</a:t>
            </a:r>
            <a:endParaRPr lang="en-US" sz="1500" dirty="0"/>
          </a:p>
        </p:txBody>
      </p:sp>
      <p:sp>
        <p:nvSpPr>
          <p:cNvPr id="10" name="處理"/>
          <p:cNvSpPr/>
          <p:nvPr/>
        </p:nvSpPr>
        <p:spPr>
          <a:xfrm>
            <a:off x="2343150" y="5657850"/>
            <a:ext cx="1051560" cy="571500"/>
          </a:xfrm>
          <a:prstGeom prst="roundRect">
            <a:avLst>
              <a:gd name="adj" fmla="val 44000"/>
            </a:avLst>
          </a:prstGeom>
          <a:solidFill>
            <a:srgbClr val="E0F0F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分支二</a:t>
            </a:r>
            <a:endParaRPr lang="en-US" sz="1500" dirty="0"/>
          </a:p>
        </p:txBody>
      </p:sp>
      <p:sp>
        <p:nvSpPr>
          <p:cNvPr id="11" name="處理"/>
          <p:cNvSpPr/>
          <p:nvPr/>
        </p:nvSpPr>
        <p:spPr>
          <a:xfrm>
            <a:off x="4114800" y="4743450"/>
            <a:ext cx="937260" cy="571500"/>
          </a:xfrm>
          <a:prstGeom prst="roundRect">
            <a:avLst>
              <a:gd name="adj" fmla="val 44000"/>
            </a:avLst>
          </a:prstGeom>
          <a:solidFill>
            <a:srgbClr val="0F7C80"/>
          </a:solidFill>
          <a:ln>
            <a:noFill/>
          </a:ln>
          <a:effectLst>
            <a:outerShdw blurRad="95250" dist="23876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</a:t>
            </a:r>
            <a:endParaRPr lang="en-US" sz="1650" dirty="0"/>
          </a:p>
        </p:txBody>
      </p:sp>
      <p:sp>
        <p:nvSpPr>
          <p:cNvPr id="12" name="處理"/>
          <p:cNvSpPr/>
          <p:nvPr/>
        </p:nvSpPr>
        <p:spPr>
          <a:xfrm>
            <a:off x="5772150" y="3257550"/>
            <a:ext cx="1428750" cy="571500"/>
          </a:xfrm>
          <a:prstGeom prst="roundRect">
            <a:avLst>
              <a:gd name="adj" fmla="val 44000"/>
            </a:avLst>
          </a:prstGeom>
          <a:solidFill>
            <a:srgbClr val="E0F0F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A</a:t>
            </a:r>
            <a:endParaRPr lang="en-US" sz="1500" dirty="0"/>
          </a:p>
        </p:txBody>
      </p:sp>
      <p:sp>
        <p:nvSpPr>
          <p:cNvPr id="13" name="處理"/>
          <p:cNvSpPr/>
          <p:nvPr/>
        </p:nvSpPr>
        <p:spPr>
          <a:xfrm>
            <a:off x="5772150" y="4743450"/>
            <a:ext cx="1428750" cy="571500"/>
          </a:xfrm>
          <a:prstGeom prst="roundRect">
            <a:avLst>
              <a:gd name="adj" fmla="val 44000"/>
            </a:avLst>
          </a:prstGeom>
          <a:solidFill>
            <a:srgbClr val="E0F0F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B</a:t>
            </a:r>
            <a:endParaRPr lang="en-US" sz="1500" dirty="0"/>
          </a:p>
        </p:txBody>
      </p:sp>
      <p:sp>
        <p:nvSpPr>
          <p:cNvPr id="14" name="處理"/>
          <p:cNvSpPr/>
          <p:nvPr/>
        </p:nvSpPr>
        <p:spPr>
          <a:xfrm>
            <a:off x="5772150" y="6229350"/>
            <a:ext cx="1428750" cy="571500"/>
          </a:xfrm>
          <a:prstGeom prst="roundRect">
            <a:avLst>
              <a:gd name="adj" fmla="val 44000"/>
            </a:avLst>
          </a:prstGeom>
          <a:solidFill>
            <a:srgbClr val="E0F0F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C</a:t>
            </a:r>
            <a:endParaRPr lang="en-US" sz="1500" dirty="0"/>
          </a:p>
        </p:txBody>
      </p:sp>
      <p:sp>
        <p:nvSpPr>
          <p:cNvPr id="15" name="連接線"/>
          <p:cNvSpPr/>
          <p:nvPr/>
        </p:nvSpPr>
        <p:spPr>
          <a:xfrm>
            <a:off x="1691640" y="4114800"/>
            <a:ext cx="582930" cy="914400"/>
          </a:xfrm>
          <a:custGeom>
            <a:avLst/>
            <a:gdLst/>
            <a:ahLst/>
            <a:cxnLst/>
            <a:rect l="l" t="t" r="r" b="b"/>
            <a:pathLst>
              <a:path w="582930" h="914400">
                <a:moveTo>
                  <a:pt x="0" y="914400"/>
                </a:moveTo>
                <a:lnTo>
                  <a:pt x="291465" y="914400"/>
                </a:lnTo>
                <a:lnTo>
                  <a:pt x="291465" y="0"/>
                </a:lnTo>
                <a:lnTo>
                  <a:pt x="582930" y="0"/>
                </a:lnTo>
              </a:path>
            </a:pathLst>
          </a:custGeom>
          <a:noFill/>
          <a:ln w="19812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連接線"/>
          <p:cNvSpPr/>
          <p:nvPr/>
        </p:nvSpPr>
        <p:spPr>
          <a:xfrm>
            <a:off x="1691640" y="5029200"/>
            <a:ext cx="582930" cy="914400"/>
          </a:xfrm>
          <a:custGeom>
            <a:avLst/>
            <a:gdLst/>
            <a:ahLst/>
            <a:cxnLst/>
            <a:rect l="l" t="t" r="r" b="b"/>
            <a:pathLst>
              <a:path w="582930" h="914400">
                <a:moveTo>
                  <a:pt x="0" y="0"/>
                </a:moveTo>
                <a:lnTo>
                  <a:pt x="291465" y="0"/>
                </a:lnTo>
                <a:lnTo>
                  <a:pt x="291465" y="914400"/>
                </a:lnTo>
                <a:lnTo>
                  <a:pt x="582930" y="914400"/>
                </a:lnTo>
              </a:path>
            </a:pathLst>
          </a:custGeom>
          <a:noFill/>
          <a:ln w="19812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連接線"/>
          <p:cNvSpPr/>
          <p:nvPr/>
        </p:nvSpPr>
        <p:spPr>
          <a:xfrm>
            <a:off x="3463290" y="4114800"/>
            <a:ext cx="582930" cy="914400"/>
          </a:xfrm>
          <a:custGeom>
            <a:avLst/>
            <a:gdLst/>
            <a:ahLst/>
            <a:cxnLst/>
            <a:rect l="l" t="t" r="r" b="b"/>
            <a:pathLst>
              <a:path w="582930" h="914400">
                <a:moveTo>
                  <a:pt x="0" y="0"/>
                </a:moveTo>
                <a:lnTo>
                  <a:pt x="291465" y="0"/>
                </a:lnTo>
                <a:lnTo>
                  <a:pt x="291465" y="914400"/>
                </a:lnTo>
                <a:lnTo>
                  <a:pt x="582930" y="914400"/>
                </a:lnTo>
              </a:path>
            </a:pathLst>
          </a:custGeom>
          <a:noFill/>
          <a:ln w="19812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連接線"/>
          <p:cNvSpPr/>
          <p:nvPr/>
        </p:nvSpPr>
        <p:spPr>
          <a:xfrm>
            <a:off x="3463290" y="5029200"/>
            <a:ext cx="582930" cy="914400"/>
          </a:xfrm>
          <a:custGeom>
            <a:avLst/>
            <a:gdLst/>
            <a:ahLst/>
            <a:cxnLst/>
            <a:rect l="l" t="t" r="r" b="b"/>
            <a:pathLst>
              <a:path w="582930" h="914400">
                <a:moveTo>
                  <a:pt x="0" y="914400"/>
                </a:moveTo>
                <a:lnTo>
                  <a:pt x="291465" y="914400"/>
                </a:lnTo>
                <a:lnTo>
                  <a:pt x="291465" y="0"/>
                </a:lnTo>
                <a:lnTo>
                  <a:pt x="582930" y="0"/>
                </a:lnTo>
              </a:path>
            </a:pathLst>
          </a:custGeom>
          <a:noFill/>
          <a:ln w="19812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連接線"/>
          <p:cNvSpPr/>
          <p:nvPr/>
        </p:nvSpPr>
        <p:spPr>
          <a:xfrm>
            <a:off x="5120640" y="3543300"/>
            <a:ext cx="582930" cy="1485900"/>
          </a:xfrm>
          <a:custGeom>
            <a:avLst/>
            <a:gdLst/>
            <a:ahLst/>
            <a:cxnLst/>
            <a:rect l="l" t="t" r="r" b="b"/>
            <a:pathLst>
              <a:path w="582930" h="1485900">
                <a:moveTo>
                  <a:pt x="0" y="1485900"/>
                </a:moveTo>
                <a:lnTo>
                  <a:pt x="291465" y="1485900"/>
                </a:lnTo>
                <a:lnTo>
                  <a:pt x="291465" y="0"/>
                </a:lnTo>
                <a:lnTo>
                  <a:pt x="582930" y="0"/>
                </a:lnTo>
              </a:path>
            </a:pathLst>
          </a:custGeom>
          <a:noFill/>
          <a:ln w="19812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線條"/>
          <p:cNvSpPr/>
          <p:nvPr/>
        </p:nvSpPr>
        <p:spPr>
          <a:xfrm>
            <a:off x="5120640" y="5029200"/>
            <a:ext cx="582930" cy="0"/>
          </a:xfrm>
          <a:prstGeom prst="line">
            <a:avLst/>
          </a:prstGeom>
          <a:noFill/>
          <a:ln w="19812">
            <a:solidFill>
              <a:srgbClr val="8C8C8C"/>
            </a:solidFill>
            <a:prstDash val="solid"/>
            <a:tailEnd type="triangle" w="lg" len="lg"/>
          </a:ln>
        </p:spPr>
      </p:sp>
      <p:sp>
        <p:nvSpPr>
          <p:cNvPr id="21" name="連接線"/>
          <p:cNvSpPr/>
          <p:nvPr/>
        </p:nvSpPr>
        <p:spPr>
          <a:xfrm>
            <a:off x="5120640" y="5029200"/>
            <a:ext cx="582930" cy="1485900"/>
          </a:xfrm>
          <a:custGeom>
            <a:avLst/>
            <a:gdLst/>
            <a:ahLst/>
            <a:cxnLst/>
            <a:rect l="l" t="t" r="r" b="b"/>
            <a:pathLst>
              <a:path w="582930" h="1485900">
                <a:moveTo>
                  <a:pt x="0" y="0"/>
                </a:moveTo>
                <a:lnTo>
                  <a:pt x="291465" y="0"/>
                </a:lnTo>
                <a:lnTo>
                  <a:pt x="291465" y="1485900"/>
                </a:lnTo>
                <a:lnTo>
                  <a:pt x="582930" y="1485900"/>
                </a:lnTo>
              </a:path>
            </a:pathLst>
          </a:custGeom>
          <a:noFill/>
          <a:ln w="19812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715250" y="2348865"/>
            <a:ext cx="125730" cy="12573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966710" y="2228850"/>
            <a:ext cx="312039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十字矩陣 2×2</a:t>
            </a:r>
            <a:endParaRPr lang="en-US" sz="1650" dirty="0"/>
          </a:p>
        </p:txBody>
      </p:sp>
      <p:sp>
        <p:nvSpPr>
          <p:cNvPr id="24" name="線條"/>
          <p:cNvSpPr/>
          <p:nvPr/>
        </p:nvSpPr>
        <p:spPr>
          <a:xfrm>
            <a:off x="7715250" y="2708910"/>
            <a:ext cx="337185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5" name="線條"/>
          <p:cNvSpPr/>
          <p:nvPr/>
        </p:nvSpPr>
        <p:spPr>
          <a:xfrm>
            <a:off x="8195310" y="5029200"/>
            <a:ext cx="241173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26" name="線條"/>
          <p:cNvSpPr/>
          <p:nvPr/>
        </p:nvSpPr>
        <p:spPr>
          <a:xfrm>
            <a:off x="9401175" y="3371850"/>
            <a:ext cx="0" cy="331470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27" name="中心圓"/>
          <p:cNvSpPr/>
          <p:nvPr/>
        </p:nvSpPr>
        <p:spPr>
          <a:xfrm>
            <a:off x="8875395" y="4503420"/>
            <a:ext cx="1051560" cy="1051560"/>
          </a:xfrm>
          <a:prstGeom prst="ellipse">
            <a:avLst/>
          </a:prstGeom>
          <a:solidFill>
            <a:srgbClr val="0F7C80"/>
          </a:solidFill>
          <a:ln w="31750">
            <a:solidFill>
              <a:srgbClr val="FFFFFF"/>
            </a:solidFill>
            <a:prstDash val="solid"/>
          </a:ln>
          <a:effectLst>
            <a:outerShdw blurRad="95250" dist="23876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</a:t>
            </a:r>
            <a:endParaRPr lang="en-US" sz="15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</a:t>
            </a:r>
            <a:endParaRPr lang="en-US" sz="1500" dirty="0"/>
          </a:p>
        </p:txBody>
      </p:sp>
      <p:sp>
        <p:nvSpPr>
          <p:cNvPr id="28" name="標籤"/>
          <p:cNvSpPr/>
          <p:nvPr/>
        </p:nvSpPr>
        <p:spPr>
          <a:xfrm>
            <a:off x="8186420" y="4034790"/>
            <a:ext cx="646430" cy="3429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吸引</a:t>
            </a:r>
            <a:endParaRPr lang="en-US" sz="1400" dirty="0"/>
          </a:p>
        </p:txBody>
      </p:sp>
      <p:sp>
        <p:nvSpPr>
          <p:cNvPr id="29" name="標籤"/>
          <p:cNvSpPr/>
          <p:nvPr/>
        </p:nvSpPr>
        <p:spPr>
          <a:xfrm>
            <a:off x="9969500" y="4034790"/>
            <a:ext cx="646430" cy="342900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實用</a:t>
            </a:r>
            <a:endParaRPr lang="en-US" sz="1400" dirty="0"/>
          </a:p>
        </p:txBody>
      </p:sp>
      <p:sp>
        <p:nvSpPr>
          <p:cNvPr id="30" name="標籤"/>
          <p:cNvSpPr/>
          <p:nvPr/>
        </p:nvSpPr>
        <p:spPr>
          <a:xfrm>
            <a:off x="8186420" y="5680710"/>
            <a:ext cx="646430" cy="3429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好記</a:t>
            </a:r>
            <a:endParaRPr lang="en-US" sz="1400" dirty="0"/>
          </a:p>
        </p:txBody>
      </p:sp>
      <p:sp>
        <p:nvSpPr>
          <p:cNvPr id="31" name="標籤"/>
          <p:cNvSpPr/>
          <p:nvPr/>
        </p:nvSpPr>
        <p:spPr>
          <a:xfrm>
            <a:off x="9969500" y="5680710"/>
            <a:ext cx="646430" cy="3429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可信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715375" y="2971800"/>
            <a:ext cx="1371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715375" y="6743700"/>
            <a:ext cx="1371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658100" y="4857750"/>
            <a:ext cx="5143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感性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629900" y="4857750"/>
            <a:ext cx="5143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理性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544300" y="2348865"/>
            <a:ext cx="125730" cy="12573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1795760" y="2228850"/>
            <a:ext cx="275805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寬欄透明條 Columns</a:t>
            </a:r>
            <a:endParaRPr lang="en-US" sz="1650" dirty="0"/>
          </a:p>
        </p:txBody>
      </p:sp>
      <p:sp>
        <p:nvSpPr>
          <p:cNvPr id="38" name="線條"/>
          <p:cNvSpPr/>
          <p:nvPr/>
        </p:nvSpPr>
        <p:spPr>
          <a:xfrm>
            <a:off x="11544300" y="2708910"/>
            <a:ext cx="30095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458700" y="2857500"/>
            <a:ext cx="116586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3430250" y="2857500"/>
            <a:ext cx="116586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400" dirty="0"/>
          </a:p>
        </p:txBody>
      </p:sp>
      <p:sp>
        <p:nvSpPr>
          <p:cNvPr id="41" name="寬欄條"/>
          <p:cNvSpPr/>
          <p:nvPr/>
        </p:nvSpPr>
        <p:spPr>
          <a:xfrm>
            <a:off x="12687300" y="3257550"/>
            <a:ext cx="708660" cy="3886200"/>
          </a:xfrm>
          <a:prstGeom prst="roundRect">
            <a:avLst>
              <a:gd name="adj" fmla="val 50000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寬欄條"/>
          <p:cNvSpPr/>
          <p:nvPr/>
        </p:nvSpPr>
        <p:spPr>
          <a:xfrm>
            <a:off x="13658850" y="3257550"/>
            <a:ext cx="708660" cy="3886200"/>
          </a:xfrm>
          <a:prstGeom prst="roundRect">
            <a:avLst>
              <a:gd name="adj" fmla="val 50000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1544300" y="3806190"/>
            <a:ext cx="10287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階段一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2694615" y="3653485"/>
            <a:ext cx="694030" cy="694030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編號"/>
          <p:cNvSpPr/>
          <p:nvPr/>
        </p:nvSpPr>
        <p:spPr>
          <a:xfrm>
            <a:off x="12778740" y="3737610"/>
            <a:ext cx="525780" cy="525780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13666165" y="3653485"/>
            <a:ext cx="694030" cy="694030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編號"/>
          <p:cNvSpPr/>
          <p:nvPr/>
        </p:nvSpPr>
        <p:spPr>
          <a:xfrm>
            <a:off x="13750290" y="3737610"/>
            <a:ext cx="525780" cy="525780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11544300" y="5006340"/>
            <a:ext cx="10287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階段二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2694615" y="4853635"/>
            <a:ext cx="694030" cy="694030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編號"/>
          <p:cNvSpPr/>
          <p:nvPr/>
        </p:nvSpPr>
        <p:spPr>
          <a:xfrm>
            <a:off x="12778740" y="4937760"/>
            <a:ext cx="525780" cy="525780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13666165" y="4853635"/>
            <a:ext cx="694030" cy="694030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編號"/>
          <p:cNvSpPr/>
          <p:nvPr/>
        </p:nvSpPr>
        <p:spPr>
          <a:xfrm>
            <a:off x="13750290" y="4937760"/>
            <a:ext cx="525780" cy="525780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</a:t>
            </a:r>
            <a:endParaRPr lang="en-US" sz="1650" dirty="0"/>
          </a:p>
        </p:txBody>
      </p:sp>
      <p:sp>
        <p:nvSpPr>
          <p:cNvPr id="53" name="Text 51"/>
          <p:cNvSpPr/>
          <p:nvPr/>
        </p:nvSpPr>
        <p:spPr>
          <a:xfrm>
            <a:off x="11544300" y="6206490"/>
            <a:ext cx="10287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階段三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2694615" y="6053785"/>
            <a:ext cx="694030" cy="694030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編號"/>
          <p:cNvSpPr/>
          <p:nvPr/>
        </p:nvSpPr>
        <p:spPr>
          <a:xfrm>
            <a:off x="12778740" y="6137910"/>
            <a:ext cx="525780" cy="525780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1650" dirty="0"/>
          </a:p>
        </p:txBody>
      </p:sp>
      <p:sp>
        <p:nvSpPr>
          <p:cNvPr id="56" name="Text 54"/>
          <p:cNvSpPr/>
          <p:nvPr/>
        </p:nvSpPr>
        <p:spPr>
          <a:xfrm>
            <a:off x="13666165" y="6053785"/>
            <a:ext cx="694030" cy="694030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編號"/>
          <p:cNvSpPr/>
          <p:nvPr/>
        </p:nvSpPr>
        <p:spPr>
          <a:xfrm>
            <a:off x="13750290" y="6137910"/>
            <a:ext cx="525780" cy="525780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en-US" sz="1650" dirty="0"/>
          </a:p>
        </p:txBody>
      </p:sp>
      <p:sp>
        <p:nvSpPr>
          <p:cNvPr id="58" name="Text 56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青綠科技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14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685800" y="48006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高效溝通：讓想法被看見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685800" y="1451610"/>
            <a:ext cx="514350" cy="11430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337310" y="1291590"/>
            <a:ext cx="12573000" cy="434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F7C8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關鍵在於把資訊整理成對方能理解的結構</a:t>
            </a:r>
            <a:endParaRPr lang="en-US" sz="2000" dirty="0"/>
          </a:p>
        </p:txBody>
      </p:sp>
      <p:sp>
        <p:nvSpPr>
          <p:cNvPr id="5" name="光暈大圓"/>
          <p:cNvSpPr/>
          <p:nvPr/>
        </p:nvSpPr>
        <p:spPr>
          <a:xfrm>
            <a:off x="1511237" y="2286000"/>
            <a:ext cx="2971800" cy="2971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85750" dist="31750" dir="5400000" sx="102000" sy="102000" algn="ctr" rotWithShape="0">
              <a:srgbClr val="000000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511237" y="2672334"/>
            <a:ext cx="2971800" cy="9212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Why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1808417" y="3623310"/>
            <a:ext cx="2377440" cy="8321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為何要重視</a:t>
            </a:r>
            <a:endParaRPr lang="en-US" sz="1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溝通品質</a:t>
            </a:r>
            <a:endParaRPr lang="en-US" sz="1900" dirty="0"/>
          </a:p>
        </p:txBody>
      </p:sp>
      <p:sp>
        <p:nvSpPr>
          <p:cNvPr id="8" name="光暈大圓"/>
          <p:cNvSpPr/>
          <p:nvPr/>
        </p:nvSpPr>
        <p:spPr>
          <a:xfrm>
            <a:off x="6133910" y="2286000"/>
            <a:ext cx="2971800" cy="2971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85750" dist="31750" dir="5400000" sx="102000" sy="102000" algn="ctr" rotWithShape="0">
              <a:srgbClr val="000000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33910" y="2672334"/>
            <a:ext cx="2971800" cy="9212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6431090" y="3623310"/>
            <a:ext cx="2377440" cy="8321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溝通的</a:t>
            </a:r>
            <a:endParaRPr lang="en-US" sz="1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900" dirty="0"/>
          </a:p>
        </p:txBody>
      </p:sp>
      <p:sp>
        <p:nvSpPr>
          <p:cNvPr id="11" name="光暈大圓"/>
          <p:cNvSpPr/>
          <p:nvPr/>
        </p:nvSpPr>
        <p:spPr>
          <a:xfrm>
            <a:off x="10756582" y="2286000"/>
            <a:ext cx="2971800" cy="2971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85750" dist="31750" dir="5400000" sx="102000" sy="102000" algn="ctr" rotWithShape="0">
              <a:srgbClr val="000000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756582" y="2672334"/>
            <a:ext cx="2971800" cy="9212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</a:t>
            </a:r>
            <a:endParaRPr lang="en-US" sz="4900" dirty="0"/>
          </a:p>
        </p:txBody>
      </p:sp>
      <p:sp>
        <p:nvSpPr>
          <p:cNvPr id="13" name="Text 11"/>
          <p:cNvSpPr/>
          <p:nvPr/>
        </p:nvSpPr>
        <p:spPr>
          <a:xfrm>
            <a:off x="11053763" y="3623310"/>
            <a:ext cx="2377440" cy="8321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呈現的</a:t>
            </a:r>
            <a:endParaRPr lang="en-US" sz="1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三個層次</a:t>
            </a:r>
            <a:endParaRPr lang="en-US" sz="1900" dirty="0"/>
          </a:p>
        </p:txBody>
      </p:sp>
      <p:sp>
        <p:nvSpPr>
          <p:cNvPr id="14" name="分隔"/>
          <p:cNvSpPr/>
          <p:nvPr/>
        </p:nvSpPr>
        <p:spPr>
          <a:xfrm>
            <a:off x="5233035" y="3621024"/>
            <a:ext cx="150876" cy="301752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分隔"/>
          <p:cNvSpPr/>
          <p:nvPr/>
        </p:nvSpPr>
        <p:spPr>
          <a:xfrm>
            <a:off x="9855708" y="3621024"/>
            <a:ext cx="150876" cy="301752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893621" y="4126641"/>
            <a:ext cx="1078992" cy="1078992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小圓"/>
          <p:cNvSpPr/>
          <p:nvPr/>
        </p:nvSpPr>
        <p:spPr>
          <a:xfrm>
            <a:off x="5975917" y="4208937"/>
            <a:ext cx="914400" cy="914400"/>
          </a:xfrm>
          <a:prstGeom prst="ellipse">
            <a:avLst/>
          </a:prstGeom>
          <a:solidFill>
            <a:srgbClr val="0F7C80"/>
          </a:solidFill>
          <a:ln>
            <a:noFill/>
          </a:ln>
          <a:effectLst>
            <a:outerShdw blurRad="95250" dist="23876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080313" y="4718304"/>
            <a:ext cx="1078992" cy="1078992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小圓"/>
          <p:cNvSpPr/>
          <p:nvPr/>
        </p:nvSpPr>
        <p:spPr>
          <a:xfrm>
            <a:off x="7162610" y="4800600"/>
            <a:ext cx="914400" cy="914400"/>
          </a:xfrm>
          <a:prstGeom prst="ellipse">
            <a:avLst/>
          </a:prstGeom>
          <a:solidFill>
            <a:srgbClr val="0F7C80"/>
          </a:solidFill>
          <a:ln>
            <a:noFill/>
          </a:ln>
          <a:effectLst>
            <a:outerShdw blurRad="95250" dist="23876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67006" y="4126641"/>
            <a:ext cx="1078992" cy="1078992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小圓"/>
          <p:cNvSpPr/>
          <p:nvPr/>
        </p:nvSpPr>
        <p:spPr>
          <a:xfrm>
            <a:off x="8349302" y="4208937"/>
            <a:ext cx="914400" cy="914400"/>
          </a:xfrm>
          <a:prstGeom prst="ellipse">
            <a:avLst/>
          </a:prstGeom>
          <a:solidFill>
            <a:srgbClr val="0F7C80"/>
          </a:solidFill>
          <a:ln>
            <a:noFill/>
          </a:ln>
          <a:effectLst>
            <a:outerShdw blurRad="95250" dist="23876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953057" y="5886450"/>
            <a:ext cx="1085850" cy="1200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蒐集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篩選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歸納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139750" y="5886450"/>
            <a:ext cx="1085850" cy="1200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比較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連結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326442" y="5886450"/>
            <a:ext cx="1085850" cy="1200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聚焦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排序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呈現</a:t>
            </a:r>
            <a:endParaRPr lang="en-US" sz="1450" dirty="0"/>
          </a:p>
        </p:txBody>
      </p:sp>
      <p:sp>
        <p:nvSpPr>
          <p:cNvPr id="25" name="標籤"/>
          <p:cNvSpPr/>
          <p:nvPr/>
        </p:nvSpPr>
        <p:spPr>
          <a:xfrm>
            <a:off x="1682687" y="5715000"/>
            <a:ext cx="2628900" cy="480060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  <a:effectLst>
            <a:outerShdw blurRad="95250" dist="23876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節省理解時間</a:t>
            </a:r>
            <a:endParaRPr lang="en-US" sz="1650" dirty="0"/>
          </a:p>
        </p:txBody>
      </p:sp>
      <p:sp>
        <p:nvSpPr>
          <p:cNvPr id="26" name="標籤"/>
          <p:cNvSpPr/>
          <p:nvPr/>
        </p:nvSpPr>
        <p:spPr>
          <a:xfrm>
            <a:off x="1682687" y="6343650"/>
            <a:ext cx="2628900" cy="480060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  <a:effectLst>
            <a:outerShdw blurRad="95250" dist="23876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對齊彼此認知</a:t>
            </a:r>
            <a:endParaRPr lang="en-US" sz="1650" dirty="0"/>
          </a:p>
        </p:txBody>
      </p:sp>
      <p:sp>
        <p:nvSpPr>
          <p:cNvPr id="27" name="標籤"/>
          <p:cNvSpPr/>
          <p:nvPr/>
        </p:nvSpPr>
        <p:spPr>
          <a:xfrm>
            <a:off x="1682687" y="6972300"/>
            <a:ext cx="2628900" cy="480060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  <a:effectLst>
            <a:outerShdw blurRad="95250" dist="23876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650" dirty="0"/>
          </a:p>
        </p:txBody>
      </p:sp>
      <p:sp>
        <p:nvSpPr>
          <p:cNvPr id="28" name="標籤"/>
          <p:cNvSpPr/>
          <p:nvPr/>
        </p:nvSpPr>
        <p:spPr>
          <a:xfrm>
            <a:off x="10928033" y="5715000"/>
            <a:ext cx="2628900" cy="480060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  <a:effectLst>
            <a:outerShdw blurRad="95250" dist="23876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</a:t>
            </a:r>
            <a:endParaRPr lang="en-US" sz="1650" dirty="0"/>
          </a:p>
        </p:txBody>
      </p:sp>
      <p:sp>
        <p:nvSpPr>
          <p:cNvPr id="29" name="標籤"/>
          <p:cNvSpPr/>
          <p:nvPr/>
        </p:nvSpPr>
        <p:spPr>
          <a:xfrm>
            <a:off x="10928033" y="6343650"/>
            <a:ext cx="2628900" cy="480060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  <a:effectLst>
            <a:outerShdw blurRad="95250" dist="23876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</a:t>
            </a:r>
            <a:endParaRPr lang="en-US" sz="1650" dirty="0"/>
          </a:p>
        </p:txBody>
      </p:sp>
      <p:sp>
        <p:nvSpPr>
          <p:cNvPr id="30" name="標籤"/>
          <p:cNvSpPr/>
          <p:nvPr/>
        </p:nvSpPr>
        <p:spPr>
          <a:xfrm>
            <a:off x="10928033" y="6972300"/>
            <a:ext cx="2628900" cy="480060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  <a:effectLst>
            <a:outerShdw blurRad="95250" dist="23876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洞見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685800" y="7520940"/>
            <a:ext cx="13868019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三個圓依序回答 Why／How／What，中間的小圓拆出方法，左右兩側以清單補充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青綠科技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14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685800" y="48006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策略規劃框架地圖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685800" y="1451610"/>
            <a:ext cx="514350" cy="11430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337310" y="1291590"/>
            <a:ext cx="12573000" cy="434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F7C8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從現況、課題到行動方案的思考路徑</a:t>
            </a:r>
            <a:endParaRPr lang="en-US" sz="2000" dirty="0"/>
          </a:p>
        </p:txBody>
      </p:sp>
      <p:sp>
        <p:nvSpPr>
          <p:cNvPr id="5" name="卡片"/>
          <p:cNvSpPr/>
          <p:nvPr/>
        </p:nvSpPr>
        <p:spPr>
          <a:xfrm>
            <a:off x="685800" y="4914900"/>
            <a:ext cx="2352980" cy="105156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>
            <a:noFill/>
          </a:ln>
          <a:effectLst>
            <a:outerShdw blurRad="158750" dist="47625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4914900"/>
            <a:ext cx="235298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Vision</a:t>
            </a:r>
            <a:endParaRPr lang="en-US" sz="1750" dirty="0"/>
          </a:p>
        </p:txBody>
      </p:sp>
      <p:sp>
        <p:nvSpPr>
          <p:cNvPr id="7" name="分隔"/>
          <p:cNvSpPr/>
          <p:nvPr/>
        </p:nvSpPr>
        <p:spPr>
          <a:xfrm>
            <a:off x="3238805" y="5314950"/>
            <a:ext cx="125730" cy="251460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卡片"/>
          <p:cNvSpPr/>
          <p:nvPr/>
        </p:nvSpPr>
        <p:spPr>
          <a:xfrm>
            <a:off x="3564560" y="4914900"/>
            <a:ext cx="2352980" cy="105156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>
            <a:noFill/>
          </a:ln>
          <a:effectLst>
            <a:outerShdw blurRad="158750" dist="47625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564560" y="4914900"/>
            <a:ext cx="235298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</a:t>
            </a:r>
            <a:endParaRPr lang="en-US" sz="1750" dirty="0"/>
          </a:p>
        </p:txBody>
      </p:sp>
      <p:sp>
        <p:nvSpPr>
          <p:cNvPr id="10" name="分隔"/>
          <p:cNvSpPr/>
          <p:nvPr/>
        </p:nvSpPr>
        <p:spPr>
          <a:xfrm>
            <a:off x="6117565" y="5314950"/>
            <a:ext cx="125730" cy="251460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重點卡片"/>
          <p:cNvSpPr/>
          <p:nvPr/>
        </p:nvSpPr>
        <p:spPr>
          <a:xfrm>
            <a:off x="6443320" y="4914900"/>
            <a:ext cx="2352980" cy="1051560"/>
          </a:xfrm>
          <a:prstGeom prst="roundRect">
            <a:avLst>
              <a:gd name="adj" fmla="val 23913"/>
            </a:avLst>
          </a:prstGeom>
          <a:solidFill>
            <a:srgbClr val="0F7C80"/>
          </a:solidFill>
          <a:ln>
            <a:noFill/>
          </a:ln>
          <a:effectLst>
            <a:outerShdw blurRad="158750" dist="47625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B7D8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Objective</a:t>
            </a:r>
            <a:endParaRPr lang="en-US" sz="1750" dirty="0"/>
          </a:p>
        </p:txBody>
      </p:sp>
      <p:sp>
        <p:nvSpPr>
          <p:cNvPr id="12" name="分隔"/>
          <p:cNvSpPr/>
          <p:nvPr/>
        </p:nvSpPr>
        <p:spPr>
          <a:xfrm>
            <a:off x="8996324" y="5314950"/>
            <a:ext cx="125730" cy="251460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卡片"/>
          <p:cNvSpPr/>
          <p:nvPr/>
        </p:nvSpPr>
        <p:spPr>
          <a:xfrm>
            <a:off x="9322079" y="4914900"/>
            <a:ext cx="2352980" cy="105156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>
            <a:noFill/>
          </a:ln>
          <a:effectLst>
            <a:outerShdw blurRad="158750" dist="47625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322079" y="4914900"/>
            <a:ext cx="235298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Strategy</a:t>
            </a:r>
            <a:endParaRPr lang="en-US" sz="1750" dirty="0"/>
          </a:p>
        </p:txBody>
      </p:sp>
      <p:sp>
        <p:nvSpPr>
          <p:cNvPr id="15" name="分隔"/>
          <p:cNvSpPr/>
          <p:nvPr/>
        </p:nvSpPr>
        <p:spPr>
          <a:xfrm>
            <a:off x="11875084" y="5314950"/>
            <a:ext cx="125730" cy="251460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卡片"/>
          <p:cNvSpPr/>
          <p:nvPr/>
        </p:nvSpPr>
        <p:spPr>
          <a:xfrm>
            <a:off x="12200839" y="4914900"/>
            <a:ext cx="2352980" cy="105156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>
            <a:noFill/>
          </a:ln>
          <a:effectLst>
            <a:outerShdw blurRad="158750" dist="47625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200839" y="4914900"/>
            <a:ext cx="235298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Tactic</a:t>
            </a:r>
            <a:endParaRPr lang="en-US" sz="1750" dirty="0"/>
          </a:p>
        </p:txBody>
      </p:sp>
      <p:sp>
        <p:nvSpPr>
          <p:cNvPr id="18" name="卡片"/>
          <p:cNvSpPr/>
          <p:nvPr/>
        </p:nvSpPr>
        <p:spPr>
          <a:xfrm>
            <a:off x="6443320" y="2286000"/>
            <a:ext cx="2352980" cy="1028700"/>
          </a:xfrm>
          <a:prstGeom prst="roundRect">
            <a:avLst>
              <a:gd name="adj" fmla="val 24444"/>
            </a:avLst>
          </a:prstGeom>
          <a:solidFill>
            <a:srgbClr val="FFFFFF"/>
          </a:solidFill>
          <a:ln>
            <a:noFill/>
          </a:ln>
          <a:effectLst>
            <a:outerShdw blurRad="158750" dist="47625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43320" y="2286000"/>
            <a:ext cx="235298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Situation</a:t>
            </a:r>
            <a:endParaRPr lang="en-US" sz="1750" dirty="0"/>
          </a:p>
        </p:txBody>
      </p:sp>
      <p:sp>
        <p:nvSpPr>
          <p:cNvPr id="20" name="卡片"/>
          <p:cNvSpPr/>
          <p:nvPr/>
        </p:nvSpPr>
        <p:spPr>
          <a:xfrm>
            <a:off x="3335960" y="3486150"/>
            <a:ext cx="1929443" cy="822960"/>
          </a:xfrm>
          <a:prstGeom prst="roundRect">
            <a:avLst>
              <a:gd name="adj" fmla="val 30556"/>
            </a:avLst>
          </a:prstGeom>
          <a:solidFill>
            <a:srgbClr val="FFFFFF"/>
          </a:solidFill>
          <a:ln>
            <a:noFill/>
          </a:ln>
          <a:effectLst>
            <a:outerShdw blurRad="158750" dist="47625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335960" y="3486150"/>
            <a:ext cx="1929443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Problem</a:t>
            </a:r>
            <a:endParaRPr lang="en-US" sz="1750" dirty="0"/>
          </a:p>
        </p:txBody>
      </p:sp>
      <p:sp>
        <p:nvSpPr>
          <p:cNvPr id="22" name="卡片"/>
          <p:cNvSpPr/>
          <p:nvPr/>
        </p:nvSpPr>
        <p:spPr>
          <a:xfrm>
            <a:off x="9974216" y="3486150"/>
            <a:ext cx="1929443" cy="822960"/>
          </a:xfrm>
          <a:prstGeom prst="roundRect">
            <a:avLst>
              <a:gd name="adj" fmla="val 30556"/>
            </a:avLst>
          </a:prstGeom>
          <a:solidFill>
            <a:srgbClr val="FFFFFF"/>
          </a:solidFill>
          <a:ln>
            <a:noFill/>
          </a:ln>
          <a:effectLst>
            <a:outerShdw blurRad="158750" dist="47625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974216" y="3486150"/>
            <a:ext cx="1929443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課題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Question</a:t>
            </a:r>
            <a:endParaRPr lang="en-US" sz="1750" dirty="0"/>
          </a:p>
        </p:txBody>
      </p:sp>
      <p:sp>
        <p:nvSpPr>
          <p:cNvPr id="24" name="曲線箭頭"/>
          <p:cNvSpPr/>
          <p:nvPr/>
        </p:nvSpPr>
        <p:spPr>
          <a:xfrm>
            <a:off x="4300682" y="2800350"/>
            <a:ext cx="2051198" cy="617220"/>
          </a:xfrm>
          <a:custGeom>
            <a:avLst/>
            <a:gdLst/>
            <a:ahLst/>
            <a:cxnLst/>
            <a:rect l="l" t="t" r="r" b="b"/>
            <a:pathLst>
              <a:path w="2051198" h="617220">
                <a:moveTo>
                  <a:pt x="0" y="617220"/>
                </a:moveTo>
                <a:cubicBezTo>
                  <a:pt x="0" y="0"/>
                  <a:pt x="342900" y="0"/>
                  <a:pt x="2051198" y="0"/>
                </a:cubicBezTo>
              </a:path>
            </a:pathLst>
          </a:custGeom>
          <a:noFill/>
          <a:ln w="19812">
            <a:solidFill>
              <a:srgbClr val="8C8C8C"/>
            </a:solidFill>
            <a:prstDash val="sysDash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曲線箭頭"/>
          <p:cNvSpPr/>
          <p:nvPr/>
        </p:nvSpPr>
        <p:spPr>
          <a:xfrm>
            <a:off x="8887739" y="2800350"/>
            <a:ext cx="2051198" cy="617220"/>
          </a:xfrm>
          <a:custGeom>
            <a:avLst/>
            <a:gdLst/>
            <a:ahLst/>
            <a:cxnLst/>
            <a:rect l="l" t="t" r="r" b="b"/>
            <a:pathLst>
              <a:path w="2051198" h="617220">
                <a:moveTo>
                  <a:pt x="0" y="0"/>
                </a:moveTo>
                <a:cubicBezTo>
                  <a:pt x="1708298" y="0"/>
                  <a:pt x="2051198" y="0"/>
                  <a:pt x="2051198" y="617220"/>
                </a:cubicBezTo>
              </a:path>
            </a:pathLst>
          </a:custGeom>
          <a:noFill/>
          <a:ln w="19812">
            <a:solidFill>
              <a:srgbClr val="8C8C8C"/>
            </a:solidFill>
            <a:prstDash val="sysDash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線條"/>
          <p:cNvSpPr/>
          <p:nvPr/>
        </p:nvSpPr>
        <p:spPr>
          <a:xfrm>
            <a:off x="5356843" y="3897630"/>
            <a:ext cx="4525933" cy="0"/>
          </a:xfrm>
          <a:prstGeom prst="line">
            <a:avLst/>
          </a:prstGeom>
          <a:noFill/>
          <a:ln w="19812">
            <a:solidFill>
              <a:srgbClr val="A6A6A6"/>
            </a:solidFill>
            <a:prstDash val="sysDash"/>
            <a:headEnd type="triangle" w="lg" len="lg"/>
            <a:tailEnd type="triangle" w="lg" len="lg"/>
          </a:ln>
        </p:spPr>
      </p:sp>
      <p:sp>
        <p:nvSpPr>
          <p:cNvPr id="27" name="Text 25"/>
          <p:cNvSpPr/>
          <p:nvPr/>
        </p:nvSpPr>
        <p:spPr>
          <a:xfrm>
            <a:off x="623621" y="2269541"/>
            <a:ext cx="512978" cy="512978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編號"/>
          <p:cNvSpPr/>
          <p:nvPr/>
        </p:nvSpPr>
        <p:spPr>
          <a:xfrm>
            <a:off x="685800" y="2331720"/>
            <a:ext cx="388620" cy="388620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92251" y="2269541"/>
            <a:ext cx="512978" cy="512978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編號"/>
          <p:cNvSpPr/>
          <p:nvPr/>
        </p:nvSpPr>
        <p:spPr>
          <a:xfrm>
            <a:off x="1154430" y="2331720"/>
            <a:ext cx="388620" cy="388620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400" dirty="0"/>
          </a:p>
        </p:txBody>
      </p:sp>
      <p:sp>
        <p:nvSpPr>
          <p:cNvPr id="31" name="標籤"/>
          <p:cNvSpPr/>
          <p:nvPr/>
        </p:nvSpPr>
        <p:spPr>
          <a:xfrm>
            <a:off x="1657350" y="2343150"/>
            <a:ext cx="1005738" cy="365760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3621" y="2841041"/>
            <a:ext cx="512978" cy="512978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編號"/>
          <p:cNvSpPr/>
          <p:nvPr/>
        </p:nvSpPr>
        <p:spPr>
          <a:xfrm>
            <a:off x="685800" y="2903220"/>
            <a:ext cx="388620" cy="388620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92251" y="2841041"/>
            <a:ext cx="512978" cy="512978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編號"/>
          <p:cNvSpPr/>
          <p:nvPr/>
        </p:nvSpPr>
        <p:spPr>
          <a:xfrm>
            <a:off x="1154430" y="2903220"/>
            <a:ext cx="388620" cy="388620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400" dirty="0"/>
          </a:p>
        </p:txBody>
      </p:sp>
      <p:sp>
        <p:nvSpPr>
          <p:cNvPr id="36" name="標籤"/>
          <p:cNvSpPr/>
          <p:nvPr/>
        </p:nvSpPr>
        <p:spPr>
          <a:xfrm>
            <a:off x="1657350" y="2914650"/>
            <a:ext cx="1005738" cy="365760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2024360" y="2269541"/>
            <a:ext cx="512978" cy="512978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編號"/>
          <p:cNvSpPr/>
          <p:nvPr/>
        </p:nvSpPr>
        <p:spPr>
          <a:xfrm>
            <a:off x="12086539" y="2331720"/>
            <a:ext cx="388620" cy="388620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2492990" y="2269541"/>
            <a:ext cx="512978" cy="512978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編號"/>
          <p:cNvSpPr/>
          <p:nvPr/>
        </p:nvSpPr>
        <p:spPr>
          <a:xfrm>
            <a:off x="12555169" y="2331720"/>
            <a:ext cx="388620" cy="388620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400" dirty="0"/>
          </a:p>
        </p:txBody>
      </p:sp>
      <p:sp>
        <p:nvSpPr>
          <p:cNvPr id="41" name="標籤"/>
          <p:cNvSpPr/>
          <p:nvPr/>
        </p:nvSpPr>
        <p:spPr>
          <a:xfrm>
            <a:off x="13058089" y="2343150"/>
            <a:ext cx="1005738" cy="36576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設定目標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2024360" y="2841041"/>
            <a:ext cx="512978" cy="512978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編號"/>
          <p:cNvSpPr/>
          <p:nvPr/>
        </p:nvSpPr>
        <p:spPr>
          <a:xfrm>
            <a:off x="12086539" y="2903220"/>
            <a:ext cx="388620" cy="388620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2492990" y="2841041"/>
            <a:ext cx="512978" cy="512978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編號"/>
          <p:cNvSpPr/>
          <p:nvPr/>
        </p:nvSpPr>
        <p:spPr>
          <a:xfrm>
            <a:off x="12555169" y="2903220"/>
            <a:ext cx="388620" cy="388620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1400" dirty="0"/>
          </a:p>
        </p:txBody>
      </p:sp>
      <p:sp>
        <p:nvSpPr>
          <p:cNvPr id="46" name="標籤"/>
          <p:cNvSpPr/>
          <p:nvPr/>
        </p:nvSpPr>
        <p:spPr>
          <a:xfrm>
            <a:off x="13058089" y="2914650"/>
            <a:ext cx="1005738" cy="36576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規劃路徑</a:t>
            </a:r>
            <a:endParaRPr lang="en-US" sz="1400" dirty="0"/>
          </a:p>
        </p:txBody>
      </p:sp>
      <p:sp>
        <p:nvSpPr>
          <p:cNvPr id="47" name="卡片"/>
          <p:cNvSpPr/>
          <p:nvPr/>
        </p:nvSpPr>
        <p:spPr>
          <a:xfrm>
            <a:off x="685800" y="6343650"/>
            <a:ext cx="13868019" cy="685800"/>
          </a:xfrm>
          <a:prstGeom prst="roundRect">
            <a:avLst>
              <a:gd name="adj" fmla="val 36667"/>
            </a:avLst>
          </a:prstGeom>
          <a:solidFill>
            <a:srgbClr val="FFFFFF"/>
          </a:solidFill>
          <a:ln>
            <a:noFill/>
          </a:ln>
          <a:effectLst>
            <a:outerShdw blurRad="158750" dist="47625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85800" y="6343650"/>
            <a:ext cx="1386801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</a:t>
            </a:r>
            <a:r>
              <a:rPr lang="en-US" sz="14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Organization</a:t>
            </a:r>
            <a:endParaRPr lang="en-US" sz="1750" dirty="0"/>
          </a:p>
        </p:txBody>
      </p:sp>
      <p:sp>
        <p:nvSpPr>
          <p:cNvPr id="49" name="Text 47"/>
          <p:cNvSpPr/>
          <p:nvPr/>
        </p:nvSpPr>
        <p:spPr>
          <a:xfrm>
            <a:off x="1368479" y="7207301"/>
            <a:ext cx="512978" cy="512978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編號"/>
          <p:cNvSpPr/>
          <p:nvPr/>
        </p:nvSpPr>
        <p:spPr>
          <a:xfrm>
            <a:off x="1430658" y="7269480"/>
            <a:ext cx="388620" cy="388620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837109" y="7207301"/>
            <a:ext cx="512978" cy="512978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編號"/>
          <p:cNvSpPr/>
          <p:nvPr/>
        </p:nvSpPr>
        <p:spPr>
          <a:xfrm>
            <a:off x="1899288" y="7269480"/>
            <a:ext cx="388620" cy="388620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400" dirty="0"/>
          </a:p>
        </p:txBody>
      </p:sp>
      <p:sp>
        <p:nvSpPr>
          <p:cNvPr id="53" name="標籤"/>
          <p:cNvSpPr/>
          <p:nvPr/>
        </p:nvSpPr>
        <p:spPr>
          <a:xfrm>
            <a:off x="2402208" y="7280910"/>
            <a:ext cx="1005738" cy="365760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凝聚共識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4835484" y="7207301"/>
            <a:ext cx="512978" cy="512978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編號"/>
          <p:cNvSpPr/>
          <p:nvPr/>
        </p:nvSpPr>
        <p:spPr>
          <a:xfrm>
            <a:off x="4897663" y="7269480"/>
            <a:ext cx="388620" cy="388620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5304114" y="7207301"/>
            <a:ext cx="512978" cy="512978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編號"/>
          <p:cNvSpPr/>
          <p:nvPr/>
        </p:nvSpPr>
        <p:spPr>
          <a:xfrm>
            <a:off x="5366293" y="7269480"/>
            <a:ext cx="388620" cy="388620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400" dirty="0"/>
          </a:p>
        </p:txBody>
      </p:sp>
      <p:sp>
        <p:nvSpPr>
          <p:cNvPr id="58" name="標籤"/>
          <p:cNvSpPr/>
          <p:nvPr/>
        </p:nvSpPr>
        <p:spPr>
          <a:xfrm>
            <a:off x="5869213" y="7280910"/>
            <a:ext cx="1005738" cy="36576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提升能力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8536803" y="7207301"/>
            <a:ext cx="512978" cy="512978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編號"/>
          <p:cNvSpPr/>
          <p:nvPr/>
        </p:nvSpPr>
        <p:spPr>
          <a:xfrm>
            <a:off x="8598983" y="7269480"/>
            <a:ext cx="388620" cy="388620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400" dirty="0"/>
          </a:p>
        </p:txBody>
      </p:sp>
      <p:sp>
        <p:nvSpPr>
          <p:cNvPr id="61" name="標籤"/>
          <p:cNvSpPr/>
          <p:nvPr/>
        </p:nvSpPr>
        <p:spPr>
          <a:xfrm>
            <a:off x="9101903" y="7280910"/>
            <a:ext cx="1005738" cy="365760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資訊透明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11769493" y="7207301"/>
            <a:ext cx="512978" cy="512978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編號"/>
          <p:cNvSpPr/>
          <p:nvPr/>
        </p:nvSpPr>
        <p:spPr>
          <a:xfrm>
            <a:off x="11831672" y="7269480"/>
            <a:ext cx="388620" cy="388620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12238123" y="7207301"/>
            <a:ext cx="512978" cy="512978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編號"/>
          <p:cNvSpPr/>
          <p:nvPr/>
        </p:nvSpPr>
        <p:spPr>
          <a:xfrm>
            <a:off x="12300302" y="7269480"/>
            <a:ext cx="388620" cy="388620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400" dirty="0"/>
          </a:p>
        </p:txBody>
      </p:sp>
      <p:sp>
        <p:nvSpPr>
          <p:cNvPr id="66" name="標籤"/>
          <p:cNvSpPr/>
          <p:nvPr/>
        </p:nvSpPr>
        <p:spPr>
          <a:xfrm>
            <a:off x="12803222" y="7280910"/>
            <a:ext cx="1005738" cy="36576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激勵動機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青綠科技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/ 14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685800" y="48006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能力成長地圖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685800" y="1451610"/>
            <a:ext cx="514350" cy="11430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337310" y="1291590"/>
            <a:ext cx="12573000" cy="434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F7C8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從個人特質到可遷移能力的三階段路徑</a:t>
            </a:r>
            <a:endParaRPr lang="en-US" sz="2000" dirty="0"/>
          </a:p>
        </p:txBody>
      </p:sp>
      <p:sp>
        <p:nvSpPr>
          <p:cNvPr id="5" name="漸隱箭頭"/>
          <p:cNvSpPr/>
          <p:nvPr/>
        </p:nvSpPr>
        <p:spPr>
          <a:xfrm>
            <a:off x="7172325" y="2914650"/>
            <a:ext cx="445770" cy="4202125"/>
          </a:xfrm>
          <a:prstGeom prst="rect">
            <a:avLst/>
          </a:prstGeom>
          <a:solidFill>
            <a:srgbClr val="F2A541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漸隱箭頭"/>
          <p:cNvSpPr/>
          <p:nvPr/>
        </p:nvSpPr>
        <p:spPr>
          <a:xfrm>
            <a:off x="7172325" y="3613099"/>
            <a:ext cx="445770" cy="3503676"/>
          </a:xfrm>
          <a:prstGeom prst="rect">
            <a:avLst/>
          </a:prstGeom>
          <a:solidFill>
            <a:srgbClr val="F2A541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漸隱箭頭"/>
          <p:cNvSpPr/>
          <p:nvPr/>
        </p:nvSpPr>
        <p:spPr>
          <a:xfrm>
            <a:off x="7172325" y="4311548"/>
            <a:ext cx="445770" cy="2805227"/>
          </a:xfrm>
          <a:prstGeom prst="rect">
            <a:avLst/>
          </a:prstGeom>
          <a:solidFill>
            <a:srgbClr val="F2A541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漸隱箭頭"/>
          <p:cNvSpPr/>
          <p:nvPr/>
        </p:nvSpPr>
        <p:spPr>
          <a:xfrm>
            <a:off x="7172325" y="5009998"/>
            <a:ext cx="445770" cy="2106778"/>
          </a:xfrm>
          <a:prstGeom prst="rect">
            <a:avLst/>
          </a:prstGeom>
          <a:solidFill>
            <a:srgbClr val="F2A541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漸隱箭頭"/>
          <p:cNvSpPr/>
          <p:nvPr/>
        </p:nvSpPr>
        <p:spPr>
          <a:xfrm>
            <a:off x="7172325" y="5708447"/>
            <a:ext cx="445770" cy="1408328"/>
          </a:xfrm>
          <a:prstGeom prst="rect">
            <a:avLst/>
          </a:prstGeom>
          <a:solidFill>
            <a:srgbClr val="F2A541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漸隱箭頭"/>
          <p:cNvSpPr/>
          <p:nvPr/>
        </p:nvSpPr>
        <p:spPr>
          <a:xfrm>
            <a:off x="7172325" y="6406896"/>
            <a:ext cx="445770" cy="709879"/>
          </a:xfrm>
          <a:prstGeom prst="rect">
            <a:avLst/>
          </a:prstGeom>
          <a:solidFill>
            <a:srgbClr val="F2A541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漸隱箭頭"/>
          <p:cNvSpPr/>
          <p:nvPr/>
        </p:nvSpPr>
        <p:spPr>
          <a:xfrm>
            <a:off x="6949440" y="7105345"/>
            <a:ext cx="891540" cy="552755"/>
          </a:xfrm>
          <a:custGeom>
            <a:avLst/>
            <a:gdLst/>
            <a:ahLst/>
            <a:cxnLst/>
            <a:rect l="l" t="t" r="r" b="b"/>
            <a:pathLst>
              <a:path w="891540" h="552755">
                <a:moveTo>
                  <a:pt x="0" y="0"/>
                </a:moveTo>
                <a:lnTo>
                  <a:pt x="891540" y="0"/>
                </a:lnTo>
                <a:lnTo>
                  <a:pt x="445770" y="552755"/>
                </a:lnTo>
                <a:close/>
              </a:path>
            </a:pathLst>
          </a:custGeom>
          <a:solidFill>
            <a:srgbClr val="F2A541">
              <a:alpha val="54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978140" y="7200900"/>
            <a:ext cx="14859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成長路徑</a:t>
            </a:r>
            <a:endParaRPr lang="en-US" sz="1500" dirty="0"/>
          </a:p>
        </p:txBody>
      </p:sp>
      <p:sp>
        <p:nvSpPr>
          <p:cNvPr id="13" name="處理"/>
          <p:cNvSpPr/>
          <p:nvPr/>
        </p:nvSpPr>
        <p:spPr>
          <a:xfrm>
            <a:off x="685800" y="4743450"/>
            <a:ext cx="1085850" cy="685800"/>
          </a:xfrm>
          <a:prstGeom prst="roundRect">
            <a:avLst>
              <a:gd name="adj" fmla="val 36667"/>
            </a:avLst>
          </a:prstGeom>
          <a:solidFill>
            <a:srgbClr val="E0F0F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特質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71500" y="5520690"/>
            <a:ext cx="13144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個性、動機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與價值觀</a:t>
            </a:r>
            <a:endParaRPr lang="en-US" sz="1300" dirty="0"/>
          </a:p>
        </p:txBody>
      </p:sp>
      <p:sp>
        <p:nvSpPr>
          <p:cNvPr id="15" name="處理"/>
          <p:cNvSpPr/>
          <p:nvPr/>
        </p:nvSpPr>
        <p:spPr>
          <a:xfrm>
            <a:off x="2343150" y="3749040"/>
            <a:ext cx="1143000" cy="617220"/>
          </a:xfrm>
          <a:prstGeom prst="roundRect">
            <a:avLst>
              <a:gd name="adj" fmla="val 40741"/>
            </a:avLst>
          </a:prstGeom>
          <a:solidFill>
            <a:srgbClr val="E0F0F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</a:t>
            </a:r>
            <a:endParaRPr lang="en-US" sz="1750" dirty="0"/>
          </a:p>
        </p:txBody>
      </p:sp>
      <p:sp>
        <p:nvSpPr>
          <p:cNvPr id="16" name="處理"/>
          <p:cNvSpPr/>
          <p:nvPr/>
        </p:nvSpPr>
        <p:spPr>
          <a:xfrm>
            <a:off x="2343150" y="5806440"/>
            <a:ext cx="1143000" cy="617220"/>
          </a:xfrm>
          <a:prstGeom prst="roundRect">
            <a:avLst>
              <a:gd name="adj" fmla="val 40741"/>
            </a:avLst>
          </a:prstGeom>
          <a:solidFill>
            <a:srgbClr val="E0F0F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2286000" y="3429000"/>
            <a:ext cx="1257300" cy="2971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知道是什麼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86000" y="6469380"/>
            <a:ext cx="1257300" cy="2971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知道怎麼做</a:t>
            </a:r>
            <a:endParaRPr lang="en-US" sz="1300" dirty="0"/>
          </a:p>
        </p:txBody>
      </p:sp>
      <p:sp>
        <p:nvSpPr>
          <p:cNvPr id="19" name="處理"/>
          <p:cNvSpPr/>
          <p:nvPr/>
        </p:nvSpPr>
        <p:spPr>
          <a:xfrm>
            <a:off x="4057650" y="4743450"/>
            <a:ext cx="1085850" cy="685800"/>
          </a:xfrm>
          <a:prstGeom prst="roundRect">
            <a:avLst>
              <a:gd name="adj" fmla="val 36667"/>
            </a:avLst>
          </a:prstGeom>
          <a:solidFill>
            <a:srgbClr val="0F7C80"/>
          </a:solidFill>
          <a:ln>
            <a:noFill/>
          </a:ln>
          <a:effectLst>
            <a:outerShdw blurRad="95250" dist="23876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3943350" y="5520690"/>
            <a:ext cx="1314450" cy="2971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能產生價值</a:t>
            </a:r>
            <a:endParaRPr lang="en-US" sz="1300" dirty="0"/>
          </a:p>
        </p:txBody>
      </p:sp>
      <p:sp>
        <p:nvSpPr>
          <p:cNvPr id="21" name="連接線"/>
          <p:cNvSpPr/>
          <p:nvPr/>
        </p:nvSpPr>
        <p:spPr>
          <a:xfrm>
            <a:off x="1840230" y="4057650"/>
            <a:ext cx="434340" cy="1028700"/>
          </a:xfrm>
          <a:custGeom>
            <a:avLst/>
            <a:gdLst/>
            <a:ahLst/>
            <a:cxnLst/>
            <a:rect l="l" t="t" r="r" b="b"/>
            <a:pathLst>
              <a:path w="434340" h="1028700">
                <a:moveTo>
                  <a:pt x="0" y="1028700"/>
                </a:moveTo>
                <a:lnTo>
                  <a:pt x="217170" y="1028700"/>
                </a:lnTo>
                <a:lnTo>
                  <a:pt x="217170" y="0"/>
                </a:lnTo>
                <a:lnTo>
                  <a:pt x="434340" y="0"/>
                </a:lnTo>
              </a:path>
            </a:pathLst>
          </a:custGeom>
          <a:noFill/>
          <a:ln w="19812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連接線"/>
          <p:cNvSpPr/>
          <p:nvPr/>
        </p:nvSpPr>
        <p:spPr>
          <a:xfrm>
            <a:off x="1840230" y="5086350"/>
            <a:ext cx="434340" cy="1028700"/>
          </a:xfrm>
          <a:custGeom>
            <a:avLst/>
            <a:gdLst/>
            <a:ahLst/>
            <a:cxnLst/>
            <a:rect l="l" t="t" r="r" b="b"/>
            <a:pathLst>
              <a:path w="434340" h="1028700">
                <a:moveTo>
                  <a:pt x="0" y="0"/>
                </a:moveTo>
                <a:lnTo>
                  <a:pt x="217170" y="0"/>
                </a:lnTo>
                <a:lnTo>
                  <a:pt x="217170" y="1028700"/>
                </a:lnTo>
                <a:lnTo>
                  <a:pt x="434340" y="1028700"/>
                </a:lnTo>
              </a:path>
            </a:pathLst>
          </a:custGeom>
          <a:noFill/>
          <a:ln w="19812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連接線"/>
          <p:cNvSpPr/>
          <p:nvPr/>
        </p:nvSpPr>
        <p:spPr>
          <a:xfrm>
            <a:off x="3554730" y="4057650"/>
            <a:ext cx="434340" cy="1028700"/>
          </a:xfrm>
          <a:custGeom>
            <a:avLst/>
            <a:gdLst/>
            <a:ahLst/>
            <a:cxnLst/>
            <a:rect l="l" t="t" r="r" b="b"/>
            <a:pathLst>
              <a:path w="434340" h="1028700">
                <a:moveTo>
                  <a:pt x="0" y="0"/>
                </a:moveTo>
                <a:lnTo>
                  <a:pt x="217170" y="0"/>
                </a:lnTo>
                <a:lnTo>
                  <a:pt x="217170" y="1028700"/>
                </a:lnTo>
                <a:lnTo>
                  <a:pt x="434340" y="1028700"/>
                </a:lnTo>
              </a:path>
            </a:pathLst>
          </a:custGeom>
          <a:noFill/>
          <a:ln w="19812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連接線"/>
          <p:cNvSpPr/>
          <p:nvPr/>
        </p:nvSpPr>
        <p:spPr>
          <a:xfrm>
            <a:off x="3554730" y="5086350"/>
            <a:ext cx="434340" cy="1028700"/>
          </a:xfrm>
          <a:custGeom>
            <a:avLst/>
            <a:gdLst/>
            <a:ahLst/>
            <a:cxnLst/>
            <a:rect l="l" t="t" r="r" b="b"/>
            <a:pathLst>
              <a:path w="434340" h="1028700">
                <a:moveTo>
                  <a:pt x="0" y="1028700"/>
                </a:moveTo>
                <a:lnTo>
                  <a:pt x="217170" y="1028700"/>
                </a:lnTo>
                <a:lnTo>
                  <a:pt x="217170" y="0"/>
                </a:lnTo>
                <a:lnTo>
                  <a:pt x="434340" y="0"/>
                </a:lnTo>
              </a:path>
            </a:pathLst>
          </a:custGeom>
          <a:noFill/>
          <a:ln w="19812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連接線"/>
          <p:cNvSpPr/>
          <p:nvPr/>
        </p:nvSpPr>
        <p:spPr>
          <a:xfrm>
            <a:off x="5212080" y="3429000"/>
            <a:ext cx="720090" cy="1657350"/>
          </a:xfrm>
          <a:custGeom>
            <a:avLst/>
            <a:gdLst/>
            <a:ahLst/>
            <a:cxnLst/>
            <a:rect l="l" t="t" r="r" b="b"/>
            <a:pathLst>
              <a:path w="720090" h="1657350">
                <a:moveTo>
                  <a:pt x="0" y="1657350"/>
                </a:moveTo>
                <a:lnTo>
                  <a:pt x="360045" y="1657350"/>
                </a:lnTo>
                <a:lnTo>
                  <a:pt x="360045" y="0"/>
                </a:lnTo>
                <a:lnTo>
                  <a:pt x="720090" y="0"/>
                </a:lnTo>
              </a:path>
            </a:pathLst>
          </a:custGeom>
          <a:noFill/>
          <a:ln w="19812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線條"/>
          <p:cNvSpPr/>
          <p:nvPr/>
        </p:nvSpPr>
        <p:spPr>
          <a:xfrm>
            <a:off x="5212080" y="5086350"/>
            <a:ext cx="720090" cy="0"/>
          </a:xfrm>
          <a:prstGeom prst="line">
            <a:avLst/>
          </a:prstGeom>
          <a:noFill/>
          <a:ln w="19812">
            <a:solidFill>
              <a:srgbClr val="8C8C8C"/>
            </a:solidFill>
            <a:prstDash val="solid"/>
            <a:tailEnd type="triangle" w="lg" len="lg"/>
          </a:ln>
        </p:spPr>
      </p:sp>
      <p:sp>
        <p:nvSpPr>
          <p:cNvPr id="27" name="連接線"/>
          <p:cNvSpPr/>
          <p:nvPr/>
        </p:nvSpPr>
        <p:spPr>
          <a:xfrm>
            <a:off x="5212080" y="5086350"/>
            <a:ext cx="720090" cy="1657350"/>
          </a:xfrm>
          <a:custGeom>
            <a:avLst/>
            <a:gdLst/>
            <a:ahLst/>
            <a:cxnLst/>
            <a:rect l="l" t="t" r="r" b="b"/>
            <a:pathLst>
              <a:path w="720090" h="1657350">
                <a:moveTo>
                  <a:pt x="0" y="0"/>
                </a:moveTo>
                <a:lnTo>
                  <a:pt x="360045" y="0"/>
                </a:lnTo>
                <a:lnTo>
                  <a:pt x="360045" y="1657350"/>
                </a:lnTo>
                <a:lnTo>
                  <a:pt x="720090" y="1657350"/>
                </a:lnTo>
              </a:path>
            </a:pathLst>
          </a:custGeom>
          <a:noFill/>
          <a:ln w="19812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卡片"/>
          <p:cNvSpPr/>
          <p:nvPr/>
        </p:nvSpPr>
        <p:spPr>
          <a:xfrm>
            <a:off x="6000750" y="3017520"/>
            <a:ext cx="2286000" cy="822960"/>
          </a:xfrm>
          <a:prstGeom prst="roundRect">
            <a:avLst>
              <a:gd name="adj" fmla="val 30556"/>
            </a:avLst>
          </a:prstGeom>
          <a:solidFill>
            <a:srgbClr val="FFFFFF"/>
          </a:solidFill>
          <a:ln>
            <a:noFill/>
          </a:ln>
          <a:effectLst>
            <a:outerShdw blurRad="158750" dist="47625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000750" y="301752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執行實踐</a:t>
            </a:r>
            <a:endParaRPr lang="en-US" sz="2000" dirty="0"/>
          </a:p>
        </p:txBody>
      </p:sp>
      <p:sp>
        <p:nvSpPr>
          <p:cNvPr id="30" name="標籤"/>
          <p:cNvSpPr/>
          <p:nvPr/>
        </p:nvSpPr>
        <p:spPr>
          <a:xfrm>
            <a:off x="7500620" y="2857500"/>
            <a:ext cx="614680" cy="320040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  <a:effectLst>
            <a:outerShdw blurRad="95250" dist="23876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前期</a:t>
            </a:r>
            <a:endParaRPr lang="en-US" sz="1250" dirty="0"/>
          </a:p>
        </p:txBody>
      </p:sp>
      <p:sp>
        <p:nvSpPr>
          <p:cNvPr id="31" name="標籤"/>
          <p:cNvSpPr/>
          <p:nvPr/>
        </p:nvSpPr>
        <p:spPr>
          <a:xfrm>
            <a:off x="6172200" y="3680460"/>
            <a:ext cx="773430" cy="32004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>
            <a:outerShdw blurRad="95250" dist="23876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打基礎</a:t>
            </a:r>
            <a:endParaRPr lang="en-US" sz="1250" dirty="0"/>
          </a:p>
        </p:txBody>
      </p:sp>
      <p:sp>
        <p:nvSpPr>
          <p:cNvPr id="32" name="卡片"/>
          <p:cNvSpPr/>
          <p:nvPr/>
        </p:nvSpPr>
        <p:spPr>
          <a:xfrm>
            <a:off x="6000750" y="4674870"/>
            <a:ext cx="2286000" cy="822960"/>
          </a:xfrm>
          <a:prstGeom prst="roundRect">
            <a:avLst>
              <a:gd name="adj" fmla="val 30556"/>
            </a:avLst>
          </a:prstGeom>
          <a:solidFill>
            <a:srgbClr val="FFFFFF"/>
          </a:solidFill>
          <a:ln>
            <a:noFill/>
          </a:ln>
          <a:effectLst>
            <a:outerShdw blurRad="158750" dist="47625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000750" y="467487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溝通協作</a:t>
            </a:r>
            <a:endParaRPr lang="en-US" sz="2000" dirty="0"/>
          </a:p>
        </p:txBody>
      </p:sp>
      <p:sp>
        <p:nvSpPr>
          <p:cNvPr id="34" name="標籤"/>
          <p:cNvSpPr/>
          <p:nvPr/>
        </p:nvSpPr>
        <p:spPr>
          <a:xfrm>
            <a:off x="7500620" y="4514850"/>
            <a:ext cx="614680" cy="320040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  <a:effectLst>
            <a:outerShdw blurRad="95250" dist="23876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中期</a:t>
            </a:r>
            <a:endParaRPr lang="en-US" sz="1250" dirty="0"/>
          </a:p>
        </p:txBody>
      </p:sp>
      <p:sp>
        <p:nvSpPr>
          <p:cNvPr id="35" name="標籤"/>
          <p:cNvSpPr/>
          <p:nvPr/>
        </p:nvSpPr>
        <p:spPr>
          <a:xfrm>
            <a:off x="6172200" y="5337810"/>
            <a:ext cx="773430" cy="32004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>
            <a:outerShdw blurRad="95250" dist="23876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擴影響</a:t>
            </a:r>
            <a:endParaRPr lang="en-US" sz="1250" dirty="0"/>
          </a:p>
        </p:txBody>
      </p:sp>
      <p:sp>
        <p:nvSpPr>
          <p:cNvPr id="36" name="卡片"/>
          <p:cNvSpPr/>
          <p:nvPr/>
        </p:nvSpPr>
        <p:spPr>
          <a:xfrm>
            <a:off x="6000750" y="6332220"/>
            <a:ext cx="2286000" cy="822960"/>
          </a:xfrm>
          <a:prstGeom prst="roundRect">
            <a:avLst>
              <a:gd name="adj" fmla="val 30556"/>
            </a:avLst>
          </a:prstGeom>
          <a:solidFill>
            <a:srgbClr val="FFFFFF"/>
          </a:solidFill>
          <a:ln>
            <a:noFill/>
          </a:ln>
          <a:effectLst>
            <a:outerShdw blurRad="158750" dist="47625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000750" y="633222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整合創新</a:t>
            </a:r>
            <a:endParaRPr lang="en-US" sz="2000" dirty="0"/>
          </a:p>
        </p:txBody>
      </p:sp>
      <p:sp>
        <p:nvSpPr>
          <p:cNvPr id="38" name="標籤"/>
          <p:cNvSpPr/>
          <p:nvPr/>
        </p:nvSpPr>
        <p:spPr>
          <a:xfrm>
            <a:off x="7500620" y="6172200"/>
            <a:ext cx="614680" cy="320040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  <a:effectLst>
            <a:outerShdw blurRad="95250" dist="23876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後期</a:t>
            </a:r>
            <a:endParaRPr lang="en-US" sz="1250" dirty="0"/>
          </a:p>
        </p:txBody>
      </p:sp>
      <p:sp>
        <p:nvSpPr>
          <p:cNvPr id="39" name="標籤"/>
          <p:cNvSpPr/>
          <p:nvPr/>
        </p:nvSpPr>
        <p:spPr>
          <a:xfrm>
            <a:off x="6172200" y="6995160"/>
            <a:ext cx="773430" cy="32004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>
            <a:outerShdw blurRad="95250" dist="23876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建槓桿</a:t>
            </a:r>
            <a:endParaRPr lang="en-US" sz="1250" dirty="0"/>
          </a:p>
        </p:txBody>
      </p:sp>
      <p:sp>
        <p:nvSpPr>
          <p:cNvPr id="40" name="寬欄條"/>
          <p:cNvSpPr/>
          <p:nvPr/>
        </p:nvSpPr>
        <p:spPr>
          <a:xfrm>
            <a:off x="8858250" y="2571750"/>
            <a:ext cx="685800" cy="4857750"/>
          </a:xfrm>
          <a:prstGeom prst="roundRect">
            <a:avLst>
              <a:gd name="adj" fmla="val 50000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寬欄條"/>
          <p:cNvSpPr/>
          <p:nvPr/>
        </p:nvSpPr>
        <p:spPr>
          <a:xfrm>
            <a:off x="9772650" y="2571750"/>
            <a:ext cx="685800" cy="4857750"/>
          </a:xfrm>
          <a:prstGeom prst="roundRect">
            <a:avLst>
              <a:gd name="adj" fmla="val 50000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8458200" y="2194560"/>
            <a:ext cx="24003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吸收　／　產出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839048" y="3066898"/>
            <a:ext cx="724205" cy="724205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編號"/>
          <p:cNvSpPr/>
          <p:nvPr/>
        </p:nvSpPr>
        <p:spPr>
          <a:xfrm>
            <a:off x="8926830" y="3154680"/>
            <a:ext cx="548640" cy="548640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</a:t>
            </a:r>
            <a:endParaRPr lang="en-US" sz="1750" dirty="0"/>
          </a:p>
        </p:txBody>
      </p:sp>
      <p:sp>
        <p:nvSpPr>
          <p:cNvPr id="45" name="Text 43"/>
          <p:cNvSpPr/>
          <p:nvPr/>
        </p:nvSpPr>
        <p:spPr>
          <a:xfrm>
            <a:off x="9753448" y="3066898"/>
            <a:ext cx="724205" cy="724205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編號"/>
          <p:cNvSpPr/>
          <p:nvPr/>
        </p:nvSpPr>
        <p:spPr>
          <a:xfrm>
            <a:off x="9841230" y="3154680"/>
            <a:ext cx="548640" cy="548640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</a:t>
            </a:r>
            <a:endParaRPr lang="en-US" sz="1750" dirty="0"/>
          </a:p>
        </p:txBody>
      </p:sp>
      <p:sp>
        <p:nvSpPr>
          <p:cNvPr id="47" name="線條"/>
          <p:cNvSpPr/>
          <p:nvPr/>
        </p:nvSpPr>
        <p:spPr>
          <a:xfrm>
            <a:off x="8378190" y="3429000"/>
            <a:ext cx="48006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839048" y="4724248"/>
            <a:ext cx="724205" cy="724205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編號"/>
          <p:cNvSpPr/>
          <p:nvPr/>
        </p:nvSpPr>
        <p:spPr>
          <a:xfrm>
            <a:off x="8926830" y="4812030"/>
            <a:ext cx="548640" cy="548640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</a:t>
            </a:r>
            <a:endParaRPr lang="en-US" sz="1750" dirty="0"/>
          </a:p>
        </p:txBody>
      </p:sp>
      <p:sp>
        <p:nvSpPr>
          <p:cNvPr id="50" name="Text 48"/>
          <p:cNvSpPr/>
          <p:nvPr/>
        </p:nvSpPr>
        <p:spPr>
          <a:xfrm>
            <a:off x="9753448" y="4724248"/>
            <a:ext cx="724205" cy="724205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編號"/>
          <p:cNvSpPr/>
          <p:nvPr/>
        </p:nvSpPr>
        <p:spPr>
          <a:xfrm>
            <a:off x="9841230" y="4812030"/>
            <a:ext cx="548640" cy="548640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</a:t>
            </a:r>
            <a:endParaRPr lang="en-US" sz="1750" dirty="0"/>
          </a:p>
        </p:txBody>
      </p:sp>
      <p:sp>
        <p:nvSpPr>
          <p:cNvPr id="52" name="線條"/>
          <p:cNvSpPr/>
          <p:nvPr/>
        </p:nvSpPr>
        <p:spPr>
          <a:xfrm>
            <a:off x="8378190" y="5086350"/>
            <a:ext cx="48006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839048" y="6381598"/>
            <a:ext cx="724205" cy="724205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編號"/>
          <p:cNvSpPr/>
          <p:nvPr/>
        </p:nvSpPr>
        <p:spPr>
          <a:xfrm>
            <a:off x="8926830" y="6469380"/>
            <a:ext cx="548640" cy="548640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1750" dirty="0"/>
          </a:p>
        </p:txBody>
      </p:sp>
      <p:sp>
        <p:nvSpPr>
          <p:cNvPr id="55" name="Text 53"/>
          <p:cNvSpPr/>
          <p:nvPr/>
        </p:nvSpPr>
        <p:spPr>
          <a:xfrm>
            <a:off x="9753448" y="6381598"/>
            <a:ext cx="724205" cy="724205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編號"/>
          <p:cNvSpPr/>
          <p:nvPr/>
        </p:nvSpPr>
        <p:spPr>
          <a:xfrm>
            <a:off x="9841230" y="6469380"/>
            <a:ext cx="548640" cy="548640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en-US" sz="1750" dirty="0"/>
          </a:p>
        </p:txBody>
      </p:sp>
      <p:sp>
        <p:nvSpPr>
          <p:cNvPr id="57" name="線條"/>
          <p:cNvSpPr/>
          <p:nvPr/>
        </p:nvSpPr>
        <p:spPr>
          <a:xfrm>
            <a:off x="8378190" y="6743700"/>
            <a:ext cx="48006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58" name="線條"/>
          <p:cNvSpPr/>
          <p:nvPr/>
        </p:nvSpPr>
        <p:spPr>
          <a:xfrm>
            <a:off x="10458450" y="3429000"/>
            <a:ext cx="285750" cy="0"/>
          </a:xfrm>
          <a:prstGeom prst="line">
            <a:avLst/>
          </a:prstGeom>
          <a:noFill/>
          <a:ln w="19812">
            <a:solidFill>
              <a:srgbClr val="8C8C8C"/>
            </a:solidFill>
            <a:prstDash val="solid"/>
          </a:ln>
        </p:spPr>
      </p:sp>
      <p:sp>
        <p:nvSpPr>
          <p:cNvPr id="59" name="連接線"/>
          <p:cNvSpPr/>
          <p:nvPr/>
        </p:nvSpPr>
        <p:spPr>
          <a:xfrm>
            <a:off x="10744200" y="306324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365760"/>
                </a:moveTo>
                <a:lnTo>
                  <a:pt x="0" y="0"/>
                </a:lnTo>
                <a:lnTo>
                  <a:pt x="308610" y="0"/>
                </a:lnTo>
              </a:path>
            </a:pathLst>
          </a:custGeom>
          <a:noFill/>
          <a:ln w="19812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11144250" y="289179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流程操作、工具使用</a:t>
            </a:r>
            <a:endParaRPr lang="en-US" sz="1400" dirty="0"/>
          </a:p>
        </p:txBody>
      </p:sp>
      <p:sp>
        <p:nvSpPr>
          <p:cNvPr id="61" name="連接線"/>
          <p:cNvSpPr/>
          <p:nvPr/>
        </p:nvSpPr>
        <p:spPr>
          <a:xfrm>
            <a:off x="10744200" y="342900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0"/>
                </a:moveTo>
                <a:lnTo>
                  <a:pt x="0" y="365760"/>
                </a:lnTo>
                <a:lnTo>
                  <a:pt x="308610" y="365760"/>
                </a:lnTo>
              </a:path>
            </a:pathLst>
          </a:custGeom>
          <a:noFill/>
          <a:ln w="19812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11144250" y="362331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標準作業與規範</a:t>
            </a:r>
            <a:endParaRPr lang="en-US" sz="1400" dirty="0"/>
          </a:p>
        </p:txBody>
      </p:sp>
      <p:sp>
        <p:nvSpPr>
          <p:cNvPr id="63" name="線條"/>
          <p:cNvSpPr/>
          <p:nvPr/>
        </p:nvSpPr>
        <p:spPr>
          <a:xfrm>
            <a:off x="10458450" y="5086350"/>
            <a:ext cx="285750" cy="0"/>
          </a:xfrm>
          <a:prstGeom prst="line">
            <a:avLst/>
          </a:prstGeom>
          <a:noFill/>
          <a:ln w="19812">
            <a:solidFill>
              <a:srgbClr val="8C8C8C"/>
            </a:solidFill>
            <a:prstDash val="solid"/>
          </a:ln>
        </p:spPr>
      </p:sp>
      <p:sp>
        <p:nvSpPr>
          <p:cNvPr id="64" name="連接線"/>
          <p:cNvSpPr/>
          <p:nvPr/>
        </p:nvSpPr>
        <p:spPr>
          <a:xfrm>
            <a:off x="10744200" y="472059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365760"/>
                </a:moveTo>
                <a:lnTo>
                  <a:pt x="0" y="0"/>
                </a:lnTo>
                <a:lnTo>
                  <a:pt x="308610" y="0"/>
                </a:lnTo>
              </a:path>
            </a:pathLst>
          </a:custGeom>
          <a:noFill/>
          <a:ln w="19812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11144250" y="454914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表達、傾聽、協調</a:t>
            </a:r>
            <a:endParaRPr lang="en-US" sz="1400" dirty="0"/>
          </a:p>
        </p:txBody>
      </p:sp>
      <p:sp>
        <p:nvSpPr>
          <p:cNvPr id="66" name="連接線"/>
          <p:cNvSpPr/>
          <p:nvPr/>
        </p:nvSpPr>
        <p:spPr>
          <a:xfrm>
            <a:off x="10744200" y="508635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0"/>
                </a:moveTo>
                <a:lnTo>
                  <a:pt x="0" y="365760"/>
                </a:lnTo>
                <a:lnTo>
                  <a:pt x="308610" y="365760"/>
                </a:lnTo>
              </a:path>
            </a:pathLst>
          </a:custGeom>
          <a:noFill/>
          <a:ln w="19812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11144250" y="528066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提案、談判、領導</a:t>
            </a:r>
            <a:endParaRPr lang="en-US" sz="1400" dirty="0"/>
          </a:p>
        </p:txBody>
      </p:sp>
      <p:sp>
        <p:nvSpPr>
          <p:cNvPr id="68" name="線條"/>
          <p:cNvSpPr/>
          <p:nvPr/>
        </p:nvSpPr>
        <p:spPr>
          <a:xfrm>
            <a:off x="10458450" y="6743700"/>
            <a:ext cx="285750" cy="0"/>
          </a:xfrm>
          <a:prstGeom prst="line">
            <a:avLst/>
          </a:prstGeom>
          <a:noFill/>
          <a:ln w="19812">
            <a:solidFill>
              <a:srgbClr val="8C8C8C"/>
            </a:solidFill>
            <a:prstDash val="solid"/>
          </a:ln>
        </p:spPr>
      </p:sp>
      <p:sp>
        <p:nvSpPr>
          <p:cNvPr id="69" name="連接線"/>
          <p:cNvSpPr/>
          <p:nvPr/>
        </p:nvSpPr>
        <p:spPr>
          <a:xfrm>
            <a:off x="10744200" y="637794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365760"/>
                </a:moveTo>
                <a:lnTo>
                  <a:pt x="0" y="0"/>
                </a:lnTo>
                <a:lnTo>
                  <a:pt x="308610" y="0"/>
                </a:lnTo>
              </a:path>
            </a:pathLst>
          </a:custGeom>
          <a:noFill/>
          <a:ln w="19812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11144250" y="620649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結構思考、問題解決</a:t>
            </a:r>
            <a:endParaRPr lang="en-US" sz="1400" dirty="0"/>
          </a:p>
        </p:txBody>
      </p:sp>
      <p:sp>
        <p:nvSpPr>
          <p:cNvPr id="71" name="連接線"/>
          <p:cNvSpPr/>
          <p:nvPr/>
        </p:nvSpPr>
        <p:spPr>
          <a:xfrm>
            <a:off x="10744200" y="674370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0"/>
                </a:moveTo>
                <a:lnTo>
                  <a:pt x="0" y="365760"/>
                </a:lnTo>
                <a:lnTo>
                  <a:pt x="308610" y="365760"/>
                </a:lnTo>
              </a:path>
            </a:pathLst>
          </a:custGeom>
          <a:noFill/>
          <a:ln w="19812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11144250" y="693801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資源整合、創新</a:t>
            </a:r>
            <a:endParaRPr lang="en-US" sz="1400" dirty="0"/>
          </a:p>
        </p:txBody>
      </p:sp>
      <p:sp>
        <p:nvSpPr>
          <p:cNvPr id="73" name="漸隱直條"/>
          <p:cNvSpPr/>
          <p:nvPr/>
        </p:nvSpPr>
        <p:spPr>
          <a:xfrm>
            <a:off x="14167485" y="2810637"/>
            <a:ext cx="217170" cy="4391406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漸隱直條"/>
          <p:cNvSpPr/>
          <p:nvPr/>
        </p:nvSpPr>
        <p:spPr>
          <a:xfrm>
            <a:off x="14167485" y="3175635"/>
            <a:ext cx="217170" cy="3661410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漸隱直條"/>
          <p:cNvSpPr/>
          <p:nvPr/>
        </p:nvSpPr>
        <p:spPr>
          <a:xfrm>
            <a:off x="14167485" y="3540633"/>
            <a:ext cx="217170" cy="2931414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漸隱直條"/>
          <p:cNvSpPr/>
          <p:nvPr/>
        </p:nvSpPr>
        <p:spPr>
          <a:xfrm>
            <a:off x="14167485" y="3905631"/>
            <a:ext cx="217170" cy="2201418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漸隱直條"/>
          <p:cNvSpPr/>
          <p:nvPr/>
        </p:nvSpPr>
        <p:spPr>
          <a:xfrm>
            <a:off x="14167485" y="4270629"/>
            <a:ext cx="217170" cy="1471422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漸隱直條"/>
          <p:cNvSpPr/>
          <p:nvPr/>
        </p:nvSpPr>
        <p:spPr>
          <a:xfrm>
            <a:off x="14167485" y="4635627"/>
            <a:ext cx="217170" cy="741426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14058900" y="2571750"/>
            <a:ext cx="434340" cy="238887"/>
          </a:xfrm>
          <a:custGeom>
            <a:avLst/>
            <a:gdLst/>
            <a:ahLst/>
            <a:cxnLst/>
            <a:rect l="l" t="t" r="r" b="b"/>
            <a:pathLst>
              <a:path w="434340" h="238887">
                <a:moveTo>
                  <a:pt x="0" y="238887"/>
                </a:moveTo>
                <a:lnTo>
                  <a:pt x="217170" y="0"/>
                </a:lnTo>
                <a:lnTo>
                  <a:pt x="434340" y="238887"/>
                </a:lnTo>
                <a:close/>
              </a:path>
            </a:pathLst>
          </a:cu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14058900" y="7190613"/>
            <a:ext cx="434340" cy="238887"/>
          </a:xfrm>
          <a:custGeom>
            <a:avLst/>
            <a:gdLst/>
            <a:ahLst/>
            <a:cxnLst/>
            <a:rect l="l" t="t" r="r" b="b"/>
            <a:pathLst>
              <a:path w="434340" h="238887">
                <a:moveTo>
                  <a:pt x="0" y="0"/>
                </a:moveTo>
                <a:lnTo>
                  <a:pt x="434340" y="0"/>
                </a:lnTo>
                <a:lnTo>
                  <a:pt x="217170" y="238887"/>
                </a:lnTo>
                <a:close/>
              </a:path>
            </a:pathLst>
          </a:custGeom>
          <a:solidFill>
            <a:srgbClr val="A6A6A6">
              <a:alpha val="50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12973050" y="2194560"/>
            <a:ext cx="16002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情境限定</a:t>
            </a:r>
            <a:endParaRPr lang="en-US" sz="1250" dirty="0"/>
          </a:p>
        </p:txBody>
      </p:sp>
      <p:sp>
        <p:nvSpPr>
          <p:cNvPr id="82" name="Text 80"/>
          <p:cNvSpPr/>
          <p:nvPr/>
        </p:nvSpPr>
        <p:spPr>
          <a:xfrm>
            <a:off x="12973050" y="7486650"/>
            <a:ext cx="16002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跨域通用</a:t>
            </a:r>
            <a:endParaRPr lang="en-US" sz="1250" dirty="0"/>
          </a:p>
        </p:txBody>
      </p:sp>
      <p:sp>
        <p:nvSpPr>
          <p:cNvPr id="83" name="Text 81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青綠科技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84" name="Text 82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/ 14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精緻圖解元件庫 · 青綠科技</dc:title>
  <dc:subject>PptxGenJS Presentation</dc:subject>
  <dc:creator>PPT Style Studio</dc:creator>
  <cp:lastModifiedBy>PPT Style Studio</cp:lastModifiedBy>
  <cp:revision>1</cp:revision>
  <dcterms:created xsi:type="dcterms:W3CDTF">2026-10-09T04:47:39Z</dcterms:created>
  <dcterms:modified xsi:type="dcterms:W3CDTF">2026-10-09T04:47:39Z</dcterms:modified>
</cp:coreProperties>
</file>