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4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50" dirty="0"/>
          </a:p>
        </p:txBody>
      </p:sp>
      <p:sp>
        <p:nvSpPr>
          <p:cNvPr id="5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6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7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1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2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3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E60012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3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39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0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1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4D4D4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750" dirty="0"/>
          </a:p>
        </p:txBody>
      </p:sp>
      <p:sp>
        <p:nvSpPr>
          <p:cNvPr id="53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5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7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3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6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8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0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E60012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1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2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6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9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0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1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E60012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4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ln w="19812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6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8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E8E8E8"/>
          </a:solidFill>
          <a:ln/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0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ln w="11938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E8E8E8"/>
            </a:solidFill>
            <a:ln/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3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5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9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0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1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4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8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0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3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5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9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2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5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8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1" name="Text 12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7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7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8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9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0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9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0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0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1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3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7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8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E60012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E8E8E8"/>
            </a:solidFill>
            <a:ln/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8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9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7813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8" name="Text 9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24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4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9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0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E60012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8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8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9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6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7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8" name="Text 10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11938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250" dirty="0"/>
          </a:p>
        </p:txBody>
      </p:sp>
      <p:sp>
        <p:nvSpPr>
          <p:cNvPr id="44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60020"/>
                </a:lnTo>
                <a:arcTo hR="160020" wR="160020" stAng="10800000" swAng="5400000"/>
                <a:lnTo>
                  <a:pt x="1325880" y="0"/>
                </a:lnTo>
                <a:arcTo hR="160020" wR="16002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250" dirty="0"/>
          </a:p>
        </p:txBody>
      </p:sp>
      <p:sp>
        <p:nvSpPr>
          <p:cNvPr id="50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1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2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3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250" dirty="0"/>
          </a:p>
        </p:txBody>
      </p:sp>
      <p:sp>
        <p:nvSpPr>
          <p:cNvPr id="56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7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58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0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4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8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1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5" name="Text 73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250" dirty="0"/>
          </a:p>
        </p:txBody>
      </p:sp>
      <p:sp>
        <p:nvSpPr>
          <p:cNvPr id="76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7" name="三角形"/>
          <p:cNvSpPr/>
          <p:nvPr/>
        </p:nvSpPr>
        <p:spPr>
          <a:xfrm>
            <a:off x="98393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9" name="三角形"/>
          <p:cNvSpPr/>
          <p:nvPr/>
        </p:nvSpPr>
        <p:spPr>
          <a:xfrm>
            <a:off x="111347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4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7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0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1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60020"/>
                </a:lnTo>
                <a:arcTo hR="160020" wR="160020" stAng="10800000" swAng="5400000"/>
                <a:lnTo>
                  <a:pt x="4103370" y="0"/>
                </a:lnTo>
                <a:arcTo hR="160020" wR="16002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8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2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3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6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1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5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7" name="三角形"/>
          <p:cNvSpPr/>
          <p:nvPr/>
        </p:nvSpPr>
        <p:spPr>
          <a:xfrm>
            <a:off x="9947148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12321921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9027414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三角形"/>
          <p:cNvSpPr/>
          <p:nvPr/>
        </p:nvSpPr>
        <p:spPr>
          <a:xfrm>
            <a:off x="10432161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6" name="三角形"/>
          <p:cNvSpPr/>
          <p:nvPr/>
        </p:nvSpPr>
        <p:spPr>
          <a:xfrm>
            <a:off x="11836908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13241655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1" name="三角形"/>
          <p:cNvSpPr/>
          <p:nvPr/>
        </p:nvSpPr>
        <p:spPr>
          <a:xfrm>
            <a:off x="935345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3" name="三角形"/>
          <p:cNvSpPr/>
          <p:nvPr/>
        </p:nvSpPr>
        <p:spPr>
          <a:xfrm>
            <a:off x="1113453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5" name="三角形"/>
          <p:cNvSpPr/>
          <p:nvPr/>
        </p:nvSpPr>
        <p:spPr>
          <a:xfrm>
            <a:off x="12915614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2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4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0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6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7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2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0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1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6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8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2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4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9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4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6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750" dirty="0"/>
          </a:p>
        </p:txBody>
      </p:sp>
      <p:sp>
        <p:nvSpPr>
          <p:cNvPr id="8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0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2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E8E8E8"/>
          </a:solidFill>
          <a:ln/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4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0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1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3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E8E8E8"/>
          </a:solidFill>
          <a:ln/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4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1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9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1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4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7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0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4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7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0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4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4900" dirty="0"/>
          </a:p>
        </p:txBody>
      </p:sp>
      <p:sp>
        <p:nvSpPr>
          <p:cNvPr id="6" name="Text 4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7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4900" dirty="0"/>
          </a:p>
        </p:txBody>
      </p:sp>
      <p:sp>
        <p:nvSpPr>
          <p:cNvPr id="12" name="Text 10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3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6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7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E60012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1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4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750" dirty="0"/>
          </a:p>
        </p:txBody>
      </p:sp>
      <p:sp>
        <p:nvSpPr>
          <p:cNvPr id="6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750" dirty="0"/>
          </a:p>
        </p:txBody>
      </p:sp>
      <p:sp>
        <p:nvSpPr>
          <p:cNvPr id="9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4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750" dirty="0"/>
          </a:p>
        </p:txBody>
      </p:sp>
      <p:sp>
        <p:nvSpPr>
          <p:cNvPr id="17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3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ln w="19812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7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38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0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5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0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388620"/>
            <a:ext cx="131445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594360" y="1211580"/>
            <a:ext cx="1257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4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5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E60012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0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29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0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1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3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4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5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7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8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39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3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4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6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49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0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4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59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1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4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9812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6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5" name="Text 73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6" name="線條"/>
          <p:cNvSpPr/>
          <p:nvPr/>
        </p:nvSpPr>
        <p:spPr>
          <a:xfrm>
            <a:off x="457200" y="7943850"/>
            <a:ext cx="14325219" cy="0"/>
          </a:xfrm>
          <a:prstGeom prst="line">
            <a:avLst/>
          </a:prstGeom>
          <a:noFill/>
          <a:ln w="19812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2026-10-09T02:33:48Z</dcterms:created>
  <dcterms:modified xsi:type="dcterms:W3CDTF">2026-10-09T02:33:48Z</dcterms:modified>
</cp:coreProperties>
</file>