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685800" y="206311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7" name="流程方塊"/>
          <p:cNvSpPr/>
          <p:nvPr/>
        </p:nvSpPr>
        <p:spPr>
          <a:xfrm>
            <a:off x="2497700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8" name="圖說"/>
          <p:cNvSpPr/>
          <p:nvPr/>
        </p:nvSpPr>
        <p:spPr>
          <a:xfrm>
            <a:off x="2343150" y="24974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9" name="流程方塊"/>
          <p:cNvSpPr/>
          <p:nvPr/>
        </p:nvSpPr>
        <p:spPr>
          <a:xfrm>
            <a:off x="4246980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06045" dist="30353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0" name="圖說"/>
          <p:cNvSpPr/>
          <p:nvPr/>
        </p:nvSpPr>
        <p:spPr>
          <a:xfrm>
            <a:off x="4092430" y="24974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11" name="流程方塊"/>
          <p:cNvSpPr/>
          <p:nvPr/>
        </p:nvSpPr>
        <p:spPr>
          <a:xfrm>
            <a:off x="5996260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DEE7F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2" name="圖說"/>
          <p:cNvSpPr/>
          <p:nvPr/>
        </p:nvSpPr>
        <p:spPr>
          <a:xfrm>
            <a:off x="5841710" y="24974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3" name="流程方塊"/>
          <p:cNvSpPr/>
          <p:nvPr/>
        </p:nvSpPr>
        <p:spPr>
          <a:xfrm>
            <a:off x="7745540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4" name="圖說"/>
          <p:cNvSpPr/>
          <p:nvPr/>
        </p:nvSpPr>
        <p:spPr>
          <a:xfrm>
            <a:off x="7590990" y="24974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5" name="流程方塊"/>
          <p:cNvSpPr/>
          <p:nvPr/>
        </p:nvSpPr>
        <p:spPr>
          <a:xfrm>
            <a:off x="9494819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7813">
            <a:solidFill>
              <a:srgbClr val="1F4E79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6" name="圖說"/>
          <p:cNvSpPr/>
          <p:nvPr/>
        </p:nvSpPr>
        <p:spPr>
          <a:xfrm>
            <a:off x="9340269" y="24974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7" name="流程方塊"/>
          <p:cNvSpPr/>
          <p:nvPr/>
        </p:nvSpPr>
        <p:spPr>
          <a:xfrm>
            <a:off x="11244099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8" name="圖說"/>
          <p:cNvSpPr/>
          <p:nvPr/>
        </p:nvSpPr>
        <p:spPr>
          <a:xfrm>
            <a:off x="11089549" y="24974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9" name="流程方塊"/>
          <p:cNvSpPr/>
          <p:nvPr/>
        </p:nvSpPr>
        <p:spPr>
          <a:xfrm>
            <a:off x="12993379" y="1977390"/>
            <a:ext cx="1371600" cy="48006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20" name="圖說"/>
          <p:cNvSpPr/>
          <p:nvPr/>
        </p:nvSpPr>
        <p:spPr>
          <a:xfrm>
            <a:off x="12838829" y="24974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21" name="線條"/>
          <p:cNvSpPr/>
          <p:nvPr/>
        </p:nvSpPr>
        <p:spPr>
          <a:xfrm>
            <a:off x="685800" y="27146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685800" y="29203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3" name="判斷菱形"/>
          <p:cNvSpPr/>
          <p:nvPr/>
        </p:nvSpPr>
        <p:spPr>
          <a:xfrm>
            <a:off x="2583425" y="27774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4" name="圖說"/>
          <p:cNvSpPr/>
          <p:nvPr/>
        </p:nvSpPr>
        <p:spPr>
          <a:xfrm>
            <a:off x="2343150" y="34118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5" name="判斷菱形"/>
          <p:cNvSpPr/>
          <p:nvPr/>
        </p:nvSpPr>
        <p:spPr>
          <a:xfrm>
            <a:off x="4332705" y="27774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6" name="圖說"/>
          <p:cNvSpPr/>
          <p:nvPr/>
        </p:nvSpPr>
        <p:spPr>
          <a:xfrm>
            <a:off x="4092430" y="34118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7" name="判斷菱形"/>
          <p:cNvSpPr/>
          <p:nvPr/>
        </p:nvSpPr>
        <p:spPr>
          <a:xfrm>
            <a:off x="6081985" y="2777490"/>
            <a:ext cx="1200150" cy="594360"/>
          </a:xfrm>
          <a:prstGeom prst="diamond">
            <a:avLst/>
          </a:prstGeom>
          <a:solidFill>
            <a:srgbClr val="DEE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8" name="圖說"/>
          <p:cNvSpPr/>
          <p:nvPr/>
        </p:nvSpPr>
        <p:spPr>
          <a:xfrm>
            <a:off x="5841710" y="34118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9" name="判斷菱形"/>
          <p:cNvSpPr/>
          <p:nvPr/>
        </p:nvSpPr>
        <p:spPr>
          <a:xfrm>
            <a:off x="7831265" y="27774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0" name="圖說"/>
          <p:cNvSpPr/>
          <p:nvPr/>
        </p:nvSpPr>
        <p:spPr>
          <a:xfrm>
            <a:off x="7590990" y="34118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31" name="判斷菱形"/>
          <p:cNvSpPr/>
          <p:nvPr/>
        </p:nvSpPr>
        <p:spPr>
          <a:xfrm>
            <a:off x="9580544" y="2777490"/>
            <a:ext cx="1200150" cy="594360"/>
          </a:xfrm>
          <a:prstGeom prst="diamond">
            <a:avLst/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2" name="圖說"/>
          <p:cNvSpPr/>
          <p:nvPr/>
        </p:nvSpPr>
        <p:spPr>
          <a:xfrm>
            <a:off x="9340269" y="34118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3" name="判斷菱形"/>
          <p:cNvSpPr/>
          <p:nvPr/>
        </p:nvSpPr>
        <p:spPr>
          <a:xfrm>
            <a:off x="11329824" y="27774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4" name="圖說"/>
          <p:cNvSpPr/>
          <p:nvPr/>
        </p:nvSpPr>
        <p:spPr>
          <a:xfrm>
            <a:off x="11089549" y="34118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777490"/>
            <a:ext cx="1394460" cy="594360"/>
            <a:chOff x="12913369" y="2777490"/>
            <a:chExt cx="1394460" cy="594360"/>
          </a:xfrm>
        </p:grpSpPr>
        <p:sp>
          <p:nvSpPr>
            <p:cNvPr id="35" name="判斷菱形"/>
            <p:cNvSpPr/>
            <p:nvPr/>
          </p:nvSpPr>
          <p:spPr>
            <a:xfrm>
              <a:off x="12913369" y="27774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1F4E7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3622029" y="3074670"/>
              <a:ext cx="685800" cy="0"/>
            </a:xfrm>
            <a:prstGeom prst="line">
              <a:avLst/>
            </a:prstGeom>
            <a:noFill/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13644889" y="2846070"/>
              <a:ext cx="3429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2838829" y="34118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685800" y="36290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685800" y="375475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41" name="開始／結束"/>
          <p:cNvSpPr/>
          <p:nvPr/>
        </p:nvSpPr>
        <p:spPr>
          <a:xfrm>
            <a:off x="249770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1F4E79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2" name="圖說"/>
          <p:cNvSpPr/>
          <p:nvPr/>
        </p:nvSpPr>
        <p:spPr>
          <a:xfrm>
            <a:off x="2343150" y="41662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3" name="開始／結束"/>
          <p:cNvSpPr/>
          <p:nvPr/>
        </p:nvSpPr>
        <p:spPr>
          <a:xfrm>
            <a:off x="424698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4" name="圖說"/>
          <p:cNvSpPr/>
          <p:nvPr/>
        </p:nvSpPr>
        <p:spPr>
          <a:xfrm>
            <a:off x="4092430" y="41662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5" name="開始／結束"/>
          <p:cNvSpPr/>
          <p:nvPr/>
        </p:nvSpPr>
        <p:spPr>
          <a:xfrm>
            <a:off x="599626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6" name="圖說"/>
          <p:cNvSpPr/>
          <p:nvPr/>
        </p:nvSpPr>
        <p:spPr>
          <a:xfrm>
            <a:off x="5841710" y="41662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7" name="開始／結束"/>
          <p:cNvSpPr/>
          <p:nvPr/>
        </p:nvSpPr>
        <p:spPr>
          <a:xfrm>
            <a:off x="7745540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96012" dist="27432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8" name="圖說"/>
          <p:cNvSpPr/>
          <p:nvPr/>
        </p:nvSpPr>
        <p:spPr>
          <a:xfrm>
            <a:off x="7590990" y="41662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9" name="開始／結束"/>
          <p:cNvSpPr/>
          <p:nvPr/>
        </p:nvSpPr>
        <p:spPr>
          <a:xfrm>
            <a:off x="9494819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0" name="圖說"/>
          <p:cNvSpPr/>
          <p:nvPr/>
        </p:nvSpPr>
        <p:spPr>
          <a:xfrm>
            <a:off x="9340269" y="41662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51" name="開始／結束"/>
          <p:cNvSpPr/>
          <p:nvPr/>
        </p:nvSpPr>
        <p:spPr>
          <a:xfrm>
            <a:off x="11244099" y="36918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2" name="圖說"/>
          <p:cNvSpPr/>
          <p:nvPr/>
        </p:nvSpPr>
        <p:spPr>
          <a:xfrm>
            <a:off x="11089549" y="41662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1050" dirty="0"/>
          </a:p>
        </p:txBody>
      </p:sp>
      <p:sp>
        <p:nvSpPr>
          <p:cNvPr id="53" name="線條"/>
          <p:cNvSpPr/>
          <p:nvPr/>
        </p:nvSpPr>
        <p:spPr>
          <a:xfrm>
            <a:off x="685800" y="43834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685800" y="45205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750" dirty="0"/>
          </a:p>
        </p:txBody>
      </p:sp>
      <p:sp>
        <p:nvSpPr>
          <p:cNvPr id="55" name="線條"/>
          <p:cNvSpPr/>
          <p:nvPr/>
        </p:nvSpPr>
        <p:spPr>
          <a:xfrm>
            <a:off x="2520560" y="4674870"/>
            <a:ext cx="1325880" cy="0"/>
          </a:xfrm>
          <a:prstGeom prst="line">
            <a:avLst/>
          </a:prstGeom>
          <a:noFill/>
          <a:ln w="19812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56" name="圖說"/>
          <p:cNvSpPr/>
          <p:nvPr/>
        </p:nvSpPr>
        <p:spPr>
          <a:xfrm>
            <a:off x="2343150" y="49434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7" name="線條"/>
          <p:cNvSpPr/>
          <p:nvPr/>
        </p:nvSpPr>
        <p:spPr>
          <a:xfrm>
            <a:off x="4269840" y="4674870"/>
            <a:ext cx="1325880" cy="0"/>
          </a:xfrm>
          <a:prstGeom prst="line">
            <a:avLst/>
          </a:prstGeom>
          <a:noFill/>
          <a:ln w="35687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4092430" y="49434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9" name="連接線"/>
          <p:cNvSpPr/>
          <p:nvPr/>
        </p:nvSpPr>
        <p:spPr>
          <a:xfrm>
            <a:off x="6019120" y="45034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5841710" y="49434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61" name="線條"/>
          <p:cNvSpPr/>
          <p:nvPr/>
        </p:nvSpPr>
        <p:spPr>
          <a:xfrm>
            <a:off x="7768400" y="4674870"/>
            <a:ext cx="1325880" cy="0"/>
          </a:xfrm>
          <a:prstGeom prst="line">
            <a:avLst/>
          </a:prstGeom>
          <a:noFill/>
          <a:ln w="19812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7590990" y="49434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3" name="線條"/>
          <p:cNvSpPr/>
          <p:nvPr/>
        </p:nvSpPr>
        <p:spPr>
          <a:xfrm>
            <a:off x="9517679" y="4674870"/>
            <a:ext cx="1325880" cy="0"/>
          </a:xfrm>
          <a:prstGeom prst="line">
            <a:avLst/>
          </a:prstGeom>
          <a:noFill/>
          <a:ln w="19812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4" name="圖說"/>
          <p:cNvSpPr/>
          <p:nvPr/>
        </p:nvSpPr>
        <p:spPr>
          <a:xfrm>
            <a:off x="9340269" y="49434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514850"/>
            <a:ext cx="800100" cy="320040"/>
            <a:chOff x="11518419" y="4514850"/>
            <a:chExt cx="800100" cy="320040"/>
          </a:xfrm>
        </p:grpSpPr>
        <p:sp>
          <p:nvSpPr>
            <p:cNvPr id="65" name="三角分隔"/>
            <p:cNvSpPr/>
            <p:nvPr/>
          </p:nvSpPr>
          <p:spPr>
            <a:xfrm>
              <a:off x="11518419" y="45491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12135639" y="45148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1F4E7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11089549" y="49434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8" name="區塊箭頭"/>
          <p:cNvSpPr/>
          <p:nvPr/>
        </p:nvSpPr>
        <p:spPr>
          <a:xfrm>
            <a:off x="13050529" y="44462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12838829" y="494347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70" name="線條"/>
          <p:cNvSpPr/>
          <p:nvPr/>
        </p:nvSpPr>
        <p:spPr>
          <a:xfrm>
            <a:off x="685800" y="516064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685800" y="532066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72" name="警示方塊"/>
          <p:cNvSpPr/>
          <p:nvPr/>
        </p:nvSpPr>
        <p:spPr>
          <a:xfrm>
            <a:off x="2497700" y="52235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23876">
            <a:solidFill>
              <a:srgbClr val="C0504D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3" name="圖說"/>
          <p:cNvSpPr/>
          <p:nvPr/>
        </p:nvSpPr>
        <p:spPr>
          <a:xfrm>
            <a:off x="2343150" y="5766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4" name="警示方塊"/>
          <p:cNvSpPr/>
          <p:nvPr/>
        </p:nvSpPr>
        <p:spPr>
          <a:xfrm>
            <a:off x="4246980" y="52235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5" name="圖說"/>
          <p:cNvSpPr/>
          <p:nvPr/>
        </p:nvSpPr>
        <p:spPr>
          <a:xfrm>
            <a:off x="4092430" y="5766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6" name="警示方塊"/>
          <p:cNvSpPr/>
          <p:nvPr/>
        </p:nvSpPr>
        <p:spPr>
          <a:xfrm>
            <a:off x="5996260" y="5223510"/>
            <a:ext cx="1371600" cy="502920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7" name="圖說"/>
          <p:cNvSpPr/>
          <p:nvPr/>
        </p:nvSpPr>
        <p:spPr>
          <a:xfrm>
            <a:off x="5841710" y="5766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218481"/>
            <a:ext cx="595055" cy="512978"/>
            <a:chOff x="8133812" y="5218481"/>
            <a:chExt cx="595055" cy="512978"/>
          </a:xfrm>
        </p:grpSpPr>
        <p:sp>
          <p:nvSpPr>
            <p:cNvPr id="78" name="警告三角"/>
            <p:cNvSpPr/>
            <p:nvPr/>
          </p:nvSpPr>
          <p:spPr>
            <a:xfrm>
              <a:off x="8133812" y="52184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C0504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8133812" y="5372374"/>
              <a:ext cx="595055" cy="348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7590990" y="5766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81" name="錯誤標記"/>
          <p:cNvSpPr/>
          <p:nvPr/>
        </p:nvSpPr>
        <p:spPr>
          <a:xfrm>
            <a:off x="9974422" y="5268773"/>
            <a:ext cx="412394" cy="412394"/>
          </a:xfrm>
          <a:prstGeom prst="ellipse">
            <a:avLst/>
          </a:prstGeom>
          <a:solidFill>
            <a:srgbClr val="C050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2" name="圖說"/>
          <p:cNvSpPr/>
          <p:nvPr/>
        </p:nvSpPr>
        <p:spPr>
          <a:xfrm>
            <a:off x="9340269" y="5766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149215"/>
            <a:ext cx="1445895" cy="577215"/>
            <a:chOff x="11244099" y="5149215"/>
            <a:chExt cx="1445895" cy="577215"/>
          </a:xfrm>
        </p:grpSpPr>
        <p:sp>
          <p:nvSpPr>
            <p:cNvPr id="83" name="流程方塊"/>
            <p:cNvSpPr/>
            <p:nvPr/>
          </p:nvSpPr>
          <p:spPr>
            <a:xfrm>
              <a:off x="11244099" y="5223510"/>
              <a:ext cx="1371600" cy="50292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12495684" y="5149215"/>
              <a:ext cx="194310" cy="194310"/>
            </a:xfrm>
            <a:prstGeom prst="ellipse">
              <a:avLst/>
            </a:prstGeom>
            <a:solidFill>
              <a:srgbClr val="C0504D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11089549" y="5766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6" name="連接線"/>
          <p:cNvSpPr/>
          <p:nvPr/>
        </p:nvSpPr>
        <p:spPr>
          <a:xfrm>
            <a:off x="13016239" y="52920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ln w="19812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2838829" y="57664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8" name="線條"/>
          <p:cNvSpPr/>
          <p:nvPr/>
        </p:nvSpPr>
        <p:spPr>
          <a:xfrm>
            <a:off x="685800" y="59836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685800" y="624649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750" dirty="0"/>
          </a:p>
        </p:txBody>
      </p:sp>
      <p:sp>
        <p:nvSpPr>
          <p:cNvPr id="90" name="光暈大圓"/>
          <p:cNvSpPr/>
          <p:nvPr/>
        </p:nvSpPr>
        <p:spPr>
          <a:xfrm>
            <a:off x="2829170" y="6046470"/>
            <a:ext cx="708660" cy="70866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9D9D9"/>
            </a:solidFill>
            <a:prstDash val="solid"/>
          </a:ln>
          <a:effectLst>
            <a:outerShdw blurRad="106680" dist="1905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2343150" y="67951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4498440" y="5966460"/>
            <a:ext cx="868680" cy="868680"/>
            <a:chOff x="4498440" y="5966460"/>
            <a:chExt cx="868680" cy="868680"/>
          </a:xfrm>
        </p:grpSpPr>
        <p:sp>
          <p:nvSpPr>
            <p:cNvPr id="92" name="外圈細環"/>
            <p:cNvSpPr/>
            <p:nvPr/>
          </p:nvSpPr>
          <p:spPr>
            <a:xfrm>
              <a:off x="4498440" y="5966460"/>
              <a:ext cx="868680" cy="868680"/>
            </a:xfrm>
            <a:prstGeom prst="ellipse">
              <a:avLst/>
            </a:prstGeom>
            <a:ln w="11938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光暈大圓"/>
            <p:cNvSpPr/>
            <p:nvPr/>
          </p:nvSpPr>
          <p:spPr>
            <a:xfrm>
              <a:off x="4578450" y="6046470"/>
              <a:ext cx="708660" cy="70866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D9D9D9"/>
              </a:solidFill>
              <a:prstDash val="solid"/>
            </a:ln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4092430" y="67951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5" name="外框圓"/>
          <p:cNvSpPr/>
          <p:nvPr/>
        </p:nvSpPr>
        <p:spPr>
          <a:xfrm>
            <a:off x="6327730" y="6046470"/>
            <a:ext cx="708660" cy="7086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5841710" y="67951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7756970" y="6206490"/>
            <a:ext cx="1348740" cy="388620"/>
            <a:chOff x="7756970" y="6206490"/>
            <a:chExt cx="1348740" cy="388620"/>
          </a:xfrm>
        </p:grpSpPr>
        <p:sp>
          <p:nvSpPr>
            <p:cNvPr id="97" name="編號"/>
            <p:cNvSpPr/>
            <p:nvPr/>
          </p:nvSpPr>
          <p:spPr>
            <a:xfrm>
              <a:off x="7756970" y="6206490"/>
              <a:ext cx="388620" cy="388620"/>
            </a:xfrm>
            <a:prstGeom prst="ellipse">
              <a:avLst/>
            </a:prstGeom>
            <a:solidFill>
              <a:srgbClr val="1F4E79"/>
            </a:solidFill>
            <a:ln w="27813">
              <a:solidFill>
                <a:srgbClr val="FFFFFF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25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8237030" y="6206490"/>
              <a:ext cx="388620" cy="388620"/>
            </a:xfrm>
            <a:prstGeom prst="ellipse">
              <a:avLst/>
            </a:prstGeom>
            <a:solidFill>
              <a:srgbClr val="1F4E79"/>
            </a:solidFill>
            <a:ln w="27813">
              <a:solidFill>
                <a:srgbClr val="FFFFFF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25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8717090" y="6206490"/>
              <a:ext cx="388620" cy="388620"/>
            </a:xfrm>
            <a:prstGeom prst="ellipse">
              <a:avLst/>
            </a:prstGeom>
            <a:solidFill>
              <a:srgbClr val="2E75B6"/>
            </a:solidFill>
            <a:ln w="27813">
              <a:solidFill>
                <a:srgbClr val="FFFFFF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25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7590990" y="67951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sp>
        <p:nvSpPr>
          <p:cNvPr id="101" name="標籤"/>
          <p:cNvSpPr/>
          <p:nvPr/>
        </p:nvSpPr>
        <p:spPr>
          <a:xfrm>
            <a:off x="9677750" y="621792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400" dirty="0"/>
          </a:p>
        </p:txBody>
      </p:sp>
      <p:sp>
        <p:nvSpPr>
          <p:cNvPr id="102" name="圖說"/>
          <p:cNvSpPr/>
          <p:nvPr/>
        </p:nvSpPr>
        <p:spPr>
          <a:xfrm>
            <a:off x="9340269" y="67951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11237749" y="6229350"/>
            <a:ext cx="1384300" cy="342900"/>
            <a:chOff x="11237749" y="6229350"/>
            <a:chExt cx="1384300" cy="342900"/>
          </a:xfrm>
        </p:grpSpPr>
        <p:sp>
          <p:nvSpPr>
            <p:cNvPr id="103" name="標籤"/>
            <p:cNvSpPr/>
            <p:nvPr/>
          </p:nvSpPr>
          <p:spPr>
            <a:xfrm>
              <a:off x="11237749" y="6229350"/>
              <a:ext cx="646430" cy="342900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/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11975619" y="6229350"/>
              <a:ext cx="646430" cy="342900"/>
            </a:xfrm>
            <a:prstGeom prst="roundRect">
              <a:avLst>
                <a:gd name="adj" fmla="val 50000"/>
              </a:avLst>
            </a:prstGeom>
            <a:solidFill>
              <a:srgbClr val="E6E6E6"/>
            </a:solidFill>
            <a:ln/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11089549" y="67951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3250554" y="6315075"/>
            <a:ext cx="857250" cy="171450"/>
            <a:chOff x="13250554" y="6315075"/>
            <a:chExt cx="857250" cy="171450"/>
          </a:xfrm>
        </p:grpSpPr>
        <p:sp>
          <p:nvSpPr>
            <p:cNvPr id="106" name="圓點"/>
            <p:cNvSpPr/>
            <p:nvPr/>
          </p:nvSpPr>
          <p:spPr>
            <a:xfrm>
              <a:off x="13250554" y="6315075"/>
              <a:ext cx="171450" cy="17145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13593454" y="6315075"/>
              <a:ext cx="171450" cy="171450"/>
            </a:xfrm>
            <a:prstGeom prst="ellipse">
              <a:avLst/>
            </a:prstGeom>
            <a:solidFill>
              <a:srgbClr val="2E75B6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13936354" y="6315075"/>
              <a:ext cx="171450" cy="171450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12838829" y="679513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10" name="線條"/>
          <p:cNvSpPr/>
          <p:nvPr/>
        </p:nvSpPr>
        <p:spPr>
          <a:xfrm>
            <a:off x="685800" y="70123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685800" y="7183755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2497700" y="7040880"/>
            <a:ext cx="1371600" cy="560070"/>
            <a:chOff x="2497700" y="7040880"/>
            <a:chExt cx="1371600" cy="560070"/>
          </a:xfrm>
        </p:grpSpPr>
        <p:sp>
          <p:nvSpPr>
            <p:cNvPr id="112" name="群組框"/>
            <p:cNvSpPr/>
            <p:nvPr/>
          </p:nvSpPr>
          <p:spPr>
            <a:xfrm>
              <a:off x="2497700" y="7143750"/>
              <a:ext cx="1371600" cy="457200"/>
            </a:xfrm>
            <a:prstGeom prst="roundRect">
              <a:avLst>
                <a:gd name="adj" fmla="val 25000"/>
              </a:avLst>
            </a:prstGeom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2612000" y="7040880"/>
              <a:ext cx="708660" cy="20574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2343150" y="76409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5" name="淺灰面板"/>
          <p:cNvSpPr/>
          <p:nvPr/>
        </p:nvSpPr>
        <p:spPr>
          <a:xfrm>
            <a:off x="4246980" y="70751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4092430" y="76409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sp>
        <p:nvSpPr>
          <p:cNvPr id="117" name="卡片"/>
          <p:cNvSpPr/>
          <p:nvPr/>
        </p:nvSpPr>
        <p:spPr>
          <a:xfrm>
            <a:off x="5996260" y="70751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5841710" y="76409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sp>
        <p:nvSpPr>
          <p:cNvPr id="119" name="卡片"/>
          <p:cNvSpPr/>
          <p:nvPr/>
        </p:nvSpPr>
        <p:spPr>
          <a:xfrm>
            <a:off x="7745540" y="7075170"/>
            <a:ext cx="13716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7590990" y="76409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9494819" y="7075170"/>
            <a:ext cx="1371600" cy="525780"/>
            <a:chOff x="9494819" y="7075170"/>
            <a:chExt cx="1371600" cy="525780"/>
          </a:xfrm>
        </p:grpSpPr>
        <p:sp>
          <p:nvSpPr>
            <p:cNvPr id="121" name="卡片"/>
            <p:cNvSpPr/>
            <p:nvPr/>
          </p:nvSpPr>
          <p:spPr>
            <a:xfrm>
              <a:off x="9494819" y="7075170"/>
              <a:ext cx="1371600" cy="52578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9494819" y="7075170"/>
              <a:ext cx="1371600" cy="182880"/>
            </a:xfrm>
            <a:custGeom>
              <a:avLst/>
              <a:gdLst/>
              <a:ahLst/>
              <a:cxnLst/>
              <a:rect l="l" t="t" r="r" b="b"/>
              <a:pathLst>
                <a:path w="1371600" h="182880">
                  <a:moveTo>
                    <a:pt x="0" y="182880"/>
                  </a:moveTo>
                  <a:lnTo>
                    <a:pt x="0" y="114300"/>
                  </a:lnTo>
                  <a:arcTo hR="114300" wR="114300" stAng="10800000" swAng="5400000"/>
                  <a:lnTo>
                    <a:pt x="1257300" y="0"/>
                  </a:lnTo>
                  <a:arcTo hR="114300" wR="114300" stAng="16200000" swAng="5400000"/>
                  <a:lnTo>
                    <a:pt x="1371600" y="182880"/>
                  </a:lnTo>
                  <a:close/>
                </a:path>
              </a:pathLst>
            </a:custGeom>
            <a:solidFill>
              <a:srgbClr val="1F4E7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9340269" y="76409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11244099" y="7075170"/>
            <a:ext cx="1371600" cy="525780"/>
            <a:chOff x="11244099" y="7075170"/>
            <a:chExt cx="1371600" cy="525780"/>
          </a:xfrm>
        </p:grpSpPr>
        <p:sp>
          <p:nvSpPr>
            <p:cNvPr id="124" name="卡片"/>
            <p:cNvSpPr/>
            <p:nvPr/>
          </p:nvSpPr>
          <p:spPr>
            <a:xfrm>
              <a:off x="11244099" y="70751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11244099" y="7075170"/>
              <a:ext cx="68580" cy="525780"/>
            </a:xfrm>
            <a:prstGeom prst="rect">
              <a:avLst/>
            </a:prstGeom>
            <a:solidFill>
              <a:srgbClr val="2E75B6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11089549" y="76409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3221979" y="7075170"/>
            <a:ext cx="914400" cy="525780"/>
            <a:chOff x="13221979" y="7075170"/>
            <a:chExt cx="914400" cy="525780"/>
          </a:xfrm>
        </p:grpSpPr>
        <p:sp>
          <p:nvSpPr>
            <p:cNvPr id="127" name="寬欄條"/>
            <p:cNvSpPr/>
            <p:nvPr/>
          </p:nvSpPr>
          <p:spPr>
            <a:xfrm>
              <a:off x="13221979" y="7075170"/>
              <a:ext cx="388620" cy="525780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13747759" y="7075170"/>
              <a:ext cx="388620" cy="525780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12838829" y="7640955"/>
            <a:ext cx="16807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30" name="線條"/>
          <p:cNvSpPr/>
          <p:nvPr/>
        </p:nvSpPr>
        <p:spPr>
          <a:xfrm>
            <a:off x="2171700" y="2125980"/>
            <a:ext cx="0" cy="5669280"/>
          </a:xfrm>
          <a:prstGeom prst="line">
            <a:avLst/>
          </a:prstGeom>
          <a:noFill/>
          <a:ln w="8001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32" name="Text 13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059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880110" y="2171700"/>
            <a:ext cx="308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846070"/>
            <a:ext cx="3278410" cy="971550"/>
            <a:chOff x="685800" y="2846070"/>
            <a:chExt cx="3278410" cy="971550"/>
          </a:xfrm>
        </p:grpSpPr>
        <p:sp>
          <p:nvSpPr>
            <p:cNvPr id="9" name="處理"/>
            <p:cNvSpPr/>
            <p:nvPr/>
          </p:nvSpPr>
          <p:spPr>
            <a:xfrm>
              <a:off x="685800" y="333756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960120" y="2846070"/>
              <a:ext cx="297180" cy="297180"/>
            </a:xfrm>
            <a:prstGeom prst="ellipse">
              <a:avLst/>
            </a:prstGeom>
            <a:solidFill>
              <a:srgbClr val="1F4E79"/>
            </a:solidFill>
            <a:ln w="27813">
              <a:solidFill>
                <a:srgbClr val="FFFFFF"/>
              </a:solidFill>
              <a:prstDash val="solid"/>
            </a:ln>
            <a:effectLst>
              <a:outerShdw blurRad="61976" dist="22098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902095" y="333756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2176415" y="2846070"/>
              <a:ext cx="297180" cy="297180"/>
            </a:xfrm>
            <a:prstGeom prst="ellipse">
              <a:avLst/>
            </a:prstGeom>
            <a:solidFill>
              <a:srgbClr val="1F4E79"/>
            </a:solidFill>
            <a:ln w="27813">
              <a:solidFill>
                <a:srgbClr val="FFFFFF"/>
              </a:solidFill>
              <a:prstDash val="solid"/>
            </a:ln>
            <a:effectLst>
              <a:outerShdw blurRad="61976" dist="22098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3118390" y="333756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3392710" y="2846070"/>
              <a:ext cx="297180" cy="297180"/>
            </a:xfrm>
            <a:prstGeom prst="ellipse">
              <a:avLst/>
            </a:prstGeom>
            <a:solidFill>
              <a:srgbClr val="1F4E79"/>
            </a:solidFill>
            <a:ln w="27813">
              <a:solidFill>
                <a:srgbClr val="FFFFFF"/>
              </a:solidFill>
              <a:prstDash val="solid"/>
            </a:ln>
            <a:effectLst>
              <a:outerShdw blurRad="61976" dist="22098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15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17" name="Text 15"/>
          <p:cNvSpPr/>
          <p:nvPr/>
        </p:nvSpPr>
        <p:spPr>
          <a:xfrm>
            <a:off x="4215670" y="22059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4409980" y="2171700"/>
            <a:ext cx="308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19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20" name="處理"/>
            <p:cNvSpPr/>
            <p:nvPr/>
          </p:nvSpPr>
          <p:spPr>
            <a:xfrm>
              <a:off x="4215670" y="2903220"/>
              <a:ext cx="82296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3" name="處理"/>
            <p:cNvSpPr/>
            <p:nvPr/>
          </p:nvSpPr>
          <p:spPr>
            <a:xfrm>
              <a:off x="6648260" y="290322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5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5392960" y="406908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8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7745540" y="22059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7939850" y="2171700"/>
            <a:ext cx="308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31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32" name="處理"/>
            <p:cNvSpPr/>
            <p:nvPr/>
          </p:nvSpPr>
          <p:spPr>
            <a:xfrm>
              <a:off x="7745540" y="304038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8961834" y="304038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10178129" y="304038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19812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11275409" y="22059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11469719" y="2171700"/>
            <a:ext cx="308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41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42" name="處理"/>
            <p:cNvSpPr/>
            <p:nvPr/>
          </p:nvSpPr>
          <p:spPr>
            <a:xfrm>
              <a:off x="11275409" y="3520440"/>
              <a:ext cx="91440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5" name="處理"/>
            <p:cNvSpPr/>
            <p:nvPr/>
          </p:nvSpPr>
          <p:spPr>
            <a:xfrm>
              <a:off x="13845159" y="3520440"/>
              <a:ext cx="708660" cy="480060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7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9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685800" y="50863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880110" y="5052060"/>
            <a:ext cx="308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53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371600" y="5772150"/>
              <a:ext cx="80010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514600" y="6755130"/>
              <a:ext cx="80010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3072670" y="5772150"/>
              <a:ext cx="800100" cy="480060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62" name="Text 60"/>
          <p:cNvSpPr/>
          <p:nvPr/>
        </p:nvSpPr>
        <p:spPr>
          <a:xfrm>
            <a:off x="4215670" y="50863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4409980" y="5052060"/>
            <a:ext cx="308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64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65" name="處理"/>
            <p:cNvSpPr/>
            <p:nvPr/>
          </p:nvSpPr>
          <p:spPr>
            <a:xfrm>
              <a:off x="4215670" y="6229350"/>
              <a:ext cx="64008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1F4E7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5404390" y="570357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5404390" y="6755130"/>
              <a:ext cx="845820" cy="48006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1F4E7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6785420" y="6229350"/>
              <a:ext cx="708660" cy="480060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77" name="Text 75"/>
          <p:cNvSpPr/>
          <p:nvPr/>
        </p:nvSpPr>
        <p:spPr>
          <a:xfrm>
            <a:off x="7745540" y="50863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7939850" y="5052060"/>
            <a:ext cx="308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79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80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8984694" y="6080760"/>
              <a:ext cx="800100" cy="480060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88" name="Text 86"/>
          <p:cNvSpPr/>
          <p:nvPr/>
        </p:nvSpPr>
        <p:spPr>
          <a:xfrm>
            <a:off x="11275409" y="50863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11469719" y="5052060"/>
            <a:ext cx="308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90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91" name="卡片"/>
            <p:cNvSpPr/>
            <p:nvPr/>
          </p:nvSpPr>
          <p:spPr>
            <a:xfrm>
              <a:off x="11275409" y="5737860"/>
              <a:ext cx="1348740" cy="148590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19812">
              <a:solidFill>
                <a:srgbClr val="D9D9D9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94" name="三角形"/>
            <p:cNvSpPr/>
            <p:nvPr/>
          </p:nvSpPr>
          <p:spPr>
            <a:xfrm>
              <a:off x="12828889" y="636651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27813">
              <a:solidFill>
                <a:srgbClr val="1F4E79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99" name="Text 97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13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059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880110" y="2171700"/>
            <a:ext cx="41692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4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6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8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30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2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33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38013" y="22059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5632323" y="2171700"/>
            <a:ext cx="41692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6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0190226" y="22059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10384536" y="2171700"/>
            <a:ext cx="41692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41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42" name="問題"/>
            <p:cNvSpPr/>
            <p:nvPr/>
          </p:nvSpPr>
          <p:spPr>
            <a:xfrm>
              <a:off x="10190226" y="2880360"/>
              <a:ext cx="1165860" cy="1325880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23876">
              <a:solidFill>
                <a:srgbClr val="C0504D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11789093" y="2880360"/>
              <a:ext cx="1165860" cy="1325880"/>
            </a:xfrm>
            <a:prstGeom prst="roundRect">
              <a:avLst>
                <a:gd name="adj" fmla="val 9804"/>
              </a:avLst>
            </a:prstGeom>
            <a:solidFill>
              <a:srgbClr val="E6E6E6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13387959" y="2880360"/>
              <a:ext cx="1165860" cy="1325880"/>
            </a:xfrm>
            <a:prstGeom prst="roundRect">
              <a:avLst>
                <a:gd name="adj" fmla="val 9804"/>
              </a:avLst>
            </a:prstGeom>
            <a:solidFill>
              <a:srgbClr val="1F4E79"/>
            </a:solidFill>
            <a:ln/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BCCAD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47" name="Text 43"/>
          <p:cNvSpPr/>
          <p:nvPr/>
        </p:nvSpPr>
        <p:spPr>
          <a:xfrm>
            <a:off x="685800" y="50634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880110" y="5029200"/>
            <a:ext cx="41692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9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50" name="方案"/>
            <p:cNvSpPr/>
            <p:nvPr/>
          </p:nvSpPr>
          <p:spPr>
            <a:xfrm>
              <a:off x="685800" y="5554980"/>
              <a:ext cx="1363091" cy="205740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27813">
              <a:solidFill>
                <a:srgbClr val="1F4E79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2186051" y="5554980"/>
              <a:ext cx="1363091" cy="457200"/>
            </a:xfrm>
            <a:custGeom>
              <a:avLst/>
              <a:gdLst/>
              <a:ahLst/>
              <a:cxnLst/>
              <a:rect l="l" t="t" r="r" b="b"/>
              <a:pathLst>
                <a:path w="1363091" h="457200">
                  <a:moveTo>
                    <a:pt x="0" y="457200"/>
                  </a:moveTo>
                  <a:lnTo>
                    <a:pt x="0" y="114300"/>
                  </a:lnTo>
                  <a:arcTo hR="114300" wR="114300" stAng="10800000" swAng="5400000"/>
                  <a:lnTo>
                    <a:pt x="1248791" y="0"/>
                  </a:lnTo>
                  <a:arcTo hR="114300" wR="114300" stAng="16200000" swAng="5400000"/>
                  <a:lnTo>
                    <a:pt x="1363091" y="457200"/>
                  </a:lnTo>
                  <a:close/>
                </a:path>
              </a:pathLst>
            </a:custGeom>
            <a:solidFill>
              <a:srgbClr val="1F4E7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BCCAD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2592007" y="7520940"/>
              <a:ext cx="551180" cy="251460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/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9" name="方案"/>
            <p:cNvSpPr/>
            <p:nvPr/>
          </p:nvSpPr>
          <p:spPr>
            <a:xfrm>
              <a:off x="3686302" y="5554980"/>
              <a:ext cx="1363091" cy="205740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6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7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8" name="Text 74"/>
          <p:cNvSpPr/>
          <p:nvPr/>
        </p:nvSpPr>
        <p:spPr>
          <a:xfrm>
            <a:off x="5438013" y="50634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組合名稱"/>
          <p:cNvSpPr/>
          <p:nvPr/>
        </p:nvSpPr>
        <p:spPr>
          <a:xfrm>
            <a:off x="5632323" y="5029200"/>
            <a:ext cx="41692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80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81" name="卡片"/>
            <p:cNvSpPr/>
            <p:nvPr/>
          </p:nvSpPr>
          <p:spPr>
            <a:xfrm>
              <a:off x="5438013" y="5737860"/>
              <a:ext cx="1347851" cy="1554480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9812">
              <a:solidFill>
                <a:srgbClr val="D9D9D9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1F4E7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6945884" y="5737860"/>
              <a:ext cx="1347851" cy="1554480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9812">
              <a:solidFill>
                <a:srgbClr val="D9D9D9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91" name="卡片"/>
            <p:cNvSpPr/>
            <p:nvPr/>
          </p:nvSpPr>
          <p:spPr>
            <a:xfrm>
              <a:off x="8453755" y="5737860"/>
              <a:ext cx="1347851" cy="1554480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9812">
              <a:solidFill>
                <a:srgbClr val="D9D9D9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94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95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6" name="Text 92"/>
          <p:cNvSpPr/>
          <p:nvPr/>
        </p:nvSpPr>
        <p:spPr>
          <a:xfrm>
            <a:off x="10190226" y="50634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組合名稱"/>
          <p:cNvSpPr/>
          <p:nvPr/>
        </p:nvSpPr>
        <p:spPr>
          <a:xfrm>
            <a:off x="10384536" y="5029200"/>
            <a:ext cx="41692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98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99" name="PDCA Plan"/>
            <p:cNvSpPr/>
            <p:nvPr/>
          </p:nvSpPr>
          <p:spPr>
            <a:xfrm>
              <a:off x="10190226" y="5554980"/>
              <a:ext cx="1645920" cy="77724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100" name="PDCA Do"/>
            <p:cNvSpPr/>
            <p:nvPr/>
          </p:nvSpPr>
          <p:spPr>
            <a:xfrm>
              <a:off x="12907899" y="5554980"/>
              <a:ext cx="1645920" cy="77724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101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102" name="PDCA Act"/>
            <p:cNvSpPr/>
            <p:nvPr/>
          </p:nvSpPr>
          <p:spPr>
            <a:xfrm>
              <a:off x="10190226" y="6835140"/>
              <a:ext cx="1645920" cy="777240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23876">
              <a:solidFill>
                <a:srgbClr val="1F4E79"/>
              </a:solidFill>
              <a:prstDash val="solid"/>
            </a:ln>
            <a:effectLst>
              <a:outerShdw blurRad="66675" dist="23876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103" name="連接線"/>
            <p:cNvCxnSpPr>
              <a:stCxn id="99" idx="3"/>
              <a:endCxn id="100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4" name="連接線"/>
            <p:cNvCxnSpPr>
              <a:stCxn id="100" idx="2"/>
              <a:endCxn id="101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5" name="連接線"/>
            <p:cNvCxnSpPr>
              <a:stCxn id="101" idx="1"/>
              <a:endCxn id="102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6" name="連接線"/>
            <p:cNvCxnSpPr>
              <a:stCxn id="102" idx="0"/>
              <a:endCxn id="99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19812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107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08" name="Text 104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9" name="Text 105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色彩、字級與元件語言一覽：淺灰畫布＋白色大外框圓與柔和光暈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6092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#1F4E79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7447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#1F3864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6314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DEE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#DEE7F1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5181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#2E75B6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2915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1782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06490" y="2914650"/>
            <a:ext cx="617220" cy="617220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15050" y="3611880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69330" y="3863340"/>
            <a:ext cx="891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449199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80110" y="4434840"/>
            <a:ext cx="6092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35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36pt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1525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09560" y="2228850"/>
            <a:ext cx="66442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43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1.25pt＋陰影</a:t>
            </a:r>
            <a:endParaRPr lang="en-US" sz="1250" dirty="0"/>
          </a:p>
        </p:txBody>
      </p:sp>
      <p:sp>
        <p:nvSpPr>
          <p:cNvPr id="46" name="卡片"/>
          <p:cNvSpPr/>
          <p:nvPr/>
        </p:nvSpPr>
        <p:spPr>
          <a:xfrm>
            <a:off x="8858250" y="2960370"/>
            <a:ext cx="1657350" cy="59436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10744200" y="2960370"/>
            <a:ext cx="1485900" cy="59436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744200" y="2960370"/>
            <a:ext cx="1485900" cy="205740"/>
          </a:xfrm>
          <a:custGeom>
            <a:avLst/>
            <a:gdLst/>
            <a:ahLst/>
            <a:cxnLst/>
            <a:rect l="l" t="t" r="r" b="b"/>
            <a:pathLst>
              <a:path w="1485900" h="205740">
                <a:moveTo>
                  <a:pt x="0" y="205740"/>
                </a:moveTo>
                <a:lnTo>
                  <a:pt x="0" y="114300"/>
                </a:lnTo>
                <a:arcTo hR="114300" wR="114300" stAng="10800000" swAng="5400000"/>
                <a:lnTo>
                  <a:pt x="1371600" y="0"/>
                </a:lnTo>
                <a:arcTo hR="114300" wR="114300" stAng="16200000" swAng="5400000"/>
                <a:lnTo>
                  <a:pt x="1485900" y="205740"/>
                </a:lnTo>
                <a:close/>
              </a:path>
            </a:pathLst>
          </a:cu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全圓角膠囊</a:t>
            </a:r>
            <a:endParaRPr lang="en-US" sz="1250" dirty="0"/>
          </a:p>
        </p:txBody>
      </p:sp>
      <p:sp>
        <p:nvSpPr>
          <p:cNvPr id="52" name="標籤"/>
          <p:cNvSpPr/>
          <p:nvPr/>
        </p:nvSpPr>
        <p:spPr>
          <a:xfrm>
            <a:off x="8858250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53" name="標籤"/>
          <p:cNvSpPr/>
          <p:nvPr/>
        </p:nvSpPr>
        <p:spPr>
          <a:xfrm>
            <a:off x="9683648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54" name="標籤"/>
          <p:cNvSpPr/>
          <p:nvPr/>
        </p:nvSpPr>
        <p:spPr>
          <a:xfrm>
            <a:off x="10509047" y="3886200"/>
            <a:ext cx="688238" cy="36576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55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實心圓＋白環</a:t>
            </a:r>
            <a:endParaRPr lang="en-US" sz="1250" dirty="0"/>
          </a:p>
        </p:txBody>
      </p:sp>
      <p:sp>
        <p:nvSpPr>
          <p:cNvPr id="58" name="編號"/>
          <p:cNvSpPr/>
          <p:nvPr/>
        </p:nvSpPr>
        <p:spPr>
          <a:xfrm>
            <a:off x="8903970" y="4652010"/>
            <a:ext cx="457200" cy="45720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編號"/>
          <p:cNvSpPr/>
          <p:nvPr/>
        </p:nvSpPr>
        <p:spPr>
          <a:xfrm>
            <a:off x="9612630" y="4652010"/>
            <a:ext cx="457200" cy="45720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60" name="編號"/>
          <p:cNvSpPr/>
          <p:nvPr/>
        </p:nvSpPr>
        <p:spPr>
          <a:xfrm>
            <a:off x="10321290" y="4652010"/>
            <a:ext cx="457200" cy="45720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62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66" name="三角形"/>
          <p:cNvSpPr/>
          <p:nvPr/>
        </p:nvSpPr>
        <p:spPr>
          <a:xfrm>
            <a:off x="9801225" y="5577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68" name="三角形"/>
          <p:cNvSpPr/>
          <p:nvPr/>
        </p:nvSpPr>
        <p:spPr>
          <a:xfrm>
            <a:off x="11172825" y="55778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70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1250" dirty="0"/>
          </a:p>
        </p:txBody>
      </p:sp>
      <p:sp>
        <p:nvSpPr>
          <p:cNvPr id="73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19812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74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漸層 V 形箭號</a:t>
            </a:r>
            <a:endParaRPr lang="en-US" sz="1250" dirty="0"/>
          </a:p>
        </p:txBody>
      </p:sp>
      <p:sp>
        <p:nvSpPr>
          <p:cNvPr id="78" name="流程鏈"/>
          <p:cNvSpPr/>
          <p:nvPr/>
        </p:nvSpPr>
        <p:spPr>
          <a:xfrm>
            <a:off x="8858250" y="7063740"/>
            <a:ext cx="1217981" cy="502920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/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79" name="流程鏈"/>
          <p:cNvSpPr/>
          <p:nvPr/>
        </p:nvSpPr>
        <p:spPr>
          <a:xfrm>
            <a:off x="9963760" y="7063740"/>
            <a:ext cx="1217981" cy="502920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80" name="流程鏈"/>
          <p:cNvSpPr/>
          <p:nvPr/>
        </p:nvSpPr>
        <p:spPr>
          <a:xfrm>
            <a:off x="11069269" y="7063740"/>
            <a:ext cx="1217981" cy="502920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2" name="Text 8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13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685800" y="2343150"/>
            <a:ext cx="4263390" cy="26860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2980" y="2526030"/>
            <a:ext cx="3669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25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2000" dirty="0"/>
          </a:p>
        </p:txBody>
      </p:sp>
      <p:sp>
        <p:nvSpPr>
          <p:cNvPr id="8" name="線條"/>
          <p:cNvSpPr/>
          <p:nvPr/>
        </p:nvSpPr>
        <p:spPr>
          <a:xfrm>
            <a:off x="982980" y="314325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" y="3326130"/>
            <a:ext cx="366903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10" name="卡片"/>
          <p:cNvSpPr/>
          <p:nvPr/>
        </p:nvSpPr>
        <p:spPr>
          <a:xfrm>
            <a:off x="5488115" y="2343150"/>
            <a:ext cx="4263390" cy="26860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85295" y="2526030"/>
            <a:ext cx="3669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12" name="線條"/>
          <p:cNvSpPr/>
          <p:nvPr/>
        </p:nvSpPr>
        <p:spPr>
          <a:xfrm>
            <a:off x="5785295" y="314325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5295" y="3326130"/>
            <a:ext cx="366903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4" name="標籤"/>
          <p:cNvSpPr/>
          <p:nvPr/>
        </p:nvSpPr>
        <p:spPr>
          <a:xfrm>
            <a:off x="8567865" y="2183130"/>
            <a:ext cx="932180" cy="3200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5" name="卡片"/>
          <p:cNvSpPr/>
          <p:nvPr/>
        </p:nvSpPr>
        <p:spPr>
          <a:xfrm>
            <a:off x="10290429" y="2343150"/>
            <a:ext cx="4263390" cy="26860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表頭"/>
          <p:cNvSpPr/>
          <p:nvPr/>
        </p:nvSpPr>
        <p:spPr>
          <a:xfrm>
            <a:off x="10290429" y="2343150"/>
            <a:ext cx="4263390" cy="662940"/>
          </a:xfrm>
          <a:custGeom>
            <a:avLst/>
            <a:gdLst/>
            <a:ahLst/>
            <a:cxnLst/>
            <a:rect l="l" t="t" r="r" b="b"/>
            <a:pathLst>
              <a:path w="4263390" h="662940">
                <a:moveTo>
                  <a:pt x="0" y="662940"/>
                </a:moveTo>
                <a:lnTo>
                  <a:pt x="0" y="114300"/>
                </a:lnTo>
                <a:arcTo hR="114300" wR="114300" stAng="10800000" swAng="5400000"/>
                <a:lnTo>
                  <a:pt x="4149090" y="0"/>
                </a:lnTo>
                <a:arcTo hR="114300" wR="114300" stAng="16200000" swAng="5400000"/>
                <a:lnTo>
                  <a:pt x="4263390" y="662940"/>
                </a:lnTo>
                <a:close/>
              </a:path>
            </a:pathLst>
          </a:cu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7721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80110" y="5715000"/>
            <a:ext cx="7806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4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5" name="標籤"/>
          <p:cNvSpPr/>
          <p:nvPr/>
        </p:nvSpPr>
        <p:spPr>
          <a:xfrm>
            <a:off x="685800" y="637794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27" name="標籤"/>
          <p:cNvSpPr/>
          <p:nvPr/>
        </p:nvSpPr>
        <p:spPr>
          <a:xfrm>
            <a:off x="685800" y="68580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29" name="標籤"/>
          <p:cNvSpPr/>
          <p:nvPr/>
        </p:nvSpPr>
        <p:spPr>
          <a:xfrm>
            <a:off x="685800" y="733806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144000" y="57721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38310" y="5715000"/>
            <a:ext cx="52155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33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13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13673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685800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10" name="標籤"/>
          <p:cNvSpPr/>
          <p:nvPr/>
        </p:nvSpPr>
        <p:spPr>
          <a:xfrm>
            <a:off x="2219046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11" name="標籤"/>
          <p:cNvSpPr/>
          <p:nvPr/>
        </p:nvSpPr>
        <p:spPr>
          <a:xfrm>
            <a:off x="3752291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2" name="標籤"/>
          <p:cNvSpPr/>
          <p:nvPr/>
        </p:nvSpPr>
        <p:spPr>
          <a:xfrm>
            <a:off x="5285537" y="2914650"/>
            <a:ext cx="1190346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61682" y="2914650"/>
            <a:ext cx="10287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4" name="標籤"/>
          <p:cNvSpPr/>
          <p:nvPr/>
        </p:nvSpPr>
        <p:spPr>
          <a:xfrm>
            <a:off x="807608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5" name="標籤"/>
          <p:cNvSpPr/>
          <p:nvPr/>
        </p:nvSpPr>
        <p:spPr>
          <a:xfrm>
            <a:off x="886221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16" name="標籤"/>
          <p:cNvSpPr/>
          <p:nvPr/>
        </p:nvSpPr>
        <p:spPr>
          <a:xfrm>
            <a:off x="9648342" y="2960370"/>
            <a:ext cx="614680" cy="3429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0110" y="3829050"/>
            <a:ext cx="4137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685800" y="458343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21" name="標籤"/>
          <p:cNvSpPr/>
          <p:nvPr/>
        </p:nvSpPr>
        <p:spPr>
          <a:xfrm>
            <a:off x="685800" y="529209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22" name="標籤"/>
          <p:cNvSpPr/>
          <p:nvPr/>
        </p:nvSpPr>
        <p:spPr>
          <a:xfrm>
            <a:off x="685800" y="600075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23" name="標籤"/>
          <p:cNvSpPr/>
          <p:nvPr/>
        </p:nvSpPr>
        <p:spPr>
          <a:xfrm>
            <a:off x="685800" y="6709410"/>
            <a:ext cx="33147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453825" y="38862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48134" y="3829050"/>
            <a:ext cx="4137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5499544" y="4594860"/>
            <a:ext cx="480060" cy="48006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50" dirty="0"/>
          </a:p>
        </p:txBody>
      </p:sp>
      <p:sp>
        <p:nvSpPr>
          <p:cNvPr id="28" name="編號"/>
          <p:cNvSpPr/>
          <p:nvPr/>
        </p:nvSpPr>
        <p:spPr>
          <a:xfrm>
            <a:off x="6208205" y="4594860"/>
            <a:ext cx="480060" cy="48006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50" dirty="0"/>
          </a:p>
        </p:txBody>
      </p:sp>
      <p:sp>
        <p:nvSpPr>
          <p:cNvPr id="29" name="編號"/>
          <p:cNvSpPr/>
          <p:nvPr/>
        </p:nvSpPr>
        <p:spPr>
          <a:xfrm>
            <a:off x="6916865" y="4594860"/>
            <a:ext cx="480060" cy="48006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編號"/>
          <p:cNvSpPr/>
          <p:nvPr/>
        </p:nvSpPr>
        <p:spPr>
          <a:xfrm>
            <a:off x="7625524" y="4594860"/>
            <a:ext cx="480060" cy="480060"/>
          </a:xfrm>
          <a:prstGeom prst="ellipse">
            <a:avLst/>
          </a:prstGeom>
          <a:solidFill>
            <a:srgbClr val="2E75B6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50" dirty="0"/>
          </a:p>
        </p:txBody>
      </p:sp>
      <p:sp>
        <p:nvSpPr>
          <p:cNvPr id="31" name="編號"/>
          <p:cNvSpPr/>
          <p:nvPr/>
        </p:nvSpPr>
        <p:spPr>
          <a:xfrm>
            <a:off x="5533835" y="5646420"/>
            <a:ext cx="411480" cy="4114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34" name="編號"/>
          <p:cNvSpPr/>
          <p:nvPr/>
        </p:nvSpPr>
        <p:spPr>
          <a:xfrm>
            <a:off x="5533835" y="6355080"/>
            <a:ext cx="411480" cy="4114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5533835" y="7063740"/>
            <a:ext cx="411480" cy="4114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21849" y="38862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416159" y="3829050"/>
            <a:ext cx="4137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42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45" name="Text 43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46" name="Text 44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47" name="Text 45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13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6206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外圈細環"/>
          <p:cNvSpPr/>
          <p:nvPr/>
        </p:nvSpPr>
        <p:spPr>
          <a:xfrm>
            <a:off x="2228850" y="2857500"/>
            <a:ext cx="3314700" cy="3314700"/>
          </a:xfrm>
          <a:prstGeom prst="ellipse">
            <a:avLst/>
          </a:prstGeom>
          <a:ln w="11938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光暈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9D9D9"/>
            </a:solidFill>
            <a:prstDash val="solid"/>
          </a:ln>
          <a:effectLst>
            <a:outerShdw blurRad="254000" dist="3175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5150" dirty="0"/>
          </a:p>
        </p:txBody>
      </p:sp>
      <p:sp>
        <p:nvSpPr>
          <p:cNvPr id="12" name="Text 10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3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1F4E79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4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1F4E79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5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1F4E79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8670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81010" y="2228850"/>
            <a:ext cx="6472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8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9" name="流程鏈"/>
          <p:cNvSpPr/>
          <p:nvPr/>
        </p:nvSpPr>
        <p:spPr>
          <a:xfrm>
            <a:off x="7886700" y="2994660"/>
            <a:ext cx="2374163" cy="822960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/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20" name="流程鏈"/>
          <p:cNvSpPr/>
          <p:nvPr/>
        </p:nvSpPr>
        <p:spPr>
          <a:xfrm>
            <a:off x="10033178" y="2994660"/>
            <a:ext cx="2374163" cy="822960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21" name="流程鏈"/>
          <p:cNvSpPr/>
          <p:nvPr/>
        </p:nvSpPr>
        <p:spPr>
          <a:xfrm>
            <a:off x="12179656" y="2994660"/>
            <a:ext cx="2374163" cy="822960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22" name="流程鏈"/>
          <p:cNvSpPr/>
          <p:nvPr/>
        </p:nvSpPr>
        <p:spPr>
          <a:xfrm>
            <a:off x="7886700" y="4400550"/>
            <a:ext cx="1462903" cy="640080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/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23" name="流程鏈"/>
          <p:cNvSpPr/>
          <p:nvPr/>
        </p:nvSpPr>
        <p:spPr>
          <a:xfrm>
            <a:off x="9187754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376187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24" name="流程鏈"/>
          <p:cNvSpPr/>
          <p:nvPr/>
        </p:nvSpPr>
        <p:spPr>
          <a:xfrm>
            <a:off x="10488808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25" name="流程鏈"/>
          <p:cNvSpPr/>
          <p:nvPr/>
        </p:nvSpPr>
        <p:spPr>
          <a:xfrm>
            <a:off x="11789862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6686A3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26" name="流程鏈"/>
          <p:cNvSpPr/>
          <p:nvPr/>
        </p:nvSpPr>
        <p:spPr>
          <a:xfrm>
            <a:off x="13090916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27" name="流程鏈"/>
          <p:cNvSpPr/>
          <p:nvPr/>
        </p:nvSpPr>
        <p:spPr>
          <a:xfrm>
            <a:off x="7886700" y="5657850"/>
            <a:ext cx="1788166" cy="640080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/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28" name="流程鏈"/>
          <p:cNvSpPr/>
          <p:nvPr/>
        </p:nvSpPr>
        <p:spPr>
          <a:xfrm>
            <a:off x="9513018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3E678C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29" name="流程鏈"/>
          <p:cNvSpPr/>
          <p:nvPr/>
        </p:nvSpPr>
        <p:spPr>
          <a:xfrm>
            <a:off x="11139335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5E809F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30" name="流程鏈"/>
          <p:cNvSpPr/>
          <p:nvPr/>
        </p:nvSpPr>
        <p:spPr>
          <a:xfrm>
            <a:off x="12765653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7886700" y="6423660"/>
            <a:ext cx="1788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13018" y="6423660"/>
            <a:ext cx="1788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139335" y="6423660"/>
            <a:ext cx="1788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765653" y="6423660"/>
            <a:ext cx="1788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13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2998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685800" y="350901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0" name="處理"/>
          <p:cNvSpPr/>
          <p:nvPr/>
        </p:nvSpPr>
        <p:spPr>
          <a:xfrm>
            <a:off x="2849785" y="350901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12" name="Text 10"/>
          <p:cNvSpPr/>
          <p:nvPr/>
        </p:nvSpPr>
        <p:spPr>
          <a:xfrm>
            <a:off x="4244245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38555" y="2228850"/>
            <a:ext cx="2998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4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4244245" y="308610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處理"/>
          <p:cNvSpPr/>
          <p:nvPr/>
        </p:nvSpPr>
        <p:spPr>
          <a:xfrm>
            <a:off x="6408230" y="422910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18" name="Text 16"/>
          <p:cNvSpPr/>
          <p:nvPr/>
        </p:nvSpPr>
        <p:spPr>
          <a:xfrm>
            <a:off x="780269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97000" y="2228850"/>
            <a:ext cx="2998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7802690" y="350901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2" name="處理"/>
          <p:cNvSpPr/>
          <p:nvPr/>
        </p:nvSpPr>
        <p:spPr>
          <a:xfrm>
            <a:off x="9966674" y="350901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19812">
            <a:solidFill>
              <a:srgbClr val="7F7F7F"/>
            </a:solidFill>
            <a:prstDash val="sysDot"/>
            <a:tailEnd type="triangle" w="lg" len="lg"/>
          </a:ln>
        </p:spPr>
      </p:cxnSp>
      <p:sp>
        <p:nvSpPr>
          <p:cNvPr id="24" name="Text 22"/>
          <p:cNvSpPr/>
          <p:nvPr/>
        </p:nvSpPr>
        <p:spPr>
          <a:xfrm>
            <a:off x="11361134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555444" y="2228850"/>
            <a:ext cx="2998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11361134" y="405765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8" name="處理"/>
          <p:cNvSpPr/>
          <p:nvPr/>
        </p:nvSpPr>
        <p:spPr>
          <a:xfrm>
            <a:off x="13525119" y="405765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9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ln w="19812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800" y="49720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80110" y="4914900"/>
            <a:ext cx="2998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32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34" name="三角形"/>
          <p:cNvSpPr/>
          <p:nvPr/>
        </p:nvSpPr>
        <p:spPr>
          <a:xfrm>
            <a:off x="1575411" y="6343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6" name="三角形"/>
          <p:cNvSpPr/>
          <p:nvPr/>
        </p:nvSpPr>
        <p:spPr>
          <a:xfrm>
            <a:off x="2817424" y="6343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4244245" y="49720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38555" y="4914900"/>
            <a:ext cx="2998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40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4244245" y="619506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2" name="處理"/>
          <p:cNvSpPr/>
          <p:nvPr/>
        </p:nvSpPr>
        <p:spPr>
          <a:xfrm>
            <a:off x="6408230" y="619506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43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802690" y="49720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997000" y="4914900"/>
            <a:ext cx="2998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48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50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577A9B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51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2E75B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361134" y="497205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1555444" y="4914900"/>
            <a:ext cx="2998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54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11361134" y="619506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56" name="處理"/>
          <p:cNvSpPr/>
          <p:nvPr/>
        </p:nvSpPr>
        <p:spPr>
          <a:xfrm>
            <a:off x="13525119" y="571500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57" name="處理"/>
          <p:cNvSpPr/>
          <p:nvPr/>
        </p:nvSpPr>
        <p:spPr>
          <a:xfrm>
            <a:off x="13525119" y="6675120"/>
            <a:ext cx="1028700" cy="52578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58" name="連接線"/>
          <p:cNvCxnSpPr>
            <a:stCxn id="55" idx="3"/>
            <a:endCxn id="56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59" name="連接線"/>
          <p:cNvCxnSpPr>
            <a:stCxn id="55" idx="3"/>
            <a:endCxn id="57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60" name="Text 58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13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8" name="處理"/>
          <p:cNvSpPr/>
          <p:nvPr/>
        </p:nvSpPr>
        <p:spPr>
          <a:xfrm>
            <a:off x="3238405" y="2731770"/>
            <a:ext cx="1828800" cy="82296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10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DEE7F1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2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4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6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85800" y="476631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80110" y="4709160"/>
            <a:ext cx="13673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20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2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3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DEE7F1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4" name="處理"/>
          <p:cNvSpPr/>
          <p:nvPr/>
        </p:nvSpPr>
        <p:spPr>
          <a:xfrm>
            <a:off x="8126501" y="5497830"/>
            <a:ext cx="1828800" cy="77724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5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6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32" name="Text 30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3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19812">
            <a:solidFill>
              <a:srgbClr val="7F7F7F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19812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36" name="Text 34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13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0110" y="2228850"/>
            <a:ext cx="6320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8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685800" y="4743450"/>
            <a:ext cx="93726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10" name="處理"/>
          <p:cNvSpPr/>
          <p:nvPr/>
        </p:nvSpPr>
        <p:spPr>
          <a:xfrm>
            <a:off x="2343150" y="3829050"/>
            <a:ext cx="105156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11" name="處理"/>
          <p:cNvSpPr/>
          <p:nvPr/>
        </p:nvSpPr>
        <p:spPr>
          <a:xfrm>
            <a:off x="2343150" y="5657850"/>
            <a:ext cx="105156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2" name="處理"/>
          <p:cNvSpPr/>
          <p:nvPr/>
        </p:nvSpPr>
        <p:spPr>
          <a:xfrm>
            <a:off x="4114800" y="4743450"/>
            <a:ext cx="937260" cy="5715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3" name="處理"/>
          <p:cNvSpPr/>
          <p:nvPr/>
        </p:nvSpPr>
        <p:spPr>
          <a:xfrm>
            <a:off x="5772150" y="3257550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5772150" y="4743450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5" name="處理"/>
          <p:cNvSpPr/>
          <p:nvPr/>
        </p:nvSpPr>
        <p:spPr>
          <a:xfrm>
            <a:off x="5772150" y="6229350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6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19812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22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1525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09560" y="2228850"/>
            <a:ext cx="3177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1F4E79"/>
          </a:solidFill>
          <a:ln w="31750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9" name="標籤"/>
          <p:cNvSpPr/>
          <p:nvPr/>
        </p:nvSpPr>
        <p:spPr>
          <a:xfrm>
            <a:off x="8186420" y="403479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9969500" y="403479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31" name="標籤"/>
          <p:cNvSpPr/>
          <p:nvPr/>
        </p:nvSpPr>
        <p:spPr>
          <a:xfrm>
            <a:off x="8186420" y="568071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32" name="標籤"/>
          <p:cNvSpPr/>
          <p:nvPr/>
        </p:nvSpPr>
        <p:spPr>
          <a:xfrm>
            <a:off x="9969500" y="5680710"/>
            <a:ext cx="646430" cy="3429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544300" y="2286000"/>
            <a:ext cx="5715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738610" y="2228850"/>
            <a:ext cx="281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39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42" name="寬欄條"/>
          <p:cNvSpPr/>
          <p:nvPr/>
        </p:nvSpPr>
        <p:spPr>
          <a:xfrm>
            <a:off x="12687300" y="3257550"/>
            <a:ext cx="70866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13658850" y="3257550"/>
            <a:ext cx="70866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12778740" y="3737610"/>
            <a:ext cx="525780" cy="5257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650" dirty="0"/>
          </a:p>
        </p:txBody>
      </p:sp>
      <p:sp>
        <p:nvSpPr>
          <p:cNvPr id="46" name="編號"/>
          <p:cNvSpPr/>
          <p:nvPr/>
        </p:nvSpPr>
        <p:spPr>
          <a:xfrm>
            <a:off x="13750290" y="3737610"/>
            <a:ext cx="525780" cy="5257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12778740" y="4937760"/>
            <a:ext cx="525780" cy="5257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650" dirty="0"/>
          </a:p>
        </p:txBody>
      </p:sp>
      <p:sp>
        <p:nvSpPr>
          <p:cNvPr id="49" name="編號"/>
          <p:cNvSpPr/>
          <p:nvPr/>
        </p:nvSpPr>
        <p:spPr>
          <a:xfrm>
            <a:off x="13750290" y="4937760"/>
            <a:ext cx="525780" cy="5257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12778740" y="6137910"/>
            <a:ext cx="525780" cy="5257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50" dirty="0"/>
          </a:p>
        </p:txBody>
      </p:sp>
      <p:sp>
        <p:nvSpPr>
          <p:cNvPr id="52" name="編號"/>
          <p:cNvSpPr/>
          <p:nvPr/>
        </p:nvSpPr>
        <p:spPr>
          <a:xfrm>
            <a:off x="13750290" y="6137910"/>
            <a:ext cx="525780" cy="52578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13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外圈細環"/>
          <p:cNvSpPr/>
          <p:nvPr/>
        </p:nvSpPr>
        <p:spPr>
          <a:xfrm>
            <a:off x="1431227" y="2205990"/>
            <a:ext cx="3131820" cy="3131820"/>
          </a:xfrm>
          <a:prstGeom prst="ellipse">
            <a:avLst/>
          </a:prstGeom>
          <a:ln w="11938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光暈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9D9D9"/>
            </a:solidFill>
            <a:prstDash val="solid"/>
          </a:ln>
          <a:effectLst>
            <a:outerShdw blurRad="254000" dist="3175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10" name="外圈細環"/>
          <p:cNvSpPr/>
          <p:nvPr/>
        </p:nvSpPr>
        <p:spPr>
          <a:xfrm>
            <a:off x="6053900" y="2205990"/>
            <a:ext cx="3131820" cy="3131820"/>
          </a:xfrm>
          <a:prstGeom prst="ellipse">
            <a:avLst/>
          </a:prstGeom>
          <a:ln w="11938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光暈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9D9D9"/>
            </a:solidFill>
            <a:prstDash val="solid"/>
          </a:ln>
          <a:effectLst>
            <a:outerShdw blurRad="254000" dist="3175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4" name="外圈細環"/>
          <p:cNvSpPr/>
          <p:nvPr/>
        </p:nvSpPr>
        <p:spPr>
          <a:xfrm>
            <a:off x="10676573" y="2205990"/>
            <a:ext cx="3131820" cy="3131820"/>
          </a:xfrm>
          <a:prstGeom prst="ellipse">
            <a:avLst/>
          </a:prstGeom>
          <a:ln w="11938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光暈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9D9D9"/>
            </a:solidFill>
            <a:prstDash val="solid"/>
          </a:ln>
          <a:effectLst>
            <a:outerShdw blurRad="254000" dist="3175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4900" dirty="0"/>
          </a:p>
        </p:txBody>
      </p:sp>
      <p:sp>
        <p:nvSpPr>
          <p:cNvPr id="17" name="Text 15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8" name="三角形"/>
          <p:cNvSpPr/>
          <p:nvPr/>
        </p:nvSpPr>
        <p:spPr>
          <a:xfrm>
            <a:off x="5205603" y="3634740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0" y="0"/>
                </a:moveTo>
                <a:lnTo>
                  <a:pt x="205740" y="137160"/>
                </a:lnTo>
                <a:lnTo>
                  <a:pt x="0" y="27432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9828276" y="3634740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0" y="0"/>
                </a:moveTo>
                <a:lnTo>
                  <a:pt x="205740" y="137160"/>
                </a:lnTo>
                <a:lnTo>
                  <a:pt x="0" y="27432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1F4E79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21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1F4E79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22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1F4E79"/>
          </a:solidFill>
          <a:ln w="39751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6" name="標籤"/>
          <p:cNvSpPr/>
          <p:nvPr/>
        </p:nvSpPr>
        <p:spPr>
          <a:xfrm>
            <a:off x="1682687" y="57150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7" name="標籤"/>
          <p:cNvSpPr/>
          <p:nvPr/>
        </p:nvSpPr>
        <p:spPr>
          <a:xfrm>
            <a:off x="1682687" y="634365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8" name="標籤"/>
          <p:cNvSpPr/>
          <p:nvPr/>
        </p:nvSpPr>
        <p:spPr>
          <a:xfrm>
            <a:off x="1682687" y="69723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9" name="標籤"/>
          <p:cNvSpPr/>
          <p:nvPr/>
        </p:nvSpPr>
        <p:spPr>
          <a:xfrm>
            <a:off x="10928033" y="57150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30" name="標籤"/>
          <p:cNvSpPr/>
          <p:nvPr/>
        </p:nvSpPr>
        <p:spPr>
          <a:xfrm>
            <a:off x="10928033" y="634365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31" name="標籤"/>
          <p:cNvSpPr/>
          <p:nvPr/>
        </p:nvSpPr>
        <p:spPr>
          <a:xfrm>
            <a:off x="10928033" y="6972300"/>
            <a:ext cx="2628900" cy="4800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13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685800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750" dirty="0"/>
          </a:p>
        </p:txBody>
      </p:sp>
      <p:sp>
        <p:nvSpPr>
          <p:cNvPr id="8" name="三角形"/>
          <p:cNvSpPr/>
          <p:nvPr/>
        </p:nvSpPr>
        <p:spPr>
          <a:xfrm>
            <a:off x="3215945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3564560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750" dirty="0"/>
          </a:p>
        </p:txBody>
      </p:sp>
      <p:sp>
        <p:nvSpPr>
          <p:cNvPr id="11" name="三角形"/>
          <p:cNvSpPr/>
          <p:nvPr/>
        </p:nvSpPr>
        <p:spPr>
          <a:xfrm>
            <a:off x="6094705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6443320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1F4E79"/>
          </a:solidFill>
          <a:ln/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BCCA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3" name="三角形"/>
          <p:cNvSpPr/>
          <p:nvPr/>
        </p:nvSpPr>
        <p:spPr>
          <a:xfrm>
            <a:off x="8973464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9322079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750" dirty="0"/>
          </a:p>
        </p:txBody>
      </p:sp>
      <p:sp>
        <p:nvSpPr>
          <p:cNvPr id="16" name="三角形"/>
          <p:cNvSpPr/>
          <p:nvPr/>
        </p:nvSpPr>
        <p:spPr>
          <a:xfrm>
            <a:off x="11852224" y="532638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0"/>
                </a:moveTo>
                <a:lnTo>
                  <a:pt x="171450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12200839" y="4914900"/>
            <a:ext cx="2352980" cy="10515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750" dirty="0"/>
          </a:p>
        </p:txBody>
      </p:sp>
      <p:sp>
        <p:nvSpPr>
          <p:cNvPr id="19" name="卡片"/>
          <p:cNvSpPr/>
          <p:nvPr/>
        </p:nvSpPr>
        <p:spPr>
          <a:xfrm>
            <a:off x="6443320" y="2286000"/>
            <a:ext cx="235298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21" name="卡片"/>
          <p:cNvSpPr/>
          <p:nvPr/>
        </p:nvSpPr>
        <p:spPr>
          <a:xfrm>
            <a:off x="3335960" y="3486150"/>
            <a:ext cx="1929443" cy="82296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750" dirty="0"/>
          </a:p>
        </p:txBody>
      </p:sp>
      <p:sp>
        <p:nvSpPr>
          <p:cNvPr id="23" name="卡片"/>
          <p:cNvSpPr/>
          <p:nvPr/>
        </p:nvSpPr>
        <p:spPr>
          <a:xfrm>
            <a:off x="9974216" y="3486150"/>
            <a:ext cx="1929443" cy="82296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750" dirty="0"/>
          </a:p>
        </p:txBody>
      </p:sp>
      <p:sp>
        <p:nvSpPr>
          <p:cNvPr id="25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ln w="19812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ln w="19812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19812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685800" y="233172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編號"/>
          <p:cNvSpPr/>
          <p:nvPr/>
        </p:nvSpPr>
        <p:spPr>
          <a:xfrm>
            <a:off x="1154430" y="233172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1657350" y="23431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31" name="編號"/>
          <p:cNvSpPr/>
          <p:nvPr/>
        </p:nvSpPr>
        <p:spPr>
          <a:xfrm>
            <a:off x="685800" y="290322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編號"/>
          <p:cNvSpPr/>
          <p:nvPr/>
        </p:nvSpPr>
        <p:spPr>
          <a:xfrm>
            <a:off x="1154430" y="290322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標籤"/>
          <p:cNvSpPr/>
          <p:nvPr/>
        </p:nvSpPr>
        <p:spPr>
          <a:xfrm>
            <a:off x="1657350" y="29146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34" name="編號"/>
          <p:cNvSpPr/>
          <p:nvPr/>
        </p:nvSpPr>
        <p:spPr>
          <a:xfrm>
            <a:off x="12086539" y="233172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編號"/>
          <p:cNvSpPr/>
          <p:nvPr/>
        </p:nvSpPr>
        <p:spPr>
          <a:xfrm>
            <a:off x="12555169" y="233172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標籤"/>
          <p:cNvSpPr/>
          <p:nvPr/>
        </p:nvSpPr>
        <p:spPr>
          <a:xfrm>
            <a:off x="13058089" y="23431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12086539" y="290322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編號"/>
          <p:cNvSpPr/>
          <p:nvPr/>
        </p:nvSpPr>
        <p:spPr>
          <a:xfrm>
            <a:off x="12555169" y="290322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標籤"/>
          <p:cNvSpPr/>
          <p:nvPr/>
        </p:nvSpPr>
        <p:spPr>
          <a:xfrm>
            <a:off x="13058089" y="291465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40" name="卡片"/>
          <p:cNvSpPr/>
          <p:nvPr/>
        </p:nvSpPr>
        <p:spPr>
          <a:xfrm>
            <a:off x="685800" y="6343650"/>
            <a:ext cx="13868019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42" name="編號"/>
          <p:cNvSpPr/>
          <p:nvPr/>
        </p:nvSpPr>
        <p:spPr>
          <a:xfrm>
            <a:off x="1430658" y="726948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400" dirty="0"/>
          </a:p>
        </p:txBody>
      </p:sp>
      <p:sp>
        <p:nvSpPr>
          <p:cNvPr id="43" name="編號"/>
          <p:cNvSpPr/>
          <p:nvPr/>
        </p:nvSpPr>
        <p:spPr>
          <a:xfrm>
            <a:off x="1899288" y="726948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標籤"/>
          <p:cNvSpPr/>
          <p:nvPr/>
        </p:nvSpPr>
        <p:spPr>
          <a:xfrm>
            <a:off x="2402208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4897663" y="726948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400" dirty="0"/>
          </a:p>
        </p:txBody>
      </p:sp>
      <p:sp>
        <p:nvSpPr>
          <p:cNvPr id="46" name="編號"/>
          <p:cNvSpPr/>
          <p:nvPr/>
        </p:nvSpPr>
        <p:spPr>
          <a:xfrm>
            <a:off x="5366293" y="726948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400" dirty="0"/>
          </a:p>
        </p:txBody>
      </p:sp>
      <p:sp>
        <p:nvSpPr>
          <p:cNvPr id="47" name="標籤"/>
          <p:cNvSpPr/>
          <p:nvPr/>
        </p:nvSpPr>
        <p:spPr>
          <a:xfrm>
            <a:off x="5869213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8598983" y="726948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400" dirty="0"/>
          </a:p>
        </p:txBody>
      </p:sp>
      <p:sp>
        <p:nvSpPr>
          <p:cNvPr id="49" name="標籤"/>
          <p:cNvSpPr/>
          <p:nvPr/>
        </p:nvSpPr>
        <p:spPr>
          <a:xfrm>
            <a:off x="9101903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11831672" y="726948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12300302" y="7269480"/>
            <a:ext cx="388620" cy="38862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  <p:sp>
        <p:nvSpPr>
          <p:cNvPr id="52" name="標籤"/>
          <p:cNvSpPr/>
          <p:nvPr/>
        </p:nvSpPr>
        <p:spPr>
          <a:xfrm>
            <a:off x="12803222" y="7280910"/>
            <a:ext cx="1005738" cy="36576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13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85750" y="285750"/>
            <a:ext cx="14668119" cy="80010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480060"/>
            <a:ext cx="1257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2573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28650" cy="685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2E75B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2E75B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2E75B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2E75B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2E75B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2E75B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2E75B6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685800" y="4743450"/>
            <a:ext cx="10858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2343150" y="3749040"/>
            <a:ext cx="1143000" cy="61722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7" name="處理"/>
          <p:cNvSpPr/>
          <p:nvPr/>
        </p:nvSpPr>
        <p:spPr>
          <a:xfrm>
            <a:off x="2343150" y="5806440"/>
            <a:ext cx="1143000" cy="61722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3876">
            <a:solidFill>
              <a:srgbClr val="1F4E79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20" name="處理"/>
          <p:cNvSpPr/>
          <p:nvPr/>
        </p:nvSpPr>
        <p:spPr>
          <a:xfrm>
            <a:off x="4057650" y="4743450"/>
            <a:ext cx="1085850" cy="68580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2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19812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6000750" y="3017520"/>
            <a:ext cx="2286000" cy="82296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31" name="標籤"/>
          <p:cNvSpPr/>
          <p:nvPr/>
        </p:nvSpPr>
        <p:spPr>
          <a:xfrm>
            <a:off x="7500620" y="285750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2" name="標籤"/>
          <p:cNvSpPr/>
          <p:nvPr/>
        </p:nvSpPr>
        <p:spPr>
          <a:xfrm>
            <a:off x="6172200" y="368046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3" name="卡片"/>
          <p:cNvSpPr/>
          <p:nvPr/>
        </p:nvSpPr>
        <p:spPr>
          <a:xfrm>
            <a:off x="6000750" y="4674870"/>
            <a:ext cx="2286000" cy="82296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5" name="標籤"/>
          <p:cNvSpPr/>
          <p:nvPr/>
        </p:nvSpPr>
        <p:spPr>
          <a:xfrm>
            <a:off x="7500620" y="451485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6" name="標籤"/>
          <p:cNvSpPr/>
          <p:nvPr/>
        </p:nvSpPr>
        <p:spPr>
          <a:xfrm>
            <a:off x="6172200" y="533781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37" name="卡片"/>
          <p:cNvSpPr/>
          <p:nvPr/>
        </p:nvSpPr>
        <p:spPr>
          <a:xfrm>
            <a:off x="6000750" y="6332220"/>
            <a:ext cx="2286000" cy="82296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812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39" name="標籤"/>
          <p:cNvSpPr/>
          <p:nvPr/>
        </p:nvSpPr>
        <p:spPr>
          <a:xfrm>
            <a:off x="7500620" y="6172200"/>
            <a:ext cx="614680" cy="3200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40" name="標籤"/>
          <p:cNvSpPr/>
          <p:nvPr/>
        </p:nvSpPr>
        <p:spPr>
          <a:xfrm>
            <a:off x="6172200" y="6995160"/>
            <a:ext cx="773430" cy="32004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41" name="寬欄條"/>
          <p:cNvSpPr/>
          <p:nvPr/>
        </p:nvSpPr>
        <p:spPr>
          <a:xfrm>
            <a:off x="8858250" y="2571750"/>
            <a:ext cx="685800" cy="485775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9772650" y="2571750"/>
            <a:ext cx="685800" cy="485775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8926830" y="3154680"/>
            <a:ext cx="548640" cy="54864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750" dirty="0"/>
          </a:p>
        </p:txBody>
      </p:sp>
      <p:sp>
        <p:nvSpPr>
          <p:cNvPr id="45" name="編號"/>
          <p:cNvSpPr/>
          <p:nvPr/>
        </p:nvSpPr>
        <p:spPr>
          <a:xfrm>
            <a:off x="9841230" y="3154680"/>
            <a:ext cx="548640" cy="54864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750" dirty="0"/>
          </a:p>
        </p:txBody>
      </p:sp>
      <p:sp>
        <p:nvSpPr>
          <p:cNvPr id="46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8926830" y="4812030"/>
            <a:ext cx="548640" cy="54864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750" dirty="0"/>
          </a:p>
        </p:txBody>
      </p:sp>
      <p:sp>
        <p:nvSpPr>
          <p:cNvPr id="48" name="編號"/>
          <p:cNvSpPr/>
          <p:nvPr/>
        </p:nvSpPr>
        <p:spPr>
          <a:xfrm>
            <a:off x="9841230" y="4812030"/>
            <a:ext cx="548640" cy="54864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750" dirty="0"/>
          </a:p>
        </p:txBody>
      </p:sp>
      <p:sp>
        <p:nvSpPr>
          <p:cNvPr id="49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8926830" y="6469380"/>
            <a:ext cx="548640" cy="54864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750" dirty="0"/>
          </a:p>
        </p:txBody>
      </p:sp>
      <p:sp>
        <p:nvSpPr>
          <p:cNvPr id="51" name="編號"/>
          <p:cNvSpPr/>
          <p:nvPr/>
        </p:nvSpPr>
        <p:spPr>
          <a:xfrm>
            <a:off x="9841230" y="6469380"/>
            <a:ext cx="548640" cy="548640"/>
          </a:xfrm>
          <a:prstGeom prst="ellipse">
            <a:avLst/>
          </a:prstGeom>
          <a:solidFill>
            <a:srgbClr val="1F4E79"/>
          </a:solidFill>
          <a:ln w="27813">
            <a:solidFill>
              <a:srgbClr val="FFFFFF"/>
            </a:solidFill>
            <a:prstDash val="solid"/>
          </a:ln>
          <a:effectLst>
            <a:outerShdw blurRad="66675" dist="23876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19812">
            <a:solidFill>
              <a:srgbClr val="7F7F7F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56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58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19812">
            <a:solidFill>
              <a:srgbClr val="7F7F7F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61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3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19812">
            <a:solidFill>
              <a:srgbClr val="7F7F7F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66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ln w="19812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68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85800" y="78867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12839319" y="78867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13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商務深藍卡片</dc:title>
  <dc:subject>PptxGenJS Presentation</dc:subject>
  <dc:creator>PPT Style Studio</dc:creator>
  <cp:lastModifiedBy>PPT Style Studio</cp:lastModifiedBy>
  <cp:revision>1</cp:revision>
  <dcterms:created xsi:type="dcterms:W3CDTF">2026-10-09T02:33:48Z</dcterms:created>
  <dcterms:modified xsi:type="dcterms:W3CDTF">2026-10-09T02:33:48Z</dcterms:modified>
</cp:coreProperties>
</file>