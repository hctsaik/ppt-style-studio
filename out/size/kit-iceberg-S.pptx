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778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2860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25850"/>
            <a:ext cx="541325" cy="541325"/>
            <a:chOff x="2886317" y="3825850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25850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75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21946"/>
                  </a:lnTo>
                  <a:arcTo hR="21946" wR="21946" stAng="10800000" swAng="5400000"/>
                  <a:lnTo>
                    <a:pt x="855878" y="0"/>
                  </a:lnTo>
                  <a:arcTo hR="21946" wR="21946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22387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081504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4062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6327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22387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081504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4062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8089788" y="4147718"/>
              <a:ext cx="351130" cy="0"/>
            </a:xfrm>
            <a:prstGeom prst="line">
              <a:avLst/>
            </a:prstGeom>
            <a:noFill/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778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04687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46103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406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63270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778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21946"/>
                  </a:lnTo>
                  <a:arcTo hR="21946" wR="21946" stAng="10800000" swAng="5400000"/>
                  <a:lnTo>
                    <a:pt x="850433" y="0"/>
                  </a:lnTo>
                  <a:arcTo hR="21946" wR="21946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406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04687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406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46103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300" dirty="0"/>
          </a:p>
        </p:txBody>
      </p:sp>
      <p:sp>
        <p:nvSpPr>
          <p:cNvPr id="6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736" y="108053"/>
                </a:moveTo>
                <a:cubicBezTo>
                  <a:pt x="90467" y="101784"/>
                  <a:pt x="87329" y="93781"/>
                  <a:pt x="87329" y="84037"/>
                </a:cubicBezTo>
                <a:cubicBezTo>
                  <a:pt x="87329" y="74300"/>
                  <a:pt x="90467" y="66312"/>
                  <a:pt x="96736" y="60072"/>
                </a:cubicBezTo>
                <a:cubicBezTo>
                  <a:pt x="103005" y="53840"/>
                  <a:pt x="110994" y="50716"/>
                  <a:pt x="120701" y="50716"/>
                </a:cubicBezTo>
                <a:cubicBezTo>
                  <a:pt x="130408" y="50716"/>
                  <a:pt x="138396" y="53840"/>
                  <a:pt x="144665" y="60072"/>
                </a:cubicBezTo>
                <a:cubicBezTo>
                  <a:pt x="150935" y="66312"/>
                  <a:pt x="154073" y="74300"/>
                  <a:pt x="154073" y="84037"/>
                </a:cubicBezTo>
                <a:cubicBezTo>
                  <a:pt x="154073" y="93781"/>
                  <a:pt x="150935" y="101784"/>
                  <a:pt x="144665" y="108053"/>
                </a:cubicBezTo>
                <a:cubicBezTo>
                  <a:pt x="138396" y="114322"/>
                  <a:pt x="130408" y="117460"/>
                  <a:pt x="120701" y="117460"/>
                </a:cubicBezTo>
                <a:cubicBezTo>
                  <a:pt x="110994" y="117460"/>
                  <a:pt x="103005" y="114322"/>
                  <a:pt x="96736" y="108053"/>
                </a:cubicBezTo>
                <a:close/>
                <a:moveTo>
                  <a:pt x="45266" y="182609"/>
                </a:moveTo>
                <a:lnTo>
                  <a:pt x="45266" y="175119"/>
                </a:lnTo>
                <a:cubicBezTo>
                  <a:pt x="45266" y="169720"/>
                  <a:pt x="46693" y="165016"/>
                  <a:pt x="49560" y="161008"/>
                </a:cubicBezTo>
                <a:cubicBezTo>
                  <a:pt x="52428" y="157006"/>
                  <a:pt x="56151" y="153919"/>
                  <a:pt x="60731" y="151754"/>
                </a:cubicBezTo>
                <a:cubicBezTo>
                  <a:pt x="71323" y="147043"/>
                  <a:pt x="81535" y="143502"/>
                  <a:pt x="91352" y="141118"/>
                </a:cubicBezTo>
                <a:cubicBezTo>
                  <a:pt x="101177" y="138740"/>
                  <a:pt x="110972" y="137548"/>
                  <a:pt x="120723" y="137548"/>
                </a:cubicBezTo>
                <a:cubicBezTo>
                  <a:pt x="130481" y="137548"/>
                  <a:pt x="140247" y="138762"/>
                  <a:pt x="150020" y="141198"/>
                </a:cubicBezTo>
                <a:cubicBezTo>
                  <a:pt x="159793" y="143627"/>
                  <a:pt x="169976" y="147145"/>
                  <a:pt x="180576" y="151754"/>
                </a:cubicBezTo>
                <a:cubicBezTo>
                  <a:pt x="185250" y="153904"/>
                  <a:pt x="189025" y="156984"/>
                  <a:pt x="191892" y="161008"/>
                </a:cubicBezTo>
                <a:cubicBezTo>
                  <a:pt x="194753" y="165031"/>
                  <a:pt x="196172" y="169735"/>
                  <a:pt x="196142" y="175119"/>
                </a:cubicBezTo>
                <a:lnTo>
                  <a:pt x="196142" y="182609"/>
                </a:lnTo>
                <a:cubicBezTo>
                  <a:pt x="196142" y="185828"/>
                  <a:pt x="195009" y="188571"/>
                  <a:pt x="192741" y="190832"/>
                </a:cubicBezTo>
                <a:cubicBezTo>
                  <a:pt x="190480" y="193099"/>
                  <a:pt x="187737" y="194226"/>
                  <a:pt x="184519" y="194226"/>
                </a:cubicBezTo>
                <a:lnTo>
                  <a:pt x="56854" y="194226"/>
                </a:lnTo>
                <a:cubicBezTo>
                  <a:pt x="53635" y="194226"/>
                  <a:pt x="50899" y="193099"/>
                  <a:pt x="48631" y="190832"/>
                </a:cubicBezTo>
                <a:cubicBezTo>
                  <a:pt x="46386" y="188571"/>
                  <a:pt x="45266" y="185828"/>
                  <a:pt x="45266" y="182609"/>
                </a:cubicBezTo>
                <a:close/>
                <a:moveTo>
                  <a:pt x="56678" y="182814"/>
                </a:moveTo>
                <a:lnTo>
                  <a:pt x="184723" y="182814"/>
                </a:lnTo>
                <a:lnTo>
                  <a:pt x="184723" y="175141"/>
                </a:lnTo>
                <a:cubicBezTo>
                  <a:pt x="184723" y="172529"/>
                  <a:pt x="183889" y="170020"/>
                  <a:pt x="182236" y="167620"/>
                </a:cubicBezTo>
                <a:cubicBezTo>
                  <a:pt x="180576" y="165228"/>
                  <a:pt x="178410" y="163341"/>
                  <a:pt x="175748" y="161966"/>
                </a:cubicBezTo>
                <a:cubicBezTo>
                  <a:pt x="165858" y="157152"/>
                  <a:pt x="156531" y="153787"/>
                  <a:pt x="147782" y="151856"/>
                </a:cubicBezTo>
                <a:cubicBezTo>
                  <a:pt x="139033" y="149932"/>
                  <a:pt x="130006" y="148967"/>
                  <a:pt x="120701" y="148967"/>
                </a:cubicBezTo>
                <a:cubicBezTo>
                  <a:pt x="111396" y="148967"/>
                  <a:pt x="102303" y="149932"/>
                  <a:pt x="93415" y="151856"/>
                </a:cubicBezTo>
                <a:cubicBezTo>
                  <a:pt x="84534" y="153787"/>
                  <a:pt x="75230" y="157152"/>
                  <a:pt x="65508" y="161966"/>
                </a:cubicBezTo>
                <a:cubicBezTo>
                  <a:pt x="62838" y="163341"/>
                  <a:pt x="60702" y="165228"/>
                  <a:pt x="59092" y="167620"/>
                </a:cubicBezTo>
                <a:cubicBezTo>
                  <a:pt x="57483" y="170020"/>
                  <a:pt x="56678" y="172529"/>
                  <a:pt x="56678" y="175141"/>
                </a:cubicBezTo>
                <a:lnTo>
                  <a:pt x="56678" y="182814"/>
                </a:lnTo>
                <a:close/>
                <a:moveTo>
                  <a:pt x="136392" y="99801"/>
                </a:moveTo>
                <a:cubicBezTo>
                  <a:pt x="140569" y="95632"/>
                  <a:pt x="142654" y="90401"/>
                  <a:pt x="142654" y="84110"/>
                </a:cubicBezTo>
                <a:cubicBezTo>
                  <a:pt x="142654" y="77826"/>
                  <a:pt x="140569" y="72596"/>
                  <a:pt x="136392" y="68419"/>
                </a:cubicBezTo>
                <a:cubicBezTo>
                  <a:pt x="132215" y="64249"/>
                  <a:pt x="126985" y="62165"/>
                  <a:pt x="120701" y="62165"/>
                </a:cubicBezTo>
                <a:cubicBezTo>
                  <a:pt x="114417" y="62165"/>
                  <a:pt x="109187" y="64242"/>
                  <a:pt x="105010" y="68397"/>
                </a:cubicBezTo>
                <a:cubicBezTo>
                  <a:pt x="100833" y="72574"/>
                  <a:pt x="98748" y="77804"/>
                  <a:pt x="98748" y="84088"/>
                </a:cubicBezTo>
                <a:cubicBezTo>
                  <a:pt x="98748" y="90372"/>
                  <a:pt x="100833" y="95602"/>
                  <a:pt x="105010" y="99779"/>
                </a:cubicBezTo>
                <a:cubicBezTo>
                  <a:pt x="109187" y="103956"/>
                  <a:pt x="114417" y="106041"/>
                  <a:pt x="120701" y="106041"/>
                </a:cubicBezTo>
                <a:cubicBezTo>
                  <a:pt x="126985" y="106041"/>
                  <a:pt x="132215" y="103956"/>
                  <a:pt x="136392" y="99779"/>
                </a:cubicBezTo>
                <a:close/>
                <a:moveTo>
                  <a:pt x="120701" y="84088"/>
                </a:moveTo>
                <a:close/>
                <a:moveTo>
                  <a:pt x="120701" y="18278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8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81" y="175119"/>
                </a:moveTo>
                <a:cubicBezTo>
                  <a:pt x="17681" y="169837"/>
                  <a:pt x="19041" y="165155"/>
                  <a:pt x="21777" y="161088"/>
                </a:cubicBezTo>
                <a:cubicBezTo>
                  <a:pt x="24506" y="157013"/>
                  <a:pt x="28324" y="153904"/>
                  <a:pt x="33218" y="151754"/>
                </a:cubicBezTo>
                <a:cubicBezTo>
                  <a:pt x="44118" y="146977"/>
                  <a:pt x="54052" y="143414"/>
                  <a:pt x="63042" y="141066"/>
                </a:cubicBezTo>
                <a:cubicBezTo>
                  <a:pt x="72040" y="138725"/>
                  <a:pt x="82062" y="137548"/>
                  <a:pt x="93093" y="137548"/>
                </a:cubicBezTo>
                <a:cubicBezTo>
                  <a:pt x="104190" y="137548"/>
                  <a:pt x="114198" y="138725"/>
                  <a:pt x="123115" y="141066"/>
                </a:cubicBezTo>
                <a:cubicBezTo>
                  <a:pt x="132032" y="143414"/>
                  <a:pt x="141966" y="146977"/>
                  <a:pt x="152910" y="151754"/>
                </a:cubicBezTo>
                <a:cubicBezTo>
                  <a:pt x="157760" y="153919"/>
                  <a:pt x="161571" y="157028"/>
                  <a:pt x="164358" y="161088"/>
                </a:cubicBezTo>
                <a:cubicBezTo>
                  <a:pt x="167138" y="165155"/>
                  <a:pt x="168528" y="169837"/>
                  <a:pt x="168528" y="175119"/>
                </a:cubicBezTo>
                <a:lnTo>
                  <a:pt x="168528" y="182609"/>
                </a:lnTo>
                <a:cubicBezTo>
                  <a:pt x="168528" y="185645"/>
                  <a:pt x="167416" y="188337"/>
                  <a:pt x="165185" y="190685"/>
                </a:cubicBezTo>
                <a:cubicBezTo>
                  <a:pt x="162953" y="193026"/>
                  <a:pt x="160196" y="194204"/>
                  <a:pt x="156911" y="194204"/>
                </a:cubicBezTo>
                <a:lnTo>
                  <a:pt x="29297" y="194204"/>
                </a:lnTo>
                <a:cubicBezTo>
                  <a:pt x="26079" y="194204"/>
                  <a:pt x="23335" y="193070"/>
                  <a:pt x="21075" y="190810"/>
                </a:cubicBezTo>
                <a:cubicBezTo>
                  <a:pt x="18807" y="188542"/>
                  <a:pt x="17681" y="185806"/>
                  <a:pt x="17681" y="182587"/>
                </a:cubicBezTo>
                <a:lnTo>
                  <a:pt x="17681" y="175089"/>
                </a:lnTo>
                <a:close/>
                <a:moveTo>
                  <a:pt x="212104" y="194204"/>
                </a:moveTo>
                <a:lnTo>
                  <a:pt x="182639" y="194204"/>
                </a:lnTo>
                <a:cubicBezTo>
                  <a:pt x="183158" y="192273"/>
                  <a:pt x="183677" y="190378"/>
                  <a:pt x="184197" y="188520"/>
                </a:cubicBezTo>
                <a:cubicBezTo>
                  <a:pt x="184716" y="186662"/>
                  <a:pt x="184972" y="184687"/>
                  <a:pt x="184972" y="182609"/>
                </a:cubicBezTo>
                <a:lnTo>
                  <a:pt x="184972" y="175418"/>
                </a:lnTo>
                <a:cubicBezTo>
                  <a:pt x="184972" y="166465"/>
                  <a:pt x="183078" y="159113"/>
                  <a:pt x="179288" y="153363"/>
                </a:cubicBezTo>
                <a:cubicBezTo>
                  <a:pt x="175499" y="147613"/>
                  <a:pt x="169866" y="142785"/>
                  <a:pt x="162390" y="138879"/>
                </a:cubicBezTo>
                <a:cubicBezTo>
                  <a:pt x="171329" y="140152"/>
                  <a:pt x="179808" y="141805"/>
                  <a:pt x="187840" y="143839"/>
                </a:cubicBezTo>
                <a:cubicBezTo>
                  <a:pt x="195872" y="145865"/>
                  <a:pt x="202594" y="148264"/>
                  <a:pt x="208008" y="151030"/>
                </a:cubicBezTo>
                <a:cubicBezTo>
                  <a:pt x="212770" y="153692"/>
                  <a:pt x="216581" y="157123"/>
                  <a:pt x="219449" y="161315"/>
                </a:cubicBezTo>
                <a:cubicBezTo>
                  <a:pt x="222316" y="165499"/>
                  <a:pt x="223750" y="170195"/>
                  <a:pt x="223750" y="175397"/>
                </a:cubicBezTo>
                <a:lnTo>
                  <a:pt x="223750" y="182587"/>
                </a:lnTo>
                <a:cubicBezTo>
                  <a:pt x="223750" y="185806"/>
                  <a:pt x="222616" y="188542"/>
                  <a:pt x="220356" y="190810"/>
                </a:cubicBezTo>
                <a:cubicBezTo>
                  <a:pt x="218088" y="193070"/>
                  <a:pt x="215352" y="194204"/>
                  <a:pt x="212133" y="194204"/>
                </a:cubicBezTo>
                <a:close/>
                <a:moveTo>
                  <a:pt x="69151" y="108053"/>
                </a:moveTo>
                <a:cubicBezTo>
                  <a:pt x="62881" y="101784"/>
                  <a:pt x="59751" y="93781"/>
                  <a:pt x="59751" y="84037"/>
                </a:cubicBezTo>
                <a:cubicBezTo>
                  <a:pt x="59751" y="74300"/>
                  <a:pt x="62881" y="66312"/>
                  <a:pt x="69151" y="60072"/>
                </a:cubicBezTo>
                <a:cubicBezTo>
                  <a:pt x="75420" y="53840"/>
                  <a:pt x="83423" y="50716"/>
                  <a:pt x="93166" y="50716"/>
                </a:cubicBezTo>
                <a:cubicBezTo>
                  <a:pt x="102903" y="50716"/>
                  <a:pt x="110891" y="53840"/>
                  <a:pt x="117131" y="60072"/>
                </a:cubicBezTo>
                <a:cubicBezTo>
                  <a:pt x="123364" y="66312"/>
                  <a:pt x="126487" y="74300"/>
                  <a:pt x="126487" y="84037"/>
                </a:cubicBezTo>
                <a:cubicBezTo>
                  <a:pt x="126487" y="93781"/>
                  <a:pt x="123364" y="101784"/>
                  <a:pt x="117131" y="108053"/>
                </a:cubicBezTo>
                <a:cubicBezTo>
                  <a:pt x="110891" y="114322"/>
                  <a:pt x="102903" y="117460"/>
                  <a:pt x="93166" y="117460"/>
                </a:cubicBezTo>
                <a:cubicBezTo>
                  <a:pt x="83423" y="117460"/>
                  <a:pt x="75420" y="114322"/>
                  <a:pt x="69151" y="108053"/>
                </a:cubicBezTo>
                <a:close/>
                <a:moveTo>
                  <a:pt x="163246" y="108053"/>
                </a:moveTo>
                <a:cubicBezTo>
                  <a:pt x="156992" y="114322"/>
                  <a:pt x="148996" y="117460"/>
                  <a:pt x="139259" y="117460"/>
                </a:cubicBezTo>
                <a:cubicBezTo>
                  <a:pt x="138118" y="117460"/>
                  <a:pt x="136904" y="117380"/>
                  <a:pt x="135609" y="117233"/>
                </a:cubicBezTo>
                <a:cubicBezTo>
                  <a:pt x="134322" y="117080"/>
                  <a:pt x="133107" y="116794"/>
                  <a:pt x="131966" y="116378"/>
                </a:cubicBezTo>
                <a:cubicBezTo>
                  <a:pt x="135551" y="112457"/>
                  <a:pt x="138279" y="107753"/>
                  <a:pt x="140137" y="102266"/>
                </a:cubicBezTo>
                <a:cubicBezTo>
                  <a:pt x="142003" y="96773"/>
                  <a:pt x="142932" y="90708"/>
                  <a:pt x="142932" y="84088"/>
                </a:cubicBezTo>
                <a:cubicBezTo>
                  <a:pt x="142932" y="77453"/>
                  <a:pt x="141966" y="71535"/>
                  <a:pt x="140035" y="66334"/>
                </a:cubicBezTo>
                <a:cubicBezTo>
                  <a:pt x="138111" y="61140"/>
                  <a:pt x="135419" y="56269"/>
                  <a:pt x="131966" y="51726"/>
                </a:cubicBezTo>
                <a:cubicBezTo>
                  <a:pt x="133042" y="51477"/>
                  <a:pt x="134256" y="51250"/>
                  <a:pt x="135609" y="51045"/>
                </a:cubicBezTo>
                <a:cubicBezTo>
                  <a:pt x="136970" y="50848"/>
                  <a:pt x="138184" y="50746"/>
                  <a:pt x="139259" y="50746"/>
                </a:cubicBezTo>
                <a:cubicBezTo>
                  <a:pt x="148996" y="50746"/>
                  <a:pt x="156992" y="53862"/>
                  <a:pt x="163246" y="60102"/>
                </a:cubicBezTo>
                <a:cubicBezTo>
                  <a:pt x="169500" y="66334"/>
                  <a:pt x="172624" y="74322"/>
                  <a:pt x="172624" y="84066"/>
                </a:cubicBezTo>
                <a:cubicBezTo>
                  <a:pt x="172624" y="93803"/>
                  <a:pt x="169500" y="101806"/>
                  <a:pt x="163246" y="108075"/>
                </a:cubicBezTo>
                <a:close/>
                <a:moveTo>
                  <a:pt x="29093" y="182785"/>
                </a:moveTo>
                <a:lnTo>
                  <a:pt x="157138" y="182785"/>
                </a:lnTo>
                <a:lnTo>
                  <a:pt x="157138" y="175119"/>
                </a:lnTo>
                <a:cubicBezTo>
                  <a:pt x="157138" y="172434"/>
                  <a:pt x="156377" y="169917"/>
                  <a:pt x="154848" y="167577"/>
                </a:cubicBezTo>
                <a:cubicBezTo>
                  <a:pt x="153327" y="165228"/>
                  <a:pt x="151125" y="163348"/>
                  <a:pt x="148257" y="161944"/>
                </a:cubicBezTo>
                <a:cubicBezTo>
                  <a:pt x="137731" y="157028"/>
                  <a:pt x="128462" y="153634"/>
                  <a:pt x="120452" y="151754"/>
                </a:cubicBezTo>
                <a:cubicBezTo>
                  <a:pt x="112435" y="149881"/>
                  <a:pt x="103327" y="148937"/>
                  <a:pt x="93115" y="148937"/>
                </a:cubicBezTo>
                <a:cubicBezTo>
                  <a:pt x="82976" y="148937"/>
                  <a:pt x="73869" y="149881"/>
                  <a:pt x="65808" y="151754"/>
                </a:cubicBezTo>
                <a:cubicBezTo>
                  <a:pt x="57746" y="153634"/>
                  <a:pt x="48449" y="157028"/>
                  <a:pt x="37922" y="161944"/>
                </a:cubicBezTo>
                <a:cubicBezTo>
                  <a:pt x="35054" y="163334"/>
                  <a:pt x="32867" y="165206"/>
                  <a:pt x="31360" y="167577"/>
                </a:cubicBezTo>
                <a:cubicBezTo>
                  <a:pt x="29846" y="169917"/>
                  <a:pt x="29093" y="172434"/>
                  <a:pt x="29093" y="175119"/>
                </a:cubicBezTo>
                <a:lnTo>
                  <a:pt x="29093" y="182785"/>
                </a:lnTo>
                <a:close/>
                <a:moveTo>
                  <a:pt x="108806" y="99779"/>
                </a:moveTo>
                <a:cubicBezTo>
                  <a:pt x="112983" y="95602"/>
                  <a:pt x="115068" y="90372"/>
                  <a:pt x="115068" y="84088"/>
                </a:cubicBezTo>
                <a:cubicBezTo>
                  <a:pt x="115068" y="77804"/>
                  <a:pt x="112983" y="72574"/>
                  <a:pt x="108806" y="68397"/>
                </a:cubicBezTo>
                <a:cubicBezTo>
                  <a:pt x="104629" y="64220"/>
                  <a:pt x="99399" y="62135"/>
                  <a:pt x="93115" y="62135"/>
                </a:cubicBezTo>
                <a:cubicBezTo>
                  <a:pt x="86831" y="62135"/>
                  <a:pt x="81601" y="64220"/>
                  <a:pt x="77424" y="68397"/>
                </a:cubicBezTo>
                <a:cubicBezTo>
                  <a:pt x="73247" y="72574"/>
                  <a:pt x="71162" y="77804"/>
                  <a:pt x="71162" y="84088"/>
                </a:cubicBezTo>
                <a:cubicBezTo>
                  <a:pt x="71162" y="90372"/>
                  <a:pt x="73247" y="95602"/>
                  <a:pt x="77424" y="99779"/>
                </a:cubicBezTo>
                <a:cubicBezTo>
                  <a:pt x="81601" y="103956"/>
                  <a:pt x="86831" y="106041"/>
                  <a:pt x="93115" y="106041"/>
                </a:cubicBezTo>
                <a:cubicBezTo>
                  <a:pt x="99399" y="106041"/>
                  <a:pt x="104629" y="103956"/>
                  <a:pt x="108806" y="99779"/>
                </a:cubicBezTo>
                <a:close/>
                <a:moveTo>
                  <a:pt x="93115" y="182785"/>
                </a:moveTo>
                <a:close/>
                <a:moveTo>
                  <a:pt x="93115" y="8408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10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95" y="178915"/>
                </a:moveTo>
                <a:cubicBezTo>
                  <a:pt x="10015" y="178915"/>
                  <a:pt x="8398" y="178242"/>
                  <a:pt x="7045" y="176903"/>
                </a:cubicBezTo>
                <a:cubicBezTo>
                  <a:pt x="5684" y="175557"/>
                  <a:pt x="5011" y="173941"/>
                  <a:pt x="5033" y="172046"/>
                </a:cubicBezTo>
                <a:lnTo>
                  <a:pt x="5033" y="168476"/>
                </a:lnTo>
                <a:cubicBezTo>
                  <a:pt x="5033" y="162339"/>
                  <a:pt x="8369" y="157291"/>
                  <a:pt x="15040" y="153312"/>
                </a:cubicBezTo>
                <a:cubicBezTo>
                  <a:pt x="21712" y="149340"/>
                  <a:pt x="30402" y="147365"/>
                  <a:pt x="41111" y="147379"/>
                </a:cubicBezTo>
                <a:cubicBezTo>
                  <a:pt x="42838" y="147379"/>
                  <a:pt x="44608" y="147438"/>
                  <a:pt x="46422" y="147555"/>
                </a:cubicBezTo>
                <a:cubicBezTo>
                  <a:pt x="48229" y="147672"/>
                  <a:pt x="50065" y="147869"/>
                  <a:pt x="51923" y="148133"/>
                </a:cubicBezTo>
                <a:cubicBezTo>
                  <a:pt x="50789" y="150854"/>
                  <a:pt x="49904" y="153575"/>
                  <a:pt x="49290" y="156304"/>
                </a:cubicBezTo>
                <a:cubicBezTo>
                  <a:pt x="48683" y="159040"/>
                  <a:pt x="48383" y="161834"/>
                  <a:pt x="48383" y="164680"/>
                </a:cubicBezTo>
                <a:lnTo>
                  <a:pt x="48383" y="178886"/>
                </a:lnTo>
                <a:lnTo>
                  <a:pt x="11916" y="178886"/>
                </a:lnTo>
                <a:close/>
                <a:moveTo>
                  <a:pt x="72669" y="178915"/>
                </a:moveTo>
                <a:cubicBezTo>
                  <a:pt x="70577" y="178915"/>
                  <a:pt x="68836" y="178220"/>
                  <a:pt x="67439" y="176830"/>
                </a:cubicBezTo>
                <a:cubicBezTo>
                  <a:pt x="66049" y="175433"/>
                  <a:pt x="65361" y="173714"/>
                  <a:pt x="65383" y="171673"/>
                </a:cubicBezTo>
                <a:lnTo>
                  <a:pt x="65383" y="165111"/>
                </a:lnTo>
                <a:cubicBezTo>
                  <a:pt x="65383" y="160400"/>
                  <a:pt x="66707" y="156092"/>
                  <a:pt x="69355" y="152185"/>
                </a:cubicBezTo>
                <a:cubicBezTo>
                  <a:pt x="72004" y="148279"/>
                  <a:pt x="75815" y="144878"/>
                  <a:pt x="80796" y="141973"/>
                </a:cubicBezTo>
                <a:cubicBezTo>
                  <a:pt x="85771" y="139077"/>
                  <a:pt x="91659" y="136897"/>
                  <a:pt x="98448" y="135434"/>
                </a:cubicBezTo>
                <a:cubicBezTo>
                  <a:pt x="105236" y="133978"/>
                  <a:pt x="112654" y="133246"/>
                  <a:pt x="120701" y="133246"/>
                </a:cubicBezTo>
                <a:cubicBezTo>
                  <a:pt x="128901" y="133246"/>
                  <a:pt x="136392" y="133978"/>
                  <a:pt x="143180" y="135434"/>
                </a:cubicBezTo>
                <a:cubicBezTo>
                  <a:pt x="149969" y="136897"/>
                  <a:pt x="155858" y="139077"/>
                  <a:pt x="160832" y="141973"/>
                </a:cubicBezTo>
                <a:cubicBezTo>
                  <a:pt x="165814" y="144878"/>
                  <a:pt x="169603" y="148279"/>
                  <a:pt x="172200" y="152185"/>
                </a:cubicBezTo>
                <a:cubicBezTo>
                  <a:pt x="174745" y="156070"/>
                  <a:pt x="176026" y="160371"/>
                  <a:pt x="176026" y="165082"/>
                </a:cubicBezTo>
                <a:lnTo>
                  <a:pt x="176026" y="171644"/>
                </a:lnTo>
                <a:cubicBezTo>
                  <a:pt x="176026" y="173707"/>
                  <a:pt x="175323" y="175433"/>
                  <a:pt x="173934" y="176830"/>
                </a:cubicBezTo>
                <a:cubicBezTo>
                  <a:pt x="172544" y="178220"/>
                  <a:pt x="170817" y="178915"/>
                  <a:pt x="168754" y="178915"/>
                </a:cubicBezTo>
                <a:lnTo>
                  <a:pt x="72669" y="178915"/>
                </a:lnTo>
                <a:close/>
                <a:moveTo>
                  <a:pt x="193048" y="178915"/>
                </a:moveTo>
                <a:lnTo>
                  <a:pt x="193048" y="164709"/>
                </a:lnTo>
                <a:cubicBezTo>
                  <a:pt x="193048" y="161688"/>
                  <a:pt x="192785" y="158820"/>
                  <a:pt x="192265" y="156106"/>
                </a:cubicBezTo>
                <a:cubicBezTo>
                  <a:pt x="191746" y="153392"/>
                  <a:pt x="190883" y="150744"/>
                  <a:pt x="189676" y="148162"/>
                </a:cubicBezTo>
                <a:cubicBezTo>
                  <a:pt x="191651" y="147877"/>
                  <a:pt x="193531" y="147672"/>
                  <a:pt x="195309" y="147555"/>
                </a:cubicBezTo>
                <a:cubicBezTo>
                  <a:pt x="197086" y="147438"/>
                  <a:pt x="198820" y="147379"/>
                  <a:pt x="200517" y="147379"/>
                </a:cubicBezTo>
                <a:cubicBezTo>
                  <a:pt x="211241" y="147379"/>
                  <a:pt x="219910" y="149325"/>
                  <a:pt x="226515" y="153217"/>
                </a:cubicBezTo>
                <a:cubicBezTo>
                  <a:pt x="233084" y="157101"/>
                  <a:pt x="236376" y="162200"/>
                  <a:pt x="236376" y="168506"/>
                </a:cubicBezTo>
                <a:lnTo>
                  <a:pt x="236376" y="172075"/>
                </a:lnTo>
                <a:cubicBezTo>
                  <a:pt x="236376" y="173948"/>
                  <a:pt x="235703" y="175572"/>
                  <a:pt x="234364" y="176925"/>
                </a:cubicBezTo>
                <a:cubicBezTo>
                  <a:pt x="233018" y="178286"/>
                  <a:pt x="231402" y="178959"/>
                  <a:pt x="229507" y="178937"/>
                </a:cubicBezTo>
                <a:lnTo>
                  <a:pt x="193048" y="178937"/>
                </a:lnTo>
                <a:close/>
                <a:moveTo>
                  <a:pt x="76693" y="167496"/>
                </a:moveTo>
                <a:lnTo>
                  <a:pt x="164709" y="167496"/>
                </a:lnTo>
                <a:lnTo>
                  <a:pt x="164709" y="165309"/>
                </a:lnTo>
                <a:cubicBezTo>
                  <a:pt x="164892" y="159171"/>
                  <a:pt x="160934" y="154204"/>
                  <a:pt x="152836" y="150401"/>
                </a:cubicBezTo>
                <a:cubicBezTo>
                  <a:pt x="144724" y="146589"/>
                  <a:pt x="134014" y="144687"/>
                  <a:pt x="120701" y="144687"/>
                </a:cubicBezTo>
                <a:cubicBezTo>
                  <a:pt x="107460" y="144687"/>
                  <a:pt x="96765" y="146589"/>
                  <a:pt x="88616" y="150401"/>
                </a:cubicBezTo>
                <a:cubicBezTo>
                  <a:pt x="80467" y="154204"/>
                  <a:pt x="76495" y="159230"/>
                  <a:pt x="76693" y="165484"/>
                </a:cubicBezTo>
                <a:lnTo>
                  <a:pt x="76693" y="167525"/>
                </a:lnTo>
                <a:close/>
                <a:moveTo>
                  <a:pt x="40863" y="139457"/>
                </a:moveTo>
                <a:cubicBezTo>
                  <a:pt x="36671" y="139457"/>
                  <a:pt x="33087" y="137957"/>
                  <a:pt x="30102" y="134958"/>
                </a:cubicBezTo>
                <a:cubicBezTo>
                  <a:pt x="27117" y="131959"/>
                  <a:pt x="25625" y="128338"/>
                  <a:pt x="25625" y="124095"/>
                </a:cubicBezTo>
                <a:cubicBezTo>
                  <a:pt x="25625" y="119889"/>
                  <a:pt x="27125" y="116282"/>
                  <a:pt x="30124" y="113283"/>
                </a:cubicBezTo>
                <a:cubicBezTo>
                  <a:pt x="33123" y="110299"/>
                  <a:pt x="36744" y="108806"/>
                  <a:pt x="40987" y="108806"/>
                </a:cubicBezTo>
                <a:cubicBezTo>
                  <a:pt x="45193" y="108806"/>
                  <a:pt x="48807" y="110299"/>
                  <a:pt x="51828" y="113283"/>
                </a:cubicBezTo>
                <a:cubicBezTo>
                  <a:pt x="54842" y="116268"/>
                  <a:pt x="56349" y="119911"/>
                  <a:pt x="56349" y="124219"/>
                </a:cubicBezTo>
                <a:cubicBezTo>
                  <a:pt x="56349" y="128345"/>
                  <a:pt x="54857" y="131915"/>
                  <a:pt x="51879" y="134936"/>
                </a:cubicBezTo>
                <a:cubicBezTo>
                  <a:pt x="48895" y="137950"/>
                  <a:pt x="45215" y="139457"/>
                  <a:pt x="40833" y="139457"/>
                </a:cubicBezTo>
                <a:close/>
                <a:moveTo>
                  <a:pt x="200363" y="139457"/>
                </a:moveTo>
                <a:cubicBezTo>
                  <a:pt x="196223" y="139457"/>
                  <a:pt x="192646" y="137943"/>
                  <a:pt x="189625" y="134907"/>
                </a:cubicBezTo>
                <a:cubicBezTo>
                  <a:pt x="186611" y="131871"/>
                  <a:pt x="185097" y="128272"/>
                  <a:pt x="185097" y="124095"/>
                </a:cubicBezTo>
                <a:cubicBezTo>
                  <a:pt x="185097" y="119852"/>
                  <a:pt x="186618" y="116239"/>
                  <a:pt x="189654" y="113261"/>
                </a:cubicBezTo>
                <a:cubicBezTo>
                  <a:pt x="192682" y="110277"/>
                  <a:pt x="196303" y="108784"/>
                  <a:pt x="200517" y="108784"/>
                </a:cubicBezTo>
                <a:cubicBezTo>
                  <a:pt x="204789" y="108784"/>
                  <a:pt x="208417" y="110277"/>
                  <a:pt x="211402" y="113261"/>
                </a:cubicBezTo>
                <a:cubicBezTo>
                  <a:pt x="214387" y="116239"/>
                  <a:pt x="215879" y="119881"/>
                  <a:pt x="215879" y="124168"/>
                </a:cubicBezTo>
                <a:cubicBezTo>
                  <a:pt x="215879" y="128360"/>
                  <a:pt x="214387" y="131952"/>
                  <a:pt x="211402" y="134936"/>
                </a:cubicBezTo>
                <a:cubicBezTo>
                  <a:pt x="208417" y="137935"/>
                  <a:pt x="204745" y="139435"/>
                  <a:pt x="200385" y="139435"/>
                </a:cubicBezTo>
                <a:close/>
                <a:moveTo>
                  <a:pt x="120723" y="125734"/>
                </a:moveTo>
                <a:cubicBezTo>
                  <a:pt x="113481" y="125734"/>
                  <a:pt x="107314" y="123188"/>
                  <a:pt x="102215" y="118111"/>
                </a:cubicBezTo>
                <a:cubicBezTo>
                  <a:pt x="97124" y="113034"/>
                  <a:pt x="94571" y="106868"/>
                  <a:pt x="94571" y="99626"/>
                </a:cubicBezTo>
                <a:cubicBezTo>
                  <a:pt x="94571" y="92237"/>
                  <a:pt x="97117" y="86034"/>
                  <a:pt x="102193" y="81023"/>
                </a:cubicBezTo>
                <a:cubicBezTo>
                  <a:pt x="107270" y="76005"/>
                  <a:pt x="113444" y="73503"/>
                  <a:pt x="120701" y="73503"/>
                </a:cubicBezTo>
                <a:cubicBezTo>
                  <a:pt x="128096" y="73503"/>
                  <a:pt x="134300" y="75998"/>
                  <a:pt x="139311" y="80994"/>
                </a:cubicBezTo>
                <a:cubicBezTo>
                  <a:pt x="144322" y="85990"/>
                  <a:pt x="146831" y="92186"/>
                  <a:pt x="146831" y="99582"/>
                </a:cubicBezTo>
                <a:cubicBezTo>
                  <a:pt x="146831" y="106824"/>
                  <a:pt x="144329" y="112991"/>
                  <a:pt x="139333" y="118089"/>
                </a:cubicBezTo>
                <a:cubicBezTo>
                  <a:pt x="134322" y="123181"/>
                  <a:pt x="128118" y="125734"/>
                  <a:pt x="120723" y="125734"/>
                </a:cubicBezTo>
                <a:close/>
                <a:moveTo>
                  <a:pt x="120825" y="114315"/>
                </a:moveTo>
                <a:cubicBezTo>
                  <a:pt x="124966" y="114315"/>
                  <a:pt x="128426" y="112888"/>
                  <a:pt x="131213" y="110043"/>
                </a:cubicBezTo>
                <a:cubicBezTo>
                  <a:pt x="133993" y="107190"/>
                  <a:pt x="135390" y="103671"/>
                  <a:pt x="135390" y="99479"/>
                </a:cubicBezTo>
                <a:cubicBezTo>
                  <a:pt x="135390" y="95339"/>
                  <a:pt x="133985" y="91872"/>
                  <a:pt x="131183" y="89092"/>
                </a:cubicBezTo>
                <a:cubicBezTo>
                  <a:pt x="128389" y="86312"/>
                  <a:pt x="124914" y="84915"/>
                  <a:pt x="120774" y="84915"/>
                </a:cubicBezTo>
                <a:cubicBezTo>
                  <a:pt x="116655" y="84915"/>
                  <a:pt x="113159" y="86319"/>
                  <a:pt x="110291" y="89121"/>
                </a:cubicBezTo>
                <a:cubicBezTo>
                  <a:pt x="107424" y="91915"/>
                  <a:pt x="105990" y="95390"/>
                  <a:pt x="105990" y="99531"/>
                </a:cubicBezTo>
                <a:cubicBezTo>
                  <a:pt x="105990" y="103649"/>
                  <a:pt x="107416" y="107146"/>
                  <a:pt x="110262" y="110013"/>
                </a:cubicBezTo>
                <a:cubicBezTo>
                  <a:pt x="113115" y="112881"/>
                  <a:pt x="116634" y="114315"/>
                  <a:pt x="120825" y="114315"/>
                </a:cubicBezTo>
                <a:close/>
                <a:moveTo>
                  <a:pt x="120701" y="167496"/>
                </a:moveTo>
                <a:close/>
                <a:moveTo>
                  <a:pt x="120701" y="9960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2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4117" y="197093"/>
                </a:moveTo>
                <a:lnTo>
                  <a:pt x="154117" y="177555"/>
                </a:lnTo>
                <a:lnTo>
                  <a:pt x="129501" y="177555"/>
                </a:lnTo>
                <a:cubicBezTo>
                  <a:pt x="125543" y="177555"/>
                  <a:pt x="122142" y="176143"/>
                  <a:pt x="119296" y="173304"/>
                </a:cubicBezTo>
                <a:cubicBezTo>
                  <a:pt x="116429" y="170473"/>
                  <a:pt x="114995" y="167050"/>
                  <a:pt x="114995" y="163048"/>
                </a:cubicBezTo>
                <a:lnTo>
                  <a:pt x="114995" y="75134"/>
                </a:lnTo>
                <a:lnTo>
                  <a:pt x="87461" y="75134"/>
                </a:lnTo>
                <a:lnTo>
                  <a:pt x="87461" y="95558"/>
                </a:lnTo>
                <a:cubicBezTo>
                  <a:pt x="87461" y="98806"/>
                  <a:pt x="86319" y="101557"/>
                  <a:pt x="84037" y="103803"/>
                </a:cubicBezTo>
                <a:cubicBezTo>
                  <a:pt x="81755" y="106048"/>
                  <a:pt x="79026" y="107175"/>
                  <a:pt x="75844" y="107175"/>
                </a:cubicBezTo>
                <a:lnTo>
                  <a:pt x="34250" y="107175"/>
                </a:lnTo>
                <a:cubicBezTo>
                  <a:pt x="31060" y="107175"/>
                  <a:pt x="28332" y="106048"/>
                  <a:pt x="26049" y="103803"/>
                </a:cubicBezTo>
                <a:cubicBezTo>
                  <a:pt x="23774" y="101557"/>
                  <a:pt x="22633" y="98806"/>
                  <a:pt x="22633" y="95558"/>
                </a:cubicBezTo>
                <a:lnTo>
                  <a:pt x="22633" y="44308"/>
                </a:lnTo>
                <a:cubicBezTo>
                  <a:pt x="22633" y="41119"/>
                  <a:pt x="23774" y="38390"/>
                  <a:pt x="26049" y="36108"/>
                </a:cubicBezTo>
                <a:cubicBezTo>
                  <a:pt x="28332" y="33833"/>
                  <a:pt x="31060" y="32692"/>
                  <a:pt x="34250" y="32692"/>
                </a:cubicBezTo>
                <a:lnTo>
                  <a:pt x="75866" y="32692"/>
                </a:lnTo>
                <a:cubicBezTo>
                  <a:pt x="79048" y="32692"/>
                  <a:pt x="81784" y="33833"/>
                  <a:pt x="84066" y="36108"/>
                </a:cubicBezTo>
                <a:cubicBezTo>
                  <a:pt x="86341" y="38390"/>
                  <a:pt x="87482" y="41119"/>
                  <a:pt x="87482" y="44308"/>
                </a:cubicBezTo>
                <a:lnTo>
                  <a:pt x="87482" y="63745"/>
                </a:lnTo>
                <a:lnTo>
                  <a:pt x="154146" y="63745"/>
                </a:lnTo>
                <a:lnTo>
                  <a:pt x="154146" y="44308"/>
                </a:lnTo>
                <a:cubicBezTo>
                  <a:pt x="154146" y="41119"/>
                  <a:pt x="155287" y="38390"/>
                  <a:pt x="157562" y="36108"/>
                </a:cubicBezTo>
                <a:cubicBezTo>
                  <a:pt x="159808" y="33833"/>
                  <a:pt x="162529" y="32692"/>
                  <a:pt x="165711" y="32692"/>
                </a:cubicBezTo>
                <a:lnTo>
                  <a:pt x="207152" y="32692"/>
                </a:lnTo>
                <a:cubicBezTo>
                  <a:pt x="210341" y="32692"/>
                  <a:pt x="213070" y="33833"/>
                  <a:pt x="215352" y="36108"/>
                </a:cubicBezTo>
                <a:cubicBezTo>
                  <a:pt x="217627" y="38390"/>
                  <a:pt x="218768" y="41111"/>
                  <a:pt x="218768" y="44279"/>
                </a:cubicBezTo>
                <a:lnTo>
                  <a:pt x="218768" y="95558"/>
                </a:lnTo>
                <a:cubicBezTo>
                  <a:pt x="218768" y="98806"/>
                  <a:pt x="217627" y="101557"/>
                  <a:pt x="215352" y="103803"/>
                </a:cubicBezTo>
                <a:cubicBezTo>
                  <a:pt x="213070" y="106048"/>
                  <a:pt x="210341" y="107175"/>
                  <a:pt x="207152" y="107175"/>
                </a:cubicBezTo>
                <a:lnTo>
                  <a:pt x="165711" y="107175"/>
                </a:lnTo>
                <a:cubicBezTo>
                  <a:pt x="162529" y="107175"/>
                  <a:pt x="159793" y="106048"/>
                  <a:pt x="157518" y="103803"/>
                </a:cubicBezTo>
                <a:cubicBezTo>
                  <a:pt x="155236" y="101557"/>
                  <a:pt x="154095" y="98806"/>
                  <a:pt x="154095" y="95558"/>
                </a:cubicBezTo>
                <a:lnTo>
                  <a:pt x="154095" y="75134"/>
                </a:lnTo>
                <a:lnTo>
                  <a:pt x="126407" y="75134"/>
                </a:lnTo>
                <a:lnTo>
                  <a:pt x="126407" y="163048"/>
                </a:lnTo>
                <a:cubicBezTo>
                  <a:pt x="126407" y="163956"/>
                  <a:pt x="126699" y="164687"/>
                  <a:pt x="127292" y="165258"/>
                </a:cubicBezTo>
                <a:cubicBezTo>
                  <a:pt x="127877" y="165843"/>
                  <a:pt x="128616" y="166143"/>
                  <a:pt x="129501" y="166143"/>
                </a:cubicBezTo>
                <a:lnTo>
                  <a:pt x="154095" y="166143"/>
                </a:lnTo>
                <a:lnTo>
                  <a:pt x="154095" y="145719"/>
                </a:lnTo>
                <a:cubicBezTo>
                  <a:pt x="154095" y="142537"/>
                  <a:pt x="155236" y="139801"/>
                  <a:pt x="157518" y="137526"/>
                </a:cubicBezTo>
                <a:cubicBezTo>
                  <a:pt x="159793" y="135243"/>
                  <a:pt x="162529" y="134102"/>
                  <a:pt x="165711" y="134102"/>
                </a:cubicBezTo>
                <a:lnTo>
                  <a:pt x="207152" y="134102"/>
                </a:lnTo>
                <a:cubicBezTo>
                  <a:pt x="210341" y="134102"/>
                  <a:pt x="213070" y="135243"/>
                  <a:pt x="215352" y="137526"/>
                </a:cubicBezTo>
                <a:cubicBezTo>
                  <a:pt x="217627" y="139823"/>
                  <a:pt x="218768" y="142559"/>
                  <a:pt x="218768" y="145748"/>
                </a:cubicBezTo>
                <a:lnTo>
                  <a:pt x="218768" y="197093"/>
                </a:lnTo>
                <a:cubicBezTo>
                  <a:pt x="218768" y="200283"/>
                  <a:pt x="217627" y="203011"/>
                  <a:pt x="215352" y="205294"/>
                </a:cubicBezTo>
                <a:cubicBezTo>
                  <a:pt x="213070" y="207569"/>
                  <a:pt x="210349" y="208710"/>
                  <a:pt x="207181" y="208710"/>
                </a:cubicBezTo>
                <a:lnTo>
                  <a:pt x="165711" y="208710"/>
                </a:lnTo>
                <a:cubicBezTo>
                  <a:pt x="162529" y="208710"/>
                  <a:pt x="159793" y="207569"/>
                  <a:pt x="157518" y="205294"/>
                </a:cubicBezTo>
                <a:cubicBezTo>
                  <a:pt x="155236" y="203011"/>
                  <a:pt x="154095" y="200283"/>
                  <a:pt x="154095" y="197093"/>
                </a:cubicBezTo>
                <a:close/>
                <a:moveTo>
                  <a:pt x="34045" y="44103"/>
                </a:moveTo>
                <a:lnTo>
                  <a:pt x="34045" y="95756"/>
                </a:lnTo>
                <a:lnTo>
                  <a:pt x="34045" y="44103"/>
                </a:lnTo>
                <a:close/>
                <a:moveTo>
                  <a:pt x="165536" y="145572"/>
                </a:moveTo>
                <a:lnTo>
                  <a:pt x="165536" y="197320"/>
                </a:lnTo>
                <a:lnTo>
                  <a:pt x="165536" y="145572"/>
                </a:lnTo>
                <a:close/>
                <a:moveTo>
                  <a:pt x="165536" y="44103"/>
                </a:moveTo>
                <a:lnTo>
                  <a:pt x="165536" y="95756"/>
                </a:lnTo>
                <a:lnTo>
                  <a:pt x="165536" y="44103"/>
                </a:lnTo>
                <a:close/>
                <a:moveTo>
                  <a:pt x="165536" y="95756"/>
                </a:moveTo>
                <a:lnTo>
                  <a:pt x="207379" y="95756"/>
                </a:lnTo>
                <a:lnTo>
                  <a:pt x="207379" y="44103"/>
                </a:lnTo>
                <a:lnTo>
                  <a:pt x="165514" y="44103"/>
                </a:lnTo>
                <a:lnTo>
                  <a:pt x="165514" y="95756"/>
                </a:lnTo>
                <a:close/>
                <a:moveTo>
                  <a:pt x="165536" y="197320"/>
                </a:moveTo>
                <a:lnTo>
                  <a:pt x="207379" y="197320"/>
                </a:lnTo>
                <a:lnTo>
                  <a:pt x="207379" y="145572"/>
                </a:lnTo>
                <a:lnTo>
                  <a:pt x="165514" y="145572"/>
                </a:lnTo>
                <a:lnTo>
                  <a:pt x="165514" y="197320"/>
                </a:lnTo>
                <a:close/>
                <a:moveTo>
                  <a:pt x="34045" y="95756"/>
                </a:moveTo>
                <a:lnTo>
                  <a:pt x="76042" y="95756"/>
                </a:lnTo>
                <a:lnTo>
                  <a:pt x="76042" y="44103"/>
                </a:lnTo>
                <a:lnTo>
                  <a:pt x="34045" y="44103"/>
                </a:lnTo>
                <a:lnTo>
                  <a:pt x="34045" y="9575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4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475" y="176874"/>
                </a:moveTo>
                <a:lnTo>
                  <a:pt x="117482" y="176874"/>
                </a:lnTo>
                <a:lnTo>
                  <a:pt x="117482" y="174614"/>
                </a:lnTo>
                <a:cubicBezTo>
                  <a:pt x="117482" y="171915"/>
                  <a:pt x="116809" y="169508"/>
                  <a:pt x="115470" y="167394"/>
                </a:cubicBezTo>
                <a:cubicBezTo>
                  <a:pt x="114110" y="165265"/>
                  <a:pt x="112354" y="163787"/>
                  <a:pt x="110189" y="162946"/>
                </a:cubicBezTo>
                <a:cubicBezTo>
                  <a:pt x="105412" y="161234"/>
                  <a:pt x="101484" y="160086"/>
                  <a:pt x="98397" y="159501"/>
                </a:cubicBezTo>
                <a:cubicBezTo>
                  <a:pt x="95310" y="158915"/>
                  <a:pt x="92311" y="158623"/>
                  <a:pt x="89392" y="158623"/>
                </a:cubicBezTo>
                <a:cubicBezTo>
                  <a:pt x="86275" y="158623"/>
                  <a:pt x="82962" y="158981"/>
                  <a:pt x="79465" y="159705"/>
                </a:cubicBezTo>
                <a:cubicBezTo>
                  <a:pt x="75961" y="160422"/>
                  <a:pt x="72135" y="161505"/>
                  <a:pt x="67995" y="162946"/>
                </a:cubicBezTo>
                <a:cubicBezTo>
                  <a:pt x="65683" y="163787"/>
                  <a:pt x="63847" y="165258"/>
                  <a:pt x="62486" y="167372"/>
                </a:cubicBezTo>
                <a:cubicBezTo>
                  <a:pt x="61148" y="169500"/>
                  <a:pt x="60475" y="171907"/>
                  <a:pt x="60475" y="174592"/>
                </a:cubicBezTo>
                <a:lnTo>
                  <a:pt x="60475" y="176852"/>
                </a:lnTo>
                <a:close/>
                <a:moveTo>
                  <a:pt x="147379" y="160327"/>
                </a:moveTo>
                <a:lnTo>
                  <a:pt x="179288" y="160327"/>
                </a:lnTo>
                <a:cubicBezTo>
                  <a:pt x="180766" y="160327"/>
                  <a:pt x="181973" y="159852"/>
                  <a:pt x="182909" y="158901"/>
                </a:cubicBezTo>
                <a:cubicBezTo>
                  <a:pt x="183853" y="157942"/>
                  <a:pt x="184321" y="156728"/>
                  <a:pt x="184321" y="155250"/>
                </a:cubicBezTo>
                <a:cubicBezTo>
                  <a:pt x="184321" y="153758"/>
                  <a:pt x="183853" y="152544"/>
                  <a:pt x="182909" y="151608"/>
                </a:cubicBezTo>
                <a:cubicBezTo>
                  <a:pt x="181973" y="150649"/>
                  <a:pt x="180766" y="150174"/>
                  <a:pt x="179288" y="150174"/>
                </a:cubicBezTo>
                <a:lnTo>
                  <a:pt x="147379" y="150174"/>
                </a:lnTo>
                <a:cubicBezTo>
                  <a:pt x="145924" y="150174"/>
                  <a:pt x="144709" y="150649"/>
                  <a:pt x="143736" y="151608"/>
                </a:cubicBezTo>
                <a:cubicBezTo>
                  <a:pt x="142763" y="152558"/>
                  <a:pt x="142273" y="153773"/>
                  <a:pt x="142273" y="155250"/>
                </a:cubicBezTo>
                <a:cubicBezTo>
                  <a:pt x="142273" y="156743"/>
                  <a:pt x="142763" y="157957"/>
                  <a:pt x="143736" y="158901"/>
                </a:cubicBezTo>
                <a:cubicBezTo>
                  <a:pt x="144709" y="159852"/>
                  <a:pt x="145924" y="160327"/>
                  <a:pt x="147379" y="160327"/>
                </a:cubicBezTo>
                <a:close/>
                <a:moveTo>
                  <a:pt x="98272" y="146575"/>
                </a:moveTo>
                <a:cubicBezTo>
                  <a:pt x="100650" y="144175"/>
                  <a:pt x="101842" y="141227"/>
                  <a:pt x="101842" y="137723"/>
                </a:cubicBezTo>
                <a:cubicBezTo>
                  <a:pt x="101842" y="134219"/>
                  <a:pt x="100650" y="131271"/>
                  <a:pt x="98272" y="128872"/>
                </a:cubicBezTo>
                <a:cubicBezTo>
                  <a:pt x="95888" y="126443"/>
                  <a:pt x="92947" y="125229"/>
                  <a:pt x="89443" y="125229"/>
                </a:cubicBezTo>
                <a:cubicBezTo>
                  <a:pt x="85939" y="125229"/>
                  <a:pt x="82991" y="126429"/>
                  <a:pt x="80592" y="128821"/>
                </a:cubicBezTo>
                <a:cubicBezTo>
                  <a:pt x="78192" y="131220"/>
                  <a:pt x="77000" y="134168"/>
                  <a:pt x="77000" y="137672"/>
                </a:cubicBezTo>
                <a:cubicBezTo>
                  <a:pt x="77000" y="141176"/>
                  <a:pt x="78192" y="144131"/>
                  <a:pt x="80592" y="146523"/>
                </a:cubicBezTo>
                <a:cubicBezTo>
                  <a:pt x="82991" y="148923"/>
                  <a:pt x="85939" y="150123"/>
                  <a:pt x="89443" y="150123"/>
                </a:cubicBezTo>
                <a:cubicBezTo>
                  <a:pt x="92947" y="150123"/>
                  <a:pt x="95880" y="148923"/>
                  <a:pt x="98243" y="146523"/>
                </a:cubicBezTo>
                <a:close/>
                <a:moveTo>
                  <a:pt x="147379" y="134534"/>
                </a:moveTo>
                <a:lnTo>
                  <a:pt x="179288" y="134534"/>
                </a:lnTo>
                <a:cubicBezTo>
                  <a:pt x="180766" y="134534"/>
                  <a:pt x="181973" y="134051"/>
                  <a:pt x="182909" y="133100"/>
                </a:cubicBezTo>
                <a:cubicBezTo>
                  <a:pt x="183853" y="132142"/>
                  <a:pt x="184321" y="130927"/>
                  <a:pt x="184321" y="129450"/>
                </a:cubicBezTo>
                <a:cubicBezTo>
                  <a:pt x="184321" y="127957"/>
                  <a:pt x="183853" y="126736"/>
                  <a:pt x="182909" y="125778"/>
                </a:cubicBezTo>
                <a:cubicBezTo>
                  <a:pt x="181973" y="124827"/>
                  <a:pt x="180766" y="124344"/>
                  <a:pt x="179288" y="124344"/>
                </a:cubicBezTo>
                <a:lnTo>
                  <a:pt x="147379" y="124344"/>
                </a:lnTo>
                <a:cubicBezTo>
                  <a:pt x="145924" y="124344"/>
                  <a:pt x="144709" y="124827"/>
                  <a:pt x="143736" y="125778"/>
                </a:cubicBezTo>
                <a:cubicBezTo>
                  <a:pt x="142763" y="126736"/>
                  <a:pt x="142273" y="127950"/>
                  <a:pt x="142273" y="129428"/>
                </a:cubicBezTo>
                <a:cubicBezTo>
                  <a:pt x="142273" y="130920"/>
                  <a:pt x="142763" y="132134"/>
                  <a:pt x="143736" y="133071"/>
                </a:cubicBezTo>
                <a:cubicBezTo>
                  <a:pt x="144709" y="134029"/>
                  <a:pt x="145924" y="134505"/>
                  <a:pt x="147379" y="134505"/>
                </a:cubicBezTo>
                <a:close/>
                <a:moveTo>
                  <a:pt x="39656" y="216259"/>
                </a:moveTo>
                <a:cubicBezTo>
                  <a:pt x="35713" y="216259"/>
                  <a:pt x="32311" y="214825"/>
                  <a:pt x="29444" y="211958"/>
                </a:cubicBezTo>
                <a:cubicBezTo>
                  <a:pt x="26576" y="209090"/>
                  <a:pt x="25150" y="205689"/>
                  <a:pt x="25150" y="201746"/>
                </a:cubicBezTo>
                <a:lnTo>
                  <a:pt x="25150" y="89948"/>
                </a:lnTo>
                <a:cubicBezTo>
                  <a:pt x="25150" y="86005"/>
                  <a:pt x="26576" y="82603"/>
                  <a:pt x="29444" y="79736"/>
                </a:cubicBezTo>
                <a:cubicBezTo>
                  <a:pt x="32311" y="76868"/>
                  <a:pt x="35713" y="75442"/>
                  <a:pt x="39656" y="75442"/>
                </a:cubicBezTo>
                <a:lnTo>
                  <a:pt x="101059" y="75442"/>
                </a:lnTo>
                <a:lnTo>
                  <a:pt x="101059" y="36561"/>
                </a:lnTo>
                <a:cubicBezTo>
                  <a:pt x="101059" y="33526"/>
                  <a:pt x="102201" y="30863"/>
                  <a:pt x="104483" y="28566"/>
                </a:cubicBezTo>
                <a:cubicBezTo>
                  <a:pt x="106780" y="26284"/>
                  <a:pt x="109443" y="25150"/>
                  <a:pt x="112479" y="25150"/>
                </a:cubicBezTo>
                <a:lnTo>
                  <a:pt x="128923" y="25150"/>
                </a:lnTo>
                <a:cubicBezTo>
                  <a:pt x="131974" y="25150"/>
                  <a:pt x="134629" y="26284"/>
                  <a:pt x="136897" y="28566"/>
                </a:cubicBezTo>
                <a:cubicBezTo>
                  <a:pt x="139172" y="30848"/>
                  <a:pt x="140313" y="33511"/>
                  <a:pt x="140313" y="36561"/>
                </a:cubicBezTo>
                <a:lnTo>
                  <a:pt x="140313" y="75442"/>
                </a:lnTo>
                <a:lnTo>
                  <a:pt x="201724" y="75442"/>
                </a:lnTo>
                <a:cubicBezTo>
                  <a:pt x="205660" y="75442"/>
                  <a:pt x="209061" y="76868"/>
                  <a:pt x="211929" y="79736"/>
                </a:cubicBezTo>
                <a:cubicBezTo>
                  <a:pt x="214796" y="82603"/>
                  <a:pt x="216237" y="86005"/>
                  <a:pt x="216259" y="89948"/>
                </a:cubicBezTo>
                <a:lnTo>
                  <a:pt x="216259" y="201746"/>
                </a:lnTo>
                <a:cubicBezTo>
                  <a:pt x="216259" y="205689"/>
                  <a:pt x="214825" y="209090"/>
                  <a:pt x="211958" y="211958"/>
                </a:cubicBezTo>
                <a:cubicBezTo>
                  <a:pt x="209090" y="214825"/>
                  <a:pt x="205689" y="216259"/>
                  <a:pt x="201746" y="216259"/>
                </a:cubicBezTo>
                <a:lnTo>
                  <a:pt x="39656" y="216259"/>
                </a:lnTo>
                <a:close/>
                <a:moveTo>
                  <a:pt x="39656" y="204840"/>
                </a:moveTo>
                <a:lnTo>
                  <a:pt x="201746" y="204840"/>
                </a:lnTo>
                <a:cubicBezTo>
                  <a:pt x="202653" y="204840"/>
                  <a:pt x="203392" y="204548"/>
                  <a:pt x="203962" y="203962"/>
                </a:cubicBezTo>
                <a:cubicBezTo>
                  <a:pt x="204526" y="203370"/>
                  <a:pt x="204826" y="202638"/>
                  <a:pt x="204840" y="201746"/>
                </a:cubicBezTo>
                <a:lnTo>
                  <a:pt x="204840" y="89948"/>
                </a:lnTo>
                <a:cubicBezTo>
                  <a:pt x="204840" y="89041"/>
                  <a:pt x="204548" y="88302"/>
                  <a:pt x="203962" y="87731"/>
                </a:cubicBezTo>
                <a:cubicBezTo>
                  <a:pt x="203370" y="87168"/>
                  <a:pt x="202638" y="86868"/>
                  <a:pt x="201746" y="86853"/>
                </a:cubicBezTo>
                <a:lnTo>
                  <a:pt x="140342" y="86853"/>
                </a:lnTo>
                <a:lnTo>
                  <a:pt x="140342" y="96231"/>
                </a:lnTo>
                <a:cubicBezTo>
                  <a:pt x="140342" y="99772"/>
                  <a:pt x="139201" y="102552"/>
                  <a:pt x="136919" y="104585"/>
                </a:cubicBezTo>
                <a:cubicBezTo>
                  <a:pt x="134644" y="106626"/>
                  <a:pt x="131974" y="107650"/>
                  <a:pt x="128923" y="107650"/>
                </a:cubicBezTo>
                <a:lnTo>
                  <a:pt x="112479" y="107650"/>
                </a:lnTo>
                <a:cubicBezTo>
                  <a:pt x="109428" y="107650"/>
                  <a:pt x="106758" y="106626"/>
                  <a:pt x="104483" y="104585"/>
                </a:cubicBezTo>
                <a:cubicBezTo>
                  <a:pt x="102201" y="102537"/>
                  <a:pt x="101059" y="99757"/>
                  <a:pt x="101059" y="96231"/>
                </a:cubicBezTo>
                <a:lnTo>
                  <a:pt x="101059" y="86853"/>
                </a:lnTo>
                <a:lnTo>
                  <a:pt x="39656" y="86853"/>
                </a:lnTo>
                <a:cubicBezTo>
                  <a:pt x="38749" y="86853"/>
                  <a:pt x="38010" y="87146"/>
                  <a:pt x="37439" y="87731"/>
                </a:cubicBezTo>
                <a:cubicBezTo>
                  <a:pt x="36876" y="88324"/>
                  <a:pt x="36576" y="89055"/>
                  <a:pt x="36561" y="89948"/>
                </a:cubicBezTo>
                <a:lnTo>
                  <a:pt x="36561" y="201746"/>
                </a:lnTo>
                <a:cubicBezTo>
                  <a:pt x="36561" y="202653"/>
                  <a:pt x="36854" y="203392"/>
                  <a:pt x="37439" y="203962"/>
                </a:cubicBezTo>
                <a:cubicBezTo>
                  <a:pt x="38032" y="204526"/>
                  <a:pt x="38763" y="204826"/>
                  <a:pt x="39656" y="204840"/>
                </a:cubicBezTo>
                <a:close/>
                <a:moveTo>
                  <a:pt x="112479" y="96231"/>
                </a:moveTo>
                <a:lnTo>
                  <a:pt x="128923" y="96231"/>
                </a:lnTo>
                <a:lnTo>
                  <a:pt x="128923" y="36561"/>
                </a:lnTo>
                <a:lnTo>
                  <a:pt x="112479" y="36561"/>
                </a:lnTo>
                <a:lnTo>
                  <a:pt x="112479" y="96231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6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565" y="204562"/>
                </a:moveTo>
                <a:cubicBezTo>
                  <a:pt x="119721" y="204562"/>
                  <a:pt x="120964" y="204306"/>
                  <a:pt x="122288" y="203787"/>
                </a:cubicBezTo>
                <a:cubicBezTo>
                  <a:pt x="123590" y="203260"/>
                  <a:pt x="124651" y="202580"/>
                  <a:pt x="125456" y="201724"/>
                </a:cubicBezTo>
                <a:lnTo>
                  <a:pt x="207583" y="119443"/>
                </a:lnTo>
                <a:cubicBezTo>
                  <a:pt x="209961" y="117065"/>
                  <a:pt x="211790" y="114498"/>
                  <a:pt x="213063" y="111747"/>
                </a:cubicBezTo>
                <a:cubicBezTo>
                  <a:pt x="214350" y="108982"/>
                  <a:pt x="215001" y="106048"/>
                  <a:pt x="215001" y="102947"/>
                </a:cubicBezTo>
                <a:cubicBezTo>
                  <a:pt x="215001" y="99845"/>
                  <a:pt x="214350" y="96787"/>
                  <a:pt x="213063" y="93766"/>
                </a:cubicBezTo>
                <a:cubicBezTo>
                  <a:pt x="211768" y="90752"/>
                  <a:pt x="209946" y="88060"/>
                  <a:pt x="207583" y="85698"/>
                </a:cubicBezTo>
                <a:lnTo>
                  <a:pt x="165514" y="43628"/>
                </a:lnTo>
                <a:cubicBezTo>
                  <a:pt x="163129" y="41250"/>
                  <a:pt x="160532" y="39473"/>
                  <a:pt x="157716" y="38295"/>
                </a:cubicBezTo>
                <a:cubicBezTo>
                  <a:pt x="154899" y="37110"/>
                  <a:pt x="151929" y="36510"/>
                  <a:pt x="148813" y="36510"/>
                </a:cubicBezTo>
                <a:cubicBezTo>
                  <a:pt x="145711" y="36510"/>
                  <a:pt x="142763" y="37110"/>
                  <a:pt x="139962" y="38295"/>
                </a:cubicBezTo>
                <a:cubicBezTo>
                  <a:pt x="137160" y="39487"/>
                  <a:pt x="134607" y="41265"/>
                  <a:pt x="132295" y="43628"/>
                </a:cubicBezTo>
                <a:lnTo>
                  <a:pt x="125251" y="50672"/>
                </a:lnTo>
                <a:lnTo>
                  <a:pt x="145170" y="70658"/>
                </a:lnTo>
                <a:cubicBezTo>
                  <a:pt x="147145" y="72757"/>
                  <a:pt x="148864" y="75222"/>
                  <a:pt x="150320" y="78053"/>
                </a:cubicBezTo>
                <a:cubicBezTo>
                  <a:pt x="151783" y="80906"/>
                  <a:pt x="152507" y="83949"/>
                  <a:pt x="152507" y="87183"/>
                </a:cubicBezTo>
                <a:cubicBezTo>
                  <a:pt x="152507" y="92845"/>
                  <a:pt x="150393" y="97753"/>
                  <a:pt x="146150" y="101893"/>
                </a:cubicBezTo>
                <a:cubicBezTo>
                  <a:pt x="141908" y="106048"/>
                  <a:pt x="136984" y="108126"/>
                  <a:pt x="131388" y="108126"/>
                </a:cubicBezTo>
                <a:cubicBezTo>
                  <a:pt x="127782" y="108126"/>
                  <a:pt x="124710" y="107599"/>
                  <a:pt x="122157" y="106546"/>
                </a:cubicBezTo>
                <a:cubicBezTo>
                  <a:pt x="119611" y="105485"/>
                  <a:pt x="117263" y="103912"/>
                  <a:pt x="115119" y="101813"/>
                </a:cubicBezTo>
                <a:lnTo>
                  <a:pt x="98697" y="85295"/>
                </a:lnTo>
                <a:cubicBezTo>
                  <a:pt x="98111" y="84710"/>
                  <a:pt x="97373" y="84417"/>
                  <a:pt x="96487" y="84417"/>
                </a:cubicBezTo>
                <a:cubicBezTo>
                  <a:pt x="95580" y="84417"/>
                  <a:pt x="94842" y="84710"/>
                  <a:pt x="94271" y="85295"/>
                </a:cubicBezTo>
                <a:lnTo>
                  <a:pt x="51653" y="127892"/>
                </a:lnTo>
                <a:cubicBezTo>
                  <a:pt x="50680" y="128865"/>
                  <a:pt x="49963" y="129955"/>
                  <a:pt x="49509" y="131162"/>
                </a:cubicBezTo>
                <a:cubicBezTo>
                  <a:pt x="49041" y="132369"/>
                  <a:pt x="48807" y="133576"/>
                  <a:pt x="48807" y="134783"/>
                </a:cubicBezTo>
                <a:cubicBezTo>
                  <a:pt x="48807" y="137277"/>
                  <a:pt x="49604" y="139311"/>
                  <a:pt x="51199" y="140869"/>
                </a:cubicBezTo>
                <a:cubicBezTo>
                  <a:pt x="52786" y="142427"/>
                  <a:pt x="54798" y="143210"/>
                  <a:pt x="57234" y="143210"/>
                </a:cubicBezTo>
                <a:cubicBezTo>
                  <a:pt x="58492" y="143210"/>
                  <a:pt x="59729" y="142902"/>
                  <a:pt x="60958" y="142303"/>
                </a:cubicBezTo>
                <a:cubicBezTo>
                  <a:pt x="62165" y="141695"/>
                  <a:pt x="63167" y="141000"/>
                  <a:pt x="63971" y="140210"/>
                </a:cubicBezTo>
                <a:lnTo>
                  <a:pt x="93393" y="110796"/>
                </a:lnTo>
                <a:cubicBezTo>
                  <a:pt x="94512" y="109669"/>
                  <a:pt x="95836" y="109092"/>
                  <a:pt x="97365" y="109055"/>
                </a:cubicBezTo>
                <a:cubicBezTo>
                  <a:pt x="98894" y="109026"/>
                  <a:pt x="100248" y="109604"/>
                  <a:pt x="101440" y="110796"/>
                </a:cubicBezTo>
                <a:cubicBezTo>
                  <a:pt x="102632" y="111981"/>
                  <a:pt x="103225" y="113327"/>
                  <a:pt x="103225" y="114819"/>
                </a:cubicBezTo>
                <a:cubicBezTo>
                  <a:pt x="103225" y="116312"/>
                  <a:pt x="102632" y="117650"/>
                  <a:pt x="101440" y="118843"/>
                </a:cubicBezTo>
                <a:lnTo>
                  <a:pt x="72172" y="148008"/>
                </a:lnTo>
                <a:cubicBezTo>
                  <a:pt x="71199" y="149047"/>
                  <a:pt x="70482" y="150181"/>
                  <a:pt x="70028" y="151403"/>
                </a:cubicBezTo>
                <a:cubicBezTo>
                  <a:pt x="69560" y="152624"/>
                  <a:pt x="69326" y="153875"/>
                  <a:pt x="69326" y="155148"/>
                </a:cubicBezTo>
                <a:cubicBezTo>
                  <a:pt x="69326" y="157416"/>
                  <a:pt x="70167" y="159384"/>
                  <a:pt x="71843" y="161059"/>
                </a:cubicBezTo>
                <a:cubicBezTo>
                  <a:pt x="73518" y="162734"/>
                  <a:pt x="75486" y="163575"/>
                  <a:pt x="77753" y="163575"/>
                </a:cubicBezTo>
                <a:cubicBezTo>
                  <a:pt x="79011" y="163575"/>
                  <a:pt x="80248" y="163312"/>
                  <a:pt x="81477" y="162792"/>
                </a:cubicBezTo>
                <a:cubicBezTo>
                  <a:pt x="82684" y="162273"/>
                  <a:pt x="83686" y="161585"/>
                  <a:pt x="84491" y="160730"/>
                </a:cubicBezTo>
                <a:lnTo>
                  <a:pt x="115068" y="130152"/>
                </a:lnTo>
                <a:cubicBezTo>
                  <a:pt x="116195" y="129033"/>
                  <a:pt x="117519" y="128455"/>
                  <a:pt x="119040" y="128418"/>
                </a:cubicBezTo>
                <a:cubicBezTo>
                  <a:pt x="120569" y="128389"/>
                  <a:pt x="121922" y="128967"/>
                  <a:pt x="123115" y="130152"/>
                </a:cubicBezTo>
                <a:cubicBezTo>
                  <a:pt x="124307" y="131344"/>
                  <a:pt x="124900" y="132690"/>
                  <a:pt x="124900" y="134175"/>
                </a:cubicBezTo>
                <a:cubicBezTo>
                  <a:pt x="124900" y="135668"/>
                  <a:pt x="124307" y="137014"/>
                  <a:pt x="123115" y="138206"/>
                </a:cubicBezTo>
                <a:lnTo>
                  <a:pt x="92691" y="168528"/>
                </a:lnTo>
                <a:cubicBezTo>
                  <a:pt x="91886" y="169398"/>
                  <a:pt x="91213" y="170488"/>
                  <a:pt x="90679" y="171797"/>
                </a:cubicBezTo>
                <a:cubicBezTo>
                  <a:pt x="90123" y="173107"/>
                  <a:pt x="89845" y="174394"/>
                  <a:pt x="89845" y="175667"/>
                </a:cubicBezTo>
                <a:cubicBezTo>
                  <a:pt x="89845" y="177935"/>
                  <a:pt x="90687" y="179903"/>
                  <a:pt x="92362" y="181578"/>
                </a:cubicBezTo>
                <a:cubicBezTo>
                  <a:pt x="94037" y="183253"/>
                  <a:pt x="96005" y="184094"/>
                  <a:pt x="98272" y="184094"/>
                </a:cubicBezTo>
                <a:cubicBezTo>
                  <a:pt x="99531" y="184094"/>
                  <a:pt x="100723" y="183860"/>
                  <a:pt x="101864" y="183392"/>
                </a:cubicBezTo>
                <a:cubicBezTo>
                  <a:pt x="102991" y="182924"/>
                  <a:pt x="104037" y="182207"/>
                  <a:pt x="105010" y="181256"/>
                </a:cubicBezTo>
                <a:lnTo>
                  <a:pt x="135536" y="150627"/>
                </a:lnTo>
                <a:cubicBezTo>
                  <a:pt x="136663" y="149501"/>
                  <a:pt x="137987" y="148923"/>
                  <a:pt x="139508" y="148886"/>
                </a:cubicBezTo>
                <a:cubicBezTo>
                  <a:pt x="141037" y="148857"/>
                  <a:pt x="142390" y="149435"/>
                  <a:pt x="143583" y="150627"/>
                </a:cubicBezTo>
                <a:cubicBezTo>
                  <a:pt x="144775" y="151812"/>
                  <a:pt x="145368" y="153158"/>
                  <a:pt x="145368" y="154651"/>
                </a:cubicBezTo>
                <a:cubicBezTo>
                  <a:pt x="145368" y="156143"/>
                  <a:pt x="144775" y="157482"/>
                  <a:pt x="143583" y="158674"/>
                </a:cubicBezTo>
                <a:lnTo>
                  <a:pt x="113005" y="189252"/>
                </a:lnTo>
                <a:cubicBezTo>
                  <a:pt x="112032" y="190224"/>
                  <a:pt x="111323" y="191351"/>
                  <a:pt x="110869" y="192646"/>
                </a:cubicBezTo>
                <a:cubicBezTo>
                  <a:pt x="110401" y="193933"/>
                  <a:pt x="110167" y="195133"/>
                  <a:pt x="110167" y="196238"/>
                </a:cubicBezTo>
                <a:cubicBezTo>
                  <a:pt x="110167" y="198791"/>
                  <a:pt x="110942" y="200810"/>
                  <a:pt x="112500" y="202302"/>
                </a:cubicBezTo>
                <a:cubicBezTo>
                  <a:pt x="114066" y="203809"/>
                  <a:pt x="116085" y="204562"/>
                  <a:pt x="118565" y="204562"/>
                </a:cubicBezTo>
                <a:close/>
                <a:moveTo>
                  <a:pt x="118565" y="215981"/>
                </a:moveTo>
                <a:cubicBezTo>
                  <a:pt x="113349" y="215981"/>
                  <a:pt x="108792" y="214028"/>
                  <a:pt x="104885" y="210122"/>
                </a:cubicBezTo>
                <a:cubicBezTo>
                  <a:pt x="100979" y="206201"/>
                  <a:pt x="98923" y="201322"/>
                  <a:pt x="98726" y="195484"/>
                </a:cubicBezTo>
                <a:cubicBezTo>
                  <a:pt x="93020" y="195170"/>
                  <a:pt x="88265" y="193172"/>
                  <a:pt x="84439" y="189500"/>
                </a:cubicBezTo>
                <a:cubicBezTo>
                  <a:pt x="80621" y="185828"/>
                  <a:pt x="78551" y="180985"/>
                  <a:pt x="78229" y="174965"/>
                </a:cubicBezTo>
                <a:cubicBezTo>
                  <a:pt x="72281" y="174577"/>
                  <a:pt x="67461" y="172507"/>
                  <a:pt x="63774" y="168754"/>
                </a:cubicBezTo>
                <a:cubicBezTo>
                  <a:pt x="60102" y="165016"/>
                  <a:pt x="58127" y="160247"/>
                  <a:pt x="57863" y="154446"/>
                </a:cubicBezTo>
                <a:cubicBezTo>
                  <a:pt x="52040" y="154131"/>
                  <a:pt x="47176" y="152156"/>
                  <a:pt x="43255" y="148535"/>
                </a:cubicBezTo>
                <a:cubicBezTo>
                  <a:pt x="39327" y="144936"/>
                  <a:pt x="37366" y="140291"/>
                  <a:pt x="37366" y="134607"/>
                </a:cubicBezTo>
                <a:cubicBezTo>
                  <a:pt x="37366" y="131959"/>
                  <a:pt x="37878" y="129303"/>
                  <a:pt x="38902" y="126633"/>
                </a:cubicBezTo>
                <a:cubicBezTo>
                  <a:pt x="39926" y="123985"/>
                  <a:pt x="41433" y="121666"/>
                  <a:pt x="43430" y="119669"/>
                </a:cubicBezTo>
                <a:lnTo>
                  <a:pt x="86378" y="76795"/>
                </a:lnTo>
                <a:cubicBezTo>
                  <a:pt x="89092" y="74015"/>
                  <a:pt x="92457" y="72625"/>
                  <a:pt x="96458" y="72625"/>
                </a:cubicBezTo>
                <a:cubicBezTo>
                  <a:pt x="100467" y="72625"/>
                  <a:pt x="103861" y="74015"/>
                  <a:pt x="106641" y="76795"/>
                </a:cubicBezTo>
                <a:lnTo>
                  <a:pt x="122113" y="92289"/>
                </a:lnTo>
                <a:cubicBezTo>
                  <a:pt x="123385" y="93561"/>
                  <a:pt x="124849" y="94593"/>
                  <a:pt x="126509" y="95376"/>
                </a:cubicBezTo>
                <a:cubicBezTo>
                  <a:pt x="128170" y="96166"/>
                  <a:pt x="129845" y="96561"/>
                  <a:pt x="131542" y="96561"/>
                </a:cubicBezTo>
                <a:cubicBezTo>
                  <a:pt x="133919" y="96561"/>
                  <a:pt x="136099" y="95580"/>
                  <a:pt x="138074" y="93620"/>
                </a:cubicBezTo>
                <a:cubicBezTo>
                  <a:pt x="140071" y="91659"/>
                  <a:pt x="141066" y="89458"/>
                  <a:pt x="141066" y="87029"/>
                </a:cubicBezTo>
                <a:cubicBezTo>
                  <a:pt x="141066" y="85705"/>
                  <a:pt x="140723" y="84352"/>
                  <a:pt x="140035" y="82954"/>
                </a:cubicBezTo>
                <a:cubicBezTo>
                  <a:pt x="139347" y="81564"/>
                  <a:pt x="138367" y="80197"/>
                  <a:pt x="137094" y="78858"/>
                </a:cubicBezTo>
                <a:lnTo>
                  <a:pt x="101842" y="43577"/>
                </a:lnTo>
                <a:cubicBezTo>
                  <a:pt x="99457" y="41199"/>
                  <a:pt x="96853" y="39422"/>
                  <a:pt x="94022" y="38244"/>
                </a:cubicBezTo>
                <a:cubicBezTo>
                  <a:pt x="91169" y="37059"/>
                  <a:pt x="88192" y="36459"/>
                  <a:pt x="85098" y="36459"/>
                </a:cubicBezTo>
                <a:cubicBezTo>
                  <a:pt x="81996" y="36459"/>
                  <a:pt x="79070" y="37059"/>
                  <a:pt x="76319" y="38244"/>
                </a:cubicBezTo>
                <a:cubicBezTo>
                  <a:pt x="73584" y="39436"/>
                  <a:pt x="71031" y="41214"/>
                  <a:pt x="68646" y="43577"/>
                </a:cubicBezTo>
                <a:lnTo>
                  <a:pt x="33621" y="78609"/>
                </a:lnTo>
                <a:cubicBezTo>
                  <a:pt x="29883" y="82274"/>
                  <a:pt x="27622" y="86744"/>
                  <a:pt x="26832" y="92011"/>
                </a:cubicBezTo>
                <a:cubicBezTo>
                  <a:pt x="26042" y="97270"/>
                  <a:pt x="26730" y="102274"/>
                  <a:pt x="28895" y="107021"/>
                </a:cubicBezTo>
                <a:cubicBezTo>
                  <a:pt x="29597" y="108411"/>
                  <a:pt x="29663" y="109860"/>
                  <a:pt x="29093" y="111374"/>
                </a:cubicBezTo>
                <a:cubicBezTo>
                  <a:pt x="28507" y="112881"/>
                  <a:pt x="27549" y="113985"/>
                  <a:pt x="26225" y="114688"/>
                </a:cubicBezTo>
                <a:cubicBezTo>
                  <a:pt x="24835" y="115397"/>
                  <a:pt x="23343" y="115463"/>
                  <a:pt x="21748" y="114893"/>
                </a:cubicBezTo>
                <a:cubicBezTo>
                  <a:pt x="20161" y="114307"/>
                  <a:pt x="19012" y="113320"/>
                  <a:pt x="18303" y="111923"/>
                </a:cubicBezTo>
                <a:cubicBezTo>
                  <a:pt x="15391" y="104629"/>
                  <a:pt x="14440" y="97307"/>
                  <a:pt x="15464" y="89948"/>
                </a:cubicBezTo>
                <a:cubicBezTo>
                  <a:pt x="16474" y="82589"/>
                  <a:pt x="19846" y="76034"/>
                  <a:pt x="25596" y="70284"/>
                </a:cubicBezTo>
                <a:lnTo>
                  <a:pt x="60350" y="35530"/>
                </a:lnTo>
                <a:cubicBezTo>
                  <a:pt x="63854" y="32026"/>
                  <a:pt x="67746" y="29429"/>
                  <a:pt x="72018" y="27739"/>
                </a:cubicBezTo>
                <a:cubicBezTo>
                  <a:pt x="76290" y="26042"/>
                  <a:pt x="80738" y="25194"/>
                  <a:pt x="85346" y="25194"/>
                </a:cubicBezTo>
                <a:cubicBezTo>
                  <a:pt x="89955" y="25194"/>
                  <a:pt x="94359" y="26042"/>
                  <a:pt x="98550" y="27739"/>
                </a:cubicBezTo>
                <a:cubicBezTo>
                  <a:pt x="102735" y="29429"/>
                  <a:pt x="106575" y="32026"/>
                  <a:pt x="110064" y="35530"/>
                </a:cubicBezTo>
                <a:lnTo>
                  <a:pt x="117102" y="42574"/>
                </a:lnTo>
                <a:lnTo>
                  <a:pt x="124146" y="35530"/>
                </a:lnTo>
                <a:cubicBezTo>
                  <a:pt x="127636" y="32026"/>
                  <a:pt x="131498" y="29429"/>
                  <a:pt x="135741" y="27739"/>
                </a:cubicBezTo>
                <a:cubicBezTo>
                  <a:pt x="139976" y="26042"/>
                  <a:pt x="144402" y="25194"/>
                  <a:pt x="149018" y="25194"/>
                </a:cubicBezTo>
                <a:cubicBezTo>
                  <a:pt x="153627" y="25194"/>
                  <a:pt x="158038" y="26042"/>
                  <a:pt x="162244" y="27739"/>
                </a:cubicBezTo>
                <a:cubicBezTo>
                  <a:pt x="166465" y="29429"/>
                  <a:pt x="170320" y="32026"/>
                  <a:pt x="173809" y="35530"/>
                </a:cubicBezTo>
                <a:lnTo>
                  <a:pt x="215630" y="77351"/>
                </a:lnTo>
                <a:cubicBezTo>
                  <a:pt x="219112" y="80833"/>
                  <a:pt x="221782" y="84820"/>
                  <a:pt x="223626" y="89297"/>
                </a:cubicBezTo>
                <a:cubicBezTo>
                  <a:pt x="225469" y="93752"/>
                  <a:pt x="226391" y="98287"/>
                  <a:pt x="226391" y="102896"/>
                </a:cubicBezTo>
                <a:cubicBezTo>
                  <a:pt x="226391" y="107504"/>
                  <a:pt x="225469" y="111908"/>
                  <a:pt x="223626" y="116100"/>
                </a:cubicBezTo>
                <a:cubicBezTo>
                  <a:pt x="221782" y="120291"/>
                  <a:pt x="219112" y="124139"/>
                  <a:pt x="215630" y="127643"/>
                </a:cubicBezTo>
                <a:lnTo>
                  <a:pt x="133502" y="209771"/>
                </a:lnTo>
                <a:cubicBezTo>
                  <a:pt x="131454" y="211877"/>
                  <a:pt x="129157" y="213450"/>
                  <a:pt x="126611" y="214467"/>
                </a:cubicBezTo>
                <a:cubicBezTo>
                  <a:pt x="124058" y="215477"/>
                  <a:pt x="121381" y="215981"/>
                  <a:pt x="118565" y="215981"/>
                </a:cubicBezTo>
                <a:close/>
                <a:moveTo>
                  <a:pt x="90504" y="8466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8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4908" y="199910"/>
                </a:moveTo>
                <a:lnTo>
                  <a:pt x="14908" y="188469"/>
                </a:lnTo>
                <a:cubicBezTo>
                  <a:pt x="14908" y="183421"/>
                  <a:pt x="16145" y="179222"/>
                  <a:pt x="18610" y="175872"/>
                </a:cubicBezTo>
                <a:cubicBezTo>
                  <a:pt x="21075" y="172522"/>
                  <a:pt x="24564" y="169735"/>
                  <a:pt x="29093" y="167525"/>
                </a:cubicBezTo>
                <a:cubicBezTo>
                  <a:pt x="37827" y="163297"/>
                  <a:pt x="47212" y="159852"/>
                  <a:pt x="57256" y="157189"/>
                </a:cubicBezTo>
                <a:cubicBezTo>
                  <a:pt x="67314" y="154541"/>
                  <a:pt x="78104" y="153217"/>
                  <a:pt x="89619" y="153217"/>
                </a:cubicBezTo>
                <a:cubicBezTo>
                  <a:pt x="101155" y="153217"/>
                  <a:pt x="111923" y="154541"/>
                  <a:pt x="121930" y="157189"/>
                </a:cubicBezTo>
                <a:cubicBezTo>
                  <a:pt x="131959" y="159837"/>
                  <a:pt x="141359" y="163283"/>
                  <a:pt x="150144" y="167525"/>
                </a:cubicBezTo>
                <a:cubicBezTo>
                  <a:pt x="154621" y="169735"/>
                  <a:pt x="158103" y="172522"/>
                  <a:pt x="160583" y="175872"/>
                </a:cubicBezTo>
                <a:cubicBezTo>
                  <a:pt x="163063" y="179222"/>
                  <a:pt x="164307" y="183421"/>
                  <a:pt x="164307" y="188469"/>
                </a:cubicBezTo>
                <a:lnTo>
                  <a:pt x="164307" y="199910"/>
                </a:lnTo>
                <a:cubicBezTo>
                  <a:pt x="164307" y="202024"/>
                  <a:pt x="163612" y="203758"/>
                  <a:pt x="162215" y="205118"/>
                </a:cubicBezTo>
                <a:cubicBezTo>
                  <a:pt x="160825" y="206472"/>
                  <a:pt x="159106" y="207152"/>
                  <a:pt x="157065" y="207152"/>
                </a:cubicBezTo>
                <a:lnTo>
                  <a:pt x="22180" y="207152"/>
                </a:lnTo>
                <a:cubicBezTo>
                  <a:pt x="20066" y="207152"/>
                  <a:pt x="18332" y="206472"/>
                  <a:pt x="16971" y="205118"/>
                </a:cubicBezTo>
                <a:cubicBezTo>
                  <a:pt x="15618" y="203758"/>
                  <a:pt x="14938" y="202024"/>
                  <a:pt x="14938" y="199910"/>
                </a:cubicBezTo>
                <a:close/>
                <a:moveTo>
                  <a:pt x="26327" y="195762"/>
                </a:moveTo>
                <a:lnTo>
                  <a:pt x="152939" y="195762"/>
                </a:lnTo>
                <a:lnTo>
                  <a:pt x="152939" y="188498"/>
                </a:lnTo>
                <a:cubicBezTo>
                  <a:pt x="152939" y="185726"/>
                  <a:pt x="152127" y="183480"/>
                  <a:pt x="150496" y="181753"/>
                </a:cubicBezTo>
                <a:cubicBezTo>
                  <a:pt x="148872" y="180027"/>
                  <a:pt x="146926" y="178652"/>
                  <a:pt x="144665" y="177635"/>
                </a:cubicBezTo>
                <a:cubicBezTo>
                  <a:pt x="137657" y="174446"/>
                  <a:pt x="129625" y="171476"/>
                  <a:pt x="120576" y="168732"/>
                </a:cubicBezTo>
                <a:cubicBezTo>
                  <a:pt x="111520" y="165997"/>
                  <a:pt x="101206" y="164629"/>
                  <a:pt x="89619" y="164629"/>
                </a:cubicBezTo>
                <a:cubicBezTo>
                  <a:pt x="78039" y="164629"/>
                  <a:pt x="67702" y="165997"/>
                  <a:pt x="58617" y="168732"/>
                </a:cubicBezTo>
                <a:cubicBezTo>
                  <a:pt x="49546" y="171476"/>
                  <a:pt x="41536" y="174446"/>
                  <a:pt x="34579" y="177635"/>
                </a:cubicBezTo>
                <a:cubicBezTo>
                  <a:pt x="32311" y="178674"/>
                  <a:pt x="30365" y="180049"/>
                  <a:pt x="28741" y="181753"/>
                </a:cubicBezTo>
                <a:cubicBezTo>
                  <a:pt x="27117" y="183480"/>
                  <a:pt x="26305" y="185726"/>
                  <a:pt x="26305" y="188498"/>
                </a:cubicBezTo>
                <a:lnTo>
                  <a:pt x="26305" y="195762"/>
                </a:lnTo>
                <a:close/>
                <a:moveTo>
                  <a:pt x="65581" y="123817"/>
                </a:moveTo>
                <a:cubicBezTo>
                  <a:pt x="59377" y="117519"/>
                  <a:pt x="56276" y="109355"/>
                  <a:pt x="56276" y="99326"/>
                </a:cubicBezTo>
                <a:lnTo>
                  <a:pt x="53964" y="99326"/>
                </a:lnTo>
                <a:cubicBezTo>
                  <a:pt x="52757" y="99326"/>
                  <a:pt x="51711" y="98894"/>
                  <a:pt x="50819" y="98016"/>
                </a:cubicBezTo>
                <a:cubicBezTo>
                  <a:pt x="49934" y="97146"/>
                  <a:pt x="49495" y="96114"/>
                  <a:pt x="49509" y="94929"/>
                </a:cubicBezTo>
                <a:cubicBezTo>
                  <a:pt x="49509" y="93752"/>
                  <a:pt x="49948" y="92706"/>
                  <a:pt x="50819" y="91784"/>
                </a:cubicBezTo>
                <a:cubicBezTo>
                  <a:pt x="51689" y="90877"/>
                  <a:pt x="52743" y="90423"/>
                  <a:pt x="53964" y="90423"/>
                </a:cubicBezTo>
                <a:lnTo>
                  <a:pt x="56276" y="90423"/>
                </a:lnTo>
                <a:cubicBezTo>
                  <a:pt x="56342" y="84739"/>
                  <a:pt x="57666" y="79597"/>
                  <a:pt x="60248" y="74988"/>
                </a:cubicBezTo>
                <a:cubicBezTo>
                  <a:pt x="62830" y="70358"/>
                  <a:pt x="66422" y="66312"/>
                  <a:pt x="71016" y="62838"/>
                </a:cubicBezTo>
                <a:lnTo>
                  <a:pt x="71016" y="72545"/>
                </a:lnTo>
                <a:cubicBezTo>
                  <a:pt x="71016" y="73488"/>
                  <a:pt x="71374" y="74300"/>
                  <a:pt x="72091" y="74988"/>
                </a:cubicBezTo>
                <a:cubicBezTo>
                  <a:pt x="72816" y="75676"/>
                  <a:pt x="73642" y="76020"/>
                  <a:pt x="74586" y="76020"/>
                </a:cubicBezTo>
                <a:cubicBezTo>
                  <a:pt x="75625" y="76020"/>
                  <a:pt x="76458" y="75676"/>
                  <a:pt x="77095" y="74988"/>
                </a:cubicBezTo>
                <a:cubicBezTo>
                  <a:pt x="77731" y="74300"/>
                  <a:pt x="78053" y="73488"/>
                  <a:pt x="78053" y="72545"/>
                </a:cubicBezTo>
                <a:lnTo>
                  <a:pt x="78053" y="59568"/>
                </a:lnTo>
                <a:cubicBezTo>
                  <a:pt x="79392" y="59165"/>
                  <a:pt x="81169" y="58807"/>
                  <a:pt x="83386" y="58492"/>
                </a:cubicBezTo>
                <a:cubicBezTo>
                  <a:pt x="85595" y="58170"/>
                  <a:pt x="87731" y="58010"/>
                  <a:pt x="89794" y="58010"/>
                </a:cubicBezTo>
                <a:cubicBezTo>
                  <a:pt x="91857" y="58010"/>
                  <a:pt x="93993" y="58170"/>
                  <a:pt x="96210" y="58492"/>
                </a:cubicBezTo>
                <a:cubicBezTo>
                  <a:pt x="98419" y="58807"/>
                  <a:pt x="100196" y="59165"/>
                  <a:pt x="101542" y="59568"/>
                </a:cubicBezTo>
                <a:lnTo>
                  <a:pt x="101542" y="72545"/>
                </a:lnTo>
                <a:cubicBezTo>
                  <a:pt x="101542" y="73488"/>
                  <a:pt x="101857" y="74300"/>
                  <a:pt x="102493" y="74988"/>
                </a:cubicBezTo>
                <a:cubicBezTo>
                  <a:pt x="103130" y="75676"/>
                  <a:pt x="103971" y="76020"/>
                  <a:pt x="105010" y="76020"/>
                </a:cubicBezTo>
                <a:cubicBezTo>
                  <a:pt x="105946" y="76020"/>
                  <a:pt x="106780" y="75676"/>
                  <a:pt x="107497" y="74988"/>
                </a:cubicBezTo>
                <a:cubicBezTo>
                  <a:pt x="108221" y="74300"/>
                  <a:pt x="108580" y="73488"/>
                  <a:pt x="108580" y="72545"/>
                </a:cubicBezTo>
                <a:lnTo>
                  <a:pt x="108580" y="62838"/>
                </a:lnTo>
                <a:cubicBezTo>
                  <a:pt x="113239" y="66327"/>
                  <a:pt x="116773" y="70372"/>
                  <a:pt x="119165" y="74988"/>
                </a:cubicBezTo>
                <a:cubicBezTo>
                  <a:pt x="121579" y="79611"/>
                  <a:pt x="122851" y="84761"/>
                  <a:pt x="122990" y="90423"/>
                </a:cubicBezTo>
                <a:lnTo>
                  <a:pt x="125302" y="90423"/>
                </a:lnTo>
                <a:cubicBezTo>
                  <a:pt x="126509" y="90423"/>
                  <a:pt x="127555" y="90877"/>
                  <a:pt x="128448" y="91784"/>
                </a:cubicBezTo>
                <a:cubicBezTo>
                  <a:pt x="129318" y="92691"/>
                  <a:pt x="129757" y="93737"/>
                  <a:pt x="129757" y="94929"/>
                </a:cubicBezTo>
                <a:cubicBezTo>
                  <a:pt x="129757" y="96100"/>
                  <a:pt x="129318" y="97131"/>
                  <a:pt x="128448" y="98016"/>
                </a:cubicBezTo>
                <a:cubicBezTo>
                  <a:pt x="127577" y="98894"/>
                  <a:pt x="126524" y="99326"/>
                  <a:pt x="125302" y="99326"/>
                </a:cubicBezTo>
                <a:lnTo>
                  <a:pt x="122990" y="99326"/>
                </a:lnTo>
                <a:cubicBezTo>
                  <a:pt x="122990" y="109355"/>
                  <a:pt x="119874" y="117519"/>
                  <a:pt x="113634" y="123817"/>
                </a:cubicBezTo>
                <a:cubicBezTo>
                  <a:pt x="107416" y="130123"/>
                  <a:pt x="99399" y="133276"/>
                  <a:pt x="89597" y="133276"/>
                </a:cubicBezTo>
                <a:cubicBezTo>
                  <a:pt x="79787" y="133276"/>
                  <a:pt x="71784" y="130123"/>
                  <a:pt x="65581" y="123817"/>
                </a:cubicBezTo>
                <a:close/>
                <a:moveTo>
                  <a:pt x="105661" y="115770"/>
                </a:moveTo>
                <a:cubicBezTo>
                  <a:pt x="109618" y="111718"/>
                  <a:pt x="111601" y="106429"/>
                  <a:pt x="111601" y="99904"/>
                </a:cubicBezTo>
                <a:lnTo>
                  <a:pt x="67666" y="99904"/>
                </a:lnTo>
                <a:cubicBezTo>
                  <a:pt x="67666" y="106407"/>
                  <a:pt x="69648" y="111696"/>
                  <a:pt x="73606" y="115770"/>
                </a:cubicBezTo>
                <a:cubicBezTo>
                  <a:pt x="77556" y="119830"/>
                  <a:pt x="82896" y="121857"/>
                  <a:pt x="89619" y="121857"/>
                </a:cubicBezTo>
                <a:cubicBezTo>
                  <a:pt x="96341" y="121857"/>
                  <a:pt x="101681" y="119830"/>
                  <a:pt x="105639" y="115770"/>
                </a:cubicBezTo>
                <a:close/>
                <a:moveTo>
                  <a:pt x="165433" y="145646"/>
                </a:moveTo>
                <a:lnTo>
                  <a:pt x="165287" y="142756"/>
                </a:lnTo>
                <a:cubicBezTo>
                  <a:pt x="164043" y="142215"/>
                  <a:pt x="162719" y="141498"/>
                  <a:pt x="161315" y="140591"/>
                </a:cubicBezTo>
                <a:cubicBezTo>
                  <a:pt x="159888" y="139684"/>
                  <a:pt x="158674" y="138784"/>
                  <a:pt x="157665" y="137877"/>
                </a:cubicBezTo>
                <a:lnTo>
                  <a:pt x="154519" y="139486"/>
                </a:lnTo>
                <a:cubicBezTo>
                  <a:pt x="153553" y="140086"/>
                  <a:pt x="152558" y="140240"/>
                  <a:pt x="151556" y="139940"/>
                </a:cubicBezTo>
                <a:cubicBezTo>
                  <a:pt x="150569" y="139633"/>
                  <a:pt x="149713" y="139018"/>
                  <a:pt x="148989" y="138074"/>
                </a:cubicBezTo>
                <a:lnTo>
                  <a:pt x="148842" y="137774"/>
                </a:lnTo>
                <a:cubicBezTo>
                  <a:pt x="148067" y="136736"/>
                  <a:pt x="147811" y="135646"/>
                  <a:pt x="148060" y="134505"/>
                </a:cubicBezTo>
                <a:cubicBezTo>
                  <a:pt x="148308" y="133385"/>
                  <a:pt x="148908" y="132464"/>
                  <a:pt x="149845" y="131739"/>
                </a:cubicBezTo>
                <a:lnTo>
                  <a:pt x="152815" y="129728"/>
                </a:lnTo>
                <a:cubicBezTo>
                  <a:pt x="152478" y="128989"/>
                  <a:pt x="152295" y="128279"/>
                  <a:pt x="152259" y="127592"/>
                </a:cubicBezTo>
                <a:cubicBezTo>
                  <a:pt x="152222" y="126904"/>
                  <a:pt x="152207" y="126209"/>
                  <a:pt x="152207" y="125507"/>
                </a:cubicBezTo>
                <a:cubicBezTo>
                  <a:pt x="152207" y="124797"/>
                  <a:pt x="152222" y="124139"/>
                  <a:pt x="152259" y="123517"/>
                </a:cubicBezTo>
                <a:cubicBezTo>
                  <a:pt x="152295" y="122895"/>
                  <a:pt x="152478" y="122186"/>
                  <a:pt x="152815" y="121381"/>
                </a:cubicBezTo>
                <a:lnTo>
                  <a:pt x="149845" y="119267"/>
                </a:lnTo>
                <a:cubicBezTo>
                  <a:pt x="148908" y="118565"/>
                  <a:pt x="148308" y="117687"/>
                  <a:pt x="148060" y="116626"/>
                </a:cubicBezTo>
                <a:cubicBezTo>
                  <a:pt x="147811" y="115573"/>
                  <a:pt x="148067" y="114527"/>
                  <a:pt x="148842" y="113481"/>
                </a:cubicBezTo>
                <a:lnTo>
                  <a:pt x="148989" y="112932"/>
                </a:lnTo>
                <a:cubicBezTo>
                  <a:pt x="149691" y="112062"/>
                  <a:pt x="150547" y="111454"/>
                  <a:pt x="151556" y="111118"/>
                </a:cubicBezTo>
                <a:cubicBezTo>
                  <a:pt x="152544" y="110781"/>
                  <a:pt x="153531" y="110920"/>
                  <a:pt x="154519" y="111520"/>
                </a:cubicBezTo>
                <a:lnTo>
                  <a:pt x="157665" y="113130"/>
                </a:lnTo>
                <a:cubicBezTo>
                  <a:pt x="158842" y="112230"/>
                  <a:pt x="160093" y="111337"/>
                  <a:pt x="161439" y="110467"/>
                </a:cubicBezTo>
                <a:cubicBezTo>
                  <a:pt x="162778" y="109596"/>
                  <a:pt x="164058" y="108857"/>
                  <a:pt x="165287" y="108250"/>
                </a:cubicBezTo>
                <a:lnTo>
                  <a:pt x="165433" y="105185"/>
                </a:lnTo>
                <a:cubicBezTo>
                  <a:pt x="165601" y="104044"/>
                  <a:pt x="166099" y="103078"/>
                  <a:pt x="166918" y="102296"/>
                </a:cubicBezTo>
                <a:cubicBezTo>
                  <a:pt x="167738" y="101520"/>
                  <a:pt x="168732" y="101140"/>
                  <a:pt x="169888" y="101140"/>
                </a:cubicBezTo>
                <a:lnTo>
                  <a:pt x="170291" y="101140"/>
                </a:lnTo>
                <a:cubicBezTo>
                  <a:pt x="171432" y="101140"/>
                  <a:pt x="172419" y="101550"/>
                  <a:pt x="173253" y="102369"/>
                </a:cubicBezTo>
                <a:cubicBezTo>
                  <a:pt x="174080" y="103188"/>
                  <a:pt x="174570" y="104212"/>
                  <a:pt x="174738" y="105434"/>
                </a:cubicBezTo>
                <a:lnTo>
                  <a:pt x="174892" y="108250"/>
                </a:lnTo>
                <a:cubicBezTo>
                  <a:pt x="176128" y="108857"/>
                  <a:pt x="177416" y="109596"/>
                  <a:pt x="178740" y="110467"/>
                </a:cubicBezTo>
                <a:cubicBezTo>
                  <a:pt x="180064" y="111337"/>
                  <a:pt x="181322" y="112230"/>
                  <a:pt x="182507" y="113130"/>
                </a:cubicBezTo>
                <a:lnTo>
                  <a:pt x="185652" y="111520"/>
                </a:lnTo>
                <a:cubicBezTo>
                  <a:pt x="186625" y="110920"/>
                  <a:pt x="187613" y="110781"/>
                  <a:pt x="188622" y="111118"/>
                </a:cubicBezTo>
                <a:cubicBezTo>
                  <a:pt x="189610" y="111454"/>
                  <a:pt x="190466" y="112062"/>
                  <a:pt x="191183" y="112932"/>
                </a:cubicBezTo>
                <a:lnTo>
                  <a:pt x="191336" y="113232"/>
                </a:lnTo>
                <a:cubicBezTo>
                  <a:pt x="192039" y="114271"/>
                  <a:pt x="192280" y="115361"/>
                  <a:pt x="192068" y="116502"/>
                </a:cubicBezTo>
                <a:cubicBezTo>
                  <a:pt x="191848" y="117621"/>
                  <a:pt x="191271" y="118550"/>
                  <a:pt x="190327" y="119267"/>
                </a:cubicBezTo>
                <a:lnTo>
                  <a:pt x="187364" y="121381"/>
                </a:lnTo>
                <a:cubicBezTo>
                  <a:pt x="187701" y="122186"/>
                  <a:pt x="187869" y="122895"/>
                  <a:pt x="187869" y="123517"/>
                </a:cubicBezTo>
                <a:lnTo>
                  <a:pt x="187869" y="127562"/>
                </a:lnTo>
                <a:cubicBezTo>
                  <a:pt x="187869" y="128250"/>
                  <a:pt x="187701" y="128967"/>
                  <a:pt x="187364" y="129706"/>
                </a:cubicBezTo>
                <a:lnTo>
                  <a:pt x="190327" y="131717"/>
                </a:lnTo>
                <a:cubicBezTo>
                  <a:pt x="191271" y="132420"/>
                  <a:pt x="191848" y="133312"/>
                  <a:pt x="192068" y="134402"/>
                </a:cubicBezTo>
                <a:cubicBezTo>
                  <a:pt x="192280" y="135478"/>
                  <a:pt x="192039" y="136546"/>
                  <a:pt x="191336" y="137599"/>
                </a:cubicBezTo>
                <a:lnTo>
                  <a:pt x="191183" y="138074"/>
                </a:lnTo>
                <a:cubicBezTo>
                  <a:pt x="190480" y="139018"/>
                  <a:pt x="189625" y="139633"/>
                  <a:pt x="188622" y="139940"/>
                </a:cubicBezTo>
                <a:cubicBezTo>
                  <a:pt x="187628" y="140240"/>
                  <a:pt x="186640" y="140086"/>
                  <a:pt x="185652" y="139486"/>
                </a:cubicBezTo>
                <a:lnTo>
                  <a:pt x="182507" y="137877"/>
                </a:lnTo>
                <a:cubicBezTo>
                  <a:pt x="181505" y="138784"/>
                  <a:pt x="180290" y="139684"/>
                  <a:pt x="178864" y="140591"/>
                </a:cubicBezTo>
                <a:cubicBezTo>
                  <a:pt x="177437" y="141498"/>
                  <a:pt x="176113" y="142215"/>
                  <a:pt x="174892" y="142756"/>
                </a:cubicBezTo>
                <a:lnTo>
                  <a:pt x="174738" y="145821"/>
                </a:lnTo>
                <a:cubicBezTo>
                  <a:pt x="174570" y="147028"/>
                  <a:pt x="174080" y="148016"/>
                  <a:pt x="173253" y="148791"/>
                </a:cubicBezTo>
                <a:cubicBezTo>
                  <a:pt x="172434" y="149559"/>
                  <a:pt x="171446" y="149947"/>
                  <a:pt x="170291" y="149947"/>
                </a:cubicBezTo>
                <a:lnTo>
                  <a:pt x="169888" y="149947"/>
                </a:lnTo>
                <a:cubicBezTo>
                  <a:pt x="168747" y="149947"/>
                  <a:pt x="167759" y="149515"/>
                  <a:pt x="166918" y="148667"/>
                </a:cubicBezTo>
                <a:cubicBezTo>
                  <a:pt x="166099" y="147811"/>
                  <a:pt x="165601" y="146801"/>
                  <a:pt x="165433" y="145646"/>
                </a:cubicBezTo>
                <a:close/>
                <a:moveTo>
                  <a:pt x="177028" y="132493"/>
                </a:moveTo>
                <a:cubicBezTo>
                  <a:pt x="178937" y="130620"/>
                  <a:pt x="179895" y="128301"/>
                  <a:pt x="179895" y="125551"/>
                </a:cubicBezTo>
                <a:cubicBezTo>
                  <a:pt x="179895" y="122808"/>
                  <a:pt x="178937" y="120474"/>
                  <a:pt x="177028" y="118565"/>
                </a:cubicBezTo>
                <a:cubicBezTo>
                  <a:pt x="175119" y="116655"/>
                  <a:pt x="172785" y="115697"/>
                  <a:pt x="170035" y="115697"/>
                </a:cubicBezTo>
                <a:cubicBezTo>
                  <a:pt x="167291" y="115697"/>
                  <a:pt x="164972" y="116655"/>
                  <a:pt x="163100" y="118565"/>
                </a:cubicBezTo>
                <a:cubicBezTo>
                  <a:pt x="161220" y="120474"/>
                  <a:pt x="160283" y="122808"/>
                  <a:pt x="160283" y="125551"/>
                </a:cubicBezTo>
                <a:cubicBezTo>
                  <a:pt x="160283" y="128301"/>
                  <a:pt x="161220" y="130620"/>
                  <a:pt x="163100" y="132493"/>
                </a:cubicBezTo>
                <a:cubicBezTo>
                  <a:pt x="164972" y="134373"/>
                  <a:pt x="167291" y="135309"/>
                  <a:pt x="170035" y="135309"/>
                </a:cubicBezTo>
                <a:cubicBezTo>
                  <a:pt x="172785" y="135309"/>
                  <a:pt x="175119" y="134373"/>
                  <a:pt x="177028" y="132493"/>
                </a:cubicBezTo>
                <a:close/>
                <a:moveTo>
                  <a:pt x="191563" y="91177"/>
                </a:moveTo>
                <a:lnTo>
                  <a:pt x="190685" y="86480"/>
                </a:lnTo>
                <a:cubicBezTo>
                  <a:pt x="188871" y="85939"/>
                  <a:pt x="186925" y="85017"/>
                  <a:pt x="184848" y="83708"/>
                </a:cubicBezTo>
                <a:cubicBezTo>
                  <a:pt x="182770" y="82406"/>
                  <a:pt x="181146" y="80987"/>
                  <a:pt x="179969" y="79458"/>
                </a:cubicBezTo>
                <a:lnTo>
                  <a:pt x="173912" y="81777"/>
                </a:lnTo>
                <a:cubicBezTo>
                  <a:pt x="172990" y="82113"/>
                  <a:pt x="172068" y="82128"/>
                  <a:pt x="171146" y="81828"/>
                </a:cubicBezTo>
                <a:cubicBezTo>
                  <a:pt x="170225" y="81521"/>
                  <a:pt x="169449" y="80935"/>
                  <a:pt x="168828" y="80065"/>
                </a:cubicBezTo>
                <a:lnTo>
                  <a:pt x="168103" y="79136"/>
                </a:lnTo>
                <a:cubicBezTo>
                  <a:pt x="167562" y="78163"/>
                  <a:pt x="167408" y="77146"/>
                  <a:pt x="167620" y="76093"/>
                </a:cubicBezTo>
                <a:cubicBezTo>
                  <a:pt x="167840" y="75054"/>
                  <a:pt x="168389" y="74205"/>
                  <a:pt x="169259" y="73554"/>
                </a:cubicBezTo>
                <a:lnTo>
                  <a:pt x="174109" y="69955"/>
                </a:lnTo>
                <a:cubicBezTo>
                  <a:pt x="173773" y="69048"/>
                  <a:pt x="173480" y="68046"/>
                  <a:pt x="173231" y="66941"/>
                </a:cubicBezTo>
                <a:cubicBezTo>
                  <a:pt x="172983" y="65829"/>
                  <a:pt x="172851" y="64761"/>
                  <a:pt x="172851" y="63723"/>
                </a:cubicBezTo>
                <a:cubicBezTo>
                  <a:pt x="172851" y="62684"/>
                  <a:pt x="172983" y="61594"/>
                  <a:pt x="173231" y="60453"/>
                </a:cubicBezTo>
                <a:cubicBezTo>
                  <a:pt x="173480" y="59312"/>
                  <a:pt x="173773" y="58288"/>
                  <a:pt x="174109" y="57380"/>
                </a:cubicBezTo>
                <a:lnTo>
                  <a:pt x="169259" y="53891"/>
                </a:lnTo>
                <a:cubicBezTo>
                  <a:pt x="168389" y="53182"/>
                  <a:pt x="167840" y="52296"/>
                  <a:pt x="167620" y="51221"/>
                </a:cubicBezTo>
                <a:cubicBezTo>
                  <a:pt x="167408" y="50168"/>
                  <a:pt x="167562" y="49195"/>
                  <a:pt x="168103" y="48302"/>
                </a:cubicBezTo>
                <a:lnTo>
                  <a:pt x="168828" y="47424"/>
                </a:lnTo>
                <a:cubicBezTo>
                  <a:pt x="169435" y="46620"/>
                  <a:pt x="170203" y="46020"/>
                  <a:pt x="171146" y="45618"/>
                </a:cubicBezTo>
                <a:cubicBezTo>
                  <a:pt x="172068" y="45230"/>
                  <a:pt x="172990" y="45201"/>
                  <a:pt x="173912" y="45537"/>
                </a:cubicBezTo>
                <a:lnTo>
                  <a:pt x="179969" y="47856"/>
                </a:lnTo>
                <a:cubicBezTo>
                  <a:pt x="181146" y="46313"/>
                  <a:pt x="182770" y="44871"/>
                  <a:pt x="184848" y="43525"/>
                </a:cubicBezTo>
                <a:cubicBezTo>
                  <a:pt x="186925" y="42172"/>
                  <a:pt x="188871" y="41309"/>
                  <a:pt x="190685" y="40936"/>
                </a:cubicBezTo>
                <a:lnTo>
                  <a:pt x="191563" y="36232"/>
                </a:lnTo>
                <a:cubicBezTo>
                  <a:pt x="191834" y="35296"/>
                  <a:pt x="192317" y="34528"/>
                  <a:pt x="193019" y="33921"/>
                </a:cubicBezTo>
                <a:cubicBezTo>
                  <a:pt x="193721" y="33321"/>
                  <a:pt x="194548" y="33013"/>
                  <a:pt x="195484" y="33013"/>
                </a:cubicBezTo>
                <a:lnTo>
                  <a:pt x="197218" y="33013"/>
                </a:lnTo>
                <a:cubicBezTo>
                  <a:pt x="198088" y="33013"/>
                  <a:pt x="198886" y="33321"/>
                  <a:pt x="199610" y="33921"/>
                </a:cubicBezTo>
                <a:cubicBezTo>
                  <a:pt x="200312" y="34528"/>
                  <a:pt x="200802" y="35296"/>
                  <a:pt x="201066" y="36232"/>
                </a:cubicBezTo>
                <a:lnTo>
                  <a:pt x="201951" y="40936"/>
                </a:lnTo>
                <a:cubicBezTo>
                  <a:pt x="203758" y="41309"/>
                  <a:pt x="205703" y="42172"/>
                  <a:pt x="207781" y="43525"/>
                </a:cubicBezTo>
                <a:cubicBezTo>
                  <a:pt x="209858" y="44886"/>
                  <a:pt x="211519" y="46327"/>
                  <a:pt x="212763" y="47856"/>
                </a:cubicBezTo>
                <a:lnTo>
                  <a:pt x="218746" y="45537"/>
                </a:lnTo>
                <a:cubicBezTo>
                  <a:pt x="219668" y="45201"/>
                  <a:pt x="220590" y="45186"/>
                  <a:pt x="221512" y="45486"/>
                </a:cubicBezTo>
                <a:cubicBezTo>
                  <a:pt x="222433" y="45793"/>
                  <a:pt x="223201" y="46378"/>
                  <a:pt x="223823" y="47249"/>
                </a:cubicBezTo>
                <a:lnTo>
                  <a:pt x="224525" y="48280"/>
                </a:lnTo>
                <a:cubicBezTo>
                  <a:pt x="225067" y="49253"/>
                  <a:pt x="225228" y="50248"/>
                  <a:pt x="225008" y="51272"/>
                </a:cubicBezTo>
                <a:cubicBezTo>
                  <a:pt x="224789" y="52282"/>
                  <a:pt x="224240" y="53145"/>
                  <a:pt x="223370" y="53862"/>
                </a:cubicBezTo>
                <a:lnTo>
                  <a:pt x="218520" y="57358"/>
                </a:lnTo>
                <a:cubicBezTo>
                  <a:pt x="218856" y="58266"/>
                  <a:pt x="219149" y="59282"/>
                  <a:pt x="219397" y="60424"/>
                </a:cubicBezTo>
                <a:cubicBezTo>
                  <a:pt x="219654" y="61565"/>
                  <a:pt x="219778" y="62655"/>
                  <a:pt x="219778" y="63693"/>
                </a:cubicBezTo>
                <a:cubicBezTo>
                  <a:pt x="219778" y="64732"/>
                  <a:pt x="219654" y="65808"/>
                  <a:pt x="219397" y="66912"/>
                </a:cubicBezTo>
                <a:cubicBezTo>
                  <a:pt x="219149" y="68017"/>
                  <a:pt x="218856" y="69026"/>
                  <a:pt x="218520" y="69933"/>
                </a:cubicBezTo>
                <a:lnTo>
                  <a:pt x="223370" y="73525"/>
                </a:lnTo>
                <a:cubicBezTo>
                  <a:pt x="224240" y="74161"/>
                  <a:pt x="224789" y="75032"/>
                  <a:pt x="225008" y="76144"/>
                </a:cubicBezTo>
                <a:cubicBezTo>
                  <a:pt x="225228" y="77234"/>
                  <a:pt x="225067" y="78221"/>
                  <a:pt x="224525" y="79107"/>
                </a:cubicBezTo>
                <a:lnTo>
                  <a:pt x="223823" y="79889"/>
                </a:lnTo>
                <a:cubicBezTo>
                  <a:pt x="223223" y="80760"/>
                  <a:pt x="222448" y="81374"/>
                  <a:pt x="221512" y="81725"/>
                </a:cubicBezTo>
                <a:cubicBezTo>
                  <a:pt x="220590" y="82077"/>
                  <a:pt x="219668" y="82084"/>
                  <a:pt x="218746" y="81747"/>
                </a:cubicBezTo>
                <a:lnTo>
                  <a:pt x="212763" y="79465"/>
                </a:lnTo>
                <a:cubicBezTo>
                  <a:pt x="211519" y="81001"/>
                  <a:pt x="209858" y="82420"/>
                  <a:pt x="207781" y="83708"/>
                </a:cubicBezTo>
                <a:cubicBezTo>
                  <a:pt x="205703" y="85017"/>
                  <a:pt x="203758" y="85939"/>
                  <a:pt x="201951" y="86480"/>
                </a:cubicBezTo>
                <a:lnTo>
                  <a:pt x="201066" y="91177"/>
                </a:lnTo>
                <a:cubicBezTo>
                  <a:pt x="200802" y="92054"/>
                  <a:pt x="200312" y="92808"/>
                  <a:pt x="199610" y="93444"/>
                </a:cubicBezTo>
                <a:cubicBezTo>
                  <a:pt x="198908" y="94081"/>
                  <a:pt x="198110" y="94395"/>
                  <a:pt x="197218" y="94395"/>
                </a:cubicBezTo>
                <a:lnTo>
                  <a:pt x="195484" y="94395"/>
                </a:lnTo>
                <a:cubicBezTo>
                  <a:pt x="194548" y="94395"/>
                  <a:pt x="193728" y="94081"/>
                  <a:pt x="193019" y="93444"/>
                </a:cubicBezTo>
                <a:cubicBezTo>
                  <a:pt x="192317" y="92808"/>
                  <a:pt x="191834" y="92054"/>
                  <a:pt x="191563" y="91177"/>
                </a:cubicBezTo>
                <a:close/>
                <a:moveTo>
                  <a:pt x="206823" y="74227"/>
                </a:moveTo>
                <a:cubicBezTo>
                  <a:pt x="209595" y="71462"/>
                  <a:pt x="210978" y="67973"/>
                  <a:pt x="210978" y="63745"/>
                </a:cubicBezTo>
                <a:cubicBezTo>
                  <a:pt x="210978" y="59524"/>
                  <a:pt x="209595" y="56027"/>
                  <a:pt x="206823" y="53262"/>
                </a:cubicBezTo>
                <a:cubicBezTo>
                  <a:pt x="204058" y="50490"/>
                  <a:pt x="200568" y="49107"/>
                  <a:pt x="196340" y="49107"/>
                </a:cubicBezTo>
                <a:cubicBezTo>
                  <a:pt x="192112" y="49107"/>
                  <a:pt x="188622" y="50490"/>
                  <a:pt x="185857" y="53262"/>
                </a:cubicBezTo>
                <a:cubicBezTo>
                  <a:pt x="183085" y="56027"/>
                  <a:pt x="181702" y="59524"/>
                  <a:pt x="181702" y="63745"/>
                </a:cubicBezTo>
                <a:cubicBezTo>
                  <a:pt x="181702" y="67973"/>
                  <a:pt x="183085" y="71462"/>
                  <a:pt x="185857" y="74227"/>
                </a:cubicBezTo>
                <a:cubicBezTo>
                  <a:pt x="188622" y="77000"/>
                  <a:pt x="192112" y="78382"/>
                  <a:pt x="196340" y="78382"/>
                </a:cubicBezTo>
                <a:cubicBezTo>
                  <a:pt x="200568" y="78382"/>
                  <a:pt x="204058" y="77000"/>
                  <a:pt x="206823" y="74227"/>
                </a:cubicBezTo>
                <a:close/>
                <a:moveTo>
                  <a:pt x="89648" y="19576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20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225" y="206201"/>
                </a:moveTo>
                <a:cubicBezTo>
                  <a:pt x="118594" y="206201"/>
                  <a:pt x="117241" y="205645"/>
                  <a:pt x="116151" y="204540"/>
                </a:cubicBezTo>
                <a:cubicBezTo>
                  <a:pt x="115061" y="203428"/>
                  <a:pt x="114512" y="202068"/>
                  <a:pt x="114512" y="200436"/>
                </a:cubicBezTo>
                <a:cubicBezTo>
                  <a:pt x="114512" y="198813"/>
                  <a:pt x="115061" y="197467"/>
                  <a:pt x="116151" y="196391"/>
                </a:cubicBezTo>
                <a:cubicBezTo>
                  <a:pt x="117241" y="195316"/>
                  <a:pt x="118594" y="194782"/>
                  <a:pt x="120225" y="194782"/>
                </a:cubicBezTo>
                <a:lnTo>
                  <a:pt x="191688" y="194782"/>
                </a:lnTo>
                <a:cubicBezTo>
                  <a:pt x="192529" y="194782"/>
                  <a:pt x="193253" y="194518"/>
                  <a:pt x="193875" y="193999"/>
                </a:cubicBezTo>
                <a:cubicBezTo>
                  <a:pt x="194482" y="193480"/>
                  <a:pt x="194782" y="192799"/>
                  <a:pt x="194782" y="191965"/>
                </a:cubicBezTo>
                <a:lnTo>
                  <a:pt x="194782" y="117936"/>
                </a:lnTo>
                <a:cubicBezTo>
                  <a:pt x="194782" y="97885"/>
                  <a:pt x="187547" y="80994"/>
                  <a:pt x="173078" y="67263"/>
                </a:cubicBezTo>
                <a:cubicBezTo>
                  <a:pt x="158615" y="53555"/>
                  <a:pt x="141154" y="46693"/>
                  <a:pt x="120701" y="46693"/>
                </a:cubicBezTo>
                <a:cubicBezTo>
                  <a:pt x="100248" y="46693"/>
                  <a:pt x="82786" y="53555"/>
                  <a:pt x="68324" y="67263"/>
                </a:cubicBezTo>
                <a:cubicBezTo>
                  <a:pt x="53855" y="80979"/>
                  <a:pt x="46620" y="97870"/>
                  <a:pt x="46620" y="117936"/>
                </a:cubicBezTo>
                <a:lnTo>
                  <a:pt x="46620" y="173304"/>
                </a:lnTo>
                <a:cubicBezTo>
                  <a:pt x="46620" y="174482"/>
                  <a:pt x="46269" y="175418"/>
                  <a:pt x="45566" y="176121"/>
                </a:cubicBezTo>
                <a:cubicBezTo>
                  <a:pt x="44864" y="176830"/>
                  <a:pt x="43920" y="177181"/>
                  <a:pt x="42750" y="177181"/>
                </a:cubicBezTo>
                <a:cubicBezTo>
                  <a:pt x="37922" y="177181"/>
                  <a:pt x="33782" y="175499"/>
                  <a:pt x="30329" y="172149"/>
                </a:cubicBezTo>
                <a:cubicBezTo>
                  <a:pt x="26876" y="168784"/>
                  <a:pt x="25150" y="164687"/>
                  <a:pt x="25150" y="159881"/>
                </a:cubicBezTo>
                <a:lnTo>
                  <a:pt x="25150" y="140342"/>
                </a:lnTo>
                <a:cubicBezTo>
                  <a:pt x="25150" y="137072"/>
                  <a:pt x="26079" y="134080"/>
                  <a:pt x="27937" y="131366"/>
                </a:cubicBezTo>
                <a:cubicBezTo>
                  <a:pt x="29795" y="128645"/>
                  <a:pt x="32223" y="126465"/>
                  <a:pt x="35208" y="124827"/>
                </a:cubicBezTo>
                <a:lnTo>
                  <a:pt x="35684" y="111974"/>
                </a:lnTo>
                <a:cubicBezTo>
                  <a:pt x="36503" y="101030"/>
                  <a:pt x="39348" y="90884"/>
                  <a:pt x="44206" y="81550"/>
                </a:cubicBezTo>
                <a:cubicBezTo>
                  <a:pt x="49070" y="72208"/>
                  <a:pt x="55303" y="64081"/>
                  <a:pt x="62918" y="57154"/>
                </a:cubicBezTo>
                <a:cubicBezTo>
                  <a:pt x="70526" y="50233"/>
                  <a:pt x="79311" y="44842"/>
                  <a:pt x="89267" y="40987"/>
                </a:cubicBezTo>
                <a:cubicBezTo>
                  <a:pt x="99209" y="37132"/>
                  <a:pt x="109684" y="35208"/>
                  <a:pt x="120701" y="35208"/>
                </a:cubicBezTo>
                <a:cubicBezTo>
                  <a:pt x="131717" y="35208"/>
                  <a:pt x="142178" y="37132"/>
                  <a:pt x="152083" y="40987"/>
                </a:cubicBezTo>
                <a:cubicBezTo>
                  <a:pt x="161988" y="44842"/>
                  <a:pt x="170773" y="50212"/>
                  <a:pt x="178432" y="57081"/>
                </a:cubicBezTo>
                <a:cubicBezTo>
                  <a:pt x="186099" y="63957"/>
                  <a:pt x="192331" y="72062"/>
                  <a:pt x="197145" y="81396"/>
                </a:cubicBezTo>
                <a:cubicBezTo>
                  <a:pt x="201958" y="90738"/>
                  <a:pt x="204826" y="100877"/>
                  <a:pt x="205747" y="111827"/>
                </a:cubicBezTo>
                <a:lnTo>
                  <a:pt x="206223" y="124424"/>
                </a:lnTo>
                <a:cubicBezTo>
                  <a:pt x="209156" y="125799"/>
                  <a:pt x="211563" y="127767"/>
                  <a:pt x="213443" y="130335"/>
                </a:cubicBezTo>
                <a:cubicBezTo>
                  <a:pt x="215316" y="132895"/>
                  <a:pt x="216259" y="135763"/>
                  <a:pt x="216259" y="138930"/>
                </a:cubicBezTo>
                <a:lnTo>
                  <a:pt x="216259" y="161388"/>
                </a:lnTo>
                <a:cubicBezTo>
                  <a:pt x="216259" y="164541"/>
                  <a:pt x="215308" y="167394"/>
                  <a:pt x="213414" y="169961"/>
                </a:cubicBezTo>
                <a:cubicBezTo>
                  <a:pt x="211519" y="172529"/>
                  <a:pt x="209112" y="174497"/>
                  <a:pt x="206201" y="175872"/>
                </a:cubicBezTo>
                <a:lnTo>
                  <a:pt x="206201" y="191965"/>
                </a:lnTo>
                <a:cubicBezTo>
                  <a:pt x="206201" y="195901"/>
                  <a:pt x="204767" y="199259"/>
                  <a:pt x="201900" y="202024"/>
                </a:cubicBezTo>
                <a:cubicBezTo>
                  <a:pt x="199047" y="204804"/>
                  <a:pt x="195645" y="206201"/>
                  <a:pt x="191688" y="206201"/>
                </a:cubicBezTo>
                <a:lnTo>
                  <a:pt x="120225" y="206201"/>
                </a:lnTo>
                <a:close/>
                <a:moveTo>
                  <a:pt x="87431" y="134680"/>
                </a:moveTo>
                <a:cubicBezTo>
                  <a:pt x="86078" y="133356"/>
                  <a:pt x="85398" y="131717"/>
                  <a:pt x="85398" y="129757"/>
                </a:cubicBezTo>
                <a:cubicBezTo>
                  <a:pt x="85398" y="127789"/>
                  <a:pt x="86093" y="126151"/>
                  <a:pt x="87482" y="124827"/>
                </a:cubicBezTo>
                <a:cubicBezTo>
                  <a:pt x="88872" y="123503"/>
                  <a:pt x="90548" y="122837"/>
                  <a:pt x="92515" y="122837"/>
                </a:cubicBezTo>
                <a:cubicBezTo>
                  <a:pt x="94476" y="122837"/>
                  <a:pt x="96136" y="123517"/>
                  <a:pt x="97490" y="124878"/>
                </a:cubicBezTo>
                <a:cubicBezTo>
                  <a:pt x="98850" y="126231"/>
                  <a:pt x="99531" y="127892"/>
                  <a:pt x="99531" y="129852"/>
                </a:cubicBezTo>
                <a:cubicBezTo>
                  <a:pt x="99531" y="131813"/>
                  <a:pt x="98836" y="133444"/>
                  <a:pt x="97438" y="134731"/>
                </a:cubicBezTo>
                <a:cubicBezTo>
                  <a:pt x="96049" y="136026"/>
                  <a:pt x="94373" y="136670"/>
                  <a:pt x="92413" y="136670"/>
                </a:cubicBezTo>
                <a:cubicBezTo>
                  <a:pt x="90452" y="136670"/>
                  <a:pt x="88792" y="136004"/>
                  <a:pt x="87431" y="134680"/>
                </a:cubicBezTo>
                <a:close/>
                <a:moveTo>
                  <a:pt x="143912" y="134680"/>
                </a:moveTo>
                <a:cubicBezTo>
                  <a:pt x="142551" y="133356"/>
                  <a:pt x="141871" y="131717"/>
                  <a:pt x="141871" y="129757"/>
                </a:cubicBezTo>
                <a:cubicBezTo>
                  <a:pt x="141871" y="127789"/>
                  <a:pt x="142566" y="126151"/>
                  <a:pt x="143963" y="124827"/>
                </a:cubicBezTo>
                <a:cubicBezTo>
                  <a:pt x="145353" y="123503"/>
                  <a:pt x="147028" y="122837"/>
                  <a:pt x="148989" y="122837"/>
                </a:cubicBezTo>
                <a:cubicBezTo>
                  <a:pt x="150949" y="122837"/>
                  <a:pt x="152610" y="123517"/>
                  <a:pt x="153970" y="124878"/>
                </a:cubicBezTo>
                <a:cubicBezTo>
                  <a:pt x="155324" y="126231"/>
                  <a:pt x="156004" y="127892"/>
                  <a:pt x="156004" y="129852"/>
                </a:cubicBezTo>
                <a:cubicBezTo>
                  <a:pt x="156004" y="131813"/>
                  <a:pt x="155309" y="133444"/>
                  <a:pt x="153919" y="134731"/>
                </a:cubicBezTo>
                <a:cubicBezTo>
                  <a:pt x="152529" y="136026"/>
                  <a:pt x="150854" y="136670"/>
                  <a:pt x="148886" y="136670"/>
                </a:cubicBezTo>
                <a:cubicBezTo>
                  <a:pt x="146926" y="136670"/>
                  <a:pt x="145265" y="136004"/>
                  <a:pt x="143912" y="134680"/>
                </a:cubicBezTo>
                <a:close/>
                <a:moveTo>
                  <a:pt x="64074" y="122712"/>
                </a:moveTo>
                <a:cubicBezTo>
                  <a:pt x="63035" y="106297"/>
                  <a:pt x="68134" y="92252"/>
                  <a:pt x="79385" y="80570"/>
                </a:cubicBezTo>
                <a:cubicBezTo>
                  <a:pt x="90650" y="68880"/>
                  <a:pt x="104600" y="63042"/>
                  <a:pt x="121227" y="63042"/>
                </a:cubicBezTo>
                <a:cubicBezTo>
                  <a:pt x="134892" y="63042"/>
                  <a:pt x="146845" y="67424"/>
                  <a:pt x="157087" y="76195"/>
                </a:cubicBezTo>
                <a:cubicBezTo>
                  <a:pt x="167328" y="84959"/>
                  <a:pt x="173590" y="96063"/>
                  <a:pt x="175872" y="109509"/>
                </a:cubicBezTo>
                <a:cubicBezTo>
                  <a:pt x="161856" y="109340"/>
                  <a:pt x="148974" y="105522"/>
                  <a:pt x="137219" y="98046"/>
                </a:cubicBezTo>
                <a:cubicBezTo>
                  <a:pt x="125485" y="90569"/>
                  <a:pt x="116407" y="80577"/>
                  <a:pt x="109991" y="68068"/>
                </a:cubicBezTo>
                <a:cubicBezTo>
                  <a:pt x="107460" y="80577"/>
                  <a:pt x="102120" y="91630"/>
                  <a:pt x="93971" y="101235"/>
                </a:cubicBezTo>
                <a:cubicBezTo>
                  <a:pt x="85822" y="110840"/>
                  <a:pt x="75851" y="117987"/>
                  <a:pt x="64045" y="12266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2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731" y="166918"/>
                </a:moveTo>
                <a:cubicBezTo>
                  <a:pt x="58514" y="165645"/>
                  <a:pt x="56722" y="163882"/>
                  <a:pt x="55347" y="161637"/>
                </a:cubicBezTo>
                <a:cubicBezTo>
                  <a:pt x="53986" y="159391"/>
                  <a:pt x="53313" y="156867"/>
                  <a:pt x="53313" y="154073"/>
                </a:cubicBezTo>
                <a:lnTo>
                  <a:pt x="53313" y="108280"/>
                </a:lnTo>
                <a:lnTo>
                  <a:pt x="32516" y="96765"/>
                </a:lnTo>
                <a:cubicBezTo>
                  <a:pt x="31243" y="95990"/>
                  <a:pt x="30270" y="95076"/>
                  <a:pt x="29597" y="94022"/>
                </a:cubicBezTo>
                <a:cubicBezTo>
                  <a:pt x="28924" y="92962"/>
                  <a:pt x="28588" y="91798"/>
                  <a:pt x="28588" y="90526"/>
                </a:cubicBezTo>
                <a:cubicBezTo>
                  <a:pt x="28588" y="89253"/>
                  <a:pt x="28924" y="88075"/>
                  <a:pt x="29597" y="87007"/>
                </a:cubicBezTo>
                <a:cubicBezTo>
                  <a:pt x="30270" y="85946"/>
                  <a:pt x="31243" y="85032"/>
                  <a:pt x="32516" y="84264"/>
                </a:cubicBezTo>
                <a:lnTo>
                  <a:pt x="113459" y="39780"/>
                </a:lnTo>
                <a:cubicBezTo>
                  <a:pt x="114615" y="39195"/>
                  <a:pt x="115763" y="38778"/>
                  <a:pt x="116904" y="38522"/>
                </a:cubicBezTo>
                <a:cubicBezTo>
                  <a:pt x="118045" y="38273"/>
                  <a:pt x="119252" y="38149"/>
                  <a:pt x="120525" y="38149"/>
                </a:cubicBezTo>
                <a:cubicBezTo>
                  <a:pt x="121798" y="38149"/>
                  <a:pt x="123005" y="38273"/>
                  <a:pt x="124146" y="38522"/>
                </a:cubicBezTo>
                <a:cubicBezTo>
                  <a:pt x="125287" y="38778"/>
                  <a:pt x="126399" y="39195"/>
                  <a:pt x="127489" y="39780"/>
                </a:cubicBezTo>
                <a:lnTo>
                  <a:pt x="217035" y="88360"/>
                </a:lnTo>
                <a:cubicBezTo>
                  <a:pt x="218242" y="89136"/>
                  <a:pt x="219178" y="90079"/>
                  <a:pt x="219851" y="91206"/>
                </a:cubicBezTo>
                <a:cubicBezTo>
                  <a:pt x="220524" y="92325"/>
                  <a:pt x="220861" y="93547"/>
                  <a:pt x="220861" y="94849"/>
                </a:cubicBezTo>
                <a:lnTo>
                  <a:pt x="220861" y="156582"/>
                </a:lnTo>
                <a:cubicBezTo>
                  <a:pt x="220861" y="158191"/>
                  <a:pt x="220305" y="159552"/>
                  <a:pt x="219200" y="160656"/>
                </a:cubicBezTo>
                <a:cubicBezTo>
                  <a:pt x="218088" y="161746"/>
                  <a:pt x="216727" y="162295"/>
                  <a:pt x="215096" y="162295"/>
                </a:cubicBezTo>
                <a:cubicBezTo>
                  <a:pt x="213472" y="162295"/>
                  <a:pt x="212126" y="161746"/>
                  <a:pt x="211051" y="160656"/>
                </a:cubicBezTo>
                <a:cubicBezTo>
                  <a:pt x="209976" y="159566"/>
                  <a:pt x="209441" y="158213"/>
                  <a:pt x="209441" y="156582"/>
                </a:cubicBezTo>
                <a:lnTo>
                  <a:pt x="209441" y="97190"/>
                </a:lnTo>
                <a:lnTo>
                  <a:pt x="187715" y="108280"/>
                </a:lnTo>
                <a:lnTo>
                  <a:pt x="187715" y="154073"/>
                </a:lnTo>
                <a:cubicBezTo>
                  <a:pt x="187715" y="156867"/>
                  <a:pt x="187035" y="159391"/>
                  <a:pt x="185682" y="161637"/>
                </a:cubicBezTo>
                <a:cubicBezTo>
                  <a:pt x="184321" y="163882"/>
                  <a:pt x="182500" y="165645"/>
                  <a:pt x="180225" y="166918"/>
                </a:cubicBezTo>
                <a:lnTo>
                  <a:pt x="127541" y="195689"/>
                </a:lnTo>
                <a:cubicBezTo>
                  <a:pt x="126436" y="196355"/>
                  <a:pt x="125309" y="196815"/>
                  <a:pt x="124168" y="197071"/>
                </a:cubicBezTo>
                <a:cubicBezTo>
                  <a:pt x="123034" y="197320"/>
                  <a:pt x="121827" y="197445"/>
                  <a:pt x="120547" y="197445"/>
                </a:cubicBezTo>
                <a:cubicBezTo>
                  <a:pt x="119274" y="197445"/>
                  <a:pt x="118067" y="197320"/>
                  <a:pt x="116926" y="197071"/>
                </a:cubicBezTo>
                <a:cubicBezTo>
                  <a:pt x="115792" y="196815"/>
                  <a:pt x="114629" y="196355"/>
                  <a:pt x="113459" y="195689"/>
                </a:cubicBezTo>
                <a:lnTo>
                  <a:pt x="60731" y="166918"/>
                </a:lnTo>
                <a:close/>
                <a:moveTo>
                  <a:pt x="119369" y="131564"/>
                </a:moveTo>
                <a:cubicBezTo>
                  <a:pt x="119757" y="131813"/>
                  <a:pt x="120138" y="131944"/>
                  <a:pt x="120525" y="131944"/>
                </a:cubicBezTo>
                <a:cubicBezTo>
                  <a:pt x="120913" y="131944"/>
                  <a:pt x="121330" y="131813"/>
                  <a:pt x="121783" y="131564"/>
                </a:cubicBezTo>
                <a:lnTo>
                  <a:pt x="196867" y="90526"/>
                </a:lnTo>
                <a:lnTo>
                  <a:pt x="121805" y="50168"/>
                </a:lnTo>
                <a:cubicBezTo>
                  <a:pt x="121352" y="49912"/>
                  <a:pt x="120935" y="49787"/>
                  <a:pt x="120547" y="49787"/>
                </a:cubicBezTo>
                <a:cubicBezTo>
                  <a:pt x="120167" y="49787"/>
                  <a:pt x="119779" y="49912"/>
                  <a:pt x="119391" y="50168"/>
                </a:cubicBezTo>
                <a:lnTo>
                  <a:pt x="44557" y="90526"/>
                </a:lnTo>
                <a:lnTo>
                  <a:pt x="119391" y="131564"/>
                </a:lnTo>
                <a:close/>
                <a:moveTo>
                  <a:pt x="119267" y="186004"/>
                </a:moveTo>
                <a:cubicBezTo>
                  <a:pt x="119655" y="186260"/>
                  <a:pt x="120057" y="186384"/>
                  <a:pt x="120474" y="186384"/>
                </a:cubicBezTo>
                <a:cubicBezTo>
                  <a:pt x="120891" y="186384"/>
                  <a:pt x="121330" y="186260"/>
                  <a:pt x="121783" y="186004"/>
                </a:cubicBezTo>
                <a:lnTo>
                  <a:pt x="174892" y="156787"/>
                </a:lnTo>
                <a:cubicBezTo>
                  <a:pt x="175411" y="156531"/>
                  <a:pt x="175777" y="156180"/>
                  <a:pt x="175996" y="155726"/>
                </a:cubicBezTo>
                <a:cubicBezTo>
                  <a:pt x="176230" y="155280"/>
                  <a:pt x="176348" y="154731"/>
                  <a:pt x="176348" y="154095"/>
                </a:cubicBezTo>
                <a:lnTo>
                  <a:pt x="176348" y="115244"/>
                </a:lnTo>
                <a:lnTo>
                  <a:pt x="127541" y="141498"/>
                </a:lnTo>
                <a:cubicBezTo>
                  <a:pt x="126436" y="142098"/>
                  <a:pt x="125309" y="142529"/>
                  <a:pt x="124168" y="142778"/>
                </a:cubicBezTo>
                <a:cubicBezTo>
                  <a:pt x="123034" y="143027"/>
                  <a:pt x="121827" y="143158"/>
                  <a:pt x="120547" y="143158"/>
                </a:cubicBezTo>
                <a:cubicBezTo>
                  <a:pt x="119274" y="143158"/>
                  <a:pt x="118097" y="143027"/>
                  <a:pt x="117007" y="142778"/>
                </a:cubicBezTo>
                <a:cubicBezTo>
                  <a:pt x="115917" y="142529"/>
                  <a:pt x="114819" y="142098"/>
                  <a:pt x="113707" y="141498"/>
                </a:cubicBezTo>
                <a:lnTo>
                  <a:pt x="64754" y="114790"/>
                </a:lnTo>
                <a:lnTo>
                  <a:pt x="64754" y="154073"/>
                </a:lnTo>
                <a:cubicBezTo>
                  <a:pt x="64754" y="154658"/>
                  <a:pt x="64871" y="155185"/>
                  <a:pt x="65105" y="155653"/>
                </a:cubicBezTo>
                <a:cubicBezTo>
                  <a:pt x="65317" y="156143"/>
                  <a:pt x="65690" y="156509"/>
                  <a:pt x="66210" y="156757"/>
                </a:cubicBezTo>
                <a:lnTo>
                  <a:pt x="119318" y="185982"/>
                </a:lnTo>
                <a:close/>
                <a:moveTo>
                  <a:pt x="120701" y="132039"/>
                </a:moveTo>
                <a:close/>
                <a:moveTo>
                  <a:pt x="120547" y="150020"/>
                </a:moveTo>
                <a:close/>
                <a:moveTo>
                  <a:pt x="120547" y="15002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4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216259"/>
                </a:moveTo>
                <a:cubicBezTo>
                  <a:pt x="35698" y="216259"/>
                  <a:pt x="32297" y="214825"/>
                  <a:pt x="29444" y="211958"/>
                </a:cubicBezTo>
                <a:cubicBezTo>
                  <a:pt x="26598" y="209090"/>
                  <a:pt x="25164" y="205689"/>
                  <a:pt x="25150" y="201746"/>
                </a:cubicBezTo>
                <a:lnTo>
                  <a:pt x="25150" y="113386"/>
                </a:lnTo>
                <a:cubicBezTo>
                  <a:pt x="25150" y="110430"/>
                  <a:pt x="25954" y="107709"/>
                  <a:pt x="27564" y="105215"/>
                </a:cubicBezTo>
                <a:cubicBezTo>
                  <a:pt x="29173" y="102713"/>
                  <a:pt x="31309" y="100913"/>
                  <a:pt x="33972" y="99801"/>
                </a:cubicBezTo>
                <a:lnTo>
                  <a:pt x="75339" y="82406"/>
                </a:lnTo>
                <a:cubicBezTo>
                  <a:pt x="77783" y="81462"/>
                  <a:pt x="80087" y="81638"/>
                  <a:pt x="82252" y="82932"/>
                </a:cubicBezTo>
                <a:cubicBezTo>
                  <a:pt x="84417" y="84220"/>
                  <a:pt x="85500" y="86210"/>
                  <a:pt x="85500" y="88894"/>
                </a:cubicBezTo>
                <a:lnTo>
                  <a:pt x="85500" y="97994"/>
                </a:lnTo>
                <a:lnTo>
                  <a:pt x="125858" y="81696"/>
                </a:lnTo>
                <a:cubicBezTo>
                  <a:pt x="128301" y="80760"/>
                  <a:pt x="130569" y="81009"/>
                  <a:pt x="132647" y="82457"/>
                </a:cubicBezTo>
                <a:cubicBezTo>
                  <a:pt x="134739" y="83898"/>
                  <a:pt x="135792" y="85888"/>
                  <a:pt x="135792" y="88441"/>
                </a:cubicBezTo>
                <a:lnTo>
                  <a:pt x="135792" y="105617"/>
                </a:lnTo>
                <a:lnTo>
                  <a:pt x="216259" y="105617"/>
                </a:lnTo>
                <a:lnTo>
                  <a:pt x="216259" y="201746"/>
                </a:lnTo>
                <a:cubicBezTo>
                  <a:pt x="216259" y="205703"/>
                  <a:pt x="214825" y="209105"/>
                  <a:pt x="211958" y="211958"/>
                </a:cubicBezTo>
                <a:cubicBezTo>
                  <a:pt x="209090" y="214804"/>
                  <a:pt x="205689" y="216237"/>
                  <a:pt x="201746" y="216259"/>
                </a:cubicBezTo>
                <a:lnTo>
                  <a:pt x="39656" y="216259"/>
                </a:lnTo>
                <a:close/>
                <a:moveTo>
                  <a:pt x="39656" y="204840"/>
                </a:moveTo>
                <a:lnTo>
                  <a:pt x="201746" y="204840"/>
                </a:lnTo>
                <a:cubicBezTo>
                  <a:pt x="202653" y="204840"/>
                  <a:pt x="203392" y="204548"/>
                  <a:pt x="203962" y="203962"/>
                </a:cubicBezTo>
                <a:cubicBezTo>
                  <a:pt x="204526" y="203370"/>
                  <a:pt x="204826" y="202638"/>
                  <a:pt x="204840" y="201746"/>
                </a:cubicBezTo>
                <a:lnTo>
                  <a:pt x="204840" y="117058"/>
                </a:lnTo>
                <a:lnTo>
                  <a:pt x="124373" y="117058"/>
                </a:lnTo>
                <a:lnTo>
                  <a:pt x="124373" y="94549"/>
                </a:lnTo>
                <a:lnTo>
                  <a:pt x="74081" y="114666"/>
                </a:lnTo>
                <a:lnTo>
                  <a:pt x="74081" y="94900"/>
                </a:lnTo>
                <a:lnTo>
                  <a:pt x="38397" y="110716"/>
                </a:lnTo>
                <a:cubicBezTo>
                  <a:pt x="37812" y="110972"/>
                  <a:pt x="37359" y="111337"/>
                  <a:pt x="37037" y="111827"/>
                </a:cubicBezTo>
                <a:cubicBezTo>
                  <a:pt x="36722" y="112310"/>
                  <a:pt x="36561" y="112874"/>
                  <a:pt x="36561" y="113510"/>
                </a:cubicBezTo>
                <a:lnTo>
                  <a:pt x="36561" y="201724"/>
                </a:lnTo>
                <a:cubicBezTo>
                  <a:pt x="36561" y="202624"/>
                  <a:pt x="36854" y="203363"/>
                  <a:pt x="37439" y="203933"/>
                </a:cubicBezTo>
                <a:cubicBezTo>
                  <a:pt x="38032" y="204504"/>
                  <a:pt x="38763" y="204796"/>
                  <a:pt x="39656" y="204811"/>
                </a:cubicBezTo>
                <a:close/>
                <a:moveTo>
                  <a:pt x="113634" y="178740"/>
                </a:moveTo>
                <a:lnTo>
                  <a:pt x="127767" y="178740"/>
                </a:lnTo>
                <a:lnTo>
                  <a:pt x="127767" y="143158"/>
                </a:lnTo>
                <a:lnTo>
                  <a:pt x="113634" y="143158"/>
                </a:lnTo>
                <a:lnTo>
                  <a:pt x="113634" y="178740"/>
                </a:lnTo>
                <a:close/>
                <a:moveTo>
                  <a:pt x="73401" y="178740"/>
                </a:moveTo>
                <a:lnTo>
                  <a:pt x="87534" y="178740"/>
                </a:lnTo>
                <a:lnTo>
                  <a:pt x="87534" y="143158"/>
                </a:lnTo>
                <a:lnTo>
                  <a:pt x="73401" y="143158"/>
                </a:lnTo>
                <a:lnTo>
                  <a:pt x="73401" y="178740"/>
                </a:lnTo>
                <a:close/>
                <a:moveTo>
                  <a:pt x="153868" y="178740"/>
                </a:moveTo>
                <a:lnTo>
                  <a:pt x="168001" y="178740"/>
                </a:lnTo>
                <a:lnTo>
                  <a:pt x="168001" y="143158"/>
                </a:lnTo>
                <a:lnTo>
                  <a:pt x="153868" y="143158"/>
                </a:lnTo>
                <a:lnTo>
                  <a:pt x="153868" y="178740"/>
                </a:lnTo>
                <a:close/>
                <a:moveTo>
                  <a:pt x="216259" y="105617"/>
                </a:moveTo>
                <a:lnTo>
                  <a:pt x="179113" y="105617"/>
                </a:lnTo>
                <a:lnTo>
                  <a:pt x="188520" y="34199"/>
                </a:lnTo>
                <a:cubicBezTo>
                  <a:pt x="188791" y="32743"/>
                  <a:pt x="189486" y="31507"/>
                  <a:pt x="190605" y="30504"/>
                </a:cubicBezTo>
                <a:cubicBezTo>
                  <a:pt x="191731" y="29495"/>
                  <a:pt x="193012" y="28990"/>
                  <a:pt x="194453" y="28990"/>
                </a:cubicBezTo>
                <a:lnTo>
                  <a:pt x="201870" y="28990"/>
                </a:lnTo>
                <a:cubicBezTo>
                  <a:pt x="203246" y="28990"/>
                  <a:pt x="204431" y="29466"/>
                  <a:pt x="205418" y="30402"/>
                </a:cubicBezTo>
                <a:cubicBezTo>
                  <a:pt x="206406" y="31338"/>
                  <a:pt x="207042" y="32509"/>
                  <a:pt x="207327" y="33899"/>
                </a:cubicBezTo>
                <a:lnTo>
                  <a:pt x="216259" y="105617"/>
                </a:lnTo>
                <a:close/>
                <a:moveTo>
                  <a:pt x="39656" y="204840"/>
                </a:moveTo>
                <a:lnTo>
                  <a:pt x="36561" y="204840"/>
                </a:lnTo>
                <a:lnTo>
                  <a:pt x="204840" y="204840"/>
                </a:lnTo>
                <a:lnTo>
                  <a:pt x="39656" y="2048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6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440" y="203480"/>
                </a:moveTo>
                <a:cubicBezTo>
                  <a:pt x="51857" y="203480"/>
                  <a:pt x="49678" y="202594"/>
                  <a:pt x="47900" y="200817"/>
                </a:cubicBezTo>
                <a:cubicBezTo>
                  <a:pt x="46130" y="199039"/>
                  <a:pt x="45237" y="196859"/>
                  <a:pt x="45237" y="194277"/>
                </a:cubicBezTo>
                <a:cubicBezTo>
                  <a:pt x="45237" y="191695"/>
                  <a:pt x="46130" y="189515"/>
                  <a:pt x="47900" y="187737"/>
                </a:cubicBezTo>
                <a:cubicBezTo>
                  <a:pt x="49678" y="185960"/>
                  <a:pt x="51857" y="185075"/>
                  <a:pt x="54440" y="185075"/>
                </a:cubicBezTo>
                <a:lnTo>
                  <a:pt x="76597" y="185075"/>
                </a:lnTo>
                <a:lnTo>
                  <a:pt x="50014" y="95302"/>
                </a:lnTo>
                <a:cubicBezTo>
                  <a:pt x="44967" y="92991"/>
                  <a:pt x="41024" y="89838"/>
                  <a:pt x="38171" y="85851"/>
                </a:cubicBezTo>
                <a:cubicBezTo>
                  <a:pt x="35325" y="81857"/>
                  <a:pt x="33899" y="76671"/>
                  <a:pt x="33899" y="70284"/>
                </a:cubicBezTo>
                <a:cubicBezTo>
                  <a:pt x="33899" y="62925"/>
                  <a:pt x="36547" y="56598"/>
                  <a:pt x="41843" y="51301"/>
                </a:cubicBezTo>
                <a:cubicBezTo>
                  <a:pt x="47139" y="45998"/>
                  <a:pt x="53467" y="43350"/>
                  <a:pt x="60826" y="43350"/>
                </a:cubicBezTo>
                <a:cubicBezTo>
                  <a:pt x="67753" y="43350"/>
                  <a:pt x="73518" y="45303"/>
                  <a:pt x="78126" y="49209"/>
                </a:cubicBezTo>
                <a:cubicBezTo>
                  <a:pt x="82742" y="53116"/>
                  <a:pt x="85778" y="58236"/>
                  <a:pt x="87256" y="64579"/>
                </a:cubicBezTo>
                <a:lnTo>
                  <a:pt x="125024" y="64579"/>
                </a:lnTo>
                <a:lnTo>
                  <a:pt x="125024" y="48478"/>
                </a:lnTo>
                <a:cubicBezTo>
                  <a:pt x="125024" y="46920"/>
                  <a:pt x="125602" y="45581"/>
                  <a:pt x="126758" y="44454"/>
                </a:cubicBezTo>
                <a:cubicBezTo>
                  <a:pt x="127921" y="43335"/>
                  <a:pt x="129245" y="42772"/>
                  <a:pt x="130737" y="42772"/>
                </a:cubicBezTo>
                <a:cubicBezTo>
                  <a:pt x="132325" y="42772"/>
                  <a:pt x="133619" y="43386"/>
                  <a:pt x="134607" y="44608"/>
                </a:cubicBezTo>
                <a:cubicBezTo>
                  <a:pt x="135609" y="45830"/>
                  <a:pt x="136048" y="47242"/>
                  <a:pt x="135916" y="48836"/>
                </a:cubicBezTo>
                <a:lnTo>
                  <a:pt x="135916" y="50190"/>
                </a:lnTo>
                <a:lnTo>
                  <a:pt x="154973" y="32187"/>
                </a:lnTo>
                <a:cubicBezTo>
                  <a:pt x="156245" y="30914"/>
                  <a:pt x="157840" y="30102"/>
                  <a:pt x="159749" y="29751"/>
                </a:cubicBezTo>
                <a:cubicBezTo>
                  <a:pt x="161644" y="29392"/>
                  <a:pt x="163590" y="29692"/>
                  <a:pt x="165587" y="30629"/>
                </a:cubicBezTo>
                <a:lnTo>
                  <a:pt x="204540" y="49261"/>
                </a:lnTo>
                <a:cubicBezTo>
                  <a:pt x="205799" y="49897"/>
                  <a:pt x="206720" y="50848"/>
                  <a:pt x="207305" y="52099"/>
                </a:cubicBezTo>
                <a:cubicBezTo>
                  <a:pt x="207891" y="53357"/>
                  <a:pt x="207832" y="54696"/>
                  <a:pt x="207130" y="56100"/>
                </a:cubicBezTo>
                <a:cubicBezTo>
                  <a:pt x="206420" y="57461"/>
                  <a:pt x="205418" y="58273"/>
                  <a:pt x="204109" y="58544"/>
                </a:cubicBezTo>
                <a:cubicBezTo>
                  <a:pt x="202799" y="58807"/>
                  <a:pt x="201526" y="58587"/>
                  <a:pt x="200290" y="57885"/>
                </a:cubicBezTo>
                <a:lnTo>
                  <a:pt x="161008" y="39027"/>
                </a:lnTo>
                <a:lnTo>
                  <a:pt x="136465" y="63240"/>
                </a:lnTo>
                <a:lnTo>
                  <a:pt x="136465" y="76619"/>
                </a:lnTo>
                <a:lnTo>
                  <a:pt x="160986" y="101337"/>
                </a:lnTo>
                <a:lnTo>
                  <a:pt x="200261" y="82325"/>
                </a:lnTo>
                <a:cubicBezTo>
                  <a:pt x="201687" y="81623"/>
                  <a:pt x="202989" y="81433"/>
                  <a:pt x="204160" y="81747"/>
                </a:cubicBezTo>
                <a:cubicBezTo>
                  <a:pt x="205352" y="82069"/>
                  <a:pt x="206333" y="82903"/>
                  <a:pt x="207101" y="84264"/>
                </a:cubicBezTo>
                <a:cubicBezTo>
                  <a:pt x="207759" y="85690"/>
                  <a:pt x="207796" y="87073"/>
                  <a:pt x="207225" y="88412"/>
                </a:cubicBezTo>
                <a:cubicBezTo>
                  <a:pt x="206676" y="89772"/>
                  <a:pt x="205718" y="90804"/>
                  <a:pt x="204365" y="91506"/>
                </a:cubicBezTo>
                <a:lnTo>
                  <a:pt x="166267" y="109311"/>
                </a:lnTo>
                <a:cubicBezTo>
                  <a:pt x="164168" y="110350"/>
                  <a:pt x="162149" y="110811"/>
                  <a:pt x="160203" y="110694"/>
                </a:cubicBezTo>
                <a:cubicBezTo>
                  <a:pt x="158242" y="110577"/>
                  <a:pt x="156494" y="109779"/>
                  <a:pt x="154951" y="108302"/>
                </a:cubicBezTo>
                <a:lnTo>
                  <a:pt x="135887" y="90504"/>
                </a:lnTo>
                <a:lnTo>
                  <a:pt x="135887" y="91857"/>
                </a:lnTo>
                <a:cubicBezTo>
                  <a:pt x="136026" y="93883"/>
                  <a:pt x="135587" y="95405"/>
                  <a:pt x="134585" y="96407"/>
                </a:cubicBezTo>
                <a:cubicBezTo>
                  <a:pt x="133576" y="97417"/>
                  <a:pt x="132288" y="97921"/>
                  <a:pt x="130708" y="97921"/>
                </a:cubicBezTo>
                <a:cubicBezTo>
                  <a:pt x="129216" y="97921"/>
                  <a:pt x="127892" y="97343"/>
                  <a:pt x="126736" y="96180"/>
                </a:cubicBezTo>
                <a:cubicBezTo>
                  <a:pt x="125580" y="95024"/>
                  <a:pt x="125002" y="93700"/>
                  <a:pt x="125002" y="92208"/>
                </a:cubicBezTo>
                <a:lnTo>
                  <a:pt x="125002" y="75968"/>
                </a:lnTo>
                <a:lnTo>
                  <a:pt x="86853" y="75968"/>
                </a:lnTo>
                <a:cubicBezTo>
                  <a:pt x="86722" y="78229"/>
                  <a:pt x="86034" y="80540"/>
                  <a:pt x="84790" y="82903"/>
                </a:cubicBezTo>
                <a:cubicBezTo>
                  <a:pt x="83532" y="85251"/>
                  <a:pt x="82128" y="87131"/>
                  <a:pt x="80570" y="88536"/>
                </a:cubicBezTo>
                <a:lnTo>
                  <a:pt x="131037" y="185075"/>
                </a:lnTo>
                <a:lnTo>
                  <a:pt x="161761" y="185075"/>
                </a:lnTo>
                <a:cubicBezTo>
                  <a:pt x="164343" y="185075"/>
                  <a:pt x="166523" y="185960"/>
                  <a:pt x="168301" y="187737"/>
                </a:cubicBezTo>
                <a:cubicBezTo>
                  <a:pt x="170078" y="189515"/>
                  <a:pt x="170971" y="191695"/>
                  <a:pt x="170971" y="194277"/>
                </a:cubicBezTo>
                <a:cubicBezTo>
                  <a:pt x="170971" y="196859"/>
                  <a:pt x="170078" y="199039"/>
                  <a:pt x="168301" y="200817"/>
                </a:cubicBezTo>
                <a:cubicBezTo>
                  <a:pt x="166523" y="202594"/>
                  <a:pt x="164343" y="203480"/>
                  <a:pt x="161761" y="203480"/>
                </a:cubicBezTo>
                <a:lnTo>
                  <a:pt x="54440" y="203480"/>
                </a:lnTo>
                <a:close/>
                <a:moveTo>
                  <a:pt x="71865" y="81294"/>
                </a:moveTo>
                <a:cubicBezTo>
                  <a:pt x="74871" y="78295"/>
                  <a:pt x="76371" y="74615"/>
                  <a:pt x="76371" y="70255"/>
                </a:cubicBezTo>
                <a:cubicBezTo>
                  <a:pt x="76371" y="65851"/>
                  <a:pt x="74871" y="62165"/>
                  <a:pt x="71865" y="59195"/>
                </a:cubicBezTo>
                <a:cubicBezTo>
                  <a:pt x="68865" y="56225"/>
                  <a:pt x="65178" y="54740"/>
                  <a:pt x="60804" y="54740"/>
                </a:cubicBezTo>
                <a:cubicBezTo>
                  <a:pt x="56429" y="54740"/>
                  <a:pt x="52750" y="56225"/>
                  <a:pt x="49765" y="59195"/>
                </a:cubicBezTo>
                <a:cubicBezTo>
                  <a:pt x="46795" y="62165"/>
                  <a:pt x="45310" y="65851"/>
                  <a:pt x="45310" y="70255"/>
                </a:cubicBezTo>
                <a:cubicBezTo>
                  <a:pt x="45310" y="74600"/>
                  <a:pt x="46795" y="78280"/>
                  <a:pt x="49765" y="81294"/>
                </a:cubicBezTo>
                <a:cubicBezTo>
                  <a:pt x="52728" y="84300"/>
                  <a:pt x="56408" y="85800"/>
                  <a:pt x="60804" y="85800"/>
                </a:cubicBezTo>
                <a:cubicBezTo>
                  <a:pt x="65178" y="85800"/>
                  <a:pt x="68865" y="84300"/>
                  <a:pt x="71865" y="81294"/>
                </a:cubicBezTo>
                <a:close/>
                <a:moveTo>
                  <a:pt x="89216" y="185075"/>
                </a:moveTo>
                <a:lnTo>
                  <a:pt x="118265" y="185075"/>
                </a:lnTo>
                <a:lnTo>
                  <a:pt x="70738" y="93847"/>
                </a:lnTo>
                <a:cubicBezTo>
                  <a:pt x="69911" y="94366"/>
                  <a:pt x="68624" y="94856"/>
                  <a:pt x="66861" y="95332"/>
                </a:cubicBezTo>
                <a:cubicBezTo>
                  <a:pt x="65105" y="95800"/>
                  <a:pt x="63606" y="96049"/>
                  <a:pt x="62362" y="96085"/>
                </a:cubicBezTo>
                <a:lnTo>
                  <a:pt x="89216" y="185075"/>
                </a:lnTo>
                <a:close/>
                <a:moveTo>
                  <a:pt x="118265" y="18507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8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446" y="201168"/>
                </a:moveTo>
                <a:cubicBezTo>
                  <a:pt x="43489" y="201168"/>
                  <a:pt x="37549" y="198739"/>
                  <a:pt x="32640" y="193875"/>
                </a:cubicBezTo>
                <a:cubicBezTo>
                  <a:pt x="27747" y="189017"/>
                  <a:pt x="25296" y="183063"/>
                  <a:pt x="25296" y="176026"/>
                </a:cubicBezTo>
                <a:cubicBezTo>
                  <a:pt x="25296" y="168996"/>
                  <a:pt x="27747" y="163048"/>
                  <a:pt x="32640" y="158169"/>
                </a:cubicBezTo>
                <a:cubicBezTo>
                  <a:pt x="37549" y="153305"/>
                  <a:pt x="43489" y="150876"/>
                  <a:pt x="50446" y="150876"/>
                </a:cubicBezTo>
                <a:lnTo>
                  <a:pt x="191263" y="150876"/>
                </a:lnTo>
                <a:cubicBezTo>
                  <a:pt x="198286" y="150876"/>
                  <a:pt x="204233" y="153305"/>
                  <a:pt x="209112" y="158169"/>
                </a:cubicBezTo>
                <a:cubicBezTo>
                  <a:pt x="213977" y="163027"/>
                  <a:pt x="216406" y="168981"/>
                  <a:pt x="216406" y="176026"/>
                </a:cubicBezTo>
                <a:cubicBezTo>
                  <a:pt x="216406" y="183048"/>
                  <a:pt x="213977" y="188996"/>
                  <a:pt x="209112" y="193875"/>
                </a:cubicBezTo>
                <a:cubicBezTo>
                  <a:pt x="204233" y="198739"/>
                  <a:pt x="198286" y="201168"/>
                  <a:pt x="191263" y="201168"/>
                </a:cubicBezTo>
                <a:lnTo>
                  <a:pt x="50446" y="201168"/>
                </a:lnTo>
                <a:close/>
                <a:moveTo>
                  <a:pt x="50446" y="189749"/>
                </a:moveTo>
                <a:lnTo>
                  <a:pt x="191263" y="189749"/>
                </a:lnTo>
                <a:cubicBezTo>
                  <a:pt x="195148" y="189749"/>
                  <a:pt x="198410" y="188418"/>
                  <a:pt x="201044" y="185755"/>
                </a:cubicBezTo>
                <a:cubicBezTo>
                  <a:pt x="203677" y="183085"/>
                  <a:pt x="204994" y="179844"/>
                  <a:pt x="204994" y="176026"/>
                </a:cubicBezTo>
                <a:cubicBezTo>
                  <a:pt x="204994" y="172214"/>
                  <a:pt x="203677" y="168974"/>
                  <a:pt x="201044" y="166289"/>
                </a:cubicBezTo>
                <a:cubicBezTo>
                  <a:pt x="198410" y="163612"/>
                  <a:pt x="195148" y="162266"/>
                  <a:pt x="191263" y="162266"/>
                </a:cubicBezTo>
                <a:lnTo>
                  <a:pt x="50446" y="162266"/>
                </a:lnTo>
                <a:cubicBezTo>
                  <a:pt x="46554" y="162266"/>
                  <a:pt x="43291" y="163597"/>
                  <a:pt x="40658" y="166267"/>
                </a:cubicBezTo>
                <a:cubicBezTo>
                  <a:pt x="38032" y="168930"/>
                  <a:pt x="36715" y="172178"/>
                  <a:pt x="36715" y="175996"/>
                </a:cubicBezTo>
                <a:cubicBezTo>
                  <a:pt x="36715" y="179800"/>
                  <a:pt x="38032" y="183048"/>
                  <a:pt x="40658" y="185726"/>
                </a:cubicBezTo>
                <a:cubicBezTo>
                  <a:pt x="43291" y="188410"/>
                  <a:pt x="46554" y="189749"/>
                  <a:pt x="50446" y="189749"/>
                </a:cubicBezTo>
                <a:close/>
                <a:moveTo>
                  <a:pt x="107753" y="130759"/>
                </a:moveTo>
                <a:cubicBezTo>
                  <a:pt x="105770" y="130759"/>
                  <a:pt x="104073" y="130064"/>
                  <a:pt x="102647" y="128674"/>
                </a:cubicBezTo>
                <a:cubicBezTo>
                  <a:pt x="101220" y="127277"/>
                  <a:pt x="100518" y="125573"/>
                  <a:pt x="100533" y="123539"/>
                </a:cubicBezTo>
                <a:lnTo>
                  <a:pt x="100533" y="47454"/>
                </a:lnTo>
                <a:cubicBezTo>
                  <a:pt x="100533" y="45405"/>
                  <a:pt x="101235" y="43694"/>
                  <a:pt x="102647" y="42318"/>
                </a:cubicBezTo>
                <a:cubicBezTo>
                  <a:pt x="104051" y="40929"/>
                  <a:pt x="105756" y="40234"/>
                  <a:pt x="107753" y="40234"/>
                </a:cubicBezTo>
                <a:lnTo>
                  <a:pt x="183846" y="40234"/>
                </a:lnTo>
                <a:cubicBezTo>
                  <a:pt x="185887" y="40234"/>
                  <a:pt x="187598" y="40929"/>
                  <a:pt x="188974" y="42318"/>
                </a:cubicBezTo>
                <a:cubicBezTo>
                  <a:pt x="190363" y="43716"/>
                  <a:pt x="191058" y="45420"/>
                  <a:pt x="191058" y="47454"/>
                </a:cubicBezTo>
                <a:lnTo>
                  <a:pt x="191058" y="123539"/>
                </a:lnTo>
                <a:cubicBezTo>
                  <a:pt x="191058" y="125587"/>
                  <a:pt x="190363" y="127299"/>
                  <a:pt x="188974" y="128674"/>
                </a:cubicBezTo>
                <a:cubicBezTo>
                  <a:pt x="187584" y="130064"/>
                  <a:pt x="185872" y="130759"/>
                  <a:pt x="183846" y="130759"/>
                </a:cubicBezTo>
                <a:lnTo>
                  <a:pt x="107753" y="130759"/>
                </a:lnTo>
                <a:close/>
                <a:moveTo>
                  <a:pt x="111952" y="119340"/>
                </a:moveTo>
                <a:lnTo>
                  <a:pt x="179647" y="119340"/>
                </a:lnTo>
                <a:lnTo>
                  <a:pt x="179647" y="51653"/>
                </a:lnTo>
                <a:lnTo>
                  <a:pt x="111952" y="51653"/>
                </a:lnTo>
                <a:lnTo>
                  <a:pt x="111952" y="119340"/>
                </a:lnTo>
                <a:close/>
                <a:moveTo>
                  <a:pt x="30702" y="111425"/>
                </a:moveTo>
                <a:cubicBezTo>
                  <a:pt x="29093" y="111425"/>
                  <a:pt x="27747" y="110862"/>
                  <a:pt x="26657" y="109735"/>
                </a:cubicBezTo>
                <a:cubicBezTo>
                  <a:pt x="25545" y="108616"/>
                  <a:pt x="24996" y="107234"/>
                  <a:pt x="24996" y="105588"/>
                </a:cubicBezTo>
                <a:cubicBezTo>
                  <a:pt x="24996" y="103942"/>
                  <a:pt x="25523" y="102588"/>
                  <a:pt x="26576" y="101513"/>
                </a:cubicBezTo>
                <a:cubicBezTo>
                  <a:pt x="27637" y="100445"/>
                  <a:pt x="29012" y="99904"/>
                  <a:pt x="30702" y="99904"/>
                </a:cubicBezTo>
                <a:lnTo>
                  <a:pt x="78251" y="99904"/>
                </a:lnTo>
                <a:cubicBezTo>
                  <a:pt x="79845" y="99904"/>
                  <a:pt x="81213" y="100445"/>
                  <a:pt x="82355" y="101513"/>
                </a:cubicBezTo>
                <a:cubicBezTo>
                  <a:pt x="83496" y="102588"/>
                  <a:pt x="84066" y="103956"/>
                  <a:pt x="84066" y="105610"/>
                </a:cubicBezTo>
                <a:cubicBezTo>
                  <a:pt x="84066" y="107270"/>
                  <a:pt x="83496" y="108653"/>
                  <a:pt x="82355" y="109765"/>
                </a:cubicBezTo>
                <a:cubicBezTo>
                  <a:pt x="81213" y="110869"/>
                  <a:pt x="79845" y="111425"/>
                  <a:pt x="78251" y="111425"/>
                </a:cubicBezTo>
                <a:lnTo>
                  <a:pt x="30702" y="111425"/>
                </a:lnTo>
                <a:close/>
                <a:moveTo>
                  <a:pt x="131235" y="81148"/>
                </a:moveTo>
                <a:lnTo>
                  <a:pt x="160356" y="81148"/>
                </a:lnTo>
                <a:cubicBezTo>
                  <a:pt x="162046" y="81148"/>
                  <a:pt x="163444" y="80592"/>
                  <a:pt x="164533" y="79487"/>
                </a:cubicBezTo>
                <a:cubicBezTo>
                  <a:pt x="165623" y="78382"/>
                  <a:pt x="166165" y="77014"/>
                  <a:pt x="166165" y="75390"/>
                </a:cubicBezTo>
                <a:cubicBezTo>
                  <a:pt x="166165" y="73759"/>
                  <a:pt x="165623" y="72413"/>
                  <a:pt x="164533" y="71338"/>
                </a:cubicBezTo>
                <a:cubicBezTo>
                  <a:pt x="163444" y="70270"/>
                  <a:pt x="162046" y="69728"/>
                  <a:pt x="160356" y="69728"/>
                </a:cubicBezTo>
                <a:lnTo>
                  <a:pt x="131235" y="69728"/>
                </a:lnTo>
                <a:cubicBezTo>
                  <a:pt x="129574" y="69728"/>
                  <a:pt x="128214" y="70255"/>
                  <a:pt x="127138" y="71316"/>
                </a:cubicBezTo>
                <a:cubicBezTo>
                  <a:pt x="126063" y="72369"/>
                  <a:pt x="125529" y="73737"/>
                  <a:pt x="125529" y="75412"/>
                </a:cubicBezTo>
                <a:cubicBezTo>
                  <a:pt x="125529" y="77088"/>
                  <a:pt x="126070" y="78463"/>
                  <a:pt x="127160" y="79538"/>
                </a:cubicBezTo>
                <a:cubicBezTo>
                  <a:pt x="128250" y="80606"/>
                  <a:pt x="129611" y="81148"/>
                  <a:pt x="131235" y="81148"/>
                </a:cubicBezTo>
                <a:close/>
                <a:moveTo>
                  <a:pt x="51221" y="81148"/>
                </a:moveTo>
                <a:cubicBezTo>
                  <a:pt x="49531" y="81148"/>
                  <a:pt x="48141" y="80592"/>
                  <a:pt x="47051" y="79487"/>
                </a:cubicBezTo>
                <a:cubicBezTo>
                  <a:pt x="45961" y="78382"/>
                  <a:pt x="45413" y="77014"/>
                  <a:pt x="45413" y="75390"/>
                </a:cubicBezTo>
                <a:cubicBezTo>
                  <a:pt x="45413" y="73759"/>
                  <a:pt x="45961" y="72413"/>
                  <a:pt x="47051" y="71338"/>
                </a:cubicBezTo>
                <a:cubicBezTo>
                  <a:pt x="48141" y="70270"/>
                  <a:pt x="49495" y="69728"/>
                  <a:pt x="51119" y="69728"/>
                </a:cubicBezTo>
                <a:lnTo>
                  <a:pt x="79765" y="69728"/>
                </a:lnTo>
                <a:cubicBezTo>
                  <a:pt x="81425" y="69728"/>
                  <a:pt x="82786" y="70255"/>
                  <a:pt x="83861" y="71316"/>
                </a:cubicBezTo>
                <a:cubicBezTo>
                  <a:pt x="84937" y="72369"/>
                  <a:pt x="85471" y="73737"/>
                  <a:pt x="85471" y="75412"/>
                </a:cubicBezTo>
                <a:cubicBezTo>
                  <a:pt x="85471" y="77088"/>
                  <a:pt x="84937" y="78463"/>
                  <a:pt x="83861" y="79538"/>
                </a:cubicBezTo>
                <a:cubicBezTo>
                  <a:pt x="82786" y="80606"/>
                  <a:pt x="81425" y="81148"/>
                  <a:pt x="79765" y="81148"/>
                </a:cubicBezTo>
                <a:lnTo>
                  <a:pt x="51221" y="81148"/>
                </a:lnTo>
                <a:close/>
                <a:moveTo>
                  <a:pt x="111952" y="119340"/>
                </a:moveTo>
                <a:lnTo>
                  <a:pt x="111952" y="51653"/>
                </a:lnTo>
                <a:lnTo>
                  <a:pt x="111952" y="1193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0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5704" y="204189"/>
                </a:moveTo>
                <a:cubicBezTo>
                  <a:pt x="195462" y="187518"/>
                  <a:pt x="217949" y="145119"/>
                  <a:pt x="209449" y="102852"/>
                </a:cubicBezTo>
                <a:cubicBezTo>
                  <a:pt x="200949" y="60584"/>
                  <a:pt x="163817" y="30175"/>
                  <a:pt x="120701" y="30175"/>
                </a:cubicBezTo>
                <a:cubicBezTo>
                  <a:pt x="77585" y="30175"/>
                  <a:pt x="40453" y="60584"/>
                  <a:pt x="31953" y="102852"/>
                </a:cubicBezTo>
                <a:cubicBezTo>
                  <a:pt x="23453" y="145119"/>
                  <a:pt x="45939" y="187518"/>
                  <a:pt x="85698" y="204189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2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675" y="135485"/>
                </a:moveTo>
                <a:lnTo>
                  <a:pt x="98675" y="106092"/>
                </a:lnTo>
                <a:cubicBezTo>
                  <a:pt x="98675" y="104095"/>
                  <a:pt x="99370" y="102384"/>
                  <a:pt x="100760" y="100964"/>
                </a:cubicBezTo>
                <a:cubicBezTo>
                  <a:pt x="102149" y="99538"/>
                  <a:pt x="103876" y="98821"/>
                  <a:pt x="105939" y="98821"/>
                </a:cubicBezTo>
                <a:lnTo>
                  <a:pt x="135339" y="98821"/>
                </a:lnTo>
                <a:cubicBezTo>
                  <a:pt x="137328" y="98821"/>
                  <a:pt x="139040" y="99538"/>
                  <a:pt x="140466" y="100964"/>
                </a:cubicBezTo>
                <a:cubicBezTo>
                  <a:pt x="141893" y="102384"/>
                  <a:pt x="142603" y="104095"/>
                  <a:pt x="142603" y="106092"/>
                </a:cubicBezTo>
                <a:lnTo>
                  <a:pt x="142603" y="135485"/>
                </a:lnTo>
                <a:cubicBezTo>
                  <a:pt x="142603" y="137548"/>
                  <a:pt x="141893" y="139274"/>
                  <a:pt x="140466" y="140664"/>
                </a:cubicBezTo>
                <a:cubicBezTo>
                  <a:pt x="139040" y="142061"/>
                  <a:pt x="137328" y="142756"/>
                  <a:pt x="135339" y="142756"/>
                </a:cubicBezTo>
                <a:lnTo>
                  <a:pt x="105917" y="142756"/>
                </a:lnTo>
                <a:cubicBezTo>
                  <a:pt x="103854" y="142756"/>
                  <a:pt x="102128" y="142061"/>
                  <a:pt x="100738" y="140664"/>
                </a:cubicBezTo>
                <a:cubicBezTo>
                  <a:pt x="99340" y="139274"/>
                  <a:pt x="98645" y="137548"/>
                  <a:pt x="98645" y="135485"/>
                </a:cubicBezTo>
                <a:close/>
                <a:moveTo>
                  <a:pt x="110086" y="131337"/>
                </a:moveTo>
                <a:lnTo>
                  <a:pt x="131162" y="131337"/>
                </a:lnTo>
                <a:lnTo>
                  <a:pt x="131162" y="110262"/>
                </a:lnTo>
                <a:lnTo>
                  <a:pt x="110086" y="110262"/>
                </a:lnTo>
                <a:lnTo>
                  <a:pt x="110086" y="131337"/>
                </a:lnTo>
                <a:close/>
                <a:moveTo>
                  <a:pt x="93042" y="198176"/>
                </a:moveTo>
                <a:lnTo>
                  <a:pt x="93042" y="186084"/>
                </a:lnTo>
                <a:lnTo>
                  <a:pt x="69831" y="186084"/>
                </a:lnTo>
                <a:cubicBezTo>
                  <a:pt x="65888" y="186084"/>
                  <a:pt x="62486" y="184650"/>
                  <a:pt x="59619" y="181783"/>
                </a:cubicBezTo>
                <a:cubicBezTo>
                  <a:pt x="56751" y="178915"/>
                  <a:pt x="55325" y="175514"/>
                  <a:pt x="55325" y="171571"/>
                </a:cubicBezTo>
                <a:lnTo>
                  <a:pt x="55325" y="148360"/>
                </a:lnTo>
                <a:lnTo>
                  <a:pt x="43226" y="148360"/>
                </a:lnTo>
                <a:cubicBezTo>
                  <a:pt x="41616" y="148360"/>
                  <a:pt x="40256" y="147811"/>
                  <a:pt x="39151" y="146699"/>
                </a:cubicBezTo>
                <a:cubicBezTo>
                  <a:pt x="38061" y="145594"/>
                  <a:pt x="37520" y="144226"/>
                  <a:pt x="37520" y="142603"/>
                </a:cubicBezTo>
                <a:cubicBezTo>
                  <a:pt x="37520" y="140979"/>
                  <a:pt x="38061" y="139625"/>
                  <a:pt x="39151" y="138557"/>
                </a:cubicBezTo>
                <a:cubicBezTo>
                  <a:pt x="40241" y="137482"/>
                  <a:pt x="41602" y="136948"/>
                  <a:pt x="43226" y="136948"/>
                </a:cubicBezTo>
                <a:lnTo>
                  <a:pt x="55325" y="136948"/>
                </a:lnTo>
                <a:lnTo>
                  <a:pt x="55325" y="103730"/>
                </a:lnTo>
                <a:lnTo>
                  <a:pt x="43226" y="103730"/>
                </a:lnTo>
                <a:cubicBezTo>
                  <a:pt x="41616" y="103730"/>
                  <a:pt x="40256" y="103174"/>
                  <a:pt x="39151" y="102069"/>
                </a:cubicBezTo>
                <a:cubicBezTo>
                  <a:pt x="38061" y="100964"/>
                  <a:pt x="37520" y="99596"/>
                  <a:pt x="37520" y="97972"/>
                </a:cubicBezTo>
                <a:cubicBezTo>
                  <a:pt x="37520" y="96341"/>
                  <a:pt x="38061" y="94995"/>
                  <a:pt x="39151" y="93920"/>
                </a:cubicBezTo>
                <a:cubicBezTo>
                  <a:pt x="40241" y="92845"/>
                  <a:pt x="41602" y="92311"/>
                  <a:pt x="43226" y="92311"/>
                </a:cubicBezTo>
                <a:lnTo>
                  <a:pt x="55325" y="92311"/>
                </a:lnTo>
                <a:lnTo>
                  <a:pt x="55325" y="69099"/>
                </a:lnTo>
                <a:cubicBezTo>
                  <a:pt x="55325" y="65164"/>
                  <a:pt x="56751" y="61762"/>
                  <a:pt x="59619" y="58895"/>
                </a:cubicBezTo>
                <a:cubicBezTo>
                  <a:pt x="62486" y="56027"/>
                  <a:pt x="65888" y="54593"/>
                  <a:pt x="69831" y="54593"/>
                </a:cubicBezTo>
                <a:lnTo>
                  <a:pt x="93042" y="54593"/>
                </a:lnTo>
                <a:lnTo>
                  <a:pt x="93042" y="43226"/>
                </a:lnTo>
                <a:cubicBezTo>
                  <a:pt x="93042" y="41616"/>
                  <a:pt x="93591" y="40256"/>
                  <a:pt x="94703" y="39151"/>
                </a:cubicBezTo>
                <a:cubicBezTo>
                  <a:pt x="95807" y="38061"/>
                  <a:pt x="97175" y="37520"/>
                  <a:pt x="98799" y="37520"/>
                </a:cubicBezTo>
                <a:cubicBezTo>
                  <a:pt x="100423" y="37520"/>
                  <a:pt x="101776" y="38061"/>
                  <a:pt x="102844" y="39151"/>
                </a:cubicBezTo>
                <a:cubicBezTo>
                  <a:pt x="103920" y="40241"/>
                  <a:pt x="104454" y="41602"/>
                  <a:pt x="104454" y="43226"/>
                </a:cubicBezTo>
                <a:lnTo>
                  <a:pt x="104454" y="54593"/>
                </a:lnTo>
                <a:lnTo>
                  <a:pt x="137672" y="54593"/>
                </a:lnTo>
                <a:lnTo>
                  <a:pt x="137672" y="43226"/>
                </a:lnTo>
                <a:cubicBezTo>
                  <a:pt x="137672" y="41616"/>
                  <a:pt x="138228" y="40256"/>
                  <a:pt x="139333" y="39151"/>
                </a:cubicBezTo>
                <a:cubicBezTo>
                  <a:pt x="140437" y="38061"/>
                  <a:pt x="141805" y="37520"/>
                  <a:pt x="143436" y="37520"/>
                </a:cubicBezTo>
                <a:cubicBezTo>
                  <a:pt x="145060" y="37520"/>
                  <a:pt x="146406" y="38061"/>
                  <a:pt x="147482" y="39151"/>
                </a:cubicBezTo>
                <a:cubicBezTo>
                  <a:pt x="148557" y="40241"/>
                  <a:pt x="149091" y="41602"/>
                  <a:pt x="149091" y="43226"/>
                </a:cubicBezTo>
                <a:lnTo>
                  <a:pt x="149091" y="54593"/>
                </a:lnTo>
                <a:lnTo>
                  <a:pt x="172302" y="54593"/>
                </a:lnTo>
                <a:cubicBezTo>
                  <a:pt x="176238" y="54593"/>
                  <a:pt x="179647" y="56027"/>
                  <a:pt x="182507" y="58895"/>
                </a:cubicBezTo>
                <a:cubicBezTo>
                  <a:pt x="185374" y="61762"/>
                  <a:pt x="186808" y="65164"/>
                  <a:pt x="186808" y="69099"/>
                </a:cubicBezTo>
                <a:lnTo>
                  <a:pt x="186808" y="92311"/>
                </a:lnTo>
                <a:lnTo>
                  <a:pt x="198176" y="92311"/>
                </a:lnTo>
                <a:cubicBezTo>
                  <a:pt x="199785" y="92311"/>
                  <a:pt x="201146" y="92866"/>
                  <a:pt x="202251" y="93971"/>
                </a:cubicBezTo>
                <a:cubicBezTo>
                  <a:pt x="203341" y="95076"/>
                  <a:pt x="203882" y="96444"/>
                  <a:pt x="203882" y="98068"/>
                </a:cubicBezTo>
                <a:cubicBezTo>
                  <a:pt x="203882" y="99699"/>
                  <a:pt x="203341" y="101045"/>
                  <a:pt x="202251" y="102120"/>
                </a:cubicBezTo>
                <a:cubicBezTo>
                  <a:pt x="201161" y="103188"/>
                  <a:pt x="199800" y="103730"/>
                  <a:pt x="198176" y="103730"/>
                </a:cubicBezTo>
                <a:lnTo>
                  <a:pt x="186808" y="103730"/>
                </a:lnTo>
                <a:lnTo>
                  <a:pt x="186808" y="136948"/>
                </a:lnTo>
                <a:lnTo>
                  <a:pt x="198176" y="136948"/>
                </a:lnTo>
                <a:cubicBezTo>
                  <a:pt x="199785" y="136948"/>
                  <a:pt x="201146" y="137496"/>
                  <a:pt x="202251" y="138608"/>
                </a:cubicBezTo>
                <a:cubicBezTo>
                  <a:pt x="203341" y="139713"/>
                  <a:pt x="203882" y="141081"/>
                  <a:pt x="203882" y="142705"/>
                </a:cubicBezTo>
                <a:cubicBezTo>
                  <a:pt x="203882" y="144329"/>
                  <a:pt x="203341" y="145682"/>
                  <a:pt x="202251" y="146750"/>
                </a:cubicBezTo>
                <a:cubicBezTo>
                  <a:pt x="201161" y="147826"/>
                  <a:pt x="199800" y="148360"/>
                  <a:pt x="198176" y="148360"/>
                </a:cubicBezTo>
                <a:lnTo>
                  <a:pt x="186808" y="148360"/>
                </a:lnTo>
                <a:lnTo>
                  <a:pt x="186808" y="171571"/>
                </a:lnTo>
                <a:cubicBezTo>
                  <a:pt x="186808" y="175514"/>
                  <a:pt x="185374" y="178915"/>
                  <a:pt x="182507" y="181783"/>
                </a:cubicBezTo>
                <a:cubicBezTo>
                  <a:pt x="179647" y="184650"/>
                  <a:pt x="176230" y="186084"/>
                  <a:pt x="172273" y="186084"/>
                </a:cubicBezTo>
                <a:lnTo>
                  <a:pt x="149069" y="186084"/>
                </a:lnTo>
                <a:lnTo>
                  <a:pt x="149069" y="198176"/>
                </a:lnTo>
                <a:cubicBezTo>
                  <a:pt x="149069" y="199785"/>
                  <a:pt x="148513" y="201146"/>
                  <a:pt x="147409" y="202251"/>
                </a:cubicBezTo>
                <a:cubicBezTo>
                  <a:pt x="146297" y="203341"/>
                  <a:pt x="144936" y="203882"/>
                  <a:pt x="143305" y="203882"/>
                </a:cubicBezTo>
                <a:cubicBezTo>
                  <a:pt x="141681" y="203882"/>
                  <a:pt x="140335" y="203341"/>
                  <a:pt x="139259" y="202251"/>
                </a:cubicBezTo>
                <a:cubicBezTo>
                  <a:pt x="138184" y="201161"/>
                  <a:pt x="137650" y="199800"/>
                  <a:pt x="137650" y="198176"/>
                </a:cubicBezTo>
                <a:lnTo>
                  <a:pt x="137650" y="186084"/>
                </a:lnTo>
                <a:lnTo>
                  <a:pt x="104454" y="186084"/>
                </a:lnTo>
                <a:lnTo>
                  <a:pt x="104454" y="198176"/>
                </a:lnTo>
                <a:cubicBezTo>
                  <a:pt x="104454" y="199785"/>
                  <a:pt x="103905" y="201146"/>
                  <a:pt x="102793" y="202251"/>
                </a:cubicBezTo>
                <a:cubicBezTo>
                  <a:pt x="101689" y="203341"/>
                  <a:pt x="100321" y="203882"/>
                  <a:pt x="98697" y="203882"/>
                </a:cubicBezTo>
                <a:cubicBezTo>
                  <a:pt x="97073" y="203882"/>
                  <a:pt x="95719" y="203341"/>
                  <a:pt x="94651" y="202251"/>
                </a:cubicBezTo>
                <a:cubicBezTo>
                  <a:pt x="93576" y="201161"/>
                  <a:pt x="93042" y="199800"/>
                  <a:pt x="93042" y="198176"/>
                </a:cubicBezTo>
                <a:close/>
                <a:moveTo>
                  <a:pt x="172273" y="174665"/>
                </a:moveTo>
                <a:cubicBezTo>
                  <a:pt x="173048" y="174665"/>
                  <a:pt x="173758" y="174343"/>
                  <a:pt x="174416" y="173707"/>
                </a:cubicBezTo>
                <a:cubicBezTo>
                  <a:pt x="175067" y="173056"/>
                  <a:pt x="175397" y="172339"/>
                  <a:pt x="175397" y="171571"/>
                </a:cubicBezTo>
                <a:lnTo>
                  <a:pt x="175397" y="69099"/>
                </a:lnTo>
                <a:cubicBezTo>
                  <a:pt x="175397" y="68331"/>
                  <a:pt x="175067" y="67614"/>
                  <a:pt x="174416" y="66963"/>
                </a:cubicBezTo>
                <a:cubicBezTo>
                  <a:pt x="173773" y="66312"/>
                  <a:pt x="173063" y="65983"/>
                  <a:pt x="172273" y="65983"/>
                </a:cubicBezTo>
                <a:lnTo>
                  <a:pt x="69831" y="65983"/>
                </a:lnTo>
                <a:cubicBezTo>
                  <a:pt x="69063" y="65983"/>
                  <a:pt x="68346" y="66312"/>
                  <a:pt x="67695" y="66963"/>
                </a:cubicBezTo>
                <a:cubicBezTo>
                  <a:pt x="67058" y="67600"/>
                  <a:pt x="66737" y="68317"/>
                  <a:pt x="66737" y="69099"/>
                </a:cubicBezTo>
                <a:lnTo>
                  <a:pt x="66737" y="171571"/>
                </a:lnTo>
                <a:cubicBezTo>
                  <a:pt x="66737" y="172339"/>
                  <a:pt x="67058" y="173056"/>
                  <a:pt x="67695" y="173707"/>
                </a:cubicBezTo>
                <a:cubicBezTo>
                  <a:pt x="68346" y="174343"/>
                  <a:pt x="69063" y="174665"/>
                  <a:pt x="69831" y="174665"/>
                </a:cubicBezTo>
                <a:lnTo>
                  <a:pt x="172302" y="174665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4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648" y="206201"/>
                </a:moveTo>
                <a:cubicBezTo>
                  <a:pt x="38705" y="206201"/>
                  <a:pt x="35303" y="204767"/>
                  <a:pt x="32436" y="201900"/>
                </a:cubicBezTo>
                <a:cubicBezTo>
                  <a:pt x="29575" y="199032"/>
                  <a:pt x="28142" y="195630"/>
                  <a:pt x="28142" y="191688"/>
                </a:cubicBezTo>
                <a:lnTo>
                  <a:pt x="28142" y="49714"/>
                </a:lnTo>
                <a:cubicBezTo>
                  <a:pt x="28142" y="45771"/>
                  <a:pt x="29575" y="42370"/>
                  <a:pt x="32436" y="39502"/>
                </a:cubicBezTo>
                <a:cubicBezTo>
                  <a:pt x="35303" y="36635"/>
                  <a:pt x="38705" y="35208"/>
                  <a:pt x="42648" y="35208"/>
                </a:cubicBezTo>
                <a:lnTo>
                  <a:pt x="184621" y="35208"/>
                </a:lnTo>
                <a:cubicBezTo>
                  <a:pt x="188564" y="35208"/>
                  <a:pt x="191965" y="36635"/>
                  <a:pt x="194833" y="39502"/>
                </a:cubicBezTo>
                <a:cubicBezTo>
                  <a:pt x="197701" y="42370"/>
                  <a:pt x="199134" y="45771"/>
                  <a:pt x="199134" y="49714"/>
                </a:cubicBezTo>
                <a:lnTo>
                  <a:pt x="199134" y="66963"/>
                </a:lnTo>
                <a:lnTo>
                  <a:pt x="207554" y="66963"/>
                </a:lnTo>
                <a:cubicBezTo>
                  <a:pt x="209178" y="66963"/>
                  <a:pt x="210539" y="67512"/>
                  <a:pt x="211629" y="68602"/>
                </a:cubicBezTo>
                <a:cubicBezTo>
                  <a:pt x="212719" y="69685"/>
                  <a:pt x="213260" y="71045"/>
                  <a:pt x="213260" y="72669"/>
                </a:cubicBezTo>
                <a:cubicBezTo>
                  <a:pt x="213260" y="74300"/>
                  <a:pt x="212719" y="75646"/>
                  <a:pt x="211629" y="76722"/>
                </a:cubicBezTo>
                <a:cubicBezTo>
                  <a:pt x="210539" y="77790"/>
                  <a:pt x="209178" y="78331"/>
                  <a:pt x="207554" y="78331"/>
                </a:cubicBezTo>
                <a:lnTo>
                  <a:pt x="199134" y="78331"/>
                </a:lnTo>
                <a:lnTo>
                  <a:pt x="199134" y="114995"/>
                </a:lnTo>
                <a:lnTo>
                  <a:pt x="207583" y="114995"/>
                </a:lnTo>
                <a:cubicBezTo>
                  <a:pt x="209207" y="114995"/>
                  <a:pt x="210553" y="115544"/>
                  <a:pt x="211629" y="116655"/>
                </a:cubicBezTo>
                <a:cubicBezTo>
                  <a:pt x="212704" y="117760"/>
                  <a:pt x="213238" y="119128"/>
                  <a:pt x="213238" y="120752"/>
                </a:cubicBezTo>
                <a:cubicBezTo>
                  <a:pt x="213238" y="122376"/>
                  <a:pt x="212697" y="123729"/>
                  <a:pt x="211607" y="124797"/>
                </a:cubicBezTo>
                <a:cubicBezTo>
                  <a:pt x="210517" y="125873"/>
                  <a:pt x="209156" y="126407"/>
                  <a:pt x="207532" y="126407"/>
                </a:cubicBezTo>
                <a:lnTo>
                  <a:pt x="199105" y="126407"/>
                </a:lnTo>
                <a:lnTo>
                  <a:pt x="199105" y="163070"/>
                </a:lnTo>
                <a:lnTo>
                  <a:pt x="207554" y="163070"/>
                </a:lnTo>
                <a:cubicBezTo>
                  <a:pt x="209178" y="163070"/>
                  <a:pt x="210531" y="163626"/>
                  <a:pt x="211607" y="164731"/>
                </a:cubicBezTo>
                <a:cubicBezTo>
                  <a:pt x="212675" y="165836"/>
                  <a:pt x="213216" y="167204"/>
                  <a:pt x="213216" y="168828"/>
                </a:cubicBezTo>
                <a:cubicBezTo>
                  <a:pt x="213216" y="170459"/>
                  <a:pt x="212667" y="171812"/>
                  <a:pt x="211578" y="172902"/>
                </a:cubicBezTo>
                <a:cubicBezTo>
                  <a:pt x="210488" y="173992"/>
                  <a:pt x="209134" y="174541"/>
                  <a:pt x="207503" y="174541"/>
                </a:cubicBezTo>
                <a:lnTo>
                  <a:pt x="199083" y="174541"/>
                </a:lnTo>
                <a:lnTo>
                  <a:pt x="199083" y="191717"/>
                </a:lnTo>
                <a:cubicBezTo>
                  <a:pt x="199083" y="195652"/>
                  <a:pt x="197649" y="199054"/>
                  <a:pt x="194782" y="201921"/>
                </a:cubicBezTo>
                <a:cubicBezTo>
                  <a:pt x="191914" y="204789"/>
                  <a:pt x="188527" y="206215"/>
                  <a:pt x="184621" y="206201"/>
                </a:cubicBezTo>
                <a:lnTo>
                  <a:pt x="42648" y="206201"/>
                </a:lnTo>
                <a:close/>
                <a:moveTo>
                  <a:pt x="42648" y="194782"/>
                </a:moveTo>
                <a:lnTo>
                  <a:pt x="184621" y="194782"/>
                </a:lnTo>
                <a:cubicBezTo>
                  <a:pt x="185396" y="194782"/>
                  <a:pt x="186106" y="194460"/>
                  <a:pt x="186757" y="193824"/>
                </a:cubicBezTo>
                <a:cubicBezTo>
                  <a:pt x="187415" y="193172"/>
                  <a:pt x="187737" y="192456"/>
                  <a:pt x="187737" y="191688"/>
                </a:cubicBezTo>
                <a:lnTo>
                  <a:pt x="187737" y="49714"/>
                </a:lnTo>
                <a:cubicBezTo>
                  <a:pt x="187737" y="48946"/>
                  <a:pt x="187415" y="48229"/>
                  <a:pt x="186757" y="47578"/>
                </a:cubicBezTo>
                <a:cubicBezTo>
                  <a:pt x="186121" y="46942"/>
                  <a:pt x="185411" y="46620"/>
                  <a:pt x="184621" y="46620"/>
                </a:cubicBezTo>
                <a:lnTo>
                  <a:pt x="42648" y="46620"/>
                </a:lnTo>
                <a:cubicBezTo>
                  <a:pt x="41880" y="46620"/>
                  <a:pt x="41163" y="46942"/>
                  <a:pt x="40512" y="47578"/>
                </a:cubicBezTo>
                <a:cubicBezTo>
                  <a:pt x="39875" y="48229"/>
                  <a:pt x="39553" y="48946"/>
                  <a:pt x="39553" y="49714"/>
                </a:cubicBezTo>
                <a:lnTo>
                  <a:pt x="39553" y="191688"/>
                </a:lnTo>
                <a:cubicBezTo>
                  <a:pt x="39553" y="192456"/>
                  <a:pt x="39875" y="193172"/>
                  <a:pt x="40512" y="193824"/>
                </a:cubicBezTo>
                <a:cubicBezTo>
                  <a:pt x="41163" y="194460"/>
                  <a:pt x="41880" y="194782"/>
                  <a:pt x="42648" y="194782"/>
                </a:cubicBezTo>
                <a:close/>
                <a:moveTo>
                  <a:pt x="67117" y="174460"/>
                </a:moveTo>
                <a:lnTo>
                  <a:pt x="107826" y="174460"/>
                </a:lnTo>
                <a:cubicBezTo>
                  <a:pt x="109889" y="174460"/>
                  <a:pt x="111608" y="173765"/>
                  <a:pt x="112983" y="172375"/>
                </a:cubicBezTo>
                <a:cubicBezTo>
                  <a:pt x="114359" y="170985"/>
                  <a:pt x="115046" y="169259"/>
                  <a:pt x="115046" y="167196"/>
                </a:cubicBezTo>
                <a:lnTo>
                  <a:pt x="115046" y="138960"/>
                </a:lnTo>
                <a:cubicBezTo>
                  <a:pt x="115046" y="136897"/>
                  <a:pt x="114344" y="135170"/>
                  <a:pt x="112954" y="133780"/>
                </a:cubicBezTo>
                <a:cubicBezTo>
                  <a:pt x="111564" y="132383"/>
                  <a:pt x="109838" y="131688"/>
                  <a:pt x="107775" y="131688"/>
                </a:cubicBezTo>
                <a:lnTo>
                  <a:pt x="67088" y="131688"/>
                </a:lnTo>
                <a:cubicBezTo>
                  <a:pt x="65025" y="131688"/>
                  <a:pt x="63306" y="132383"/>
                  <a:pt x="61938" y="133780"/>
                </a:cubicBezTo>
                <a:cubicBezTo>
                  <a:pt x="60563" y="135170"/>
                  <a:pt x="59875" y="136897"/>
                  <a:pt x="59875" y="138960"/>
                </a:cubicBezTo>
                <a:lnTo>
                  <a:pt x="59875" y="167218"/>
                </a:lnTo>
                <a:cubicBezTo>
                  <a:pt x="59875" y="169281"/>
                  <a:pt x="60570" y="171007"/>
                  <a:pt x="61960" y="172405"/>
                </a:cubicBezTo>
                <a:cubicBezTo>
                  <a:pt x="63350" y="173795"/>
                  <a:pt x="65076" y="174489"/>
                  <a:pt x="67139" y="174489"/>
                </a:cubicBezTo>
                <a:close/>
                <a:moveTo>
                  <a:pt x="132471" y="96634"/>
                </a:moveTo>
                <a:lnTo>
                  <a:pt x="160152" y="96634"/>
                </a:lnTo>
                <a:cubicBezTo>
                  <a:pt x="162215" y="96634"/>
                  <a:pt x="163941" y="95939"/>
                  <a:pt x="165338" y="94549"/>
                </a:cubicBezTo>
                <a:cubicBezTo>
                  <a:pt x="166728" y="93159"/>
                  <a:pt x="167423" y="91433"/>
                  <a:pt x="167423" y="89370"/>
                </a:cubicBezTo>
                <a:lnTo>
                  <a:pt x="167423" y="74183"/>
                </a:lnTo>
                <a:cubicBezTo>
                  <a:pt x="167423" y="72121"/>
                  <a:pt x="166728" y="70394"/>
                  <a:pt x="165338" y="69004"/>
                </a:cubicBezTo>
                <a:cubicBezTo>
                  <a:pt x="163941" y="67607"/>
                  <a:pt x="162215" y="66912"/>
                  <a:pt x="160152" y="66912"/>
                </a:cubicBezTo>
                <a:lnTo>
                  <a:pt x="132493" y="66912"/>
                </a:lnTo>
                <a:cubicBezTo>
                  <a:pt x="130430" y="66912"/>
                  <a:pt x="128704" y="67607"/>
                  <a:pt x="127314" y="69004"/>
                </a:cubicBezTo>
                <a:cubicBezTo>
                  <a:pt x="125924" y="70394"/>
                  <a:pt x="125229" y="72121"/>
                  <a:pt x="125229" y="74183"/>
                </a:cubicBezTo>
                <a:lnTo>
                  <a:pt x="125229" y="89392"/>
                </a:lnTo>
                <a:cubicBezTo>
                  <a:pt x="125229" y="91455"/>
                  <a:pt x="125924" y="93181"/>
                  <a:pt x="127314" y="94571"/>
                </a:cubicBezTo>
                <a:cubicBezTo>
                  <a:pt x="128704" y="95968"/>
                  <a:pt x="130430" y="96663"/>
                  <a:pt x="132493" y="96663"/>
                </a:cubicBezTo>
                <a:close/>
                <a:moveTo>
                  <a:pt x="67117" y="121557"/>
                </a:moveTo>
                <a:lnTo>
                  <a:pt x="107826" y="121557"/>
                </a:lnTo>
                <a:cubicBezTo>
                  <a:pt x="109889" y="121557"/>
                  <a:pt x="111608" y="120862"/>
                  <a:pt x="112983" y="119472"/>
                </a:cubicBezTo>
                <a:cubicBezTo>
                  <a:pt x="114359" y="118075"/>
                  <a:pt x="115046" y="116348"/>
                  <a:pt x="115046" y="114285"/>
                </a:cubicBezTo>
                <a:lnTo>
                  <a:pt x="115046" y="74132"/>
                </a:lnTo>
                <a:cubicBezTo>
                  <a:pt x="115046" y="72069"/>
                  <a:pt x="114344" y="70350"/>
                  <a:pt x="112954" y="68975"/>
                </a:cubicBezTo>
                <a:cubicBezTo>
                  <a:pt x="111564" y="67600"/>
                  <a:pt x="109838" y="66912"/>
                  <a:pt x="107775" y="66912"/>
                </a:cubicBezTo>
                <a:lnTo>
                  <a:pt x="67088" y="66912"/>
                </a:lnTo>
                <a:cubicBezTo>
                  <a:pt x="65025" y="66912"/>
                  <a:pt x="63306" y="67607"/>
                  <a:pt x="61938" y="68997"/>
                </a:cubicBezTo>
                <a:cubicBezTo>
                  <a:pt x="60563" y="70394"/>
                  <a:pt x="59875" y="72121"/>
                  <a:pt x="59875" y="74183"/>
                </a:cubicBezTo>
                <a:lnTo>
                  <a:pt x="59875" y="114337"/>
                </a:lnTo>
                <a:cubicBezTo>
                  <a:pt x="59875" y="116399"/>
                  <a:pt x="60570" y="118119"/>
                  <a:pt x="61960" y="119494"/>
                </a:cubicBezTo>
                <a:cubicBezTo>
                  <a:pt x="63350" y="120869"/>
                  <a:pt x="65076" y="121557"/>
                  <a:pt x="67139" y="121557"/>
                </a:cubicBezTo>
                <a:close/>
                <a:moveTo>
                  <a:pt x="132471" y="174460"/>
                </a:moveTo>
                <a:lnTo>
                  <a:pt x="160152" y="174460"/>
                </a:lnTo>
                <a:cubicBezTo>
                  <a:pt x="162215" y="174460"/>
                  <a:pt x="163941" y="173765"/>
                  <a:pt x="165338" y="172375"/>
                </a:cubicBezTo>
                <a:cubicBezTo>
                  <a:pt x="166728" y="170985"/>
                  <a:pt x="167423" y="169259"/>
                  <a:pt x="167423" y="167196"/>
                </a:cubicBezTo>
                <a:lnTo>
                  <a:pt x="167423" y="114037"/>
                </a:lnTo>
                <a:cubicBezTo>
                  <a:pt x="167423" y="112040"/>
                  <a:pt x="166728" y="110335"/>
                  <a:pt x="165338" y="108909"/>
                </a:cubicBezTo>
                <a:cubicBezTo>
                  <a:pt x="163941" y="107482"/>
                  <a:pt x="162215" y="106773"/>
                  <a:pt x="160152" y="106773"/>
                </a:cubicBezTo>
                <a:lnTo>
                  <a:pt x="132493" y="106773"/>
                </a:lnTo>
                <a:cubicBezTo>
                  <a:pt x="130430" y="106773"/>
                  <a:pt x="128704" y="107482"/>
                  <a:pt x="127314" y="108909"/>
                </a:cubicBezTo>
                <a:cubicBezTo>
                  <a:pt x="125924" y="110335"/>
                  <a:pt x="125229" y="112040"/>
                  <a:pt x="125229" y="114037"/>
                </a:cubicBezTo>
                <a:lnTo>
                  <a:pt x="125229" y="167218"/>
                </a:lnTo>
                <a:cubicBezTo>
                  <a:pt x="125229" y="169281"/>
                  <a:pt x="125924" y="171007"/>
                  <a:pt x="127314" y="172405"/>
                </a:cubicBezTo>
                <a:cubicBezTo>
                  <a:pt x="128704" y="173795"/>
                  <a:pt x="130430" y="174489"/>
                  <a:pt x="132493" y="174489"/>
                </a:cubicBezTo>
                <a:close/>
                <a:moveTo>
                  <a:pt x="39553" y="46620"/>
                </a:moveTo>
                <a:lnTo>
                  <a:pt x="39553" y="194782"/>
                </a:lnTo>
                <a:lnTo>
                  <a:pt x="39553" y="4662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6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286" y="131337"/>
                </a:moveTo>
                <a:cubicBezTo>
                  <a:pt x="136531" y="126121"/>
                  <a:pt x="139157" y="119757"/>
                  <a:pt x="139157" y="112230"/>
                </a:cubicBezTo>
                <a:cubicBezTo>
                  <a:pt x="139157" y="104702"/>
                  <a:pt x="136553" y="98309"/>
                  <a:pt x="131337" y="93064"/>
                </a:cubicBezTo>
                <a:cubicBezTo>
                  <a:pt x="126121" y="87819"/>
                  <a:pt x="119757" y="85193"/>
                  <a:pt x="112230" y="85193"/>
                </a:cubicBezTo>
                <a:cubicBezTo>
                  <a:pt x="104702" y="85193"/>
                  <a:pt x="98309" y="87804"/>
                  <a:pt x="93064" y="93013"/>
                </a:cubicBezTo>
                <a:cubicBezTo>
                  <a:pt x="87819" y="98229"/>
                  <a:pt x="85193" y="104600"/>
                  <a:pt x="85193" y="112127"/>
                </a:cubicBezTo>
                <a:cubicBezTo>
                  <a:pt x="85193" y="119655"/>
                  <a:pt x="87804" y="126041"/>
                  <a:pt x="93013" y="131286"/>
                </a:cubicBezTo>
                <a:cubicBezTo>
                  <a:pt x="98229" y="136531"/>
                  <a:pt x="104600" y="139157"/>
                  <a:pt x="112127" y="139157"/>
                </a:cubicBezTo>
                <a:cubicBezTo>
                  <a:pt x="119655" y="139157"/>
                  <a:pt x="126041" y="136553"/>
                  <a:pt x="131286" y="131337"/>
                </a:cubicBezTo>
                <a:close/>
                <a:moveTo>
                  <a:pt x="112303" y="150576"/>
                </a:moveTo>
                <a:cubicBezTo>
                  <a:pt x="101608" y="150576"/>
                  <a:pt x="92515" y="146831"/>
                  <a:pt x="85017" y="139333"/>
                </a:cubicBezTo>
                <a:cubicBezTo>
                  <a:pt x="77526" y="131842"/>
                  <a:pt x="73781" y="122786"/>
                  <a:pt x="73781" y="112179"/>
                </a:cubicBezTo>
                <a:cubicBezTo>
                  <a:pt x="73781" y="101564"/>
                  <a:pt x="77526" y="92515"/>
                  <a:pt x="85017" y="85017"/>
                </a:cubicBezTo>
                <a:cubicBezTo>
                  <a:pt x="92515" y="77526"/>
                  <a:pt x="101564" y="73781"/>
                  <a:pt x="112179" y="73781"/>
                </a:cubicBezTo>
                <a:cubicBezTo>
                  <a:pt x="122786" y="73781"/>
                  <a:pt x="131842" y="77526"/>
                  <a:pt x="139333" y="85017"/>
                </a:cubicBezTo>
                <a:cubicBezTo>
                  <a:pt x="146831" y="92515"/>
                  <a:pt x="150576" y="101608"/>
                  <a:pt x="150576" y="112303"/>
                </a:cubicBezTo>
                <a:cubicBezTo>
                  <a:pt x="150576" y="116121"/>
                  <a:pt x="149896" y="119947"/>
                  <a:pt x="148535" y="123766"/>
                </a:cubicBezTo>
                <a:cubicBezTo>
                  <a:pt x="147182" y="127592"/>
                  <a:pt x="145258" y="131279"/>
                  <a:pt x="142778" y="134834"/>
                </a:cubicBezTo>
                <a:lnTo>
                  <a:pt x="165967" y="157921"/>
                </a:lnTo>
                <a:cubicBezTo>
                  <a:pt x="167086" y="159054"/>
                  <a:pt x="167642" y="160378"/>
                  <a:pt x="167620" y="161893"/>
                </a:cubicBezTo>
                <a:cubicBezTo>
                  <a:pt x="167606" y="163414"/>
                  <a:pt x="167006" y="164790"/>
                  <a:pt x="165814" y="166011"/>
                </a:cubicBezTo>
                <a:cubicBezTo>
                  <a:pt x="164621" y="167174"/>
                  <a:pt x="163283" y="167752"/>
                  <a:pt x="161790" y="167752"/>
                </a:cubicBezTo>
                <a:cubicBezTo>
                  <a:pt x="160298" y="167752"/>
                  <a:pt x="158959" y="167152"/>
                  <a:pt x="157767" y="165967"/>
                </a:cubicBezTo>
                <a:lnTo>
                  <a:pt x="134856" y="142954"/>
                </a:lnTo>
                <a:cubicBezTo>
                  <a:pt x="131301" y="145433"/>
                  <a:pt x="127614" y="147321"/>
                  <a:pt x="123795" y="148616"/>
                </a:cubicBezTo>
                <a:cubicBezTo>
                  <a:pt x="119969" y="149918"/>
                  <a:pt x="116151" y="150576"/>
                  <a:pt x="112325" y="150576"/>
                </a:cubicBezTo>
                <a:close/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158016"/>
                </a:lnTo>
                <a:cubicBezTo>
                  <a:pt x="35208" y="156392"/>
                  <a:pt x="35757" y="155031"/>
                  <a:pt x="36861" y="153941"/>
                </a:cubicBezTo>
                <a:cubicBezTo>
                  <a:pt x="37973" y="152851"/>
                  <a:pt x="39334" y="152310"/>
                  <a:pt x="40965" y="152310"/>
                </a:cubicBezTo>
                <a:cubicBezTo>
                  <a:pt x="42589" y="152310"/>
                  <a:pt x="43935" y="152851"/>
                  <a:pt x="45010" y="153941"/>
                </a:cubicBezTo>
                <a:cubicBezTo>
                  <a:pt x="46086" y="155031"/>
                  <a:pt x="46620" y="156392"/>
                  <a:pt x="46620" y="158016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lnTo>
                  <a:pt x="83386" y="194782"/>
                </a:lnTo>
                <a:cubicBezTo>
                  <a:pt x="85010" y="194782"/>
                  <a:pt x="86371" y="195338"/>
                  <a:pt x="87461" y="196442"/>
                </a:cubicBezTo>
                <a:cubicBezTo>
                  <a:pt x="88550" y="197547"/>
                  <a:pt x="89092" y="198915"/>
                  <a:pt x="89092" y="200539"/>
                </a:cubicBezTo>
                <a:cubicBezTo>
                  <a:pt x="89092" y="202163"/>
                  <a:pt x="88550" y="203516"/>
                  <a:pt x="87461" y="204592"/>
                </a:cubicBezTo>
                <a:cubicBezTo>
                  <a:pt x="86371" y="205660"/>
                  <a:pt x="85010" y="206201"/>
                  <a:pt x="83386" y="206201"/>
                </a:cubicBezTo>
                <a:lnTo>
                  <a:pt x="49714" y="206201"/>
                </a:lnTo>
                <a:close/>
                <a:moveTo>
                  <a:pt x="191688" y="206201"/>
                </a:moveTo>
                <a:lnTo>
                  <a:pt x="158016" y="206201"/>
                </a:lnTo>
                <a:cubicBezTo>
                  <a:pt x="156392" y="206201"/>
                  <a:pt x="155031" y="205645"/>
                  <a:pt x="153941" y="204540"/>
                </a:cubicBezTo>
                <a:cubicBezTo>
                  <a:pt x="152851" y="203428"/>
                  <a:pt x="152310" y="202068"/>
                  <a:pt x="152310" y="200436"/>
                </a:cubicBezTo>
                <a:cubicBezTo>
                  <a:pt x="152310" y="198813"/>
                  <a:pt x="152851" y="197467"/>
                  <a:pt x="153941" y="196391"/>
                </a:cubicBezTo>
                <a:cubicBezTo>
                  <a:pt x="155031" y="195316"/>
                  <a:pt x="156392" y="194782"/>
                  <a:pt x="158016" y="194782"/>
                </a:cubicBez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158016"/>
                </a:lnTo>
                <a:cubicBezTo>
                  <a:pt x="194782" y="156392"/>
                  <a:pt x="195338" y="155031"/>
                  <a:pt x="196442" y="153941"/>
                </a:cubicBezTo>
                <a:cubicBezTo>
                  <a:pt x="197547" y="152851"/>
                  <a:pt x="198915" y="152310"/>
                  <a:pt x="200539" y="152310"/>
                </a:cubicBezTo>
                <a:cubicBezTo>
                  <a:pt x="202163" y="152310"/>
                  <a:pt x="203516" y="152851"/>
                  <a:pt x="204592" y="153941"/>
                </a:cubicBezTo>
                <a:cubicBezTo>
                  <a:pt x="205660" y="155031"/>
                  <a:pt x="206201" y="156392"/>
                  <a:pt x="206201" y="158016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close/>
                <a:moveTo>
                  <a:pt x="35208" y="83386"/>
                </a:move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83386" y="35208"/>
                </a:lnTo>
                <a:cubicBezTo>
                  <a:pt x="85010" y="35208"/>
                  <a:pt x="86371" y="35757"/>
                  <a:pt x="87461" y="36861"/>
                </a:cubicBezTo>
                <a:cubicBezTo>
                  <a:pt x="88550" y="37973"/>
                  <a:pt x="89092" y="39334"/>
                  <a:pt x="89092" y="40965"/>
                </a:cubicBezTo>
                <a:cubicBezTo>
                  <a:pt x="89092" y="42589"/>
                  <a:pt x="88550" y="43935"/>
                  <a:pt x="87461" y="45010"/>
                </a:cubicBezTo>
                <a:cubicBezTo>
                  <a:pt x="86371" y="46086"/>
                  <a:pt x="85010" y="46620"/>
                  <a:pt x="83386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83386"/>
                </a:lnTo>
                <a:cubicBezTo>
                  <a:pt x="46620" y="85010"/>
                  <a:pt x="46071" y="86371"/>
                  <a:pt x="44959" y="87461"/>
                </a:cubicBezTo>
                <a:cubicBezTo>
                  <a:pt x="43855" y="88550"/>
                  <a:pt x="42487" y="89092"/>
                  <a:pt x="40863" y="89092"/>
                </a:cubicBezTo>
                <a:cubicBezTo>
                  <a:pt x="39239" y="89092"/>
                  <a:pt x="37885" y="88550"/>
                  <a:pt x="36817" y="87461"/>
                </a:cubicBezTo>
                <a:cubicBezTo>
                  <a:pt x="35742" y="86371"/>
                  <a:pt x="35201" y="85010"/>
                  <a:pt x="35201" y="83386"/>
                </a:cubicBezTo>
                <a:close/>
                <a:moveTo>
                  <a:pt x="194782" y="83386"/>
                </a:move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158016" y="46620"/>
                </a:lnTo>
                <a:cubicBezTo>
                  <a:pt x="156392" y="46620"/>
                  <a:pt x="155031" y="46071"/>
                  <a:pt x="153941" y="44959"/>
                </a:cubicBezTo>
                <a:cubicBezTo>
                  <a:pt x="152851" y="43855"/>
                  <a:pt x="152310" y="42487"/>
                  <a:pt x="152310" y="40863"/>
                </a:cubicBezTo>
                <a:cubicBezTo>
                  <a:pt x="152310" y="39239"/>
                  <a:pt x="152851" y="37885"/>
                  <a:pt x="153941" y="36817"/>
                </a:cubicBezTo>
                <a:cubicBezTo>
                  <a:pt x="155031" y="35742"/>
                  <a:pt x="156392" y="35208"/>
                  <a:pt x="158016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83386"/>
                </a:lnTo>
                <a:cubicBezTo>
                  <a:pt x="206201" y="85010"/>
                  <a:pt x="205645" y="86371"/>
                  <a:pt x="204540" y="87461"/>
                </a:cubicBezTo>
                <a:cubicBezTo>
                  <a:pt x="203428" y="88550"/>
                  <a:pt x="202068" y="89092"/>
                  <a:pt x="200436" y="89092"/>
                </a:cubicBezTo>
                <a:cubicBezTo>
                  <a:pt x="198813" y="89092"/>
                  <a:pt x="197467" y="88550"/>
                  <a:pt x="196391" y="87461"/>
                </a:cubicBezTo>
                <a:cubicBezTo>
                  <a:pt x="195316" y="86371"/>
                  <a:pt x="194782" y="85010"/>
                  <a:pt x="194782" y="8338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8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465" y="197298"/>
                </a:moveTo>
                <a:lnTo>
                  <a:pt x="106465" y="167752"/>
                </a:lnTo>
                <a:lnTo>
                  <a:pt x="101235" y="167752"/>
                </a:lnTo>
                <a:cubicBezTo>
                  <a:pt x="88214" y="167752"/>
                  <a:pt x="77205" y="163253"/>
                  <a:pt x="68222" y="154270"/>
                </a:cubicBezTo>
                <a:cubicBezTo>
                  <a:pt x="59238" y="145287"/>
                  <a:pt x="54740" y="134278"/>
                  <a:pt x="54740" y="121257"/>
                </a:cubicBezTo>
                <a:cubicBezTo>
                  <a:pt x="54740" y="111498"/>
                  <a:pt x="57571" y="102610"/>
                  <a:pt x="63218" y="94600"/>
                </a:cubicBezTo>
                <a:cubicBezTo>
                  <a:pt x="68851" y="86605"/>
                  <a:pt x="76283" y="80965"/>
                  <a:pt x="85522" y="77673"/>
                </a:cubicBezTo>
                <a:cubicBezTo>
                  <a:pt x="85873" y="70650"/>
                  <a:pt x="88807" y="65061"/>
                  <a:pt x="94322" y="60906"/>
                </a:cubicBezTo>
                <a:cubicBezTo>
                  <a:pt x="99838" y="56744"/>
                  <a:pt x="105997" y="55405"/>
                  <a:pt x="112808" y="56883"/>
                </a:cubicBezTo>
                <a:lnTo>
                  <a:pt x="109260" y="47351"/>
                </a:lnTo>
                <a:cubicBezTo>
                  <a:pt x="108492" y="45457"/>
                  <a:pt x="108558" y="43642"/>
                  <a:pt x="109457" y="41916"/>
                </a:cubicBezTo>
                <a:cubicBezTo>
                  <a:pt x="110364" y="40190"/>
                  <a:pt x="111740" y="38946"/>
                  <a:pt x="113583" y="38171"/>
                </a:cubicBezTo>
                <a:lnTo>
                  <a:pt x="116955" y="36817"/>
                </a:lnTo>
                <a:lnTo>
                  <a:pt x="116121" y="34250"/>
                </a:lnTo>
                <a:cubicBezTo>
                  <a:pt x="115419" y="32355"/>
                  <a:pt x="115456" y="30504"/>
                  <a:pt x="116224" y="28690"/>
                </a:cubicBezTo>
                <a:cubicBezTo>
                  <a:pt x="116999" y="26883"/>
                  <a:pt x="118323" y="25611"/>
                  <a:pt x="120196" y="24872"/>
                </a:cubicBezTo>
                <a:cubicBezTo>
                  <a:pt x="122025" y="24162"/>
                  <a:pt x="123876" y="24206"/>
                  <a:pt x="125756" y="24996"/>
                </a:cubicBezTo>
                <a:cubicBezTo>
                  <a:pt x="127614" y="25786"/>
                  <a:pt x="128887" y="27132"/>
                  <a:pt x="129574" y="29041"/>
                </a:cubicBezTo>
                <a:lnTo>
                  <a:pt x="130554" y="31858"/>
                </a:lnTo>
                <a:lnTo>
                  <a:pt x="133378" y="30856"/>
                </a:lnTo>
                <a:cubicBezTo>
                  <a:pt x="135148" y="30248"/>
                  <a:pt x="136926" y="30351"/>
                  <a:pt x="138704" y="31155"/>
                </a:cubicBezTo>
                <a:cubicBezTo>
                  <a:pt x="140481" y="31960"/>
                  <a:pt x="141754" y="33255"/>
                  <a:pt x="142529" y="35025"/>
                </a:cubicBezTo>
                <a:lnTo>
                  <a:pt x="164402" y="92515"/>
                </a:lnTo>
                <a:cubicBezTo>
                  <a:pt x="165177" y="94388"/>
                  <a:pt x="165119" y="96217"/>
                  <a:pt x="164226" y="97994"/>
                </a:cubicBezTo>
                <a:cubicBezTo>
                  <a:pt x="163341" y="99787"/>
                  <a:pt x="161959" y="101067"/>
                  <a:pt x="160079" y="101842"/>
                </a:cubicBezTo>
                <a:lnTo>
                  <a:pt x="156860" y="102998"/>
                </a:lnTo>
                <a:lnTo>
                  <a:pt x="157942" y="105814"/>
                </a:lnTo>
                <a:cubicBezTo>
                  <a:pt x="158645" y="107709"/>
                  <a:pt x="158615" y="109530"/>
                  <a:pt x="157840" y="111272"/>
                </a:cubicBezTo>
                <a:cubicBezTo>
                  <a:pt x="157050" y="112998"/>
                  <a:pt x="155653" y="114212"/>
                  <a:pt x="153641" y="114914"/>
                </a:cubicBezTo>
                <a:cubicBezTo>
                  <a:pt x="151849" y="115573"/>
                  <a:pt x="150086" y="115478"/>
                  <a:pt x="148360" y="114644"/>
                </a:cubicBezTo>
                <a:cubicBezTo>
                  <a:pt x="146619" y="113803"/>
                  <a:pt x="145382" y="112515"/>
                  <a:pt x="144665" y="110767"/>
                </a:cubicBezTo>
                <a:lnTo>
                  <a:pt x="143583" y="107804"/>
                </a:lnTo>
                <a:lnTo>
                  <a:pt x="140115" y="109055"/>
                </a:lnTo>
                <a:cubicBezTo>
                  <a:pt x="138169" y="109896"/>
                  <a:pt x="136311" y="109918"/>
                  <a:pt x="134534" y="109135"/>
                </a:cubicBezTo>
                <a:cubicBezTo>
                  <a:pt x="132756" y="108331"/>
                  <a:pt x="131491" y="106948"/>
                  <a:pt x="130737" y="104988"/>
                </a:cubicBezTo>
                <a:lnTo>
                  <a:pt x="126758" y="93949"/>
                </a:lnTo>
                <a:cubicBezTo>
                  <a:pt x="124446" y="96926"/>
                  <a:pt x="121630" y="99158"/>
                  <a:pt x="118309" y="100635"/>
                </a:cubicBezTo>
                <a:cubicBezTo>
                  <a:pt x="115010" y="102113"/>
                  <a:pt x="111396" y="102801"/>
                  <a:pt x="107475" y="102698"/>
                </a:cubicBezTo>
                <a:cubicBezTo>
                  <a:pt x="103100" y="102662"/>
                  <a:pt x="99084" y="101352"/>
                  <a:pt x="95427" y="98777"/>
                </a:cubicBezTo>
                <a:cubicBezTo>
                  <a:pt x="91776" y="96195"/>
                  <a:pt x="88982" y="92881"/>
                  <a:pt x="87058" y="88843"/>
                </a:cubicBezTo>
                <a:cubicBezTo>
                  <a:pt x="80665" y="91689"/>
                  <a:pt x="75581" y="96041"/>
                  <a:pt x="71791" y="101893"/>
                </a:cubicBezTo>
                <a:cubicBezTo>
                  <a:pt x="68002" y="107746"/>
                  <a:pt x="66107" y="114205"/>
                  <a:pt x="66107" y="121279"/>
                </a:cubicBezTo>
                <a:cubicBezTo>
                  <a:pt x="66107" y="131066"/>
                  <a:pt x="69502" y="139369"/>
                  <a:pt x="76290" y="146172"/>
                </a:cubicBezTo>
                <a:cubicBezTo>
                  <a:pt x="83101" y="152961"/>
                  <a:pt x="91396" y="156355"/>
                  <a:pt x="101191" y="156355"/>
                </a:cubicBezTo>
                <a:lnTo>
                  <a:pt x="178388" y="156355"/>
                </a:lnTo>
                <a:cubicBezTo>
                  <a:pt x="179998" y="156355"/>
                  <a:pt x="181351" y="156911"/>
                  <a:pt x="182456" y="158016"/>
                </a:cubicBezTo>
                <a:cubicBezTo>
                  <a:pt x="183546" y="159128"/>
                  <a:pt x="184094" y="160488"/>
                  <a:pt x="184094" y="162119"/>
                </a:cubicBezTo>
                <a:cubicBezTo>
                  <a:pt x="184094" y="163743"/>
                  <a:pt x="183546" y="165089"/>
                  <a:pt x="182456" y="166165"/>
                </a:cubicBezTo>
                <a:cubicBezTo>
                  <a:pt x="181373" y="167240"/>
                  <a:pt x="180012" y="167774"/>
                  <a:pt x="178388" y="167774"/>
                </a:cubicBezTo>
                <a:lnTo>
                  <a:pt x="124073" y="167774"/>
                </a:lnTo>
                <a:lnTo>
                  <a:pt x="124073" y="197320"/>
                </a:lnTo>
                <a:lnTo>
                  <a:pt x="180949" y="197320"/>
                </a:lnTo>
                <a:cubicBezTo>
                  <a:pt x="182580" y="197320"/>
                  <a:pt x="183933" y="197876"/>
                  <a:pt x="185023" y="198981"/>
                </a:cubicBezTo>
                <a:cubicBezTo>
                  <a:pt x="186113" y="200085"/>
                  <a:pt x="186662" y="201453"/>
                  <a:pt x="186662" y="203077"/>
                </a:cubicBezTo>
                <a:cubicBezTo>
                  <a:pt x="186662" y="204709"/>
                  <a:pt x="186113" y="206055"/>
                  <a:pt x="185023" y="207130"/>
                </a:cubicBezTo>
                <a:cubicBezTo>
                  <a:pt x="183933" y="208198"/>
                  <a:pt x="182580" y="208739"/>
                  <a:pt x="180949" y="208739"/>
                </a:cubicBezTo>
                <a:lnTo>
                  <a:pt x="60453" y="208739"/>
                </a:lnTo>
                <a:cubicBezTo>
                  <a:pt x="58822" y="208739"/>
                  <a:pt x="57468" y="208183"/>
                  <a:pt x="56378" y="207079"/>
                </a:cubicBezTo>
                <a:cubicBezTo>
                  <a:pt x="55288" y="205974"/>
                  <a:pt x="54740" y="204606"/>
                  <a:pt x="54740" y="202982"/>
                </a:cubicBezTo>
                <a:cubicBezTo>
                  <a:pt x="54740" y="201351"/>
                  <a:pt x="55288" y="200005"/>
                  <a:pt x="56378" y="198930"/>
                </a:cubicBezTo>
                <a:cubicBezTo>
                  <a:pt x="57468" y="197854"/>
                  <a:pt x="58822" y="197320"/>
                  <a:pt x="60453" y="197320"/>
                </a:cubicBezTo>
                <a:lnTo>
                  <a:pt x="106465" y="197320"/>
                </a:lnTo>
                <a:close/>
                <a:moveTo>
                  <a:pt x="139911" y="98726"/>
                </a:moveTo>
                <a:lnTo>
                  <a:pt x="154022" y="93466"/>
                </a:lnTo>
                <a:lnTo>
                  <a:pt x="134000" y="40790"/>
                </a:lnTo>
                <a:lnTo>
                  <a:pt x="119699" y="45764"/>
                </a:lnTo>
                <a:lnTo>
                  <a:pt x="139911" y="98726"/>
                </a:lnTo>
                <a:close/>
                <a:moveTo>
                  <a:pt x="117936" y="88865"/>
                </a:moveTo>
                <a:cubicBezTo>
                  <a:pt x="120467" y="86400"/>
                  <a:pt x="121732" y="83320"/>
                  <a:pt x="121732" y="79611"/>
                </a:cubicBezTo>
                <a:cubicBezTo>
                  <a:pt x="121732" y="75910"/>
                  <a:pt x="120481" y="72786"/>
                  <a:pt x="117987" y="70255"/>
                </a:cubicBezTo>
                <a:cubicBezTo>
                  <a:pt x="115485" y="67709"/>
                  <a:pt x="112391" y="66437"/>
                  <a:pt x="108704" y="66437"/>
                </a:cubicBezTo>
                <a:cubicBezTo>
                  <a:pt x="105017" y="66437"/>
                  <a:pt x="101915" y="67688"/>
                  <a:pt x="99399" y="70182"/>
                </a:cubicBezTo>
                <a:cubicBezTo>
                  <a:pt x="96868" y="72684"/>
                  <a:pt x="95602" y="75778"/>
                  <a:pt x="95602" y="79487"/>
                </a:cubicBezTo>
                <a:cubicBezTo>
                  <a:pt x="95602" y="83188"/>
                  <a:pt x="96853" y="86290"/>
                  <a:pt x="99355" y="88792"/>
                </a:cubicBezTo>
                <a:cubicBezTo>
                  <a:pt x="101850" y="91286"/>
                  <a:pt x="104944" y="92537"/>
                  <a:pt x="108631" y="92537"/>
                </a:cubicBezTo>
                <a:cubicBezTo>
                  <a:pt x="112318" y="92537"/>
                  <a:pt x="115419" y="91308"/>
                  <a:pt x="117936" y="88843"/>
                </a:cubicBezTo>
                <a:close/>
                <a:moveTo>
                  <a:pt x="139911" y="98726"/>
                </a:moveTo>
                <a:close/>
                <a:moveTo>
                  <a:pt x="108682" y="79187"/>
                </a:moveTo>
                <a:close/>
                <a:moveTo>
                  <a:pt x="108982" y="79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40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186" y="206201"/>
                </a:moveTo>
                <a:cubicBezTo>
                  <a:pt x="39853" y="206201"/>
                  <a:pt x="36079" y="203736"/>
                  <a:pt x="33847" y="198805"/>
                </a:cubicBezTo>
                <a:cubicBezTo>
                  <a:pt x="31602" y="193875"/>
                  <a:pt x="32326" y="189376"/>
                  <a:pt x="36035" y="185301"/>
                </a:cubicBezTo>
                <a:lnTo>
                  <a:pt x="97819" y="114212"/>
                </a:lnTo>
                <a:lnTo>
                  <a:pt x="97819" y="46620"/>
                </a:lnTo>
                <a:lnTo>
                  <a:pt x="83583" y="46620"/>
                </a:lnTo>
                <a:cubicBezTo>
                  <a:pt x="81960" y="46620"/>
                  <a:pt x="80599" y="46064"/>
                  <a:pt x="79509" y="44959"/>
                </a:cubicBezTo>
                <a:cubicBezTo>
                  <a:pt x="78419" y="43855"/>
                  <a:pt x="77878" y="42487"/>
                  <a:pt x="77878" y="40863"/>
                </a:cubicBezTo>
                <a:cubicBezTo>
                  <a:pt x="77878" y="39239"/>
                  <a:pt x="78419" y="37885"/>
                  <a:pt x="79509" y="36817"/>
                </a:cubicBezTo>
                <a:cubicBezTo>
                  <a:pt x="80599" y="35742"/>
                  <a:pt x="81960" y="35208"/>
                  <a:pt x="83583" y="35208"/>
                </a:cubicBezTo>
                <a:lnTo>
                  <a:pt x="157869" y="35208"/>
                </a:lnTo>
                <a:cubicBezTo>
                  <a:pt x="159493" y="35208"/>
                  <a:pt x="160854" y="35757"/>
                  <a:pt x="161944" y="36861"/>
                </a:cubicBezTo>
                <a:cubicBezTo>
                  <a:pt x="163027" y="37973"/>
                  <a:pt x="163575" y="39334"/>
                  <a:pt x="163575" y="40965"/>
                </a:cubicBezTo>
                <a:cubicBezTo>
                  <a:pt x="163575" y="42589"/>
                  <a:pt x="163027" y="43935"/>
                  <a:pt x="161944" y="45010"/>
                </a:cubicBezTo>
                <a:cubicBezTo>
                  <a:pt x="160854" y="46086"/>
                  <a:pt x="159493" y="46620"/>
                  <a:pt x="157869" y="46620"/>
                </a:cubicBezTo>
                <a:lnTo>
                  <a:pt x="143634" y="46620"/>
                </a:lnTo>
                <a:lnTo>
                  <a:pt x="143634" y="114212"/>
                </a:lnTo>
                <a:lnTo>
                  <a:pt x="205418" y="185301"/>
                </a:lnTo>
                <a:cubicBezTo>
                  <a:pt x="209120" y="189376"/>
                  <a:pt x="209851" y="193875"/>
                  <a:pt x="207605" y="198805"/>
                </a:cubicBezTo>
                <a:cubicBezTo>
                  <a:pt x="205345" y="203736"/>
                  <a:pt x="201548" y="206201"/>
                  <a:pt x="196216" y="206201"/>
                </a:cubicBezTo>
                <a:lnTo>
                  <a:pt x="45186" y="206201"/>
                </a:lnTo>
                <a:close/>
                <a:moveTo>
                  <a:pt x="42948" y="194782"/>
                </a:moveTo>
                <a:lnTo>
                  <a:pt x="198476" y="194782"/>
                </a:lnTo>
                <a:lnTo>
                  <a:pt x="132193" y="118411"/>
                </a:lnTo>
                <a:lnTo>
                  <a:pt x="132193" y="46620"/>
                </a:lnTo>
                <a:lnTo>
                  <a:pt x="109209" y="46620"/>
                </a:lnTo>
                <a:lnTo>
                  <a:pt x="109209" y="118411"/>
                </a:lnTo>
                <a:lnTo>
                  <a:pt x="42948" y="194782"/>
                </a:lnTo>
                <a:close/>
                <a:moveTo>
                  <a:pt x="120298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2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792" y="146523"/>
                </a:moveTo>
                <a:cubicBezTo>
                  <a:pt x="73086" y="146523"/>
                  <a:pt x="59736" y="141044"/>
                  <a:pt x="48756" y="130079"/>
                </a:cubicBezTo>
                <a:cubicBezTo>
                  <a:pt x="37776" y="119113"/>
                  <a:pt x="32289" y="105807"/>
                  <a:pt x="32289" y="90145"/>
                </a:cubicBezTo>
                <a:cubicBezTo>
                  <a:pt x="32289" y="87329"/>
                  <a:pt x="32487" y="84666"/>
                  <a:pt x="32889" y="82150"/>
                </a:cubicBezTo>
                <a:cubicBezTo>
                  <a:pt x="33291" y="79655"/>
                  <a:pt x="33972" y="77095"/>
                  <a:pt x="34930" y="74483"/>
                </a:cubicBezTo>
                <a:cubicBezTo>
                  <a:pt x="35362" y="73211"/>
                  <a:pt x="36035" y="72238"/>
                  <a:pt x="36942" y="71565"/>
                </a:cubicBezTo>
                <a:cubicBezTo>
                  <a:pt x="37842" y="70892"/>
                  <a:pt x="38836" y="70409"/>
                  <a:pt x="39904" y="70109"/>
                </a:cubicBezTo>
                <a:cubicBezTo>
                  <a:pt x="40980" y="69809"/>
                  <a:pt x="42084" y="69809"/>
                  <a:pt x="43226" y="70109"/>
                </a:cubicBezTo>
                <a:cubicBezTo>
                  <a:pt x="44367" y="70409"/>
                  <a:pt x="45405" y="71031"/>
                  <a:pt x="46342" y="71967"/>
                </a:cubicBezTo>
                <a:lnTo>
                  <a:pt x="74557" y="100006"/>
                </a:lnTo>
                <a:lnTo>
                  <a:pt x="99831" y="75866"/>
                </a:lnTo>
                <a:lnTo>
                  <a:pt x="70935" y="46876"/>
                </a:lnTo>
                <a:cubicBezTo>
                  <a:pt x="69963" y="45947"/>
                  <a:pt x="69333" y="44923"/>
                  <a:pt x="69048" y="43781"/>
                </a:cubicBezTo>
                <a:cubicBezTo>
                  <a:pt x="68763" y="42655"/>
                  <a:pt x="68778" y="41543"/>
                  <a:pt x="69077" y="40438"/>
                </a:cubicBezTo>
                <a:cubicBezTo>
                  <a:pt x="69377" y="39348"/>
                  <a:pt x="69882" y="38390"/>
                  <a:pt x="70584" y="37571"/>
                </a:cubicBezTo>
                <a:cubicBezTo>
                  <a:pt x="71287" y="36744"/>
                  <a:pt x="72245" y="36079"/>
                  <a:pt x="73452" y="35559"/>
                </a:cubicBezTo>
                <a:cubicBezTo>
                  <a:pt x="76049" y="34601"/>
                  <a:pt x="78565" y="33877"/>
                  <a:pt x="80994" y="33394"/>
                </a:cubicBezTo>
                <a:cubicBezTo>
                  <a:pt x="83423" y="32911"/>
                  <a:pt x="86019" y="32662"/>
                  <a:pt x="88763" y="32662"/>
                </a:cubicBezTo>
                <a:cubicBezTo>
                  <a:pt x="104761" y="32662"/>
                  <a:pt x="118345" y="38244"/>
                  <a:pt x="129530" y="49414"/>
                </a:cubicBezTo>
                <a:cubicBezTo>
                  <a:pt x="140744" y="60592"/>
                  <a:pt x="146348" y="74161"/>
                  <a:pt x="146348" y="90123"/>
                </a:cubicBezTo>
                <a:cubicBezTo>
                  <a:pt x="146348" y="94534"/>
                  <a:pt x="145880" y="98711"/>
                  <a:pt x="144943" y="102669"/>
                </a:cubicBezTo>
                <a:cubicBezTo>
                  <a:pt x="144000" y="106626"/>
                  <a:pt x="142734" y="110518"/>
                  <a:pt x="141147" y="114337"/>
                </a:cubicBezTo>
                <a:lnTo>
                  <a:pt x="199332" y="172478"/>
                </a:lnTo>
                <a:cubicBezTo>
                  <a:pt x="203275" y="176296"/>
                  <a:pt x="205213" y="180993"/>
                  <a:pt x="205169" y="186560"/>
                </a:cubicBezTo>
                <a:cubicBezTo>
                  <a:pt x="205118" y="192104"/>
                  <a:pt x="203041" y="196801"/>
                  <a:pt x="198930" y="200641"/>
                </a:cubicBezTo>
                <a:cubicBezTo>
                  <a:pt x="195111" y="204211"/>
                  <a:pt x="190546" y="205974"/>
                  <a:pt x="185250" y="205923"/>
                </a:cubicBezTo>
                <a:cubicBezTo>
                  <a:pt x="179969" y="205872"/>
                  <a:pt x="175404" y="203926"/>
                  <a:pt x="171549" y="200085"/>
                </a:cubicBezTo>
                <a:lnTo>
                  <a:pt x="113005" y="141322"/>
                </a:lnTo>
                <a:cubicBezTo>
                  <a:pt x="109070" y="142866"/>
                  <a:pt x="105119" y="144109"/>
                  <a:pt x="101162" y="145068"/>
                </a:cubicBezTo>
                <a:cubicBezTo>
                  <a:pt x="97204" y="146041"/>
                  <a:pt x="93071" y="146523"/>
                  <a:pt x="88763" y="146523"/>
                </a:cubicBezTo>
                <a:close/>
                <a:moveTo>
                  <a:pt x="88843" y="135112"/>
                </a:moveTo>
                <a:cubicBezTo>
                  <a:pt x="93130" y="135112"/>
                  <a:pt x="97599" y="134453"/>
                  <a:pt x="102245" y="133151"/>
                </a:cubicBezTo>
                <a:cubicBezTo>
                  <a:pt x="106890" y="131842"/>
                  <a:pt x="111030" y="129845"/>
                  <a:pt x="114666" y="127160"/>
                </a:cubicBezTo>
                <a:lnTo>
                  <a:pt x="179669" y="192163"/>
                </a:lnTo>
                <a:cubicBezTo>
                  <a:pt x="181263" y="193758"/>
                  <a:pt x="183216" y="194555"/>
                  <a:pt x="185528" y="194555"/>
                </a:cubicBezTo>
                <a:cubicBezTo>
                  <a:pt x="187840" y="194555"/>
                  <a:pt x="189764" y="193787"/>
                  <a:pt x="191285" y="192243"/>
                </a:cubicBezTo>
                <a:cubicBezTo>
                  <a:pt x="192880" y="190649"/>
                  <a:pt x="193677" y="188696"/>
                  <a:pt x="193677" y="186384"/>
                </a:cubicBezTo>
                <a:cubicBezTo>
                  <a:pt x="193677" y="184072"/>
                  <a:pt x="192880" y="182148"/>
                  <a:pt x="191285" y="180627"/>
                </a:cubicBezTo>
                <a:lnTo>
                  <a:pt x="126985" y="116378"/>
                </a:lnTo>
                <a:cubicBezTo>
                  <a:pt x="129603" y="112720"/>
                  <a:pt x="131579" y="108558"/>
                  <a:pt x="132924" y="103876"/>
                </a:cubicBezTo>
                <a:cubicBezTo>
                  <a:pt x="134263" y="99201"/>
                  <a:pt x="134936" y="94615"/>
                  <a:pt x="134936" y="90123"/>
                </a:cubicBezTo>
                <a:cubicBezTo>
                  <a:pt x="134936" y="77168"/>
                  <a:pt x="129896" y="65939"/>
                  <a:pt x="119823" y="56451"/>
                </a:cubicBezTo>
                <a:cubicBezTo>
                  <a:pt x="109743" y="46964"/>
                  <a:pt x="97760" y="42779"/>
                  <a:pt x="83861" y="43906"/>
                </a:cubicBezTo>
                <a:lnTo>
                  <a:pt x="110869" y="71213"/>
                </a:lnTo>
                <a:cubicBezTo>
                  <a:pt x="112310" y="72655"/>
                  <a:pt x="112991" y="74374"/>
                  <a:pt x="112903" y="76371"/>
                </a:cubicBezTo>
                <a:cubicBezTo>
                  <a:pt x="112822" y="78360"/>
                  <a:pt x="112062" y="80087"/>
                  <a:pt x="110620" y="81550"/>
                </a:cubicBezTo>
                <a:lnTo>
                  <a:pt x="79684" y="111045"/>
                </a:lnTo>
                <a:cubicBezTo>
                  <a:pt x="78192" y="112383"/>
                  <a:pt x="76458" y="113056"/>
                  <a:pt x="74483" y="113056"/>
                </a:cubicBezTo>
                <a:cubicBezTo>
                  <a:pt x="72501" y="113056"/>
                  <a:pt x="70848" y="112383"/>
                  <a:pt x="69502" y="111045"/>
                </a:cubicBezTo>
                <a:lnTo>
                  <a:pt x="43299" y="84995"/>
                </a:lnTo>
                <a:cubicBezTo>
                  <a:pt x="42582" y="100350"/>
                  <a:pt x="46978" y="112544"/>
                  <a:pt x="56503" y="121579"/>
                </a:cubicBezTo>
                <a:cubicBezTo>
                  <a:pt x="66027" y="130620"/>
                  <a:pt x="76795" y="135134"/>
                  <a:pt x="88814" y="135134"/>
                </a:cubicBezTo>
                <a:close/>
                <a:moveTo>
                  <a:pt x="118060" y="1185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4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16259"/>
                </a:moveTo>
                <a:cubicBezTo>
                  <a:pt x="45757" y="216259"/>
                  <a:pt x="42355" y="214825"/>
                  <a:pt x="39502" y="211958"/>
                </a:cubicBezTo>
                <a:cubicBezTo>
                  <a:pt x="36656" y="209090"/>
                  <a:pt x="35223" y="205689"/>
                  <a:pt x="35208" y="201746"/>
                </a:cubicBezTo>
                <a:lnTo>
                  <a:pt x="35208" y="83181"/>
                </a:lnTo>
                <a:cubicBezTo>
                  <a:pt x="32355" y="82311"/>
                  <a:pt x="29963" y="80599"/>
                  <a:pt x="28039" y="78053"/>
                </a:cubicBezTo>
                <a:cubicBezTo>
                  <a:pt x="26108" y="75507"/>
                  <a:pt x="25150" y="72574"/>
                  <a:pt x="25150" y="69253"/>
                </a:cubicBezTo>
                <a:lnTo>
                  <a:pt x="25150" y="39656"/>
                </a:lnTo>
                <a:cubicBezTo>
                  <a:pt x="25150" y="35698"/>
                  <a:pt x="26576" y="32297"/>
                  <a:pt x="29444" y="29444"/>
                </a:cubicBezTo>
                <a:cubicBezTo>
                  <a:pt x="32311" y="26598"/>
                  <a:pt x="35713" y="25164"/>
                  <a:pt x="39656" y="25150"/>
                </a:cubicBezTo>
                <a:lnTo>
                  <a:pt x="201746" y="25150"/>
                </a:lnTo>
                <a:cubicBezTo>
                  <a:pt x="205703" y="25150"/>
                  <a:pt x="209105" y="26576"/>
                  <a:pt x="211958" y="29444"/>
                </a:cubicBezTo>
                <a:cubicBezTo>
                  <a:pt x="214804" y="32311"/>
                  <a:pt x="216237" y="35713"/>
                  <a:pt x="216259" y="39656"/>
                </a:cubicBezTo>
                <a:lnTo>
                  <a:pt x="216259" y="69253"/>
                </a:lnTo>
                <a:cubicBezTo>
                  <a:pt x="216259" y="72574"/>
                  <a:pt x="215294" y="75507"/>
                  <a:pt x="213362" y="78053"/>
                </a:cubicBezTo>
                <a:cubicBezTo>
                  <a:pt x="211439" y="80599"/>
                  <a:pt x="209046" y="82311"/>
                  <a:pt x="206201" y="83181"/>
                </a:cubicBezTo>
                <a:lnTo>
                  <a:pt x="206201" y="201746"/>
                </a:lnTo>
                <a:cubicBezTo>
                  <a:pt x="206201" y="205703"/>
                  <a:pt x="204767" y="209105"/>
                  <a:pt x="201900" y="211958"/>
                </a:cubicBezTo>
                <a:cubicBezTo>
                  <a:pt x="199032" y="214804"/>
                  <a:pt x="195630" y="216237"/>
                  <a:pt x="191688" y="216259"/>
                </a:cubicBezTo>
                <a:lnTo>
                  <a:pt x="49714" y="216259"/>
                </a:lnTo>
                <a:close/>
                <a:moveTo>
                  <a:pt x="46620" y="83759"/>
                </a:moveTo>
                <a:lnTo>
                  <a:pt x="46620" y="201270"/>
                </a:lnTo>
                <a:cubicBezTo>
                  <a:pt x="46620" y="202309"/>
                  <a:pt x="46993" y="203165"/>
                  <a:pt x="47724" y="203831"/>
                </a:cubicBezTo>
                <a:cubicBezTo>
                  <a:pt x="48463" y="204504"/>
                  <a:pt x="49385" y="204840"/>
                  <a:pt x="50490" y="204840"/>
                </a:cubicBezTo>
                <a:lnTo>
                  <a:pt x="191688" y="204840"/>
                </a:lnTo>
                <a:cubicBezTo>
                  <a:pt x="192595" y="204840"/>
                  <a:pt x="193333" y="204548"/>
                  <a:pt x="193904" y="203962"/>
                </a:cubicBezTo>
                <a:cubicBezTo>
                  <a:pt x="194467" y="203370"/>
                  <a:pt x="194767" y="202638"/>
                  <a:pt x="194782" y="201746"/>
                </a:cubicBezTo>
                <a:lnTo>
                  <a:pt x="194782" y="83759"/>
                </a:lnTo>
                <a:lnTo>
                  <a:pt x="46620" y="83759"/>
                </a:lnTo>
                <a:close/>
                <a:moveTo>
                  <a:pt x="39656" y="72347"/>
                </a:moveTo>
                <a:lnTo>
                  <a:pt x="201746" y="72347"/>
                </a:lnTo>
                <a:cubicBezTo>
                  <a:pt x="202653" y="72347"/>
                  <a:pt x="203392" y="72055"/>
                  <a:pt x="203962" y="71462"/>
                </a:cubicBezTo>
                <a:cubicBezTo>
                  <a:pt x="204526" y="70877"/>
                  <a:pt x="204826" y="70138"/>
                  <a:pt x="204840" y="69253"/>
                </a:cubicBezTo>
                <a:lnTo>
                  <a:pt x="204840" y="39656"/>
                </a:lnTo>
                <a:cubicBezTo>
                  <a:pt x="204840" y="38749"/>
                  <a:pt x="204548" y="38010"/>
                  <a:pt x="203962" y="37439"/>
                </a:cubicBezTo>
                <a:cubicBezTo>
                  <a:pt x="203370" y="36876"/>
                  <a:pt x="202638" y="36576"/>
                  <a:pt x="201746" y="36561"/>
                </a:cubicBezTo>
                <a:lnTo>
                  <a:pt x="39656" y="36561"/>
                </a:lnTo>
                <a:cubicBezTo>
                  <a:pt x="38749" y="36561"/>
                  <a:pt x="38010" y="36854"/>
                  <a:pt x="37439" y="37439"/>
                </a:cubicBezTo>
                <a:cubicBezTo>
                  <a:pt x="36876" y="38032"/>
                  <a:pt x="36576" y="38763"/>
                  <a:pt x="36561" y="39656"/>
                </a:cubicBezTo>
                <a:lnTo>
                  <a:pt x="36561" y="69253"/>
                </a:lnTo>
                <a:cubicBezTo>
                  <a:pt x="36561" y="70160"/>
                  <a:pt x="36854" y="70892"/>
                  <a:pt x="37439" y="71462"/>
                </a:cubicBezTo>
                <a:cubicBezTo>
                  <a:pt x="38032" y="72033"/>
                  <a:pt x="38763" y="72325"/>
                  <a:pt x="39656" y="72347"/>
                </a:cubicBezTo>
                <a:close/>
                <a:moveTo>
                  <a:pt x="97870" y="131440"/>
                </a:moveTo>
                <a:lnTo>
                  <a:pt x="143612" y="131440"/>
                </a:lnTo>
                <a:cubicBezTo>
                  <a:pt x="145104" y="131440"/>
                  <a:pt x="146355" y="130898"/>
                  <a:pt x="147379" y="129830"/>
                </a:cubicBezTo>
                <a:cubicBezTo>
                  <a:pt x="148403" y="128755"/>
                  <a:pt x="148916" y="127475"/>
                  <a:pt x="148916" y="125982"/>
                </a:cubicBezTo>
                <a:cubicBezTo>
                  <a:pt x="148916" y="124490"/>
                  <a:pt x="148411" y="123232"/>
                  <a:pt x="147409" y="122208"/>
                </a:cubicBezTo>
                <a:cubicBezTo>
                  <a:pt x="146384" y="121206"/>
                  <a:pt x="145126" y="120701"/>
                  <a:pt x="143634" y="120701"/>
                </a:cubicBezTo>
                <a:lnTo>
                  <a:pt x="97790" y="120701"/>
                </a:lnTo>
                <a:cubicBezTo>
                  <a:pt x="96297" y="120701"/>
                  <a:pt x="95046" y="121220"/>
                  <a:pt x="94022" y="122259"/>
                </a:cubicBezTo>
                <a:cubicBezTo>
                  <a:pt x="92998" y="123298"/>
                  <a:pt x="92486" y="124571"/>
                  <a:pt x="92486" y="126085"/>
                </a:cubicBezTo>
                <a:cubicBezTo>
                  <a:pt x="92486" y="127592"/>
                  <a:pt x="93013" y="128865"/>
                  <a:pt x="94073" y="129903"/>
                </a:cubicBezTo>
                <a:cubicBezTo>
                  <a:pt x="95127" y="130942"/>
                  <a:pt x="96400" y="131461"/>
                  <a:pt x="97892" y="131461"/>
                </a:cubicBezTo>
                <a:close/>
                <a:moveTo>
                  <a:pt x="120701" y="14431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6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7724"/>
                </a:moveTo>
                <a:lnTo>
                  <a:pt x="38500" y="80672"/>
                </a:lnTo>
                <a:cubicBezTo>
                  <a:pt x="37915" y="80921"/>
                  <a:pt x="37439" y="81308"/>
                  <a:pt x="37088" y="81828"/>
                </a:cubicBezTo>
                <a:cubicBezTo>
                  <a:pt x="36737" y="82347"/>
                  <a:pt x="36561" y="82925"/>
                  <a:pt x="36561" y="83562"/>
                </a:cubicBezTo>
                <a:lnTo>
                  <a:pt x="36561" y="191688"/>
                </a:lnTo>
                <a:cubicBezTo>
                  <a:pt x="36561" y="192390"/>
                  <a:pt x="36898" y="193085"/>
                  <a:pt x="37571" y="193772"/>
                </a:cubicBezTo>
                <a:cubicBezTo>
                  <a:pt x="38237" y="194445"/>
                  <a:pt x="38931" y="194782"/>
                  <a:pt x="39656" y="194782"/>
                </a:cubicBezTo>
                <a:lnTo>
                  <a:pt x="69048" y="194782"/>
                </a:lnTo>
                <a:lnTo>
                  <a:pt x="69048" y="128821"/>
                </a:lnTo>
                <a:cubicBezTo>
                  <a:pt x="69048" y="124863"/>
                  <a:pt x="70475" y="121462"/>
                  <a:pt x="73328" y="118616"/>
                </a:cubicBezTo>
                <a:cubicBezTo>
                  <a:pt x="76195" y="115748"/>
                  <a:pt x="79597" y="114315"/>
                  <a:pt x="83532" y="114315"/>
                </a:cubicBezTo>
                <a:lnTo>
                  <a:pt x="157818" y="114315"/>
                </a:lnTo>
                <a:cubicBezTo>
                  <a:pt x="161776" y="114315"/>
                  <a:pt x="165177" y="115748"/>
                  <a:pt x="168023" y="118616"/>
                </a:cubicBezTo>
                <a:cubicBezTo>
                  <a:pt x="170876" y="121484"/>
                  <a:pt x="172302" y="124885"/>
                  <a:pt x="172302" y="128821"/>
                </a:cubicBezTo>
                <a:lnTo>
                  <a:pt x="172302" y="194782"/>
                </a:lnTo>
                <a:lnTo>
                  <a:pt x="201695" y="194782"/>
                </a:lnTo>
                <a:cubicBezTo>
                  <a:pt x="202397" y="194782"/>
                  <a:pt x="203099" y="194445"/>
                  <a:pt x="203787" y="193772"/>
                </a:cubicBezTo>
                <a:cubicBezTo>
                  <a:pt x="204453" y="193107"/>
                  <a:pt x="204789" y="192412"/>
                  <a:pt x="204789" y="191688"/>
                </a:cubicBezTo>
                <a:lnTo>
                  <a:pt x="204789" y="83562"/>
                </a:lnTo>
                <a:cubicBezTo>
                  <a:pt x="204789" y="82903"/>
                  <a:pt x="204613" y="82325"/>
                  <a:pt x="204262" y="81828"/>
                </a:cubicBezTo>
                <a:cubicBezTo>
                  <a:pt x="203911" y="81308"/>
                  <a:pt x="203443" y="80921"/>
                  <a:pt x="202850" y="80672"/>
                </a:cubicBezTo>
                <a:lnTo>
                  <a:pt x="120701" y="47724"/>
                </a:lnTo>
                <a:close/>
                <a:moveTo>
                  <a:pt x="25150" y="191688"/>
                </a:moveTo>
                <a:lnTo>
                  <a:pt x="25150" y="83708"/>
                </a:lnTo>
                <a:cubicBezTo>
                  <a:pt x="25150" y="80657"/>
                  <a:pt x="25991" y="77929"/>
                  <a:pt x="27688" y="75515"/>
                </a:cubicBezTo>
                <a:cubicBezTo>
                  <a:pt x="29378" y="73101"/>
                  <a:pt x="31587" y="71309"/>
                  <a:pt x="34301" y="70131"/>
                </a:cubicBezTo>
                <a:lnTo>
                  <a:pt x="115346" y="37768"/>
                </a:lnTo>
                <a:cubicBezTo>
                  <a:pt x="117124" y="37000"/>
                  <a:pt x="118901" y="36613"/>
                  <a:pt x="120679" y="36613"/>
                </a:cubicBezTo>
                <a:cubicBezTo>
                  <a:pt x="122449" y="36613"/>
                  <a:pt x="124227" y="37000"/>
                  <a:pt x="126004" y="37768"/>
                </a:cubicBezTo>
                <a:lnTo>
                  <a:pt x="207049" y="70131"/>
                </a:lnTo>
                <a:cubicBezTo>
                  <a:pt x="209749" y="71287"/>
                  <a:pt x="211958" y="73086"/>
                  <a:pt x="213662" y="75515"/>
                </a:cubicBezTo>
                <a:cubicBezTo>
                  <a:pt x="215374" y="77943"/>
                  <a:pt x="216237" y="80679"/>
                  <a:pt x="216259" y="83708"/>
                </a:cubicBezTo>
                <a:lnTo>
                  <a:pt x="216259" y="191688"/>
                </a:lnTo>
                <a:cubicBezTo>
                  <a:pt x="216259" y="195645"/>
                  <a:pt x="214825" y="199047"/>
                  <a:pt x="211958" y="201900"/>
                </a:cubicBezTo>
                <a:cubicBezTo>
                  <a:pt x="209090" y="204745"/>
                  <a:pt x="205689" y="206179"/>
                  <a:pt x="201746" y="206201"/>
                </a:cubicBezTo>
                <a:lnTo>
                  <a:pt x="160934" y="206201"/>
                </a:lnTo>
                <a:lnTo>
                  <a:pt x="160934" y="128821"/>
                </a:lnTo>
                <a:cubicBezTo>
                  <a:pt x="160934" y="127921"/>
                  <a:pt x="160642" y="127182"/>
                  <a:pt x="160057" y="126611"/>
                </a:cubicBezTo>
                <a:cubicBezTo>
                  <a:pt x="159464" y="126041"/>
                  <a:pt x="158733" y="125748"/>
                  <a:pt x="157840" y="125734"/>
                </a:cubicBezTo>
                <a:lnTo>
                  <a:pt x="83562" y="125734"/>
                </a:lnTo>
                <a:cubicBezTo>
                  <a:pt x="82654" y="125734"/>
                  <a:pt x="81916" y="126026"/>
                  <a:pt x="81345" y="126611"/>
                </a:cubicBezTo>
                <a:cubicBezTo>
                  <a:pt x="80774" y="127197"/>
                  <a:pt x="80482" y="127936"/>
                  <a:pt x="80467" y="128821"/>
                </a:cubicBezTo>
                <a:lnTo>
                  <a:pt x="80467" y="206201"/>
                </a:lnTo>
                <a:lnTo>
                  <a:pt x="39656" y="206201"/>
                </a:lnTo>
                <a:cubicBezTo>
                  <a:pt x="35698" y="206201"/>
                  <a:pt x="32297" y="204767"/>
                  <a:pt x="29444" y="201900"/>
                </a:cubicBezTo>
                <a:cubicBezTo>
                  <a:pt x="26598" y="199032"/>
                  <a:pt x="25164" y="195630"/>
                  <a:pt x="25150" y="191688"/>
                </a:cubicBezTo>
                <a:close/>
                <a:moveTo>
                  <a:pt x="95178" y="206201"/>
                </a:moveTo>
                <a:lnTo>
                  <a:pt x="95178" y="192068"/>
                </a:lnTo>
                <a:lnTo>
                  <a:pt x="109311" y="192068"/>
                </a:lnTo>
                <a:lnTo>
                  <a:pt x="109311" y="206201"/>
                </a:lnTo>
                <a:lnTo>
                  <a:pt x="95178" y="206201"/>
                </a:lnTo>
                <a:close/>
                <a:moveTo>
                  <a:pt x="113664" y="176026"/>
                </a:moveTo>
                <a:lnTo>
                  <a:pt x="113664" y="161893"/>
                </a:lnTo>
                <a:lnTo>
                  <a:pt x="127789" y="161893"/>
                </a:lnTo>
                <a:lnTo>
                  <a:pt x="127789" y="176026"/>
                </a:lnTo>
                <a:lnTo>
                  <a:pt x="113664" y="176026"/>
                </a:lnTo>
                <a:close/>
                <a:moveTo>
                  <a:pt x="132142" y="206201"/>
                </a:moveTo>
                <a:lnTo>
                  <a:pt x="132142" y="192068"/>
                </a:lnTo>
                <a:lnTo>
                  <a:pt x="146275" y="192068"/>
                </a:lnTo>
                <a:lnTo>
                  <a:pt x="146275" y="206201"/>
                </a:lnTo>
                <a:lnTo>
                  <a:pt x="132142" y="2062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8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159" y="188418"/>
                </a:moveTo>
                <a:cubicBezTo>
                  <a:pt x="30731" y="182990"/>
                  <a:pt x="28010" y="176391"/>
                  <a:pt x="28010" y="168630"/>
                </a:cubicBezTo>
                <a:lnTo>
                  <a:pt x="20797" y="168630"/>
                </a:lnTo>
                <a:cubicBezTo>
                  <a:pt x="18734" y="168630"/>
                  <a:pt x="17008" y="167935"/>
                  <a:pt x="15618" y="166545"/>
                </a:cubicBezTo>
                <a:cubicBezTo>
                  <a:pt x="14221" y="165148"/>
                  <a:pt x="13526" y="163422"/>
                  <a:pt x="13526" y="161359"/>
                </a:cubicBezTo>
                <a:lnTo>
                  <a:pt x="13526" y="59743"/>
                </a:lnTo>
                <a:cubicBezTo>
                  <a:pt x="13526" y="55793"/>
                  <a:pt x="14952" y="52384"/>
                  <a:pt x="17805" y="49539"/>
                </a:cubicBezTo>
                <a:cubicBezTo>
                  <a:pt x="20673" y="46686"/>
                  <a:pt x="24082" y="45266"/>
                  <a:pt x="28039" y="45266"/>
                </a:cubicBezTo>
                <a:lnTo>
                  <a:pt x="153992" y="45266"/>
                </a:lnTo>
                <a:cubicBezTo>
                  <a:pt x="157935" y="45266"/>
                  <a:pt x="161337" y="46693"/>
                  <a:pt x="164204" y="49560"/>
                </a:cubicBezTo>
                <a:cubicBezTo>
                  <a:pt x="167072" y="52428"/>
                  <a:pt x="168506" y="55830"/>
                  <a:pt x="168506" y="59772"/>
                </a:cubicBezTo>
                <a:lnTo>
                  <a:pt x="168506" y="84842"/>
                </a:lnTo>
                <a:lnTo>
                  <a:pt x="185148" y="84842"/>
                </a:lnTo>
                <a:cubicBezTo>
                  <a:pt x="187496" y="84842"/>
                  <a:pt x="189676" y="85354"/>
                  <a:pt x="191688" y="86378"/>
                </a:cubicBezTo>
                <a:cubicBezTo>
                  <a:pt x="193714" y="87402"/>
                  <a:pt x="195396" y="88836"/>
                  <a:pt x="196720" y="90679"/>
                </a:cubicBezTo>
                <a:lnTo>
                  <a:pt x="226442" y="130284"/>
                </a:lnTo>
                <a:cubicBezTo>
                  <a:pt x="226874" y="130884"/>
                  <a:pt x="227217" y="131557"/>
                  <a:pt x="227473" y="132295"/>
                </a:cubicBezTo>
                <a:cubicBezTo>
                  <a:pt x="227722" y="133012"/>
                  <a:pt x="227847" y="133795"/>
                  <a:pt x="227847" y="134629"/>
                </a:cubicBezTo>
                <a:lnTo>
                  <a:pt x="227847" y="161410"/>
                </a:lnTo>
                <a:cubicBezTo>
                  <a:pt x="227847" y="163473"/>
                  <a:pt x="227152" y="165199"/>
                  <a:pt x="225762" y="166589"/>
                </a:cubicBezTo>
                <a:cubicBezTo>
                  <a:pt x="224372" y="167986"/>
                  <a:pt x="222645" y="168681"/>
                  <a:pt x="220583" y="168681"/>
                </a:cubicBezTo>
                <a:lnTo>
                  <a:pt x="211329" y="168681"/>
                </a:lnTo>
                <a:cubicBezTo>
                  <a:pt x="211329" y="176428"/>
                  <a:pt x="208615" y="183012"/>
                  <a:pt x="203180" y="188447"/>
                </a:cubicBezTo>
                <a:cubicBezTo>
                  <a:pt x="197752" y="193889"/>
                  <a:pt x="191153" y="196618"/>
                  <a:pt x="183392" y="196618"/>
                </a:cubicBezTo>
                <a:cubicBezTo>
                  <a:pt x="175682" y="196618"/>
                  <a:pt x="169113" y="193904"/>
                  <a:pt x="163700" y="188469"/>
                </a:cubicBezTo>
                <a:cubicBezTo>
                  <a:pt x="158272" y="183041"/>
                  <a:pt x="155550" y="176443"/>
                  <a:pt x="155550" y="168681"/>
                </a:cubicBezTo>
                <a:lnTo>
                  <a:pt x="83759" y="168681"/>
                </a:lnTo>
                <a:cubicBezTo>
                  <a:pt x="83759" y="176443"/>
                  <a:pt x="81038" y="183041"/>
                  <a:pt x="75588" y="188469"/>
                </a:cubicBezTo>
                <a:cubicBezTo>
                  <a:pt x="70138" y="193904"/>
                  <a:pt x="63562" y="196618"/>
                  <a:pt x="55852" y="196618"/>
                </a:cubicBezTo>
                <a:cubicBezTo>
                  <a:pt x="48141" y="196618"/>
                  <a:pt x="41572" y="193904"/>
                  <a:pt x="36159" y="188469"/>
                </a:cubicBezTo>
                <a:close/>
                <a:moveTo>
                  <a:pt x="67571" y="180349"/>
                </a:moveTo>
                <a:cubicBezTo>
                  <a:pt x="70767" y="177145"/>
                  <a:pt x="72369" y="173253"/>
                  <a:pt x="72369" y="168681"/>
                </a:cubicBezTo>
                <a:cubicBezTo>
                  <a:pt x="72369" y="164102"/>
                  <a:pt x="70767" y="160210"/>
                  <a:pt x="67571" y="157013"/>
                </a:cubicBezTo>
                <a:cubicBezTo>
                  <a:pt x="64366" y="153809"/>
                  <a:pt x="60475" y="152207"/>
                  <a:pt x="55903" y="152207"/>
                </a:cubicBezTo>
                <a:cubicBezTo>
                  <a:pt x="51323" y="152207"/>
                  <a:pt x="47432" y="153809"/>
                  <a:pt x="44235" y="157013"/>
                </a:cubicBezTo>
                <a:cubicBezTo>
                  <a:pt x="41031" y="160210"/>
                  <a:pt x="39429" y="164102"/>
                  <a:pt x="39429" y="168681"/>
                </a:cubicBezTo>
                <a:cubicBezTo>
                  <a:pt x="39429" y="173253"/>
                  <a:pt x="41031" y="177145"/>
                  <a:pt x="44235" y="180349"/>
                </a:cubicBezTo>
                <a:cubicBezTo>
                  <a:pt x="47432" y="183546"/>
                  <a:pt x="51323" y="185148"/>
                  <a:pt x="55903" y="185148"/>
                </a:cubicBezTo>
                <a:cubicBezTo>
                  <a:pt x="60475" y="185148"/>
                  <a:pt x="64366" y="183546"/>
                  <a:pt x="67571" y="180349"/>
                </a:cubicBezTo>
                <a:close/>
                <a:moveTo>
                  <a:pt x="24945" y="157211"/>
                </a:moveTo>
                <a:lnTo>
                  <a:pt x="30380" y="157211"/>
                </a:lnTo>
                <a:cubicBezTo>
                  <a:pt x="32523" y="152434"/>
                  <a:pt x="35874" y="148477"/>
                  <a:pt x="40438" y="145346"/>
                </a:cubicBezTo>
                <a:cubicBezTo>
                  <a:pt x="44996" y="142207"/>
                  <a:pt x="50080" y="140642"/>
                  <a:pt x="55698" y="140642"/>
                </a:cubicBezTo>
                <a:cubicBezTo>
                  <a:pt x="61177" y="140642"/>
                  <a:pt x="66261" y="142215"/>
                  <a:pt x="70935" y="145368"/>
                </a:cubicBezTo>
                <a:cubicBezTo>
                  <a:pt x="75595" y="148521"/>
                  <a:pt x="78997" y="152471"/>
                  <a:pt x="81148" y="157211"/>
                </a:cubicBezTo>
                <a:lnTo>
                  <a:pt x="157116" y="157211"/>
                </a:lnTo>
                <a:lnTo>
                  <a:pt x="157116" y="59772"/>
                </a:lnTo>
                <a:cubicBezTo>
                  <a:pt x="157116" y="58865"/>
                  <a:pt x="156809" y="58127"/>
                  <a:pt x="156209" y="57556"/>
                </a:cubicBezTo>
                <a:cubicBezTo>
                  <a:pt x="155587" y="56971"/>
                  <a:pt x="154855" y="56678"/>
                  <a:pt x="154022" y="56678"/>
                </a:cubicBezTo>
                <a:lnTo>
                  <a:pt x="28039" y="56678"/>
                </a:lnTo>
                <a:cubicBezTo>
                  <a:pt x="27264" y="56678"/>
                  <a:pt x="26554" y="57000"/>
                  <a:pt x="25903" y="57636"/>
                </a:cubicBezTo>
                <a:cubicBezTo>
                  <a:pt x="25245" y="58288"/>
                  <a:pt x="24923" y="59004"/>
                  <a:pt x="24923" y="59772"/>
                </a:cubicBezTo>
                <a:lnTo>
                  <a:pt x="24923" y="157211"/>
                </a:lnTo>
                <a:close/>
                <a:moveTo>
                  <a:pt x="195133" y="180349"/>
                </a:moveTo>
                <a:cubicBezTo>
                  <a:pt x="198337" y="177145"/>
                  <a:pt x="199939" y="173253"/>
                  <a:pt x="199939" y="168681"/>
                </a:cubicBezTo>
                <a:cubicBezTo>
                  <a:pt x="199939" y="164102"/>
                  <a:pt x="198337" y="160210"/>
                  <a:pt x="195133" y="157013"/>
                </a:cubicBezTo>
                <a:cubicBezTo>
                  <a:pt x="191929" y="153809"/>
                  <a:pt x="188045" y="152207"/>
                  <a:pt x="183465" y="152207"/>
                </a:cubicBezTo>
                <a:cubicBezTo>
                  <a:pt x="178886" y="152207"/>
                  <a:pt x="175002" y="153809"/>
                  <a:pt x="171797" y="157013"/>
                </a:cubicBezTo>
                <a:cubicBezTo>
                  <a:pt x="168593" y="160210"/>
                  <a:pt x="166991" y="164102"/>
                  <a:pt x="166991" y="168681"/>
                </a:cubicBezTo>
                <a:cubicBezTo>
                  <a:pt x="166991" y="173253"/>
                  <a:pt x="168593" y="177145"/>
                  <a:pt x="171797" y="180349"/>
                </a:cubicBezTo>
                <a:cubicBezTo>
                  <a:pt x="175002" y="183546"/>
                  <a:pt x="178886" y="185148"/>
                  <a:pt x="183465" y="185148"/>
                </a:cubicBezTo>
                <a:cubicBezTo>
                  <a:pt x="188045" y="185148"/>
                  <a:pt x="191929" y="183546"/>
                  <a:pt x="195133" y="180349"/>
                </a:cubicBezTo>
                <a:close/>
                <a:moveTo>
                  <a:pt x="168506" y="135990"/>
                </a:moveTo>
                <a:lnTo>
                  <a:pt x="216530" y="135990"/>
                </a:lnTo>
                <a:lnTo>
                  <a:pt x="187467" y="97519"/>
                </a:lnTo>
                <a:cubicBezTo>
                  <a:pt x="187211" y="97131"/>
                  <a:pt x="186859" y="96831"/>
                  <a:pt x="186406" y="96612"/>
                </a:cubicBezTo>
                <a:cubicBezTo>
                  <a:pt x="185952" y="96378"/>
                  <a:pt x="185470" y="96261"/>
                  <a:pt x="184950" y="96261"/>
                </a:cubicBezTo>
                <a:lnTo>
                  <a:pt x="168506" y="96261"/>
                </a:lnTo>
                <a:lnTo>
                  <a:pt x="168506" y="135990"/>
                </a:lnTo>
                <a:close/>
                <a:moveTo>
                  <a:pt x="91104" y="10686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50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02199"/>
                </a:moveTo>
                <a:lnTo>
                  <a:pt x="114995" y="123919"/>
                </a:lnTo>
                <a:lnTo>
                  <a:pt x="46620" y="84388"/>
                </a:lnTo>
                <a:lnTo>
                  <a:pt x="46620" y="160934"/>
                </a:lnTo>
                <a:cubicBezTo>
                  <a:pt x="46620" y="161454"/>
                  <a:pt x="46744" y="161944"/>
                  <a:pt x="47000" y="162390"/>
                </a:cubicBezTo>
                <a:cubicBezTo>
                  <a:pt x="47249" y="162844"/>
                  <a:pt x="47637" y="163231"/>
                  <a:pt x="48156" y="163553"/>
                </a:cubicBezTo>
                <a:lnTo>
                  <a:pt x="114995" y="202199"/>
                </a:lnTo>
                <a:close/>
                <a:moveTo>
                  <a:pt x="126407" y="202199"/>
                </a:moveTo>
                <a:lnTo>
                  <a:pt x="193246" y="163553"/>
                </a:lnTo>
                <a:cubicBezTo>
                  <a:pt x="193765" y="163231"/>
                  <a:pt x="194153" y="162844"/>
                  <a:pt x="194401" y="162390"/>
                </a:cubicBezTo>
                <a:cubicBezTo>
                  <a:pt x="194657" y="161944"/>
                  <a:pt x="194782" y="161454"/>
                  <a:pt x="194782" y="160934"/>
                </a:cubicBezTo>
                <a:lnTo>
                  <a:pt x="194782" y="84242"/>
                </a:lnTo>
                <a:lnTo>
                  <a:pt x="126407" y="123919"/>
                </a:lnTo>
                <a:lnTo>
                  <a:pt x="126407" y="202199"/>
                </a:lnTo>
                <a:close/>
                <a:moveTo>
                  <a:pt x="113459" y="214423"/>
                </a:moveTo>
                <a:lnTo>
                  <a:pt x="42472" y="173429"/>
                </a:lnTo>
                <a:cubicBezTo>
                  <a:pt x="40190" y="172156"/>
                  <a:pt x="38412" y="170378"/>
                  <a:pt x="37139" y="168103"/>
                </a:cubicBezTo>
                <a:cubicBezTo>
                  <a:pt x="35866" y="165821"/>
                  <a:pt x="35230" y="163400"/>
                  <a:pt x="35230" y="160832"/>
                </a:cubicBezTo>
                <a:lnTo>
                  <a:pt x="35230" y="80570"/>
                </a:lnTo>
                <a:cubicBezTo>
                  <a:pt x="35230" y="78017"/>
                  <a:pt x="35866" y="75595"/>
                  <a:pt x="37139" y="73298"/>
                </a:cubicBezTo>
                <a:cubicBezTo>
                  <a:pt x="38412" y="71023"/>
                  <a:pt x="40190" y="69246"/>
                  <a:pt x="42472" y="67973"/>
                </a:cubicBezTo>
                <a:lnTo>
                  <a:pt x="113459" y="26978"/>
                </a:lnTo>
                <a:cubicBezTo>
                  <a:pt x="115741" y="25706"/>
                  <a:pt x="118162" y="25069"/>
                  <a:pt x="120723" y="25069"/>
                </a:cubicBezTo>
                <a:cubicBezTo>
                  <a:pt x="123276" y="25069"/>
                  <a:pt x="125697" y="25706"/>
                  <a:pt x="127994" y="26978"/>
                </a:cubicBezTo>
                <a:lnTo>
                  <a:pt x="198981" y="67973"/>
                </a:lnTo>
                <a:cubicBezTo>
                  <a:pt x="201263" y="69246"/>
                  <a:pt x="203041" y="71023"/>
                  <a:pt x="204314" y="73298"/>
                </a:cubicBezTo>
                <a:cubicBezTo>
                  <a:pt x="205586" y="75581"/>
                  <a:pt x="206223" y="78002"/>
                  <a:pt x="206223" y="80570"/>
                </a:cubicBezTo>
                <a:lnTo>
                  <a:pt x="206223" y="160832"/>
                </a:lnTo>
                <a:cubicBezTo>
                  <a:pt x="206223" y="163385"/>
                  <a:pt x="205586" y="165806"/>
                  <a:pt x="204314" y="168103"/>
                </a:cubicBezTo>
                <a:cubicBezTo>
                  <a:pt x="203041" y="170378"/>
                  <a:pt x="201263" y="172156"/>
                  <a:pt x="198981" y="173429"/>
                </a:cubicBezTo>
                <a:lnTo>
                  <a:pt x="127994" y="214423"/>
                </a:lnTo>
                <a:cubicBezTo>
                  <a:pt x="125712" y="215696"/>
                  <a:pt x="123290" y="216332"/>
                  <a:pt x="120723" y="216332"/>
                </a:cubicBezTo>
                <a:cubicBezTo>
                  <a:pt x="118177" y="216332"/>
                  <a:pt x="115756" y="215696"/>
                  <a:pt x="113459" y="214423"/>
                </a:cubicBezTo>
                <a:close/>
                <a:moveTo>
                  <a:pt x="160203" y="91206"/>
                </a:moveTo>
                <a:lnTo>
                  <a:pt x="188169" y="75010"/>
                </a:lnTo>
                <a:lnTo>
                  <a:pt x="122237" y="36861"/>
                </a:lnTo>
                <a:cubicBezTo>
                  <a:pt x="121718" y="36613"/>
                  <a:pt x="121198" y="36488"/>
                  <a:pt x="120679" y="36488"/>
                </a:cubicBezTo>
                <a:cubicBezTo>
                  <a:pt x="120159" y="36488"/>
                  <a:pt x="119633" y="36613"/>
                  <a:pt x="119113" y="36861"/>
                </a:cubicBezTo>
                <a:lnTo>
                  <a:pt x="92888" y="51974"/>
                </a:lnTo>
                <a:lnTo>
                  <a:pt x="160152" y="91177"/>
                </a:lnTo>
                <a:close/>
                <a:moveTo>
                  <a:pt x="120701" y="114285"/>
                </a:moveTo>
                <a:lnTo>
                  <a:pt x="148886" y="97790"/>
                </a:lnTo>
                <a:lnTo>
                  <a:pt x="81272" y="58763"/>
                </a:lnTo>
                <a:lnTo>
                  <a:pt x="53086" y="75010"/>
                </a:lnTo>
                <a:lnTo>
                  <a:pt x="120701" y="11428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2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6201"/>
                </a:moveTo>
                <a:cubicBezTo>
                  <a:pt x="96290" y="206201"/>
                  <a:pt x="75939" y="202755"/>
                  <a:pt x="59648" y="195864"/>
                </a:cubicBezTo>
                <a:cubicBezTo>
                  <a:pt x="43350" y="188974"/>
                  <a:pt x="35208" y="180356"/>
                  <a:pt x="35208" y="170013"/>
                </a:cubicBezTo>
                <a:lnTo>
                  <a:pt x="35208" y="70409"/>
                </a:lnTo>
                <a:cubicBezTo>
                  <a:pt x="35208" y="60702"/>
                  <a:pt x="43547" y="52406"/>
                  <a:pt x="60226" y="45515"/>
                </a:cubicBezTo>
                <a:cubicBezTo>
                  <a:pt x="76919" y="38639"/>
                  <a:pt x="97080" y="35208"/>
                  <a:pt x="120701" y="35208"/>
                </a:cubicBezTo>
                <a:cubicBezTo>
                  <a:pt x="144322" y="35208"/>
                  <a:pt x="164482" y="38639"/>
                  <a:pt x="181176" y="45515"/>
                </a:cubicBezTo>
                <a:cubicBezTo>
                  <a:pt x="197854" y="52406"/>
                  <a:pt x="206201" y="60702"/>
                  <a:pt x="206201" y="70409"/>
                </a:cubicBezTo>
                <a:lnTo>
                  <a:pt x="206201" y="170013"/>
                </a:lnTo>
                <a:cubicBezTo>
                  <a:pt x="206201" y="180342"/>
                  <a:pt x="198052" y="188944"/>
                  <a:pt x="181753" y="195835"/>
                </a:cubicBezTo>
                <a:cubicBezTo>
                  <a:pt x="165463" y="202741"/>
                  <a:pt x="145112" y="206201"/>
                  <a:pt x="120701" y="206201"/>
                </a:cubicBezTo>
                <a:close/>
                <a:moveTo>
                  <a:pt x="120701" y="88412"/>
                </a:moveTo>
                <a:cubicBezTo>
                  <a:pt x="134987" y="88412"/>
                  <a:pt x="149603" y="86283"/>
                  <a:pt x="164555" y="82025"/>
                </a:cubicBezTo>
                <a:cubicBezTo>
                  <a:pt x="179508" y="77768"/>
                  <a:pt x="189061" y="72976"/>
                  <a:pt x="193224" y="67644"/>
                </a:cubicBezTo>
                <a:cubicBezTo>
                  <a:pt x="188944" y="62347"/>
                  <a:pt x="179376" y="57512"/>
                  <a:pt x="164504" y="53130"/>
                </a:cubicBezTo>
                <a:cubicBezTo>
                  <a:pt x="149618" y="48778"/>
                  <a:pt x="135017" y="46598"/>
                  <a:pt x="120701" y="46598"/>
                </a:cubicBezTo>
                <a:cubicBezTo>
                  <a:pt x="106151" y="46598"/>
                  <a:pt x="91440" y="48690"/>
                  <a:pt x="76568" y="52882"/>
                </a:cubicBezTo>
                <a:cubicBezTo>
                  <a:pt x="61718" y="57073"/>
                  <a:pt x="52135" y="61857"/>
                  <a:pt x="47827" y="67241"/>
                </a:cubicBezTo>
                <a:cubicBezTo>
                  <a:pt x="52070" y="72903"/>
                  <a:pt x="61514" y="77856"/>
                  <a:pt x="76166" y="82077"/>
                </a:cubicBezTo>
                <a:cubicBezTo>
                  <a:pt x="90818" y="86283"/>
                  <a:pt x="105653" y="88390"/>
                  <a:pt x="120679" y="88390"/>
                </a:cubicBezTo>
                <a:close/>
                <a:moveTo>
                  <a:pt x="120547" y="141549"/>
                </a:moveTo>
                <a:cubicBezTo>
                  <a:pt x="127526" y="141549"/>
                  <a:pt x="134497" y="141169"/>
                  <a:pt x="141469" y="140415"/>
                </a:cubicBezTo>
                <a:cubicBezTo>
                  <a:pt x="148447" y="139662"/>
                  <a:pt x="155112" y="138543"/>
                  <a:pt x="161461" y="137072"/>
                </a:cubicBezTo>
                <a:cubicBezTo>
                  <a:pt x="167818" y="135595"/>
                  <a:pt x="173853" y="133788"/>
                  <a:pt x="179566" y="131637"/>
                </a:cubicBezTo>
                <a:cubicBezTo>
                  <a:pt x="185265" y="129494"/>
                  <a:pt x="190342" y="127116"/>
                  <a:pt x="194782" y="124497"/>
                </a:cubicBezTo>
                <a:lnTo>
                  <a:pt x="194782" y="82325"/>
                </a:lnTo>
                <a:cubicBezTo>
                  <a:pt x="190173" y="85010"/>
                  <a:pt x="185031" y="87424"/>
                  <a:pt x="179369" y="89567"/>
                </a:cubicBezTo>
                <a:cubicBezTo>
                  <a:pt x="173685" y="91718"/>
                  <a:pt x="167620" y="93525"/>
                  <a:pt x="161183" y="95003"/>
                </a:cubicBezTo>
                <a:cubicBezTo>
                  <a:pt x="154746" y="96480"/>
                  <a:pt x="148111" y="97614"/>
                  <a:pt x="141271" y="98419"/>
                </a:cubicBezTo>
                <a:cubicBezTo>
                  <a:pt x="134431" y="99223"/>
                  <a:pt x="127526" y="99626"/>
                  <a:pt x="120547" y="99626"/>
                </a:cubicBezTo>
                <a:cubicBezTo>
                  <a:pt x="113444" y="99626"/>
                  <a:pt x="106385" y="99209"/>
                  <a:pt x="99377" y="98375"/>
                </a:cubicBezTo>
                <a:cubicBezTo>
                  <a:pt x="92369" y="97534"/>
                  <a:pt x="85690" y="96378"/>
                  <a:pt x="79333" y="94900"/>
                </a:cubicBezTo>
                <a:cubicBezTo>
                  <a:pt x="72984" y="93422"/>
                  <a:pt x="67022" y="91630"/>
                  <a:pt x="61455" y="89523"/>
                </a:cubicBezTo>
                <a:cubicBezTo>
                  <a:pt x="55910" y="87409"/>
                  <a:pt x="50965" y="85010"/>
                  <a:pt x="46620" y="82325"/>
                </a:cubicBezTo>
                <a:lnTo>
                  <a:pt x="46620" y="124497"/>
                </a:lnTo>
                <a:cubicBezTo>
                  <a:pt x="50899" y="127116"/>
                  <a:pt x="55800" y="129479"/>
                  <a:pt x="61331" y="131586"/>
                </a:cubicBezTo>
                <a:cubicBezTo>
                  <a:pt x="66861" y="133700"/>
                  <a:pt x="72816" y="135514"/>
                  <a:pt x="79187" y="137021"/>
                </a:cubicBezTo>
                <a:cubicBezTo>
                  <a:pt x="85537" y="138528"/>
                  <a:pt x="92201" y="139662"/>
                  <a:pt x="99179" y="140415"/>
                </a:cubicBezTo>
                <a:cubicBezTo>
                  <a:pt x="106151" y="141169"/>
                  <a:pt x="113276" y="141549"/>
                  <a:pt x="120547" y="141549"/>
                </a:cubicBezTo>
                <a:close/>
                <a:moveTo>
                  <a:pt x="120701" y="194782"/>
                </a:moveTo>
                <a:cubicBezTo>
                  <a:pt x="129135" y="194782"/>
                  <a:pt x="137496" y="194153"/>
                  <a:pt x="145799" y="192895"/>
                </a:cubicBezTo>
                <a:cubicBezTo>
                  <a:pt x="154095" y="191636"/>
                  <a:pt x="161622" y="189925"/>
                  <a:pt x="168381" y="187767"/>
                </a:cubicBezTo>
                <a:cubicBezTo>
                  <a:pt x="175148" y="185616"/>
                  <a:pt x="180890" y="183143"/>
                  <a:pt x="185601" y="180349"/>
                </a:cubicBezTo>
                <a:cubicBezTo>
                  <a:pt x="190327" y="177562"/>
                  <a:pt x="193392" y="174628"/>
                  <a:pt x="194782" y="171549"/>
                </a:cubicBezTo>
                <a:lnTo>
                  <a:pt x="194782" y="136041"/>
                </a:lnTo>
                <a:cubicBezTo>
                  <a:pt x="190342" y="138725"/>
                  <a:pt x="185265" y="141096"/>
                  <a:pt x="179566" y="143158"/>
                </a:cubicBezTo>
                <a:cubicBezTo>
                  <a:pt x="173868" y="145221"/>
                  <a:pt x="167833" y="146984"/>
                  <a:pt x="161461" y="148462"/>
                </a:cubicBezTo>
                <a:cubicBezTo>
                  <a:pt x="155112" y="149940"/>
                  <a:pt x="148469" y="151052"/>
                  <a:pt x="141549" y="151805"/>
                </a:cubicBezTo>
                <a:cubicBezTo>
                  <a:pt x="134622" y="152558"/>
                  <a:pt x="127621" y="152939"/>
                  <a:pt x="120547" y="152939"/>
                </a:cubicBezTo>
                <a:cubicBezTo>
                  <a:pt x="113276" y="152939"/>
                  <a:pt x="106151" y="152558"/>
                  <a:pt x="99172" y="151805"/>
                </a:cubicBezTo>
                <a:cubicBezTo>
                  <a:pt x="92201" y="151052"/>
                  <a:pt x="85537" y="149940"/>
                  <a:pt x="79187" y="148462"/>
                </a:cubicBezTo>
                <a:cubicBezTo>
                  <a:pt x="72830" y="146984"/>
                  <a:pt x="66898" y="145199"/>
                  <a:pt x="61382" y="143107"/>
                </a:cubicBezTo>
                <a:cubicBezTo>
                  <a:pt x="55866" y="141008"/>
                  <a:pt x="50943" y="138652"/>
                  <a:pt x="46620" y="136041"/>
                </a:cubicBezTo>
                <a:lnTo>
                  <a:pt x="46620" y="171695"/>
                </a:lnTo>
                <a:cubicBezTo>
                  <a:pt x="47915" y="174731"/>
                  <a:pt x="50885" y="177657"/>
                  <a:pt x="55544" y="180473"/>
                </a:cubicBezTo>
                <a:cubicBezTo>
                  <a:pt x="60226" y="183275"/>
                  <a:pt x="65968" y="185726"/>
                  <a:pt x="72772" y="187840"/>
                </a:cubicBezTo>
                <a:cubicBezTo>
                  <a:pt x="79597" y="189939"/>
                  <a:pt x="87153" y="191622"/>
                  <a:pt x="95456" y="192895"/>
                </a:cubicBezTo>
                <a:cubicBezTo>
                  <a:pt x="103751" y="194153"/>
                  <a:pt x="112171" y="194782"/>
                  <a:pt x="120701" y="19478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4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693" y="196142"/>
                </a:moveTo>
                <a:cubicBezTo>
                  <a:pt x="50168" y="196142"/>
                  <a:pt x="38683" y="191402"/>
                  <a:pt x="29246" y="181929"/>
                </a:cubicBezTo>
                <a:cubicBezTo>
                  <a:pt x="19810" y="172463"/>
                  <a:pt x="15091" y="160956"/>
                  <a:pt x="15091" y="147431"/>
                </a:cubicBezTo>
                <a:cubicBezTo>
                  <a:pt x="15091" y="135126"/>
                  <a:pt x="19210" y="124307"/>
                  <a:pt x="27461" y="114966"/>
                </a:cubicBezTo>
                <a:cubicBezTo>
                  <a:pt x="35705" y="105631"/>
                  <a:pt x="45998" y="100372"/>
                  <a:pt x="58339" y="99201"/>
                </a:cubicBezTo>
                <a:cubicBezTo>
                  <a:pt x="60921" y="83576"/>
                  <a:pt x="68105" y="70709"/>
                  <a:pt x="79889" y="60599"/>
                </a:cubicBezTo>
                <a:cubicBezTo>
                  <a:pt x="91674" y="50497"/>
                  <a:pt x="105412" y="45442"/>
                  <a:pt x="121103" y="45442"/>
                </a:cubicBezTo>
                <a:cubicBezTo>
                  <a:pt x="138652" y="45442"/>
                  <a:pt x="153502" y="51784"/>
                  <a:pt x="165638" y="64476"/>
                </a:cubicBezTo>
                <a:cubicBezTo>
                  <a:pt x="177774" y="77168"/>
                  <a:pt x="183846" y="92420"/>
                  <a:pt x="183846" y="110240"/>
                </a:cubicBezTo>
                <a:lnTo>
                  <a:pt x="183846" y="119772"/>
                </a:lnTo>
                <a:lnTo>
                  <a:pt x="186933" y="119772"/>
                </a:lnTo>
                <a:cubicBezTo>
                  <a:pt x="197913" y="119369"/>
                  <a:pt x="207218" y="122830"/>
                  <a:pt x="214847" y="130159"/>
                </a:cubicBezTo>
                <a:cubicBezTo>
                  <a:pt x="222492" y="137467"/>
                  <a:pt x="226318" y="146714"/>
                  <a:pt x="226318" y="157891"/>
                </a:cubicBezTo>
                <a:cubicBezTo>
                  <a:pt x="226318" y="168367"/>
                  <a:pt x="222558" y="177364"/>
                  <a:pt x="215052" y="184877"/>
                </a:cubicBezTo>
                <a:cubicBezTo>
                  <a:pt x="207540" y="192382"/>
                  <a:pt x="198542" y="196142"/>
                  <a:pt x="188066" y="196142"/>
                </a:cubicBezTo>
                <a:lnTo>
                  <a:pt x="63693" y="196142"/>
                </a:lnTo>
                <a:close/>
                <a:moveTo>
                  <a:pt x="63693" y="184723"/>
                </a:moveTo>
                <a:lnTo>
                  <a:pt x="188066" y="184723"/>
                </a:lnTo>
                <a:cubicBezTo>
                  <a:pt x="195477" y="184723"/>
                  <a:pt x="201804" y="182105"/>
                  <a:pt x="207049" y="176874"/>
                </a:cubicBezTo>
                <a:cubicBezTo>
                  <a:pt x="212280" y="171644"/>
                  <a:pt x="214899" y="165338"/>
                  <a:pt x="214899" y="157942"/>
                </a:cubicBezTo>
                <a:cubicBezTo>
                  <a:pt x="214899" y="150569"/>
                  <a:pt x="212280" y="144256"/>
                  <a:pt x="207049" y="139011"/>
                </a:cubicBezTo>
                <a:cubicBezTo>
                  <a:pt x="201819" y="133780"/>
                  <a:pt x="195491" y="131162"/>
                  <a:pt x="188066" y="131162"/>
                </a:cubicBezTo>
                <a:lnTo>
                  <a:pt x="172427" y="131162"/>
                </a:lnTo>
                <a:lnTo>
                  <a:pt x="172427" y="110240"/>
                </a:lnTo>
                <a:cubicBezTo>
                  <a:pt x="172427" y="95368"/>
                  <a:pt x="167379" y="82757"/>
                  <a:pt x="157291" y="72399"/>
                </a:cubicBezTo>
                <a:cubicBezTo>
                  <a:pt x="147182" y="62018"/>
                  <a:pt x="134848" y="56832"/>
                  <a:pt x="120298" y="56832"/>
                </a:cubicBezTo>
                <a:cubicBezTo>
                  <a:pt x="105800" y="56832"/>
                  <a:pt x="93459" y="62018"/>
                  <a:pt x="83284" y="72399"/>
                </a:cubicBezTo>
                <a:cubicBezTo>
                  <a:pt x="73108" y="82757"/>
                  <a:pt x="68017" y="95368"/>
                  <a:pt x="68017" y="110240"/>
                </a:cubicBezTo>
                <a:lnTo>
                  <a:pt x="63145" y="110240"/>
                </a:lnTo>
                <a:cubicBezTo>
                  <a:pt x="52933" y="110240"/>
                  <a:pt x="44272" y="113839"/>
                  <a:pt x="37169" y="121030"/>
                </a:cubicBezTo>
                <a:cubicBezTo>
                  <a:pt x="30058" y="128221"/>
                  <a:pt x="26503" y="137058"/>
                  <a:pt x="26503" y="147533"/>
                </a:cubicBezTo>
                <a:cubicBezTo>
                  <a:pt x="26503" y="157840"/>
                  <a:pt x="30124" y="166618"/>
                  <a:pt x="37366" y="173860"/>
                </a:cubicBezTo>
                <a:cubicBezTo>
                  <a:pt x="44608" y="181102"/>
                  <a:pt x="53386" y="184723"/>
                  <a:pt x="63693" y="184723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6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028" y="66510"/>
                </a:moveTo>
                <a:cubicBezTo>
                  <a:pt x="70043" y="66510"/>
                  <a:pt x="67512" y="67556"/>
                  <a:pt x="65427" y="69655"/>
                </a:cubicBezTo>
                <a:cubicBezTo>
                  <a:pt x="63350" y="71747"/>
                  <a:pt x="62311" y="74293"/>
                  <a:pt x="62311" y="77270"/>
                </a:cubicBezTo>
                <a:cubicBezTo>
                  <a:pt x="62311" y="80255"/>
                  <a:pt x="63357" y="82786"/>
                  <a:pt x="65456" y="84871"/>
                </a:cubicBezTo>
                <a:cubicBezTo>
                  <a:pt x="67549" y="86948"/>
                  <a:pt x="70087" y="87987"/>
                  <a:pt x="73072" y="87987"/>
                </a:cubicBezTo>
                <a:cubicBezTo>
                  <a:pt x="76056" y="87987"/>
                  <a:pt x="78587" y="86941"/>
                  <a:pt x="80672" y="84842"/>
                </a:cubicBezTo>
                <a:cubicBezTo>
                  <a:pt x="82750" y="82750"/>
                  <a:pt x="83788" y="80204"/>
                  <a:pt x="83788" y="77227"/>
                </a:cubicBezTo>
                <a:cubicBezTo>
                  <a:pt x="83788" y="74242"/>
                  <a:pt x="82742" y="71711"/>
                  <a:pt x="80643" y="69626"/>
                </a:cubicBezTo>
                <a:cubicBezTo>
                  <a:pt x="78551" y="67549"/>
                  <a:pt x="76005" y="66510"/>
                  <a:pt x="73020" y="66510"/>
                </a:cubicBezTo>
                <a:close/>
                <a:moveTo>
                  <a:pt x="73028" y="163451"/>
                </a:moveTo>
                <a:cubicBezTo>
                  <a:pt x="70043" y="163451"/>
                  <a:pt x="67512" y="164497"/>
                  <a:pt x="65427" y="166589"/>
                </a:cubicBezTo>
                <a:cubicBezTo>
                  <a:pt x="63350" y="168689"/>
                  <a:pt x="62311" y="171227"/>
                  <a:pt x="62311" y="174211"/>
                </a:cubicBezTo>
                <a:cubicBezTo>
                  <a:pt x="62311" y="177196"/>
                  <a:pt x="63357" y="179727"/>
                  <a:pt x="65456" y="181805"/>
                </a:cubicBezTo>
                <a:cubicBezTo>
                  <a:pt x="67549" y="183882"/>
                  <a:pt x="70087" y="184921"/>
                  <a:pt x="73072" y="184921"/>
                </a:cubicBezTo>
                <a:cubicBezTo>
                  <a:pt x="76056" y="184921"/>
                  <a:pt x="78587" y="183875"/>
                  <a:pt x="80672" y="181783"/>
                </a:cubicBezTo>
                <a:cubicBezTo>
                  <a:pt x="82750" y="179683"/>
                  <a:pt x="83788" y="177145"/>
                  <a:pt x="83788" y="174160"/>
                </a:cubicBezTo>
                <a:cubicBezTo>
                  <a:pt x="83788" y="171176"/>
                  <a:pt x="82742" y="168645"/>
                  <a:pt x="80643" y="166567"/>
                </a:cubicBezTo>
                <a:cubicBezTo>
                  <a:pt x="78551" y="164490"/>
                  <a:pt x="76005" y="163451"/>
                  <a:pt x="73020" y="163451"/>
                </a:cubicBezTo>
                <a:close/>
                <a:moveTo>
                  <a:pt x="42977" y="38449"/>
                </a:moveTo>
                <a:lnTo>
                  <a:pt x="198278" y="38449"/>
                </a:lnTo>
                <a:cubicBezTo>
                  <a:pt x="200627" y="38449"/>
                  <a:pt x="202529" y="39180"/>
                  <a:pt x="203984" y="40636"/>
                </a:cubicBezTo>
                <a:cubicBezTo>
                  <a:pt x="205462" y="42092"/>
                  <a:pt x="206201" y="44059"/>
                  <a:pt x="206201" y="46517"/>
                </a:cubicBezTo>
                <a:lnTo>
                  <a:pt x="206201" y="106465"/>
                </a:lnTo>
                <a:cubicBezTo>
                  <a:pt x="206201" y="109318"/>
                  <a:pt x="205462" y="111659"/>
                  <a:pt x="203984" y="113481"/>
                </a:cubicBezTo>
                <a:cubicBezTo>
                  <a:pt x="202507" y="115295"/>
                  <a:pt x="200605" y="116202"/>
                  <a:pt x="198278" y="116202"/>
                </a:cubicBezTo>
                <a:lnTo>
                  <a:pt x="42977" y="116202"/>
                </a:lnTo>
                <a:cubicBezTo>
                  <a:pt x="40731" y="116202"/>
                  <a:pt x="38866" y="115295"/>
                  <a:pt x="37395" y="113481"/>
                </a:cubicBezTo>
                <a:cubicBezTo>
                  <a:pt x="35932" y="111674"/>
                  <a:pt x="35208" y="109340"/>
                  <a:pt x="35208" y="106495"/>
                </a:cubicBezTo>
                <a:lnTo>
                  <a:pt x="35208" y="46547"/>
                </a:lnTo>
                <a:cubicBezTo>
                  <a:pt x="35208" y="44081"/>
                  <a:pt x="35940" y="42121"/>
                  <a:pt x="37417" y="40658"/>
                </a:cubicBezTo>
                <a:cubicBezTo>
                  <a:pt x="38895" y="39202"/>
                  <a:pt x="40753" y="38471"/>
                  <a:pt x="42999" y="38471"/>
                </a:cubicBezTo>
                <a:close/>
                <a:moveTo>
                  <a:pt x="46620" y="49868"/>
                </a:moveTo>
                <a:lnTo>
                  <a:pt x="46620" y="104812"/>
                </a:lnTo>
                <a:lnTo>
                  <a:pt x="194782" y="104812"/>
                </a:lnTo>
                <a:lnTo>
                  <a:pt x="194782" y="49868"/>
                </a:lnTo>
                <a:lnTo>
                  <a:pt x="46620" y="49868"/>
                </a:lnTo>
                <a:close/>
                <a:moveTo>
                  <a:pt x="42977" y="135236"/>
                </a:moveTo>
                <a:lnTo>
                  <a:pt x="197247" y="135236"/>
                </a:lnTo>
                <a:cubicBezTo>
                  <a:pt x="199624" y="135236"/>
                  <a:pt x="201709" y="136202"/>
                  <a:pt x="203509" y="138126"/>
                </a:cubicBezTo>
                <a:cubicBezTo>
                  <a:pt x="205301" y="140071"/>
                  <a:pt x="206201" y="142259"/>
                  <a:pt x="206201" y="144687"/>
                </a:cubicBezTo>
                <a:lnTo>
                  <a:pt x="206201" y="203333"/>
                </a:lnTo>
                <a:cubicBezTo>
                  <a:pt x="206201" y="206501"/>
                  <a:pt x="205301" y="208929"/>
                  <a:pt x="203509" y="210627"/>
                </a:cubicBezTo>
                <a:cubicBezTo>
                  <a:pt x="201709" y="212316"/>
                  <a:pt x="199624" y="213165"/>
                  <a:pt x="197247" y="213165"/>
                </a:cubicBezTo>
                <a:lnTo>
                  <a:pt x="44133" y="213165"/>
                </a:lnTo>
                <a:cubicBezTo>
                  <a:pt x="41580" y="213165"/>
                  <a:pt x="39451" y="212316"/>
                  <a:pt x="37746" y="210627"/>
                </a:cubicBezTo>
                <a:cubicBezTo>
                  <a:pt x="36049" y="208929"/>
                  <a:pt x="35208" y="206501"/>
                  <a:pt x="35208" y="203333"/>
                </a:cubicBezTo>
                <a:lnTo>
                  <a:pt x="35208" y="144687"/>
                </a:lnTo>
                <a:cubicBezTo>
                  <a:pt x="35208" y="142244"/>
                  <a:pt x="35903" y="140057"/>
                  <a:pt x="37293" y="138126"/>
                </a:cubicBezTo>
                <a:cubicBezTo>
                  <a:pt x="38683" y="136202"/>
                  <a:pt x="40577" y="135236"/>
                  <a:pt x="42977" y="135236"/>
                </a:cubicBezTo>
                <a:close/>
                <a:moveTo>
                  <a:pt x="46620" y="146655"/>
                </a:moveTo>
                <a:lnTo>
                  <a:pt x="46620" y="201746"/>
                </a:lnTo>
                <a:lnTo>
                  <a:pt x="194782" y="201746"/>
                </a:lnTo>
                <a:lnTo>
                  <a:pt x="194782" y="146655"/>
                </a:lnTo>
                <a:lnTo>
                  <a:pt x="46620" y="146655"/>
                </a:lnTo>
                <a:close/>
                <a:moveTo>
                  <a:pt x="46620" y="49868"/>
                </a:moveTo>
                <a:lnTo>
                  <a:pt x="46620" y="104812"/>
                </a:lnTo>
                <a:lnTo>
                  <a:pt x="46620" y="49868"/>
                </a:lnTo>
                <a:close/>
                <a:moveTo>
                  <a:pt x="46620" y="146655"/>
                </a:moveTo>
                <a:lnTo>
                  <a:pt x="46620" y="201746"/>
                </a:lnTo>
                <a:lnTo>
                  <a:pt x="46620" y="1466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8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692" y="207152"/>
                </a:moveTo>
                <a:lnTo>
                  <a:pt x="32692" y="166816"/>
                </a:lnTo>
                <a:cubicBezTo>
                  <a:pt x="32692" y="163634"/>
                  <a:pt x="33833" y="160898"/>
                  <a:pt x="36108" y="158623"/>
                </a:cubicBezTo>
                <a:cubicBezTo>
                  <a:pt x="38390" y="156340"/>
                  <a:pt x="41119" y="155199"/>
                  <a:pt x="44308" y="155199"/>
                </a:cubicBezTo>
                <a:lnTo>
                  <a:pt x="62867" y="155199"/>
                </a:lnTo>
                <a:lnTo>
                  <a:pt x="62867" y="129501"/>
                </a:lnTo>
                <a:cubicBezTo>
                  <a:pt x="62867" y="125543"/>
                  <a:pt x="64301" y="122142"/>
                  <a:pt x="67168" y="119296"/>
                </a:cubicBezTo>
                <a:cubicBezTo>
                  <a:pt x="70028" y="116429"/>
                  <a:pt x="73437" y="114995"/>
                  <a:pt x="77373" y="114995"/>
                </a:cubicBezTo>
                <a:lnTo>
                  <a:pt x="114995" y="114995"/>
                </a:lnTo>
                <a:lnTo>
                  <a:pt x="114995" y="86173"/>
                </a:lnTo>
                <a:lnTo>
                  <a:pt x="96436" y="86173"/>
                </a:lnTo>
                <a:cubicBezTo>
                  <a:pt x="93247" y="86173"/>
                  <a:pt x="90518" y="85032"/>
                  <a:pt x="88236" y="82757"/>
                </a:cubicBezTo>
                <a:cubicBezTo>
                  <a:pt x="85961" y="80475"/>
                  <a:pt x="84820" y="77746"/>
                  <a:pt x="84820" y="74557"/>
                </a:cubicBezTo>
                <a:lnTo>
                  <a:pt x="84820" y="34221"/>
                </a:lnTo>
                <a:cubicBezTo>
                  <a:pt x="84820" y="31038"/>
                  <a:pt x="85961" y="28303"/>
                  <a:pt x="88236" y="26027"/>
                </a:cubicBezTo>
                <a:cubicBezTo>
                  <a:pt x="90518" y="23760"/>
                  <a:pt x="93247" y="22633"/>
                  <a:pt x="96436" y="22633"/>
                </a:cubicBezTo>
                <a:lnTo>
                  <a:pt x="144995" y="22633"/>
                </a:lnTo>
                <a:cubicBezTo>
                  <a:pt x="148177" y="22633"/>
                  <a:pt x="150913" y="23774"/>
                  <a:pt x="153188" y="26049"/>
                </a:cubicBezTo>
                <a:cubicBezTo>
                  <a:pt x="155470" y="28332"/>
                  <a:pt x="156611" y="31060"/>
                  <a:pt x="156611" y="34250"/>
                </a:cubicBezTo>
                <a:lnTo>
                  <a:pt x="156611" y="74586"/>
                </a:lnTo>
                <a:cubicBezTo>
                  <a:pt x="156611" y="77768"/>
                  <a:pt x="155470" y="80504"/>
                  <a:pt x="153188" y="82779"/>
                </a:cubicBezTo>
                <a:cubicBezTo>
                  <a:pt x="150913" y="85061"/>
                  <a:pt x="148177" y="86202"/>
                  <a:pt x="144995" y="86202"/>
                </a:cubicBezTo>
                <a:lnTo>
                  <a:pt x="126436" y="86202"/>
                </a:lnTo>
                <a:lnTo>
                  <a:pt x="126436" y="115017"/>
                </a:lnTo>
                <a:lnTo>
                  <a:pt x="164051" y="115017"/>
                </a:lnTo>
                <a:cubicBezTo>
                  <a:pt x="168008" y="115017"/>
                  <a:pt x="171410" y="116451"/>
                  <a:pt x="174263" y="119318"/>
                </a:cubicBezTo>
                <a:cubicBezTo>
                  <a:pt x="177108" y="122149"/>
                  <a:pt x="178535" y="125543"/>
                  <a:pt x="178535" y="129501"/>
                </a:cubicBezTo>
                <a:lnTo>
                  <a:pt x="178535" y="155229"/>
                </a:lnTo>
                <a:lnTo>
                  <a:pt x="197093" y="155229"/>
                </a:lnTo>
                <a:cubicBezTo>
                  <a:pt x="200283" y="155229"/>
                  <a:pt x="203011" y="156370"/>
                  <a:pt x="205294" y="158645"/>
                </a:cubicBezTo>
                <a:cubicBezTo>
                  <a:pt x="207569" y="160927"/>
                  <a:pt x="208710" y="163656"/>
                  <a:pt x="208710" y="166845"/>
                </a:cubicBezTo>
                <a:lnTo>
                  <a:pt x="208710" y="207181"/>
                </a:lnTo>
                <a:cubicBezTo>
                  <a:pt x="208710" y="210363"/>
                  <a:pt x="207569" y="213099"/>
                  <a:pt x="205294" y="215374"/>
                </a:cubicBezTo>
                <a:cubicBezTo>
                  <a:pt x="203011" y="217642"/>
                  <a:pt x="200290" y="218768"/>
                  <a:pt x="197123" y="218768"/>
                </a:cubicBezTo>
                <a:lnTo>
                  <a:pt x="148564" y="218768"/>
                </a:lnTo>
                <a:cubicBezTo>
                  <a:pt x="145375" y="218768"/>
                  <a:pt x="142646" y="217627"/>
                  <a:pt x="140364" y="215352"/>
                </a:cubicBezTo>
                <a:cubicBezTo>
                  <a:pt x="138082" y="213070"/>
                  <a:pt x="136948" y="210341"/>
                  <a:pt x="136948" y="207152"/>
                </a:cubicBezTo>
                <a:lnTo>
                  <a:pt x="136948" y="166816"/>
                </a:lnTo>
                <a:cubicBezTo>
                  <a:pt x="136948" y="163634"/>
                  <a:pt x="138082" y="160898"/>
                  <a:pt x="140364" y="158623"/>
                </a:cubicBezTo>
                <a:cubicBezTo>
                  <a:pt x="142646" y="156340"/>
                  <a:pt x="145375" y="155199"/>
                  <a:pt x="148564" y="155199"/>
                </a:cubicBezTo>
                <a:lnTo>
                  <a:pt x="167123" y="155199"/>
                </a:lnTo>
                <a:lnTo>
                  <a:pt x="167123" y="129501"/>
                </a:lnTo>
                <a:cubicBezTo>
                  <a:pt x="167123" y="128594"/>
                  <a:pt x="166830" y="127862"/>
                  <a:pt x="166238" y="127292"/>
                </a:cubicBezTo>
                <a:cubicBezTo>
                  <a:pt x="165653" y="126699"/>
                  <a:pt x="164914" y="126407"/>
                  <a:pt x="164029" y="126407"/>
                </a:cubicBezTo>
                <a:lnTo>
                  <a:pt x="77373" y="126407"/>
                </a:lnTo>
                <a:cubicBezTo>
                  <a:pt x="76466" y="126407"/>
                  <a:pt x="75734" y="126699"/>
                  <a:pt x="75164" y="127292"/>
                </a:cubicBezTo>
                <a:cubicBezTo>
                  <a:pt x="74571" y="127877"/>
                  <a:pt x="74279" y="128616"/>
                  <a:pt x="74279" y="129501"/>
                </a:cubicBezTo>
                <a:lnTo>
                  <a:pt x="74279" y="155229"/>
                </a:lnTo>
                <a:lnTo>
                  <a:pt x="92837" y="155229"/>
                </a:lnTo>
                <a:cubicBezTo>
                  <a:pt x="96027" y="155229"/>
                  <a:pt x="98755" y="156370"/>
                  <a:pt x="101038" y="158645"/>
                </a:cubicBezTo>
                <a:cubicBezTo>
                  <a:pt x="103320" y="160927"/>
                  <a:pt x="104454" y="163656"/>
                  <a:pt x="104454" y="166845"/>
                </a:cubicBezTo>
                <a:lnTo>
                  <a:pt x="104454" y="207181"/>
                </a:lnTo>
                <a:cubicBezTo>
                  <a:pt x="104454" y="210363"/>
                  <a:pt x="103320" y="213099"/>
                  <a:pt x="101038" y="215374"/>
                </a:cubicBezTo>
                <a:cubicBezTo>
                  <a:pt x="98755" y="217642"/>
                  <a:pt x="96027" y="218768"/>
                  <a:pt x="92837" y="218768"/>
                </a:cubicBezTo>
                <a:lnTo>
                  <a:pt x="44308" y="218768"/>
                </a:lnTo>
                <a:cubicBezTo>
                  <a:pt x="41119" y="218768"/>
                  <a:pt x="38390" y="217627"/>
                  <a:pt x="36108" y="215352"/>
                </a:cubicBezTo>
                <a:cubicBezTo>
                  <a:pt x="33833" y="213070"/>
                  <a:pt x="32692" y="210341"/>
                  <a:pt x="32692" y="207152"/>
                </a:cubicBezTo>
                <a:close/>
                <a:moveTo>
                  <a:pt x="96231" y="74761"/>
                </a:moveTo>
                <a:lnTo>
                  <a:pt x="145170" y="74761"/>
                </a:lnTo>
                <a:lnTo>
                  <a:pt x="145170" y="34045"/>
                </a:lnTo>
                <a:lnTo>
                  <a:pt x="96231" y="34045"/>
                </a:lnTo>
                <a:lnTo>
                  <a:pt x="96231" y="74761"/>
                </a:lnTo>
                <a:close/>
                <a:moveTo>
                  <a:pt x="44103" y="207357"/>
                </a:moveTo>
                <a:lnTo>
                  <a:pt x="93042" y="207357"/>
                </a:lnTo>
                <a:lnTo>
                  <a:pt x="93042" y="166640"/>
                </a:lnTo>
                <a:lnTo>
                  <a:pt x="44103" y="166640"/>
                </a:lnTo>
                <a:lnTo>
                  <a:pt x="44103" y="207357"/>
                </a:lnTo>
                <a:close/>
                <a:moveTo>
                  <a:pt x="148360" y="207357"/>
                </a:moveTo>
                <a:lnTo>
                  <a:pt x="197298" y="207357"/>
                </a:lnTo>
                <a:lnTo>
                  <a:pt x="197298" y="166640"/>
                </a:lnTo>
                <a:lnTo>
                  <a:pt x="148360" y="166640"/>
                </a:lnTo>
                <a:lnTo>
                  <a:pt x="148360" y="207357"/>
                </a:lnTo>
                <a:close/>
                <a:moveTo>
                  <a:pt x="120701" y="74761"/>
                </a:moveTo>
                <a:close/>
                <a:moveTo>
                  <a:pt x="93042" y="166640"/>
                </a:moveTo>
                <a:close/>
                <a:moveTo>
                  <a:pt x="148360" y="16664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60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41" y="203480"/>
                </a:moveTo>
                <a:cubicBezTo>
                  <a:pt x="18010" y="203480"/>
                  <a:pt x="16657" y="202931"/>
                  <a:pt x="15567" y="201819"/>
                </a:cubicBezTo>
                <a:cubicBezTo>
                  <a:pt x="14477" y="200714"/>
                  <a:pt x="13928" y="199347"/>
                  <a:pt x="13928" y="197723"/>
                </a:cubicBezTo>
                <a:cubicBezTo>
                  <a:pt x="13928" y="196099"/>
                  <a:pt x="14477" y="194745"/>
                  <a:pt x="15567" y="193677"/>
                </a:cubicBezTo>
                <a:cubicBezTo>
                  <a:pt x="16657" y="192602"/>
                  <a:pt x="18010" y="192068"/>
                  <a:pt x="19641" y="192068"/>
                </a:cubicBezTo>
                <a:lnTo>
                  <a:pt x="221760" y="192068"/>
                </a:lnTo>
                <a:cubicBezTo>
                  <a:pt x="223392" y="192068"/>
                  <a:pt x="224745" y="192617"/>
                  <a:pt x="225835" y="193728"/>
                </a:cubicBezTo>
                <a:cubicBezTo>
                  <a:pt x="226925" y="194833"/>
                  <a:pt x="227473" y="196201"/>
                  <a:pt x="227473" y="197825"/>
                </a:cubicBezTo>
                <a:cubicBezTo>
                  <a:pt x="227473" y="199449"/>
                  <a:pt x="226925" y="200802"/>
                  <a:pt x="225835" y="201870"/>
                </a:cubicBezTo>
                <a:cubicBezTo>
                  <a:pt x="224745" y="202946"/>
                  <a:pt x="223392" y="203480"/>
                  <a:pt x="221760" y="203480"/>
                </a:cubicBezTo>
                <a:lnTo>
                  <a:pt x="19641" y="203480"/>
                </a:lnTo>
                <a:close/>
                <a:moveTo>
                  <a:pt x="39656" y="178337"/>
                </a:moveTo>
                <a:cubicBezTo>
                  <a:pt x="35713" y="178337"/>
                  <a:pt x="32311" y="176903"/>
                  <a:pt x="29444" y="174036"/>
                </a:cubicBezTo>
                <a:cubicBezTo>
                  <a:pt x="26576" y="171168"/>
                  <a:pt x="25150" y="167767"/>
                  <a:pt x="25150" y="163824"/>
                </a:cubicBezTo>
                <a:lnTo>
                  <a:pt x="25150" y="52026"/>
                </a:lnTo>
                <a:cubicBezTo>
                  <a:pt x="25150" y="48090"/>
                  <a:pt x="26576" y="44681"/>
                  <a:pt x="29444" y="41821"/>
                </a:cubicBezTo>
                <a:cubicBezTo>
                  <a:pt x="32311" y="38953"/>
                  <a:pt x="35713" y="37520"/>
                  <a:pt x="39656" y="37520"/>
                </a:cubicBezTo>
                <a:lnTo>
                  <a:pt x="201746" y="37520"/>
                </a:lnTo>
                <a:cubicBezTo>
                  <a:pt x="205689" y="37520"/>
                  <a:pt x="209090" y="38953"/>
                  <a:pt x="211958" y="41821"/>
                </a:cubicBezTo>
                <a:cubicBezTo>
                  <a:pt x="214825" y="44681"/>
                  <a:pt x="216259" y="48090"/>
                  <a:pt x="216259" y="52026"/>
                </a:cubicBezTo>
                <a:lnTo>
                  <a:pt x="216259" y="163824"/>
                </a:lnTo>
                <a:cubicBezTo>
                  <a:pt x="216259" y="167767"/>
                  <a:pt x="214825" y="171168"/>
                  <a:pt x="211958" y="174036"/>
                </a:cubicBezTo>
                <a:cubicBezTo>
                  <a:pt x="209090" y="176903"/>
                  <a:pt x="205689" y="178337"/>
                  <a:pt x="201746" y="178337"/>
                </a:cubicBezTo>
                <a:lnTo>
                  <a:pt x="39656" y="178337"/>
                </a:lnTo>
                <a:close/>
                <a:moveTo>
                  <a:pt x="39656" y="166918"/>
                </a:moveTo>
                <a:lnTo>
                  <a:pt x="201746" y="166918"/>
                </a:lnTo>
                <a:cubicBezTo>
                  <a:pt x="202514" y="166918"/>
                  <a:pt x="203231" y="166589"/>
                  <a:pt x="203882" y="165938"/>
                </a:cubicBezTo>
                <a:cubicBezTo>
                  <a:pt x="204518" y="165287"/>
                  <a:pt x="204840" y="164570"/>
                  <a:pt x="204840" y="163802"/>
                </a:cubicBezTo>
                <a:lnTo>
                  <a:pt x="204840" y="52004"/>
                </a:lnTo>
                <a:cubicBezTo>
                  <a:pt x="204840" y="51228"/>
                  <a:pt x="204518" y="50519"/>
                  <a:pt x="203882" y="49868"/>
                </a:cubicBezTo>
                <a:cubicBezTo>
                  <a:pt x="203231" y="49224"/>
                  <a:pt x="202514" y="48909"/>
                  <a:pt x="201746" y="48909"/>
                </a:cubicBezTo>
                <a:lnTo>
                  <a:pt x="39656" y="48909"/>
                </a:lnTo>
                <a:cubicBezTo>
                  <a:pt x="38888" y="48909"/>
                  <a:pt x="38171" y="49224"/>
                  <a:pt x="37520" y="49868"/>
                </a:cubicBezTo>
                <a:cubicBezTo>
                  <a:pt x="36883" y="50519"/>
                  <a:pt x="36561" y="51228"/>
                  <a:pt x="36561" y="52004"/>
                </a:cubicBezTo>
                <a:lnTo>
                  <a:pt x="36561" y="163802"/>
                </a:lnTo>
                <a:cubicBezTo>
                  <a:pt x="36561" y="164570"/>
                  <a:pt x="36883" y="165287"/>
                  <a:pt x="37520" y="165938"/>
                </a:cubicBezTo>
                <a:cubicBezTo>
                  <a:pt x="38171" y="166589"/>
                  <a:pt x="38888" y="166918"/>
                  <a:pt x="39656" y="166918"/>
                </a:cubicBezTo>
                <a:close/>
                <a:moveTo>
                  <a:pt x="36561" y="166918"/>
                </a:moveTo>
                <a:lnTo>
                  <a:pt x="36561" y="48931"/>
                </a:lnTo>
                <a:lnTo>
                  <a:pt x="36561" y="16691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2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0007" y="120298"/>
                </a:moveTo>
                <a:lnTo>
                  <a:pt x="84644" y="164936"/>
                </a:lnTo>
                <a:cubicBezTo>
                  <a:pt x="85763" y="166055"/>
                  <a:pt x="86319" y="167379"/>
                  <a:pt x="86305" y="168908"/>
                </a:cubicBezTo>
                <a:cubicBezTo>
                  <a:pt x="86283" y="170430"/>
                  <a:pt x="85683" y="171790"/>
                  <a:pt x="84491" y="172983"/>
                </a:cubicBezTo>
                <a:cubicBezTo>
                  <a:pt x="83298" y="174168"/>
                  <a:pt x="81938" y="174767"/>
                  <a:pt x="80394" y="174767"/>
                </a:cubicBezTo>
                <a:cubicBezTo>
                  <a:pt x="78851" y="174767"/>
                  <a:pt x="77483" y="174168"/>
                  <a:pt x="76290" y="172983"/>
                </a:cubicBezTo>
                <a:lnTo>
                  <a:pt x="28690" y="125375"/>
                </a:lnTo>
                <a:cubicBezTo>
                  <a:pt x="27922" y="124607"/>
                  <a:pt x="27366" y="123817"/>
                  <a:pt x="27030" y="123012"/>
                </a:cubicBezTo>
                <a:cubicBezTo>
                  <a:pt x="26693" y="122208"/>
                  <a:pt x="26532" y="121323"/>
                  <a:pt x="26532" y="120350"/>
                </a:cubicBezTo>
                <a:cubicBezTo>
                  <a:pt x="26532" y="119377"/>
                  <a:pt x="26693" y="118492"/>
                  <a:pt x="27030" y="117680"/>
                </a:cubicBezTo>
                <a:cubicBezTo>
                  <a:pt x="27366" y="116882"/>
                  <a:pt x="27922" y="116056"/>
                  <a:pt x="28690" y="115222"/>
                </a:cubicBezTo>
                <a:lnTo>
                  <a:pt x="76846" y="67139"/>
                </a:lnTo>
                <a:cubicBezTo>
                  <a:pt x="77973" y="66020"/>
                  <a:pt x="79319" y="65442"/>
                  <a:pt x="80891" y="65405"/>
                </a:cubicBezTo>
                <a:cubicBezTo>
                  <a:pt x="82472" y="65369"/>
                  <a:pt x="83840" y="65932"/>
                  <a:pt x="84995" y="67088"/>
                </a:cubicBezTo>
                <a:cubicBezTo>
                  <a:pt x="86151" y="68244"/>
                  <a:pt x="86729" y="69611"/>
                  <a:pt x="86729" y="71192"/>
                </a:cubicBezTo>
                <a:cubicBezTo>
                  <a:pt x="86729" y="72764"/>
                  <a:pt x="86166" y="74110"/>
                  <a:pt x="85047" y="75237"/>
                </a:cubicBezTo>
                <a:lnTo>
                  <a:pt x="40007" y="120298"/>
                </a:lnTo>
                <a:close/>
                <a:moveTo>
                  <a:pt x="201395" y="120401"/>
                </a:moveTo>
                <a:lnTo>
                  <a:pt x="156757" y="75661"/>
                </a:lnTo>
                <a:cubicBezTo>
                  <a:pt x="155638" y="74542"/>
                  <a:pt x="155082" y="73218"/>
                  <a:pt x="155104" y="71689"/>
                </a:cubicBezTo>
                <a:cubicBezTo>
                  <a:pt x="155119" y="70167"/>
                  <a:pt x="155719" y="68821"/>
                  <a:pt x="156911" y="67666"/>
                </a:cubicBezTo>
                <a:cubicBezTo>
                  <a:pt x="158103" y="66510"/>
                  <a:pt x="159464" y="65932"/>
                  <a:pt x="161008" y="65932"/>
                </a:cubicBezTo>
                <a:cubicBezTo>
                  <a:pt x="162551" y="65932"/>
                  <a:pt x="163919" y="66524"/>
                  <a:pt x="165111" y="67717"/>
                </a:cubicBezTo>
                <a:lnTo>
                  <a:pt x="212711" y="115222"/>
                </a:lnTo>
                <a:cubicBezTo>
                  <a:pt x="213479" y="116056"/>
                  <a:pt x="214050" y="116882"/>
                  <a:pt x="214423" y="117687"/>
                </a:cubicBezTo>
                <a:cubicBezTo>
                  <a:pt x="214789" y="118492"/>
                  <a:pt x="214972" y="119377"/>
                  <a:pt x="214972" y="120350"/>
                </a:cubicBezTo>
                <a:cubicBezTo>
                  <a:pt x="214972" y="121323"/>
                  <a:pt x="214789" y="122208"/>
                  <a:pt x="214423" y="123012"/>
                </a:cubicBezTo>
                <a:cubicBezTo>
                  <a:pt x="214050" y="123817"/>
                  <a:pt x="213479" y="124607"/>
                  <a:pt x="212711" y="125375"/>
                </a:cubicBezTo>
                <a:lnTo>
                  <a:pt x="164555" y="173531"/>
                </a:lnTo>
                <a:cubicBezTo>
                  <a:pt x="163429" y="174658"/>
                  <a:pt x="162105" y="175206"/>
                  <a:pt x="160583" y="175192"/>
                </a:cubicBezTo>
                <a:cubicBezTo>
                  <a:pt x="159054" y="175177"/>
                  <a:pt x="157716" y="174570"/>
                  <a:pt x="156560" y="173385"/>
                </a:cubicBezTo>
                <a:cubicBezTo>
                  <a:pt x="155404" y="172192"/>
                  <a:pt x="154826" y="170825"/>
                  <a:pt x="154826" y="169281"/>
                </a:cubicBezTo>
                <a:cubicBezTo>
                  <a:pt x="154826" y="167738"/>
                  <a:pt x="155419" y="166377"/>
                  <a:pt x="156611" y="165185"/>
                </a:cubicBezTo>
                <a:lnTo>
                  <a:pt x="201417" y="12037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4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5368"/>
                </a:moveTo>
                <a:lnTo>
                  <a:pt x="96034" y="120701"/>
                </a:lnTo>
                <a:lnTo>
                  <a:pt x="120701" y="95932"/>
                </a:lnTo>
                <a:lnTo>
                  <a:pt x="145470" y="120701"/>
                </a:lnTo>
                <a:lnTo>
                  <a:pt x="120701" y="145368"/>
                </a:lnTo>
                <a:close/>
                <a:moveTo>
                  <a:pt x="99326" y="77249"/>
                </a:moveTo>
                <a:lnTo>
                  <a:pt x="81345" y="59268"/>
                </a:lnTo>
                <a:lnTo>
                  <a:pt x="110620" y="30000"/>
                </a:lnTo>
                <a:cubicBezTo>
                  <a:pt x="112062" y="28559"/>
                  <a:pt x="113649" y="27534"/>
                  <a:pt x="115397" y="26935"/>
                </a:cubicBezTo>
                <a:cubicBezTo>
                  <a:pt x="117138" y="26327"/>
                  <a:pt x="118901" y="26027"/>
                  <a:pt x="120679" y="26027"/>
                </a:cubicBezTo>
                <a:cubicBezTo>
                  <a:pt x="122449" y="26027"/>
                  <a:pt x="124212" y="26327"/>
                  <a:pt x="125953" y="26935"/>
                </a:cubicBezTo>
                <a:cubicBezTo>
                  <a:pt x="127701" y="27534"/>
                  <a:pt x="129325" y="28559"/>
                  <a:pt x="130832" y="30000"/>
                </a:cubicBezTo>
                <a:lnTo>
                  <a:pt x="160005" y="59268"/>
                </a:lnTo>
                <a:lnTo>
                  <a:pt x="142076" y="77249"/>
                </a:lnTo>
                <a:lnTo>
                  <a:pt x="120701" y="55873"/>
                </a:lnTo>
                <a:lnTo>
                  <a:pt x="99326" y="77249"/>
                </a:lnTo>
                <a:close/>
                <a:moveTo>
                  <a:pt x="59268" y="160057"/>
                </a:moveTo>
                <a:lnTo>
                  <a:pt x="30102" y="130781"/>
                </a:lnTo>
                <a:cubicBezTo>
                  <a:pt x="28588" y="129340"/>
                  <a:pt x="27534" y="127753"/>
                  <a:pt x="26935" y="126004"/>
                </a:cubicBezTo>
                <a:cubicBezTo>
                  <a:pt x="26327" y="124263"/>
                  <a:pt x="26027" y="122500"/>
                  <a:pt x="26027" y="120723"/>
                </a:cubicBezTo>
                <a:cubicBezTo>
                  <a:pt x="26027" y="118952"/>
                  <a:pt x="26327" y="117190"/>
                  <a:pt x="26935" y="115448"/>
                </a:cubicBezTo>
                <a:cubicBezTo>
                  <a:pt x="27534" y="113700"/>
                  <a:pt x="28588" y="112076"/>
                  <a:pt x="30102" y="110569"/>
                </a:cubicBezTo>
                <a:lnTo>
                  <a:pt x="59268" y="81396"/>
                </a:lnTo>
                <a:lnTo>
                  <a:pt x="77249" y="99326"/>
                </a:lnTo>
                <a:lnTo>
                  <a:pt x="55873" y="120701"/>
                </a:lnTo>
                <a:lnTo>
                  <a:pt x="77249" y="142076"/>
                </a:lnTo>
                <a:lnTo>
                  <a:pt x="59268" y="160057"/>
                </a:lnTo>
                <a:close/>
                <a:moveTo>
                  <a:pt x="182134" y="160057"/>
                </a:moveTo>
                <a:lnTo>
                  <a:pt x="164153" y="142076"/>
                </a:lnTo>
                <a:lnTo>
                  <a:pt x="185528" y="120701"/>
                </a:lnTo>
                <a:lnTo>
                  <a:pt x="164153" y="99326"/>
                </a:lnTo>
                <a:lnTo>
                  <a:pt x="182134" y="81345"/>
                </a:lnTo>
                <a:lnTo>
                  <a:pt x="211402" y="110518"/>
                </a:lnTo>
                <a:cubicBezTo>
                  <a:pt x="212843" y="112025"/>
                  <a:pt x="213867" y="113649"/>
                  <a:pt x="214467" y="115397"/>
                </a:cubicBezTo>
                <a:cubicBezTo>
                  <a:pt x="215074" y="117138"/>
                  <a:pt x="215374" y="118901"/>
                  <a:pt x="215374" y="120679"/>
                </a:cubicBezTo>
                <a:cubicBezTo>
                  <a:pt x="215374" y="122449"/>
                  <a:pt x="215074" y="124212"/>
                  <a:pt x="214467" y="125953"/>
                </a:cubicBezTo>
                <a:cubicBezTo>
                  <a:pt x="213867" y="127701"/>
                  <a:pt x="212843" y="129289"/>
                  <a:pt x="211402" y="130737"/>
                </a:cubicBezTo>
                <a:lnTo>
                  <a:pt x="182134" y="160057"/>
                </a:lnTo>
                <a:close/>
                <a:moveTo>
                  <a:pt x="110620" y="211300"/>
                </a:moveTo>
                <a:lnTo>
                  <a:pt x="81345" y="182134"/>
                </a:lnTo>
                <a:lnTo>
                  <a:pt x="99326" y="164153"/>
                </a:lnTo>
                <a:lnTo>
                  <a:pt x="120701" y="185528"/>
                </a:lnTo>
                <a:lnTo>
                  <a:pt x="142076" y="164153"/>
                </a:lnTo>
                <a:lnTo>
                  <a:pt x="160057" y="182134"/>
                </a:lnTo>
                <a:lnTo>
                  <a:pt x="130884" y="211300"/>
                </a:lnTo>
                <a:cubicBezTo>
                  <a:pt x="129377" y="212814"/>
                  <a:pt x="127753" y="213867"/>
                  <a:pt x="126004" y="214467"/>
                </a:cubicBezTo>
                <a:cubicBezTo>
                  <a:pt x="124263" y="215074"/>
                  <a:pt x="122500" y="215374"/>
                  <a:pt x="120723" y="215374"/>
                </a:cubicBezTo>
                <a:cubicBezTo>
                  <a:pt x="118952" y="215374"/>
                  <a:pt x="117190" y="215074"/>
                  <a:pt x="115448" y="214467"/>
                </a:cubicBezTo>
                <a:cubicBezTo>
                  <a:pt x="113700" y="213867"/>
                  <a:pt x="112113" y="212814"/>
                  <a:pt x="110664" y="21130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6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874" y="142880"/>
                </a:moveTo>
                <a:cubicBezTo>
                  <a:pt x="36488" y="142880"/>
                  <a:pt x="31097" y="140664"/>
                  <a:pt x="26708" y="136238"/>
                </a:cubicBezTo>
                <a:cubicBezTo>
                  <a:pt x="22311" y="131813"/>
                  <a:pt x="20117" y="126451"/>
                  <a:pt x="20117" y="120145"/>
                </a:cubicBezTo>
                <a:cubicBezTo>
                  <a:pt x="20117" y="113825"/>
                  <a:pt x="22333" y="108455"/>
                  <a:pt x="26759" y="104029"/>
                </a:cubicBezTo>
                <a:cubicBezTo>
                  <a:pt x="31185" y="99604"/>
                  <a:pt x="36554" y="97387"/>
                  <a:pt x="42874" y="97387"/>
                </a:cubicBezTo>
                <a:lnTo>
                  <a:pt x="42874" y="67417"/>
                </a:lnTo>
                <a:cubicBezTo>
                  <a:pt x="42874" y="63547"/>
                  <a:pt x="44323" y="60160"/>
                  <a:pt x="47227" y="57256"/>
                </a:cubicBezTo>
                <a:cubicBezTo>
                  <a:pt x="50124" y="54359"/>
                  <a:pt x="53511" y="52911"/>
                  <a:pt x="57380" y="52911"/>
                </a:cubicBezTo>
                <a:lnTo>
                  <a:pt x="97972" y="52911"/>
                </a:lnTo>
                <a:cubicBezTo>
                  <a:pt x="97972" y="46517"/>
                  <a:pt x="100167" y="41133"/>
                  <a:pt x="104556" y="36737"/>
                </a:cubicBezTo>
                <a:cubicBezTo>
                  <a:pt x="108931" y="32362"/>
                  <a:pt x="114315" y="30175"/>
                  <a:pt x="120701" y="30175"/>
                </a:cubicBezTo>
                <a:cubicBezTo>
                  <a:pt x="127087" y="30175"/>
                  <a:pt x="132478" y="32384"/>
                  <a:pt x="136867" y="36817"/>
                </a:cubicBezTo>
                <a:cubicBezTo>
                  <a:pt x="141264" y="41243"/>
                  <a:pt x="143458" y="46612"/>
                  <a:pt x="143458" y="52933"/>
                </a:cubicBezTo>
                <a:lnTo>
                  <a:pt x="184043" y="52933"/>
                </a:lnTo>
                <a:cubicBezTo>
                  <a:pt x="187913" y="52933"/>
                  <a:pt x="191300" y="54381"/>
                  <a:pt x="194204" y="57285"/>
                </a:cubicBezTo>
                <a:cubicBezTo>
                  <a:pt x="197101" y="60182"/>
                  <a:pt x="198549" y="63569"/>
                  <a:pt x="198549" y="67439"/>
                </a:cubicBezTo>
                <a:lnTo>
                  <a:pt x="198549" y="97417"/>
                </a:lnTo>
                <a:cubicBezTo>
                  <a:pt x="204943" y="97417"/>
                  <a:pt x="210327" y="99626"/>
                  <a:pt x="214723" y="104051"/>
                </a:cubicBezTo>
                <a:cubicBezTo>
                  <a:pt x="219098" y="108462"/>
                  <a:pt x="221285" y="113825"/>
                  <a:pt x="221285" y="120145"/>
                </a:cubicBezTo>
                <a:cubicBezTo>
                  <a:pt x="221285" y="126465"/>
                  <a:pt x="219076" y="131842"/>
                  <a:pt x="214650" y="136268"/>
                </a:cubicBezTo>
                <a:cubicBezTo>
                  <a:pt x="210224" y="140693"/>
                  <a:pt x="204848" y="142902"/>
                  <a:pt x="198527" y="142902"/>
                </a:cubicBezTo>
                <a:lnTo>
                  <a:pt x="198527" y="191717"/>
                </a:lnTo>
                <a:cubicBezTo>
                  <a:pt x="198527" y="195572"/>
                  <a:pt x="197079" y="198959"/>
                  <a:pt x="194175" y="201870"/>
                </a:cubicBezTo>
                <a:cubicBezTo>
                  <a:pt x="191278" y="204752"/>
                  <a:pt x="187891" y="206201"/>
                  <a:pt x="184021" y="206201"/>
                </a:cubicBezTo>
                <a:lnTo>
                  <a:pt x="57380" y="206201"/>
                </a:lnTo>
                <a:cubicBezTo>
                  <a:pt x="53511" y="206201"/>
                  <a:pt x="50124" y="204745"/>
                  <a:pt x="47227" y="201848"/>
                </a:cubicBezTo>
                <a:cubicBezTo>
                  <a:pt x="44323" y="198944"/>
                  <a:pt x="42874" y="195557"/>
                  <a:pt x="42874" y="191688"/>
                </a:cubicBezTo>
                <a:lnTo>
                  <a:pt x="42874" y="142880"/>
                </a:lnTo>
                <a:close/>
                <a:moveTo>
                  <a:pt x="93766" y="118989"/>
                </a:moveTo>
                <a:cubicBezTo>
                  <a:pt x="95463" y="117248"/>
                  <a:pt x="96312" y="115134"/>
                  <a:pt x="96312" y="112654"/>
                </a:cubicBezTo>
                <a:cubicBezTo>
                  <a:pt x="96312" y="110174"/>
                  <a:pt x="95434" y="108075"/>
                  <a:pt x="93693" y="106370"/>
                </a:cubicBezTo>
                <a:cubicBezTo>
                  <a:pt x="91952" y="104659"/>
                  <a:pt x="89838" y="103803"/>
                  <a:pt x="87358" y="103803"/>
                </a:cubicBezTo>
                <a:cubicBezTo>
                  <a:pt x="84878" y="103803"/>
                  <a:pt x="82779" y="104673"/>
                  <a:pt x="81074" y="106422"/>
                </a:cubicBezTo>
                <a:cubicBezTo>
                  <a:pt x="79363" y="108163"/>
                  <a:pt x="78507" y="110277"/>
                  <a:pt x="78507" y="112756"/>
                </a:cubicBezTo>
                <a:cubicBezTo>
                  <a:pt x="78507" y="115236"/>
                  <a:pt x="79377" y="117328"/>
                  <a:pt x="81118" y="119040"/>
                </a:cubicBezTo>
                <a:cubicBezTo>
                  <a:pt x="82867" y="120752"/>
                  <a:pt x="84973" y="121608"/>
                  <a:pt x="87461" y="121608"/>
                </a:cubicBezTo>
                <a:cubicBezTo>
                  <a:pt x="89940" y="121608"/>
                  <a:pt x="92033" y="120737"/>
                  <a:pt x="93744" y="118989"/>
                </a:cubicBezTo>
                <a:close/>
                <a:moveTo>
                  <a:pt x="160356" y="118989"/>
                </a:moveTo>
                <a:cubicBezTo>
                  <a:pt x="162068" y="117248"/>
                  <a:pt x="162924" y="115134"/>
                  <a:pt x="162924" y="112654"/>
                </a:cubicBezTo>
                <a:cubicBezTo>
                  <a:pt x="162924" y="110174"/>
                  <a:pt x="162046" y="108075"/>
                  <a:pt x="160305" y="106370"/>
                </a:cubicBezTo>
                <a:cubicBezTo>
                  <a:pt x="158564" y="104659"/>
                  <a:pt x="156450" y="103803"/>
                  <a:pt x="153970" y="103803"/>
                </a:cubicBezTo>
                <a:cubicBezTo>
                  <a:pt x="151490" y="103803"/>
                  <a:pt x="149391" y="104673"/>
                  <a:pt x="147679" y="106422"/>
                </a:cubicBezTo>
                <a:cubicBezTo>
                  <a:pt x="145953" y="108163"/>
                  <a:pt x="145090" y="110284"/>
                  <a:pt x="145090" y="112778"/>
                </a:cubicBezTo>
                <a:cubicBezTo>
                  <a:pt x="145090" y="115258"/>
                  <a:pt x="145968" y="117358"/>
                  <a:pt x="147709" y="119070"/>
                </a:cubicBezTo>
                <a:cubicBezTo>
                  <a:pt x="149450" y="120774"/>
                  <a:pt x="151564" y="121630"/>
                  <a:pt x="154043" y="121630"/>
                </a:cubicBezTo>
                <a:cubicBezTo>
                  <a:pt x="156523" y="121630"/>
                  <a:pt x="158623" y="120759"/>
                  <a:pt x="160335" y="119018"/>
                </a:cubicBezTo>
                <a:close/>
                <a:moveTo>
                  <a:pt x="87256" y="167496"/>
                </a:moveTo>
                <a:lnTo>
                  <a:pt x="154146" y="167496"/>
                </a:lnTo>
                <a:cubicBezTo>
                  <a:pt x="155755" y="167496"/>
                  <a:pt x="157116" y="166955"/>
                  <a:pt x="158220" y="165865"/>
                </a:cubicBezTo>
                <a:cubicBezTo>
                  <a:pt x="159310" y="164775"/>
                  <a:pt x="159852" y="163422"/>
                  <a:pt x="159852" y="161812"/>
                </a:cubicBezTo>
                <a:cubicBezTo>
                  <a:pt x="159852" y="160203"/>
                  <a:pt x="159310" y="158850"/>
                  <a:pt x="158220" y="157738"/>
                </a:cubicBezTo>
                <a:cubicBezTo>
                  <a:pt x="157130" y="156633"/>
                  <a:pt x="155770" y="156084"/>
                  <a:pt x="154146" y="156084"/>
                </a:cubicBezTo>
                <a:lnTo>
                  <a:pt x="87256" y="156084"/>
                </a:lnTo>
                <a:cubicBezTo>
                  <a:pt x="85646" y="156084"/>
                  <a:pt x="84293" y="156648"/>
                  <a:pt x="83181" y="157789"/>
                </a:cubicBezTo>
                <a:cubicBezTo>
                  <a:pt x="82091" y="158930"/>
                  <a:pt x="81550" y="160305"/>
                  <a:pt x="81550" y="161915"/>
                </a:cubicBezTo>
                <a:cubicBezTo>
                  <a:pt x="81550" y="163524"/>
                  <a:pt x="82091" y="164855"/>
                  <a:pt x="83181" y="165916"/>
                </a:cubicBezTo>
                <a:cubicBezTo>
                  <a:pt x="84271" y="166969"/>
                  <a:pt x="85632" y="167496"/>
                  <a:pt x="87256" y="167496"/>
                </a:cubicBezTo>
                <a:close/>
                <a:moveTo>
                  <a:pt x="57380" y="194782"/>
                </a:moveTo>
                <a:lnTo>
                  <a:pt x="184043" y="194782"/>
                </a:lnTo>
                <a:cubicBezTo>
                  <a:pt x="184884" y="194782"/>
                  <a:pt x="185609" y="194489"/>
                  <a:pt x="186230" y="193904"/>
                </a:cubicBezTo>
                <a:cubicBezTo>
                  <a:pt x="186838" y="193311"/>
                  <a:pt x="187137" y="192580"/>
                  <a:pt x="187137" y="191688"/>
                </a:cubicBezTo>
                <a:lnTo>
                  <a:pt x="187137" y="67439"/>
                </a:lnTo>
                <a:cubicBezTo>
                  <a:pt x="187137" y="66605"/>
                  <a:pt x="186838" y="65873"/>
                  <a:pt x="186230" y="65252"/>
                </a:cubicBezTo>
                <a:cubicBezTo>
                  <a:pt x="185609" y="64652"/>
                  <a:pt x="184884" y="64352"/>
                  <a:pt x="184043" y="64352"/>
                </a:cubicBezTo>
                <a:lnTo>
                  <a:pt x="57380" y="64352"/>
                </a:lnTo>
                <a:cubicBezTo>
                  <a:pt x="56546" y="64352"/>
                  <a:pt x="55815" y="64652"/>
                  <a:pt x="55193" y="65252"/>
                </a:cubicBezTo>
                <a:cubicBezTo>
                  <a:pt x="54593" y="65873"/>
                  <a:pt x="54293" y="66605"/>
                  <a:pt x="54293" y="67439"/>
                </a:cubicBezTo>
                <a:lnTo>
                  <a:pt x="54293" y="191688"/>
                </a:lnTo>
                <a:cubicBezTo>
                  <a:pt x="54293" y="192595"/>
                  <a:pt x="54593" y="193333"/>
                  <a:pt x="55193" y="193904"/>
                </a:cubicBezTo>
                <a:cubicBezTo>
                  <a:pt x="55815" y="194489"/>
                  <a:pt x="56546" y="194782"/>
                  <a:pt x="57380" y="194782"/>
                </a:cubicBezTo>
                <a:close/>
                <a:moveTo>
                  <a:pt x="120701" y="12947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8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7190" y="207152"/>
                </a:moveTo>
                <a:cubicBezTo>
                  <a:pt x="89158" y="207152"/>
                  <a:pt x="82325" y="204211"/>
                  <a:pt x="76693" y="198330"/>
                </a:cubicBezTo>
                <a:cubicBezTo>
                  <a:pt x="71060" y="192441"/>
                  <a:pt x="67958" y="185667"/>
                  <a:pt x="67395" y="178008"/>
                </a:cubicBezTo>
                <a:cubicBezTo>
                  <a:pt x="58339" y="176969"/>
                  <a:pt x="50775" y="172961"/>
                  <a:pt x="44711" y="165989"/>
                </a:cubicBezTo>
                <a:cubicBezTo>
                  <a:pt x="38639" y="159018"/>
                  <a:pt x="35610" y="150613"/>
                  <a:pt x="35610" y="140796"/>
                </a:cubicBezTo>
                <a:cubicBezTo>
                  <a:pt x="35610" y="137387"/>
                  <a:pt x="36035" y="134080"/>
                  <a:pt x="36891" y="130862"/>
                </a:cubicBezTo>
                <a:cubicBezTo>
                  <a:pt x="37746" y="127643"/>
                  <a:pt x="39027" y="124563"/>
                  <a:pt x="40738" y="121630"/>
                </a:cubicBezTo>
                <a:cubicBezTo>
                  <a:pt x="38690" y="118616"/>
                  <a:pt x="37169" y="115405"/>
                  <a:pt x="36159" y="112003"/>
                </a:cubicBezTo>
                <a:cubicBezTo>
                  <a:pt x="35135" y="108594"/>
                  <a:pt x="34623" y="104915"/>
                  <a:pt x="34623" y="100964"/>
                </a:cubicBezTo>
                <a:cubicBezTo>
                  <a:pt x="34623" y="91469"/>
                  <a:pt x="37878" y="83305"/>
                  <a:pt x="44381" y="76466"/>
                </a:cubicBezTo>
                <a:cubicBezTo>
                  <a:pt x="50885" y="69611"/>
                  <a:pt x="58726" y="65661"/>
                  <a:pt x="67892" y="64622"/>
                </a:cubicBezTo>
                <a:cubicBezTo>
                  <a:pt x="67892" y="64374"/>
                  <a:pt x="67878" y="64110"/>
                  <a:pt x="67841" y="63847"/>
                </a:cubicBezTo>
                <a:cubicBezTo>
                  <a:pt x="67812" y="63591"/>
                  <a:pt x="67797" y="63298"/>
                  <a:pt x="67797" y="62969"/>
                </a:cubicBezTo>
                <a:cubicBezTo>
                  <a:pt x="67995" y="54871"/>
                  <a:pt x="70943" y="48017"/>
                  <a:pt x="76649" y="42421"/>
                </a:cubicBezTo>
                <a:cubicBezTo>
                  <a:pt x="82347" y="36825"/>
                  <a:pt x="89245" y="34023"/>
                  <a:pt x="97343" y="34023"/>
                </a:cubicBezTo>
                <a:cubicBezTo>
                  <a:pt x="102332" y="34023"/>
                  <a:pt x="106619" y="34952"/>
                  <a:pt x="110189" y="36817"/>
                </a:cubicBezTo>
                <a:cubicBezTo>
                  <a:pt x="113781" y="38675"/>
                  <a:pt x="117270" y="41441"/>
                  <a:pt x="120679" y="45113"/>
                </a:cubicBezTo>
                <a:cubicBezTo>
                  <a:pt x="124161" y="41441"/>
                  <a:pt x="127636" y="38675"/>
                  <a:pt x="131088" y="36817"/>
                </a:cubicBezTo>
                <a:cubicBezTo>
                  <a:pt x="134556" y="34952"/>
                  <a:pt x="138813" y="34023"/>
                  <a:pt x="143861" y="34023"/>
                </a:cubicBezTo>
                <a:cubicBezTo>
                  <a:pt x="151703" y="34023"/>
                  <a:pt x="158455" y="36839"/>
                  <a:pt x="164102" y="42472"/>
                </a:cubicBezTo>
                <a:cubicBezTo>
                  <a:pt x="169771" y="48105"/>
                  <a:pt x="172756" y="54937"/>
                  <a:pt x="173056" y="62969"/>
                </a:cubicBezTo>
                <a:lnTo>
                  <a:pt x="173056" y="63898"/>
                </a:lnTo>
                <a:cubicBezTo>
                  <a:pt x="173056" y="64184"/>
                  <a:pt x="173019" y="64425"/>
                  <a:pt x="172953" y="64622"/>
                </a:cubicBezTo>
                <a:cubicBezTo>
                  <a:pt x="182222" y="65398"/>
                  <a:pt x="190173" y="69238"/>
                  <a:pt x="196794" y="76144"/>
                </a:cubicBezTo>
                <a:cubicBezTo>
                  <a:pt x="203414" y="83049"/>
                  <a:pt x="206728" y="91323"/>
                  <a:pt x="206728" y="100964"/>
                </a:cubicBezTo>
                <a:cubicBezTo>
                  <a:pt x="206728" y="104900"/>
                  <a:pt x="206157" y="108623"/>
                  <a:pt x="205016" y="112127"/>
                </a:cubicBezTo>
                <a:cubicBezTo>
                  <a:pt x="203875" y="115609"/>
                  <a:pt x="202324" y="118828"/>
                  <a:pt x="200363" y="121783"/>
                </a:cubicBezTo>
                <a:cubicBezTo>
                  <a:pt x="202075" y="124885"/>
                  <a:pt x="203399" y="128118"/>
                  <a:pt x="204335" y="131491"/>
                </a:cubicBezTo>
                <a:cubicBezTo>
                  <a:pt x="205272" y="134856"/>
                  <a:pt x="205747" y="138228"/>
                  <a:pt x="205747" y="141600"/>
                </a:cubicBezTo>
                <a:cubicBezTo>
                  <a:pt x="205747" y="151417"/>
                  <a:pt x="202712" y="159705"/>
                  <a:pt x="196640" y="166443"/>
                </a:cubicBezTo>
                <a:cubicBezTo>
                  <a:pt x="190576" y="173180"/>
                  <a:pt x="182982" y="177035"/>
                  <a:pt x="173860" y="178008"/>
                </a:cubicBezTo>
                <a:cubicBezTo>
                  <a:pt x="173275" y="185667"/>
                  <a:pt x="170166" y="192441"/>
                  <a:pt x="164533" y="198330"/>
                </a:cubicBezTo>
                <a:cubicBezTo>
                  <a:pt x="158879" y="204211"/>
                  <a:pt x="152127" y="207152"/>
                  <a:pt x="144263" y="207152"/>
                </a:cubicBezTo>
                <a:cubicBezTo>
                  <a:pt x="138981" y="207152"/>
                  <a:pt x="134622" y="206245"/>
                  <a:pt x="131183" y="204438"/>
                </a:cubicBezTo>
                <a:cubicBezTo>
                  <a:pt x="127782" y="202646"/>
                  <a:pt x="124285" y="199881"/>
                  <a:pt x="120701" y="196142"/>
                </a:cubicBezTo>
                <a:cubicBezTo>
                  <a:pt x="117116" y="199881"/>
                  <a:pt x="113590" y="202653"/>
                  <a:pt x="110138" y="204460"/>
                </a:cubicBezTo>
                <a:cubicBezTo>
                  <a:pt x="106685" y="206274"/>
                  <a:pt x="102376" y="207181"/>
                  <a:pt x="97212" y="207181"/>
                </a:cubicBezTo>
                <a:close/>
                <a:moveTo>
                  <a:pt x="126407" y="62362"/>
                </a:moveTo>
                <a:lnTo>
                  <a:pt x="126407" y="178813"/>
                </a:lnTo>
                <a:cubicBezTo>
                  <a:pt x="126407" y="183524"/>
                  <a:pt x="128177" y="187525"/>
                  <a:pt x="131717" y="190810"/>
                </a:cubicBezTo>
                <a:cubicBezTo>
                  <a:pt x="135251" y="194094"/>
                  <a:pt x="139508" y="195740"/>
                  <a:pt x="144490" y="195740"/>
                </a:cubicBezTo>
                <a:cubicBezTo>
                  <a:pt x="149267" y="195740"/>
                  <a:pt x="153385" y="193809"/>
                  <a:pt x="156838" y="189954"/>
                </a:cubicBezTo>
                <a:cubicBezTo>
                  <a:pt x="160269" y="186099"/>
                  <a:pt x="162156" y="181929"/>
                  <a:pt x="162493" y="177452"/>
                </a:cubicBezTo>
                <a:cubicBezTo>
                  <a:pt x="157986" y="176567"/>
                  <a:pt x="153802" y="174943"/>
                  <a:pt x="149947" y="172580"/>
                </a:cubicBezTo>
                <a:cubicBezTo>
                  <a:pt x="146070" y="170210"/>
                  <a:pt x="142837" y="167160"/>
                  <a:pt x="140240" y="163422"/>
                </a:cubicBezTo>
                <a:cubicBezTo>
                  <a:pt x="139150" y="162098"/>
                  <a:pt x="138740" y="160700"/>
                  <a:pt x="139011" y="159223"/>
                </a:cubicBezTo>
                <a:cubicBezTo>
                  <a:pt x="139274" y="157767"/>
                  <a:pt x="140108" y="156516"/>
                  <a:pt x="141498" y="155477"/>
                </a:cubicBezTo>
                <a:cubicBezTo>
                  <a:pt x="142888" y="154453"/>
                  <a:pt x="144329" y="154080"/>
                  <a:pt x="145821" y="154343"/>
                </a:cubicBezTo>
                <a:cubicBezTo>
                  <a:pt x="147313" y="154614"/>
                  <a:pt x="148557" y="155455"/>
                  <a:pt x="149545" y="156860"/>
                </a:cubicBezTo>
                <a:cubicBezTo>
                  <a:pt x="151820" y="160166"/>
                  <a:pt x="154709" y="162668"/>
                  <a:pt x="158191" y="164380"/>
                </a:cubicBezTo>
                <a:cubicBezTo>
                  <a:pt x="161681" y="166092"/>
                  <a:pt x="165455" y="166947"/>
                  <a:pt x="169508" y="166947"/>
                </a:cubicBezTo>
                <a:cubicBezTo>
                  <a:pt x="176465" y="166947"/>
                  <a:pt x="182353" y="164592"/>
                  <a:pt x="187159" y="159881"/>
                </a:cubicBezTo>
                <a:cubicBezTo>
                  <a:pt x="191973" y="155170"/>
                  <a:pt x="194379" y="149076"/>
                  <a:pt x="194379" y="141600"/>
                </a:cubicBezTo>
                <a:cubicBezTo>
                  <a:pt x="194379" y="139786"/>
                  <a:pt x="194175" y="137987"/>
                  <a:pt x="193772" y="136194"/>
                </a:cubicBezTo>
                <a:cubicBezTo>
                  <a:pt x="193370" y="134395"/>
                  <a:pt x="192880" y="132559"/>
                  <a:pt x="192295" y="130686"/>
                </a:cubicBezTo>
                <a:cubicBezTo>
                  <a:pt x="189339" y="132998"/>
                  <a:pt x="186033" y="134761"/>
                  <a:pt x="182361" y="135968"/>
                </a:cubicBezTo>
                <a:cubicBezTo>
                  <a:pt x="178688" y="137189"/>
                  <a:pt x="174863" y="137804"/>
                  <a:pt x="170890" y="137804"/>
                </a:cubicBezTo>
                <a:cubicBezTo>
                  <a:pt x="169230" y="137804"/>
                  <a:pt x="167869" y="137262"/>
                  <a:pt x="166794" y="136194"/>
                </a:cubicBezTo>
                <a:cubicBezTo>
                  <a:pt x="165719" y="135119"/>
                  <a:pt x="165185" y="133751"/>
                  <a:pt x="165185" y="132091"/>
                </a:cubicBezTo>
                <a:cubicBezTo>
                  <a:pt x="165185" y="130430"/>
                  <a:pt x="165719" y="129069"/>
                  <a:pt x="166794" y="127994"/>
                </a:cubicBezTo>
                <a:cubicBezTo>
                  <a:pt x="167869" y="126919"/>
                  <a:pt x="169230" y="126385"/>
                  <a:pt x="170890" y="126385"/>
                </a:cubicBezTo>
                <a:cubicBezTo>
                  <a:pt x="177781" y="126385"/>
                  <a:pt x="183582" y="123912"/>
                  <a:pt x="188293" y="118967"/>
                </a:cubicBezTo>
                <a:cubicBezTo>
                  <a:pt x="193004" y="114022"/>
                  <a:pt x="195360" y="108016"/>
                  <a:pt x="195360" y="100964"/>
                </a:cubicBezTo>
                <a:cubicBezTo>
                  <a:pt x="195360" y="94169"/>
                  <a:pt x="192924" y="88360"/>
                  <a:pt x="188045" y="83532"/>
                </a:cubicBezTo>
                <a:cubicBezTo>
                  <a:pt x="183143" y="78704"/>
                  <a:pt x="177430" y="76122"/>
                  <a:pt x="170890" y="75793"/>
                </a:cubicBezTo>
                <a:cubicBezTo>
                  <a:pt x="169347" y="79626"/>
                  <a:pt x="167101" y="82998"/>
                  <a:pt x="164153" y="85902"/>
                </a:cubicBezTo>
                <a:cubicBezTo>
                  <a:pt x="161220" y="88799"/>
                  <a:pt x="157833" y="90979"/>
                  <a:pt x="153992" y="92435"/>
                </a:cubicBezTo>
                <a:cubicBezTo>
                  <a:pt x="152500" y="93020"/>
                  <a:pt x="151052" y="92991"/>
                  <a:pt x="149647" y="92340"/>
                </a:cubicBezTo>
                <a:cubicBezTo>
                  <a:pt x="148235" y="91681"/>
                  <a:pt x="147306" y="90599"/>
                  <a:pt x="146853" y="89092"/>
                </a:cubicBezTo>
                <a:cubicBezTo>
                  <a:pt x="146370" y="87600"/>
                  <a:pt x="146414" y="86136"/>
                  <a:pt x="147006" y="84695"/>
                </a:cubicBezTo>
                <a:cubicBezTo>
                  <a:pt x="147591" y="83247"/>
                  <a:pt x="148667" y="82259"/>
                  <a:pt x="150225" y="81725"/>
                </a:cubicBezTo>
                <a:cubicBezTo>
                  <a:pt x="153692" y="80518"/>
                  <a:pt x="156472" y="78295"/>
                  <a:pt x="158572" y="75061"/>
                </a:cubicBezTo>
                <a:cubicBezTo>
                  <a:pt x="160649" y="71777"/>
                  <a:pt x="161688" y="68097"/>
                  <a:pt x="161688" y="64023"/>
                </a:cubicBezTo>
                <a:cubicBezTo>
                  <a:pt x="161688" y="58873"/>
                  <a:pt x="159947" y="54491"/>
                  <a:pt x="156457" y="50870"/>
                </a:cubicBezTo>
                <a:cubicBezTo>
                  <a:pt x="152968" y="47264"/>
                  <a:pt x="148828" y="45464"/>
                  <a:pt x="144036" y="45464"/>
                </a:cubicBezTo>
                <a:cubicBezTo>
                  <a:pt x="139223" y="45464"/>
                  <a:pt x="135082" y="47110"/>
                  <a:pt x="131615" y="50394"/>
                </a:cubicBezTo>
                <a:cubicBezTo>
                  <a:pt x="128148" y="53679"/>
                  <a:pt x="126407" y="57673"/>
                  <a:pt x="126407" y="62384"/>
                </a:cubicBezTo>
                <a:close/>
                <a:moveTo>
                  <a:pt x="114995" y="178813"/>
                </a:moveTo>
                <a:lnTo>
                  <a:pt x="114995" y="62362"/>
                </a:lnTo>
                <a:cubicBezTo>
                  <a:pt x="114995" y="57651"/>
                  <a:pt x="113283" y="53650"/>
                  <a:pt x="109860" y="50365"/>
                </a:cubicBezTo>
                <a:cubicBezTo>
                  <a:pt x="106443" y="47081"/>
                  <a:pt x="102274" y="45442"/>
                  <a:pt x="97365" y="45442"/>
                </a:cubicBezTo>
                <a:cubicBezTo>
                  <a:pt x="92552" y="45442"/>
                  <a:pt x="88375" y="47249"/>
                  <a:pt x="84820" y="50870"/>
                </a:cubicBezTo>
                <a:cubicBezTo>
                  <a:pt x="81250" y="54491"/>
                  <a:pt x="79465" y="58895"/>
                  <a:pt x="79465" y="64074"/>
                </a:cubicBezTo>
                <a:cubicBezTo>
                  <a:pt x="79465" y="68178"/>
                  <a:pt x="80489" y="71813"/>
                  <a:pt x="82552" y="74988"/>
                </a:cubicBezTo>
                <a:cubicBezTo>
                  <a:pt x="84630" y="78134"/>
                  <a:pt x="87373" y="80284"/>
                  <a:pt x="90774" y="81425"/>
                </a:cubicBezTo>
                <a:cubicBezTo>
                  <a:pt x="92340" y="81960"/>
                  <a:pt x="93466" y="82947"/>
                  <a:pt x="94169" y="84388"/>
                </a:cubicBezTo>
                <a:cubicBezTo>
                  <a:pt x="94878" y="85829"/>
                  <a:pt x="94995" y="87256"/>
                  <a:pt x="94527" y="88668"/>
                </a:cubicBezTo>
                <a:cubicBezTo>
                  <a:pt x="93869" y="90174"/>
                  <a:pt x="92808" y="91294"/>
                  <a:pt x="91330" y="92033"/>
                </a:cubicBezTo>
                <a:cubicBezTo>
                  <a:pt x="89853" y="92771"/>
                  <a:pt x="88338" y="92815"/>
                  <a:pt x="86780" y="92157"/>
                </a:cubicBezTo>
                <a:cubicBezTo>
                  <a:pt x="82940" y="90818"/>
                  <a:pt x="79597" y="88704"/>
                  <a:pt x="76744" y="85822"/>
                </a:cubicBezTo>
                <a:cubicBezTo>
                  <a:pt x="73898" y="82954"/>
                  <a:pt x="71660" y="79604"/>
                  <a:pt x="70028" y="75764"/>
                </a:cubicBezTo>
                <a:cubicBezTo>
                  <a:pt x="63642" y="76268"/>
                  <a:pt x="58053" y="78902"/>
                  <a:pt x="53262" y="83664"/>
                </a:cubicBezTo>
                <a:cubicBezTo>
                  <a:pt x="48463" y="88419"/>
                  <a:pt x="46071" y="94191"/>
                  <a:pt x="46071" y="100964"/>
                </a:cubicBezTo>
                <a:cubicBezTo>
                  <a:pt x="46071" y="108002"/>
                  <a:pt x="48419" y="113993"/>
                  <a:pt x="53130" y="118938"/>
                </a:cubicBezTo>
                <a:cubicBezTo>
                  <a:pt x="57841" y="123883"/>
                  <a:pt x="63642" y="126355"/>
                  <a:pt x="70533" y="126355"/>
                </a:cubicBezTo>
                <a:cubicBezTo>
                  <a:pt x="72194" y="126355"/>
                  <a:pt x="73562" y="126897"/>
                  <a:pt x="74637" y="127965"/>
                </a:cubicBezTo>
                <a:cubicBezTo>
                  <a:pt x="75705" y="129040"/>
                  <a:pt x="76246" y="130408"/>
                  <a:pt x="76246" y="132069"/>
                </a:cubicBezTo>
                <a:cubicBezTo>
                  <a:pt x="76246" y="133729"/>
                  <a:pt x="75705" y="135090"/>
                  <a:pt x="74637" y="136165"/>
                </a:cubicBezTo>
                <a:cubicBezTo>
                  <a:pt x="73562" y="137240"/>
                  <a:pt x="72194" y="137774"/>
                  <a:pt x="70533" y="137774"/>
                </a:cubicBezTo>
                <a:cubicBezTo>
                  <a:pt x="66561" y="137774"/>
                  <a:pt x="62742" y="137138"/>
                  <a:pt x="59070" y="135865"/>
                </a:cubicBezTo>
                <a:cubicBezTo>
                  <a:pt x="55398" y="134592"/>
                  <a:pt x="52084" y="132851"/>
                  <a:pt x="49136" y="130657"/>
                </a:cubicBezTo>
                <a:cubicBezTo>
                  <a:pt x="48434" y="132317"/>
                  <a:pt x="47915" y="134000"/>
                  <a:pt x="47578" y="135712"/>
                </a:cubicBezTo>
                <a:cubicBezTo>
                  <a:pt x="47242" y="137423"/>
                  <a:pt x="47066" y="139186"/>
                  <a:pt x="47051" y="140993"/>
                </a:cubicBezTo>
                <a:cubicBezTo>
                  <a:pt x="47051" y="148455"/>
                  <a:pt x="49429" y="154636"/>
                  <a:pt x="54191" y="159552"/>
                </a:cubicBezTo>
                <a:cubicBezTo>
                  <a:pt x="58953" y="164446"/>
                  <a:pt x="64776" y="166896"/>
                  <a:pt x="71667" y="166896"/>
                </a:cubicBezTo>
                <a:cubicBezTo>
                  <a:pt x="75690" y="166896"/>
                  <a:pt x="79443" y="165989"/>
                  <a:pt x="82932" y="164175"/>
                </a:cubicBezTo>
                <a:cubicBezTo>
                  <a:pt x="86422" y="162368"/>
                  <a:pt x="89355" y="159910"/>
                  <a:pt x="91733" y="156809"/>
                </a:cubicBezTo>
                <a:cubicBezTo>
                  <a:pt x="92720" y="155572"/>
                  <a:pt x="93986" y="154775"/>
                  <a:pt x="95529" y="154424"/>
                </a:cubicBezTo>
                <a:cubicBezTo>
                  <a:pt x="97073" y="154073"/>
                  <a:pt x="98492" y="154387"/>
                  <a:pt x="99779" y="155375"/>
                </a:cubicBezTo>
                <a:cubicBezTo>
                  <a:pt x="101001" y="156436"/>
                  <a:pt x="101776" y="157723"/>
                  <a:pt x="102091" y="159252"/>
                </a:cubicBezTo>
                <a:cubicBezTo>
                  <a:pt x="102413" y="160773"/>
                  <a:pt x="102062" y="162149"/>
                  <a:pt x="101038" y="163370"/>
                </a:cubicBezTo>
                <a:cubicBezTo>
                  <a:pt x="98375" y="167108"/>
                  <a:pt x="95127" y="170166"/>
                  <a:pt x="91308" y="172529"/>
                </a:cubicBezTo>
                <a:cubicBezTo>
                  <a:pt x="87482" y="174892"/>
                  <a:pt x="83357" y="176487"/>
                  <a:pt x="78931" y="177306"/>
                </a:cubicBezTo>
                <a:cubicBezTo>
                  <a:pt x="79202" y="181849"/>
                  <a:pt x="81089" y="186047"/>
                  <a:pt x="84593" y="189903"/>
                </a:cubicBezTo>
                <a:cubicBezTo>
                  <a:pt x="88097" y="193758"/>
                  <a:pt x="92296" y="195689"/>
                  <a:pt x="97190" y="195689"/>
                </a:cubicBezTo>
                <a:cubicBezTo>
                  <a:pt x="102120" y="195689"/>
                  <a:pt x="106319" y="194043"/>
                  <a:pt x="109787" y="190758"/>
                </a:cubicBezTo>
                <a:cubicBezTo>
                  <a:pt x="113276" y="187474"/>
                  <a:pt x="115017" y="183473"/>
                  <a:pt x="115017" y="178762"/>
                </a:cubicBezTo>
                <a:close/>
                <a:moveTo>
                  <a:pt x="120701" y="12059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70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02199"/>
                </a:moveTo>
                <a:lnTo>
                  <a:pt x="114995" y="123919"/>
                </a:lnTo>
                <a:lnTo>
                  <a:pt x="46620" y="84388"/>
                </a:lnTo>
                <a:lnTo>
                  <a:pt x="46620" y="160934"/>
                </a:lnTo>
                <a:cubicBezTo>
                  <a:pt x="46620" y="161454"/>
                  <a:pt x="46744" y="161944"/>
                  <a:pt x="47000" y="162390"/>
                </a:cubicBezTo>
                <a:cubicBezTo>
                  <a:pt x="47249" y="162844"/>
                  <a:pt x="47637" y="163231"/>
                  <a:pt x="48156" y="163553"/>
                </a:cubicBezTo>
                <a:lnTo>
                  <a:pt x="114995" y="202199"/>
                </a:lnTo>
                <a:close/>
                <a:moveTo>
                  <a:pt x="126407" y="202199"/>
                </a:moveTo>
                <a:lnTo>
                  <a:pt x="193246" y="163553"/>
                </a:lnTo>
                <a:cubicBezTo>
                  <a:pt x="193765" y="163231"/>
                  <a:pt x="194153" y="162844"/>
                  <a:pt x="194401" y="162390"/>
                </a:cubicBezTo>
                <a:cubicBezTo>
                  <a:pt x="194657" y="161944"/>
                  <a:pt x="194782" y="161454"/>
                  <a:pt x="194782" y="160934"/>
                </a:cubicBezTo>
                <a:lnTo>
                  <a:pt x="194782" y="84242"/>
                </a:lnTo>
                <a:lnTo>
                  <a:pt x="126407" y="123868"/>
                </a:lnTo>
                <a:lnTo>
                  <a:pt x="126407" y="202199"/>
                </a:lnTo>
                <a:close/>
                <a:moveTo>
                  <a:pt x="120701" y="114285"/>
                </a:moveTo>
                <a:lnTo>
                  <a:pt x="188169" y="75010"/>
                </a:lnTo>
                <a:lnTo>
                  <a:pt x="122237" y="36861"/>
                </a:lnTo>
                <a:cubicBezTo>
                  <a:pt x="121718" y="36613"/>
                  <a:pt x="121198" y="36488"/>
                  <a:pt x="120679" y="36488"/>
                </a:cubicBezTo>
                <a:cubicBezTo>
                  <a:pt x="120159" y="36488"/>
                  <a:pt x="119633" y="36613"/>
                  <a:pt x="119113" y="36861"/>
                </a:cubicBezTo>
                <a:lnTo>
                  <a:pt x="53086" y="75010"/>
                </a:lnTo>
                <a:lnTo>
                  <a:pt x="120701" y="114285"/>
                </a:lnTo>
                <a:close/>
                <a:moveTo>
                  <a:pt x="42450" y="173429"/>
                </a:moveTo>
                <a:cubicBezTo>
                  <a:pt x="40117" y="172090"/>
                  <a:pt x="38324" y="170298"/>
                  <a:pt x="37066" y="168052"/>
                </a:cubicBezTo>
                <a:cubicBezTo>
                  <a:pt x="35808" y="165806"/>
                  <a:pt x="35179" y="163407"/>
                  <a:pt x="35179" y="160861"/>
                </a:cubicBezTo>
                <a:lnTo>
                  <a:pt x="35179" y="80592"/>
                </a:lnTo>
                <a:cubicBezTo>
                  <a:pt x="35179" y="78046"/>
                  <a:pt x="35808" y="75646"/>
                  <a:pt x="37066" y="73401"/>
                </a:cubicBezTo>
                <a:cubicBezTo>
                  <a:pt x="38324" y="71155"/>
                  <a:pt x="40117" y="69363"/>
                  <a:pt x="42450" y="68017"/>
                </a:cubicBezTo>
                <a:lnTo>
                  <a:pt x="113437" y="27030"/>
                </a:lnTo>
                <a:cubicBezTo>
                  <a:pt x="115763" y="25757"/>
                  <a:pt x="118192" y="25120"/>
                  <a:pt x="120723" y="25120"/>
                </a:cubicBezTo>
                <a:cubicBezTo>
                  <a:pt x="123254" y="25120"/>
                  <a:pt x="125661" y="25757"/>
                  <a:pt x="127943" y="27030"/>
                </a:cubicBezTo>
                <a:lnTo>
                  <a:pt x="198930" y="68017"/>
                </a:lnTo>
                <a:cubicBezTo>
                  <a:pt x="201263" y="69363"/>
                  <a:pt x="203055" y="71155"/>
                  <a:pt x="204314" y="73401"/>
                </a:cubicBezTo>
                <a:cubicBezTo>
                  <a:pt x="205572" y="75646"/>
                  <a:pt x="206201" y="78046"/>
                  <a:pt x="206201" y="80592"/>
                </a:cubicBezTo>
                <a:lnTo>
                  <a:pt x="206201" y="160861"/>
                </a:lnTo>
                <a:cubicBezTo>
                  <a:pt x="206201" y="163407"/>
                  <a:pt x="205572" y="165806"/>
                  <a:pt x="204314" y="168052"/>
                </a:cubicBezTo>
                <a:cubicBezTo>
                  <a:pt x="203055" y="170298"/>
                  <a:pt x="201263" y="172090"/>
                  <a:pt x="198930" y="173429"/>
                </a:cubicBezTo>
                <a:lnTo>
                  <a:pt x="127943" y="214423"/>
                </a:lnTo>
                <a:cubicBezTo>
                  <a:pt x="125609" y="215696"/>
                  <a:pt x="123181" y="216332"/>
                  <a:pt x="120650" y="216332"/>
                </a:cubicBezTo>
                <a:cubicBezTo>
                  <a:pt x="118119" y="216332"/>
                  <a:pt x="115712" y="215696"/>
                  <a:pt x="113437" y="214423"/>
                </a:cubicBezTo>
                <a:lnTo>
                  <a:pt x="42450" y="173429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2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6422" y="121930"/>
                </a:moveTo>
                <a:cubicBezTo>
                  <a:pt x="75347" y="123020"/>
                  <a:pt x="74813" y="124380"/>
                  <a:pt x="74813" y="126004"/>
                </a:cubicBezTo>
                <a:lnTo>
                  <a:pt x="74813" y="163348"/>
                </a:lnTo>
                <a:cubicBezTo>
                  <a:pt x="74813" y="164972"/>
                  <a:pt x="75361" y="166333"/>
                  <a:pt x="76466" y="167423"/>
                </a:cubicBezTo>
                <a:cubicBezTo>
                  <a:pt x="77578" y="168513"/>
                  <a:pt x="78938" y="169054"/>
                  <a:pt x="80570" y="169054"/>
                </a:cubicBezTo>
                <a:cubicBezTo>
                  <a:pt x="82194" y="169054"/>
                  <a:pt x="83547" y="168513"/>
                  <a:pt x="84615" y="167423"/>
                </a:cubicBezTo>
                <a:cubicBezTo>
                  <a:pt x="85690" y="166333"/>
                  <a:pt x="86224" y="164972"/>
                  <a:pt x="86224" y="163348"/>
                </a:cubicBezTo>
                <a:lnTo>
                  <a:pt x="86224" y="126004"/>
                </a:lnTo>
                <a:cubicBezTo>
                  <a:pt x="86224" y="124380"/>
                  <a:pt x="85676" y="123020"/>
                  <a:pt x="84564" y="121930"/>
                </a:cubicBezTo>
                <a:cubicBezTo>
                  <a:pt x="83459" y="120840"/>
                  <a:pt x="82091" y="120298"/>
                  <a:pt x="80467" y="120298"/>
                </a:cubicBezTo>
                <a:cubicBezTo>
                  <a:pt x="78843" y="120298"/>
                  <a:pt x="77490" y="120840"/>
                  <a:pt x="76422" y="121930"/>
                </a:cubicBezTo>
                <a:close/>
                <a:moveTo>
                  <a:pt x="156809" y="68924"/>
                </a:moveTo>
                <a:cubicBezTo>
                  <a:pt x="155741" y="70014"/>
                  <a:pt x="155199" y="71374"/>
                  <a:pt x="155199" y="72998"/>
                </a:cubicBezTo>
                <a:lnTo>
                  <a:pt x="155199" y="163326"/>
                </a:lnTo>
                <a:cubicBezTo>
                  <a:pt x="155199" y="164950"/>
                  <a:pt x="155755" y="166304"/>
                  <a:pt x="156860" y="167394"/>
                </a:cubicBezTo>
                <a:cubicBezTo>
                  <a:pt x="157964" y="168484"/>
                  <a:pt x="159332" y="169032"/>
                  <a:pt x="160956" y="169032"/>
                </a:cubicBezTo>
                <a:cubicBezTo>
                  <a:pt x="162588" y="169032"/>
                  <a:pt x="163934" y="168484"/>
                  <a:pt x="165009" y="167394"/>
                </a:cubicBezTo>
                <a:cubicBezTo>
                  <a:pt x="166084" y="166304"/>
                  <a:pt x="166618" y="164950"/>
                  <a:pt x="166618" y="163326"/>
                </a:cubicBezTo>
                <a:lnTo>
                  <a:pt x="166618" y="72998"/>
                </a:lnTo>
                <a:cubicBezTo>
                  <a:pt x="166618" y="71374"/>
                  <a:pt x="166062" y="70014"/>
                  <a:pt x="164958" y="68924"/>
                </a:cubicBezTo>
                <a:cubicBezTo>
                  <a:pt x="163853" y="67834"/>
                  <a:pt x="162485" y="67293"/>
                  <a:pt x="160861" y="67293"/>
                </a:cubicBezTo>
                <a:cubicBezTo>
                  <a:pt x="159230" y="67293"/>
                  <a:pt x="157884" y="67834"/>
                  <a:pt x="156809" y="68924"/>
                </a:cubicBezTo>
                <a:close/>
                <a:moveTo>
                  <a:pt x="116604" y="143385"/>
                </a:moveTo>
                <a:cubicBezTo>
                  <a:pt x="115529" y="144504"/>
                  <a:pt x="114995" y="145850"/>
                  <a:pt x="114995" y="147409"/>
                </a:cubicBezTo>
                <a:lnTo>
                  <a:pt x="114995" y="163348"/>
                </a:lnTo>
                <a:cubicBezTo>
                  <a:pt x="114995" y="164972"/>
                  <a:pt x="115544" y="166333"/>
                  <a:pt x="116655" y="167423"/>
                </a:cubicBezTo>
                <a:cubicBezTo>
                  <a:pt x="117760" y="168513"/>
                  <a:pt x="119128" y="169054"/>
                  <a:pt x="120752" y="169054"/>
                </a:cubicBezTo>
                <a:cubicBezTo>
                  <a:pt x="122376" y="169054"/>
                  <a:pt x="123729" y="168513"/>
                  <a:pt x="124797" y="167423"/>
                </a:cubicBezTo>
                <a:cubicBezTo>
                  <a:pt x="125873" y="166333"/>
                  <a:pt x="126407" y="164972"/>
                  <a:pt x="126407" y="163348"/>
                </a:cubicBezTo>
                <a:lnTo>
                  <a:pt x="126407" y="147409"/>
                </a:lnTo>
                <a:cubicBezTo>
                  <a:pt x="126407" y="145850"/>
                  <a:pt x="125858" y="144504"/>
                  <a:pt x="124746" y="143385"/>
                </a:cubicBezTo>
                <a:cubicBezTo>
                  <a:pt x="123642" y="142259"/>
                  <a:pt x="122274" y="141695"/>
                  <a:pt x="120650" y="141695"/>
                </a:cubicBezTo>
                <a:cubicBezTo>
                  <a:pt x="119026" y="141695"/>
                  <a:pt x="117672" y="142259"/>
                  <a:pt x="116604" y="143385"/>
                </a:cubicBezTo>
                <a:close/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46620" y="46620"/>
                </a:moveTo>
                <a:lnTo>
                  <a:pt x="46620" y="194782"/>
                </a:lnTo>
                <a:lnTo>
                  <a:pt x="46620" y="46620"/>
                </a:lnTo>
                <a:close/>
                <a:moveTo>
                  <a:pt x="124797" y="116121"/>
                </a:moveTo>
                <a:cubicBezTo>
                  <a:pt x="125873" y="115017"/>
                  <a:pt x="126407" y="113649"/>
                  <a:pt x="126407" y="112025"/>
                </a:cubicBezTo>
                <a:cubicBezTo>
                  <a:pt x="126407" y="110401"/>
                  <a:pt x="125858" y="109048"/>
                  <a:pt x="124746" y="107980"/>
                </a:cubicBezTo>
                <a:cubicBezTo>
                  <a:pt x="123642" y="106904"/>
                  <a:pt x="122274" y="106370"/>
                  <a:pt x="120650" y="106370"/>
                </a:cubicBezTo>
                <a:cubicBezTo>
                  <a:pt x="119026" y="106370"/>
                  <a:pt x="117672" y="106919"/>
                  <a:pt x="116604" y="108031"/>
                </a:cubicBezTo>
                <a:cubicBezTo>
                  <a:pt x="115529" y="109135"/>
                  <a:pt x="114995" y="110503"/>
                  <a:pt x="114995" y="112127"/>
                </a:cubicBezTo>
                <a:cubicBezTo>
                  <a:pt x="114995" y="113751"/>
                  <a:pt x="115544" y="115105"/>
                  <a:pt x="116655" y="116173"/>
                </a:cubicBezTo>
                <a:cubicBezTo>
                  <a:pt x="117760" y="117248"/>
                  <a:pt x="119128" y="117782"/>
                  <a:pt x="120752" y="117782"/>
                </a:cubicBezTo>
                <a:cubicBezTo>
                  <a:pt x="122376" y="117782"/>
                  <a:pt x="123729" y="117233"/>
                  <a:pt x="124797" y="11612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4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1871" y="196142"/>
                </a:moveTo>
                <a:cubicBezTo>
                  <a:pt x="169808" y="196142"/>
                  <a:pt x="168081" y="195440"/>
                  <a:pt x="166691" y="194050"/>
                </a:cubicBezTo>
                <a:cubicBezTo>
                  <a:pt x="165302" y="192660"/>
                  <a:pt x="164607" y="190934"/>
                  <a:pt x="164607" y="188871"/>
                </a:cubicBezTo>
                <a:lnTo>
                  <a:pt x="164607" y="143985"/>
                </a:lnTo>
                <a:cubicBezTo>
                  <a:pt x="164607" y="141922"/>
                  <a:pt x="165302" y="140196"/>
                  <a:pt x="166691" y="138806"/>
                </a:cubicBezTo>
                <a:cubicBezTo>
                  <a:pt x="168081" y="137416"/>
                  <a:pt x="169808" y="136721"/>
                  <a:pt x="171871" y="136721"/>
                </a:cubicBezTo>
                <a:lnTo>
                  <a:pt x="188900" y="136721"/>
                </a:lnTo>
                <a:cubicBezTo>
                  <a:pt x="190956" y="136721"/>
                  <a:pt x="192682" y="137416"/>
                  <a:pt x="194080" y="138806"/>
                </a:cubicBezTo>
                <a:cubicBezTo>
                  <a:pt x="195469" y="140196"/>
                  <a:pt x="196164" y="141922"/>
                  <a:pt x="196164" y="143985"/>
                </a:cubicBezTo>
                <a:lnTo>
                  <a:pt x="196164" y="188871"/>
                </a:lnTo>
                <a:cubicBezTo>
                  <a:pt x="196164" y="190934"/>
                  <a:pt x="195469" y="192660"/>
                  <a:pt x="194080" y="194050"/>
                </a:cubicBezTo>
                <a:cubicBezTo>
                  <a:pt x="192682" y="195440"/>
                  <a:pt x="190956" y="196142"/>
                  <a:pt x="188900" y="196142"/>
                </a:cubicBezTo>
                <a:lnTo>
                  <a:pt x="171871" y="196142"/>
                </a:lnTo>
                <a:close/>
                <a:moveTo>
                  <a:pt x="112201" y="196142"/>
                </a:moveTo>
                <a:cubicBezTo>
                  <a:pt x="110138" y="196142"/>
                  <a:pt x="108411" y="195440"/>
                  <a:pt x="107021" y="194050"/>
                </a:cubicBezTo>
                <a:cubicBezTo>
                  <a:pt x="105631" y="192660"/>
                  <a:pt x="104937" y="190934"/>
                  <a:pt x="104937" y="188871"/>
                </a:cubicBezTo>
                <a:lnTo>
                  <a:pt x="104937" y="52509"/>
                </a:lnTo>
                <a:cubicBezTo>
                  <a:pt x="104937" y="50446"/>
                  <a:pt x="105631" y="48719"/>
                  <a:pt x="107021" y="47322"/>
                </a:cubicBezTo>
                <a:cubicBezTo>
                  <a:pt x="108411" y="45932"/>
                  <a:pt x="110138" y="45237"/>
                  <a:pt x="112201" y="45237"/>
                </a:cubicBezTo>
                <a:lnTo>
                  <a:pt x="129223" y="45237"/>
                </a:lnTo>
                <a:cubicBezTo>
                  <a:pt x="131286" y="45237"/>
                  <a:pt x="133012" y="45932"/>
                  <a:pt x="134402" y="47322"/>
                </a:cubicBezTo>
                <a:cubicBezTo>
                  <a:pt x="135799" y="48719"/>
                  <a:pt x="136494" y="50446"/>
                  <a:pt x="136494" y="52509"/>
                </a:cubicBezTo>
                <a:lnTo>
                  <a:pt x="136494" y="188871"/>
                </a:lnTo>
                <a:cubicBezTo>
                  <a:pt x="136494" y="190934"/>
                  <a:pt x="135799" y="192660"/>
                  <a:pt x="134402" y="194050"/>
                </a:cubicBezTo>
                <a:cubicBezTo>
                  <a:pt x="133012" y="195440"/>
                  <a:pt x="131286" y="196142"/>
                  <a:pt x="129223" y="196142"/>
                </a:cubicBezTo>
                <a:lnTo>
                  <a:pt x="112201" y="196142"/>
                </a:lnTo>
                <a:close/>
                <a:moveTo>
                  <a:pt x="52530" y="196142"/>
                </a:moveTo>
                <a:cubicBezTo>
                  <a:pt x="50468" y="196142"/>
                  <a:pt x="48741" y="195440"/>
                  <a:pt x="47351" y="194050"/>
                </a:cubicBezTo>
                <a:cubicBezTo>
                  <a:pt x="45961" y="192660"/>
                  <a:pt x="45259" y="190934"/>
                  <a:pt x="45259" y="188871"/>
                </a:cubicBezTo>
                <a:lnTo>
                  <a:pt x="45259" y="101864"/>
                </a:lnTo>
                <a:cubicBezTo>
                  <a:pt x="45259" y="99772"/>
                  <a:pt x="45961" y="98031"/>
                  <a:pt x="47351" y="96634"/>
                </a:cubicBezTo>
                <a:cubicBezTo>
                  <a:pt x="48741" y="95259"/>
                  <a:pt x="50468" y="94571"/>
                  <a:pt x="52530" y="94571"/>
                </a:cubicBezTo>
                <a:lnTo>
                  <a:pt x="69553" y="94571"/>
                </a:lnTo>
                <a:cubicBezTo>
                  <a:pt x="71616" y="94571"/>
                  <a:pt x="73342" y="95273"/>
                  <a:pt x="74732" y="96663"/>
                </a:cubicBezTo>
                <a:cubicBezTo>
                  <a:pt x="76122" y="98053"/>
                  <a:pt x="76824" y="99779"/>
                  <a:pt x="76824" y="101842"/>
                </a:cubicBezTo>
                <a:lnTo>
                  <a:pt x="76824" y="188849"/>
                </a:lnTo>
                <a:cubicBezTo>
                  <a:pt x="76824" y="190941"/>
                  <a:pt x="76122" y="192682"/>
                  <a:pt x="74732" y="194080"/>
                </a:cubicBezTo>
                <a:cubicBezTo>
                  <a:pt x="73342" y="195469"/>
                  <a:pt x="71616" y="196164"/>
                  <a:pt x="69553" y="196164"/>
                </a:cubicBezTo>
                <a:lnTo>
                  <a:pt x="52530" y="19616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6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561" y="194782"/>
                </a:moveTo>
                <a:lnTo>
                  <a:pt x="85142" y="194782"/>
                </a:lnTo>
                <a:lnTo>
                  <a:pt x="85142" y="106970"/>
                </a:lnTo>
                <a:lnTo>
                  <a:pt x="36561" y="106970"/>
                </a:lnTo>
                <a:lnTo>
                  <a:pt x="36561" y="194782"/>
                </a:lnTo>
                <a:close/>
                <a:moveTo>
                  <a:pt x="96539" y="194782"/>
                </a:moveTo>
                <a:lnTo>
                  <a:pt x="144863" y="194782"/>
                </a:lnTo>
                <a:lnTo>
                  <a:pt x="144863" y="46620"/>
                </a:lnTo>
                <a:lnTo>
                  <a:pt x="96539" y="46620"/>
                </a:lnTo>
                <a:lnTo>
                  <a:pt x="96539" y="194782"/>
                </a:lnTo>
                <a:close/>
                <a:moveTo>
                  <a:pt x="156260" y="194782"/>
                </a:moveTo>
                <a:lnTo>
                  <a:pt x="204840" y="194782"/>
                </a:lnTo>
                <a:lnTo>
                  <a:pt x="204840" y="127087"/>
                </a:lnTo>
                <a:lnTo>
                  <a:pt x="156282" y="127087"/>
                </a:lnTo>
                <a:lnTo>
                  <a:pt x="156282" y="194782"/>
                </a:lnTo>
                <a:close/>
                <a:moveTo>
                  <a:pt x="25150" y="191688"/>
                </a:moveTo>
                <a:lnTo>
                  <a:pt x="25150" y="110064"/>
                </a:lnTo>
                <a:cubicBezTo>
                  <a:pt x="25150" y="106122"/>
                  <a:pt x="26576" y="102720"/>
                  <a:pt x="29444" y="99852"/>
                </a:cubicBezTo>
                <a:cubicBezTo>
                  <a:pt x="32311" y="96985"/>
                  <a:pt x="35713" y="95558"/>
                  <a:pt x="39656" y="95558"/>
                </a:cubicBezTo>
                <a:lnTo>
                  <a:pt x="85120" y="95558"/>
                </a:lnTo>
                <a:lnTo>
                  <a:pt x="85120" y="49714"/>
                </a:lnTo>
                <a:cubicBezTo>
                  <a:pt x="85120" y="45771"/>
                  <a:pt x="86553" y="42370"/>
                  <a:pt x="89421" y="39502"/>
                </a:cubicBezTo>
                <a:cubicBezTo>
                  <a:pt x="92289" y="36635"/>
                  <a:pt x="95690" y="35208"/>
                  <a:pt x="99626" y="35208"/>
                </a:cubicBezTo>
                <a:lnTo>
                  <a:pt x="141747" y="35208"/>
                </a:lnTo>
                <a:cubicBezTo>
                  <a:pt x="145690" y="35208"/>
                  <a:pt x="149091" y="36635"/>
                  <a:pt x="151959" y="39502"/>
                </a:cubicBezTo>
                <a:cubicBezTo>
                  <a:pt x="154826" y="42370"/>
                  <a:pt x="156260" y="45771"/>
                  <a:pt x="156260" y="49714"/>
                </a:cubicBezTo>
                <a:lnTo>
                  <a:pt x="156260" y="115675"/>
                </a:lnTo>
                <a:lnTo>
                  <a:pt x="201724" y="115675"/>
                </a:lnTo>
                <a:cubicBezTo>
                  <a:pt x="205660" y="115675"/>
                  <a:pt x="209061" y="117102"/>
                  <a:pt x="211929" y="119969"/>
                </a:cubicBezTo>
                <a:cubicBezTo>
                  <a:pt x="214796" y="122837"/>
                  <a:pt x="216230" y="126238"/>
                  <a:pt x="216230" y="130181"/>
                </a:cubicBezTo>
                <a:lnTo>
                  <a:pt x="216230" y="191688"/>
                </a:lnTo>
                <a:cubicBezTo>
                  <a:pt x="216230" y="195630"/>
                  <a:pt x="214796" y="199032"/>
                  <a:pt x="211929" y="201900"/>
                </a:cubicBezTo>
                <a:cubicBezTo>
                  <a:pt x="209061" y="204767"/>
                  <a:pt x="205660" y="206201"/>
                  <a:pt x="201724" y="206201"/>
                </a:cubicBezTo>
                <a:lnTo>
                  <a:pt x="39656" y="206201"/>
                </a:lnTo>
                <a:cubicBezTo>
                  <a:pt x="35713" y="206201"/>
                  <a:pt x="32311" y="204767"/>
                  <a:pt x="29444" y="201900"/>
                </a:cubicBezTo>
                <a:cubicBezTo>
                  <a:pt x="26576" y="199032"/>
                  <a:pt x="25150" y="195630"/>
                  <a:pt x="25150" y="19168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8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4301" y="207079"/>
                </a:moveTo>
                <a:cubicBezTo>
                  <a:pt x="33226" y="205989"/>
                  <a:pt x="32692" y="204628"/>
                  <a:pt x="32692" y="203004"/>
                </a:cubicBezTo>
                <a:lnTo>
                  <a:pt x="32692" y="192895"/>
                </a:lnTo>
                <a:cubicBezTo>
                  <a:pt x="32692" y="191271"/>
                  <a:pt x="33240" y="189910"/>
                  <a:pt x="34352" y="188820"/>
                </a:cubicBezTo>
                <a:cubicBezTo>
                  <a:pt x="35457" y="187730"/>
                  <a:pt x="36825" y="187189"/>
                  <a:pt x="38449" y="187189"/>
                </a:cubicBezTo>
                <a:cubicBezTo>
                  <a:pt x="40073" y="187189"/>
                  <a:pt x="41426" y="187730"/>
                  <a:pt x="42494" y="188820"/>
                </a:cubicBezTo>
                <a:cubicBezTo>
                  <a:pt x="43569" y="189910"/>
                  <a:pt x="44103" y="191271"/>
                  <a:pt x="44103" y="192895"/>
                </a:cubicBezTo>
                <a:lnTo>
                  <a:pt x="44103" y="203004"/>
                </a:lnTo>
                <a:cubicBezTo>
                  <a:pt x="44103" y="204613"/>
                  <a:pt x="43555" y="205974"/>
                  <a:pt x="42450" y="207079"/>
                </a:cubicBezTo>
                <a:cubicBezTo>
                  <a:pt x="41338" y="208169"/>
                  <a:pt x="39970" y="208710"/>
                  <a:pt x="38346" y="208710"/>
                </a:cubicBezTo>
                <a:cubicBezTo>
                  <a:pt x="36722" y="208710"/>
                  <a:pt x="35369" y="208169"/>
                  <a:pt x="34301" y="207079"/>
                </a:cubicBezTo>
                <a:close/>
                <a:moveTo>
                  <a:pt x="75486" y="207079"/>
                </a:moveTo>
                <a:cubicBezTo>
                  <a:pt x="74432" y="205989"/>
                  <a:pt x="73905" y="204628"/>
                  <a:pt x="73905" y="203004"/>
                </a:cubicBezTo>
                <a:lnTo>
                  <a:pt x="73905" y="151300"/>
                </a:lnTo>
                <a:cubicBezTo>
                  <a:pt x="73905" y="149691"/>
                  <a:pt x="74447" y="148338"/>
                  <a:pt x="75537" y="147233"/>
                </a:cubicBezTo>
                <a:cubicBezTo>
                  <a:pt x="76627" y="146143"/>
                  <a:pt x="77980" y="145594"/>
                  <a:pt x="79589" y="145594"/>
                </a:cubicBezTo>
                <a:cubicBezTo>
                  <a:pt x="81199" y="145594"/>
                  <a:pt x="82552" y="146143"/>
                  <a:pt x="83664" y="147233"/>
                </a:cubicBezTo>
                <a:cubicBezTo>
                  <a:pt x="84769" y="148323"/>
                  <a:pt x="85317" y="149676"/>
                  <a:pt x="85317" y="151300"/>
                </a:cubicBezTo>
                <a:lnTo>
                  <a:pt x="85317" y="203004"/>
                </a:lnTo>
                <a:cubicBezTo>
                  <a:pt x="85317" y="204613"/>
                  <a:pt x="84754" y="205974"/>
                  <a:pt x="83613" y="207079"/>
                </a:cubicBezTo>
                <a:cubicBezTo>
                  <a:pt x="82472" y="208169"/>
                  <a:pt x="81096" y="208710"/>
                  <a:pt x="79487" y="208710"/>
                </a:cubicBezTo>
                <a:cubicBezTo>
                  <a:pt x="77878" y="208710"/>
                  <a:pt x="76546" y="208169"/>
                  <a:pt x="75486" y="207079"/>
                </a:cubicBezTo>
                <a:close/>
                <a:moveTo>
                  <a:pt x="116604" y="207079"/>
                </a:moveTo>
                <a:cubicBezTo>
                  <a:pt x="115529" y="205989"/>
                  <a:pt x="114995" y="204628"/>
                  <a:pt x="114995" y="203004"/>
                </a:cubicBezTo>
                <a:lnTo>
                  <a:pt x="114995" y="167752"/>
                </a:lnTo>
                <a:cubicBezTo>
                  <a:pt x="114995" y="166121"/>
                  <a:pt x="115544" y="164768"/>
                  <a:pt x="116655" y="163678"/>
                </a:cubicBezTo>
                <a:cubicBezTo>
                  <a:pt x="117760" y="162588"/>
                  <a:pt x="119128" y="162039"/>
                  <a:pt x="120752" y="162039"/>
                </a:cubicBezTo>
                <a:cubicBezTo>
                  <a:pt x="122376" y="162039"/>
                  <a:pt x="123729" y="162588"/>
                  <a:pt x="124797" y="163678"/>
                </a:cubicBezTo>
                <a:cubicBezTo>
                  <a:pt x="125873" y="164768"/>
                  <a:pt x="126407" y="166121"/>
                  <a:pt x="126407" y="167752"/>
                </a:cubicBezTo>
                <a:lnTo>
                  <a:pt x="126407" y="203004"/>
                </a:lnTo>
                <a:cubicBezTo>
                  <a:pt x="126407" y="204613"/>
                  <a:pt x="125858" y="205974"/>
                  <a:pt x="124746" y="207079"/>
                </a:cubicBezTo>
                <a:cubicBezTo>
                  <a:pt x="123642" y="208169"/>
                  <a:pt x="122274" y="208710"/>
                  <a:pt x="120650" y="208710"/>
                </a:cubicBezTo>
                <a:cubicBezTo>
                  <a:pt x="119026" y="208710"/>
                  <a:pt x="117672" y="208169"/>
                  <a:pt x="116604" y="207079"/>
                </a:cubicBezTo>
                <a:close/>
                <a:moveTo>
                  <a:pt x="157789" y="207079"/>
                </a:moveTo>
                <a:cubicBezTo>
                  <a:pt x="156735" y="205989"/>
                  <a:pt x="156209" y="204628"/>
                  <a:pt x="156209" y="203004"/>
                </a:cubicBezTo>
                <a:lnTo>
                  <a:pt x="156209" y="145295"/>
                </a:lnTo>
                <a:cubicBezTo>
                  <a:pt x="156209" y="143671"/>
                  <a:pt x="156750" y="142310"/>
                  <a:pt x="157840" y="141220"/>
                </a:cubicBezTo>
                <a:cubicBezTo>
                  <a:pt x="158930" y="140130"/>
                  <a:pt x="160283" y="139589"/>
                  <a:pt x="161893" y="139589"/>
                </a:cubicBezTo>
                <a:cubicBezTo>
                  <a:pt x="163502" y="139589"/>
                  <a:pt x="164855" y="140130"/>
                  <a:pt x="165967" y="141220"/>
                </a:cubicBezTo>
                <a:cubicBezTo>
                  <a:pt x="167072" y="142310"/>
                  <a:pt x="167620" y="143671"/>
                  <a:pt x="167620" y="145295"/>
                </a:cubicBezTo>
                <a:lnTo>
                  <a:pt x="167620" y="203004"/>
                </a:lnTo>
                <a:cubicBezTo>
                  <a:pt x="167620" y="204613"/>
                  <a:pt x="167050" y="205974"/>
                  <a:pt x="165916" y="207079"/>
                </a:cubicBezTo>
                <a:cubicBezTo>
                  <a:pt x="164775" y="208169"/>
                  <a:pt x="163400" y="208710"/>
                  <a:pt x="161790" y="208710"/>
                </a:cubicBezTo>
                <a:cubicBezTo>
                  <a:pt x="160181" y="208710"/>
                  <a:pt x="158850" y="208169"/>
                  <a:pt x="157789" y="207079"/>
                </a:cubicBezTo>
                <a:close/>
                <a:moveTo>
                  <a:pt x="198908" y="207079"/>
                </a:moveTo>
                <a:cubicBezTo>
                  <a:pt x="197832" y="205989"/>
                  <a:pt x="197298" y="204628"/>
                  <a:pt x="197298" y="203004"/>
                </a:cubicBezTo>
                <a:lnTo>
                  <a:pt x="197298" y="112427"/>
                </a:lnTo>
                <a:cubicBezTo>
                  <a:pt x="197298" y="110803"/>
                  <a:pt x="197847" y="109443"/>
                  <a:pt x="198959" y="108353"/>
                </a:cubicBezTo>
                <a:cubicBezTo>
                  <a:pt x="200063" y="107263"/>
                  <a:pt x="201431" y="106721"/>
                  <a:pt x="203055" y="106721"/>
                </a:cubicBezTo>
                <a:cubicBezTo>
                  <a:pt x="204679" y="106721"/>
                  <a:pt x="206033" y="107263"/>
                  <a:pt x="207101" y="108353"/>
                </a:cubicBezTo>
                <a:cubicBezTo>
                  <a:pt x="208176" y="109443"/>
                  <a:pt x="208710" y="110803"/>
                  <a:pt x="208710" y="112427"/>
                </a:cubicBezTo>
                <a:lnTo>
                  <a:pt x="208710" y="203004"/>
                </a:lnTo>
                <a:cubicBezTo>
                  <a:pt x="208710" y="204613"/>
                  <a:pt x="208161" y="205974"/>
                  <a:pt x="207049" y="207079"/>
                </a:cubicBezTo>
                <a:cubicBezTo>
                  <a:pt x="205945" y="208169"/>
                  <a:pt x="204577" y="208710"/>
                  <a:pt x="202953" y="208710"/>
                </a:cubicBezTo>
                <a:cubicBezTo>
                  <a:pt x="201329" y="208710"/>
                  <a:pt x="199976" y="208169"/>
                  <a:pt x="198908" y="207079"/>
                </a:cubicBezTo>
                <a:close/>
                <a:moveTo>
                  <a:pt x="140744" y="114468"/>
                </a:moveTo>
                <a:cubicBezTo>
                  <a:pt x="138916" y="114468"/>
                  <a:pt x="137116" y="114088"/>
                  <a:pt x="135339" y="113334"/>
                </a:cubicBezTo>
                <a:cubicBezTo>
                  <a:pt x="133561" y="112581"/>
                  <a:pt x="131944" y="111513"/>
                  <a:pt x="130481" y="110138"/>
                </a:cubicBezTo>
                <a:lnTo>
                  <a:pt x="102822" y="82457"/>
                </a:lnTo>
                <a:cubicBezTo>
                  <a:pt x="102237" y="81864"/>
                  <a:pt x="101498" y="81572"/>
                  <a:pt x="100606" y="81572"/>
                </a:cubicBezTo>
                <a:cubicBezTo>
                  <a:pt x="99721" y="81572"/>
                  <a:pt x="98982" y="81864"/>
                  <a:pt x="98397" y="82457"/>
                </a:cubicBezTo>
                <a:lnTo>
                  <a:pt x="42574" y="138001"/>
                </a:lnTo>
                <a:cubicBezTo>
                  <a:pt x="41433" y="139128"/>
                  <a:pt x="40058" y="139676"/>
                  <a:pt x="38449" y="139662"/>
                </a:cubicBezTo>
                <a:cubicBezTo>
                  <a:pt x="36839" y="139647"/>
                  <a:pt x="35486" y="139040"/>
                  <a:pt x="34403" y="137848"/>
                </a:cubicBezTo>
                <a:cubicBezTo>
                  <a:pt x="33430" y="136794"/>
                  <a:pt x="32896" y="135492"/>
                  <a:pt x="32816" y="133956"/>
                </a:cubicBezTo>
                <a:cubicBezTo>
                  <a:pt x="32750" y="132412"/>
                  <a:pt x="33262" y="131088"/>
                  <a:pt x="34352" y="129976"/>
                </a:cubicBezTo>
                <a:lnTo>
                  <a:pt x="90474" y="74257"/>
                </a:lnTo>
                <a:cubicBezTo>
                  <a:pt x="91915" y="72830"/>
                  <a:pt x="93518" y="71799"/>
                  <a:pt x="95280" y="71162"/>
                </a:cubicBezTo>
                <a:cubicBezTo>
                  <a:pt x="97021" y="70511"/>
                  <a:pt x="98784" y="70182"/>
                  <a:pt x="100562" y="70182"/>
                </a:cubicBezTo>
                <a:cubicBezTo>
                  <a:pt x="102332" y="70182"/>
                  <a:pt x="104125" y="70511"/>
                  <a:pt x="105917" y="71162"/>
                </a:cubicBezTo>
                <a:cubicBezTo>
                  <a:pt x="107709" y="71821"/>
                  <a:pt x="109311" y="72845"/>
                  <a:pt x="110716" y="74257"/>
                </a:cubicBezTo>
                <a:lnTo>
                  <a:pt x="138579" y="102091"/>
                </a:lnTo>
                <a:cubicBezTo>
                  <a:pt x="139164" y="102676"/>
                  <a:pt x="139903" y="102976"/>
                  <a:pt x="140796" y="102976"/>
                </a:cubicBezTo>
                <a:cubicBezTo>
                  <a:pt x="141681" y="102976"/>
                  <a:pt x="142420" y="102676"/>
                  <a:pt x="143005" y="102091"/>
                </a:cubicBezTo>
                <a:lnTo>
                  <a:pt x="198959" y="46144"/>
                </a:lnTo>
                <a:cubicBezTo>
                  <a:pt x="200078" y="45018"/>
                  <a:pt x="201417" y="44440"/>
                  <a:pt x="202982" y="44411"/>
                </a:cubicBezTo>
                <a:cubicBezTo>
                  <a:pt x="204540" y="44374"/>
                  <a:pt x="205857" y="44952"/>
                  <a:pt x="206925" y="46144"/>
                </a:cubicBezTo>
                <a:cubicBezTo>
                  <a:pt x="207935" y="47264"/>
                  <a:pt x="208469" y="48588"/>
                  <a:pt x="208534" y="50116"/>
                </a:cubicBezTo>
                <a:cubicBezTo>
                  <a:pt x="208600" y="51660"/>
                  <a:pt x="208088" y="52984"/>
                  <a:pt x="206998" y="54089"/>
                </a:cubicBezTo>
                <a:lnTo>
                  <a:pt x="151000" y="110138"/>
                </a:lnTo>
                <a:cubicBezTo>
                  <a:pt x="149647" y="111601"/>
                  <a:pt x="148052" y="112676"/>
                  <a:pt x="146224" y="113386"/>
                </a:cubicBezTo>
                <a:cubicBezTo>
                  <a:pt x="144395" y="114102"/>
                  <a:pt x="142566" y="114468"/>
                  <a:pt x="140744" y="11446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80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539" y="131183"/>
                </a:moveTo>
                <a:cubicBezTo>
                  <a:pt x="18229" y="130350"/>
                  <a:pt x="17439" y="129164"/>
                  <a:pt x="17176" y="127643"/>
                </a:cubicBezTo>
                <a:cubicBezTo>
                  <a:pt x="16905" y="126099"/>
                  <a:pt x="17183" y="124717"/>
                  <a:pt x="18003" y="123495"/>
                </a:cubicBezTo>
                <a:lnTo>
                  <a:pt x="49912" y="72018"/>
                </a:lnTo>
                <a:cubicBezTo>
                  <a:pt x="52516" y="67812"/>
                  <a:pt x="56232" y="65544"/>
                  <a:pt x="61082" y="65230"/>
                </a:cubicBezTo>
                <a:cubicBezTo>
                  <a:pt x="65925" y="64908"/>
                  <a:pt x="69955" y="66620"/>
                  <a:pt x="73174" y="70358"/>
                </a:cubicBezTo>
                <a:lnTo>
                  <a:pt x="87987" y="87709"/>
                </a:lnTo>
                <a:cubicBezTo>
                  <a:pt x="88689" y="88550"/>
                  <a:pt x="89582" y="88931"/>
                  <a:pt x="90650" y="88865"/>
                </a:cubicBezTo>
                <a:cubicBezTo>
                  <a:pt x="91711" y="88799"/>
                  <a:pt x="92493" y="88280"/>
                  <a:pt x="93013" y="87307"/>
                </a:cubicBezTo>
                <a:lnTo>
                  <a:pt x="119194" y="44813"/>
                </a:lnTo>
                <a:cubicBezTo>
                  <a:pt x="121974" y="40270"/>
                  <a:pt x="126026" y="37944"/>
                  <a:pt x="131337" y="37842"/>
                </a:cubicBezTo>
                <a:cubicBezTo>
                  <a:pt x="136655" y="37746"/>
                  <a:pt x="140752" y="39897"/>
                  <a:pt x="143634" y="44308"/>
                </a:cubicBezTo>
                <a:lnTo>
                  <a:pt x="158798" y="67263"/>
                </a:lnTo>
                <a:cubicBezTo>
                  <a:pt x="159449" y="68170"/>
                  <a:pt x="160342" y="68624"/>
                  <a:pt x="161461" y="68624"/>
                </a:cubicBezTo>
                <a:cubicBezTo>
                  <a:pt x="162588" y="68624"/>
                  <a:pt x="163444" y="68134"/>
                  <a:pt x="164029" y="67168"/>
                </a:cubicBezTo>
                <a:lnTo>
                  <a:pt x="193677" y="20219"/>
                </a:lnTo>
                <a:cubicBezTo>
                  <a:pt x="194445" y="18844"/>
                  <a:pt x="195660" y="18003"/>
                  <a:pt x="197320" y="17703"/>
                </a:cubicBezTo>
                <a:cubicBezTo>
                  <a:pt x="198966" y="17403"/>
                  <a:pt x="200436" y="17776"/>
                  <a:pt x="201746" y="18837"/>
                </a:cubicBezTo>
                <a:cubicBezTo>
                  <a:pt x="202989" y="19707"/>
                  <a:pt x="203714" y="20848"/>
                  <a:pt x="203933" y="22253"/>
                </a:cubicBezTo>
                <a:cubicBezTo>
                  <a:pt x="204153" y="23665"/>
                  <a:pt x="203860" y="24981"/>
                  <a:pt x="203055" y="26203"/>
                </a:cubicBezTo>
                <a:lnTo>
                  <a:pt x="173509" y="73050"/>
                </a:lnTo>
                <a:cubicBezTo>
                  <a:pt x="170722" y="77607"/>
                  <a:pt x="166699" y="79911"/>
                  <a:pt x="161439" y="79962"/>
                </a:cubicBezTo>
                <a:cubicBezTo>
                  <a:pt x="156172" y="80014"/>
                  <a:pt x="152098" y="77878"/>
                  <a:pt x="149215" y="73554"/>
                </a:cubicBezTo>
                <a:lnTo>
                  <a:pt x="134153" y="50943"/>
                </a:lnTo>
                <a:cubicBezTo>
                  <a:pt x="133517" y="49970"/>
                  <a:pt x="132632" y="49502"/>
                  <a:pt x="131491" y="49539"/>
                </a:cubicBezTo>
                <a:cubicBezTo>
                  <a:pt x="130364" y="49568"/>
                  <a:pt x="129508" y="50073"/>
                  <a:pt x="128923" y="51045"/>
                </a:cubicBezTo>
                <a:lnTo>
                  <a:pt x="102749" y="93291"/>
                </a:lnTo>
                <a:cubicBezTo>
                  <a:pt x="100218" y="97446"/>
                  <a:pt x="96466" y="99713"/>
                  <a:pt x="91506" y="100079"/>
                </a:cubicBezTo>
                <a:cubicBezTo>
                  <a:pt x="86546" y="100452"/>
                  <a:pt x="82479" y="98777"/>
                  <a:pt x="79311" y="95054"/>
                </a:cubicBezTo>
                <a:lnTo>
                  <a:pt x="64549" y="77856"/>
                </a:lnTo>
                <a:cubicBezTo>
                  <a:pt x="63898" y="77014"/>
                  <a:pt x="63057" y="76649"/>
                  <a:pt x="62033" y="76744"/>
                </a:cubicBezTo>
                <a:cubicBezTo>
                  <a:pt x="60994" y="76846"/>
                  <a:pt x="60189" y="77351"/>
                  <a:pt x="59619" y="78258"/>
                </a:cubicBezTo>
                <a:lnTo>
                  <a:pt x="27608" y="129501"/>
                </a:lnTo>
                <a:cubicBezTo>
                  <a:pt x="26759" y="130964"/>
                  <a:pt x="25537" y="131871"/>
                  <a:pt x="23965" y="132244"/>
                </a:cubicBezTo>
                <a:cubicBezTo>
                  <a:pt x="22392" y="132610"/>
                  <a:pt x="20907" y="132252"/>
                  <a:pt x="19517" y="131162"/>
                </a:cubicBezTo>
                <a:close/>
                <a:moveTo>
                  <a:pt x="144417" y="184723"/>
                </a:moveTo>
                <a:cubicBezTo>
                  <a:pt x="152763" y="184723"/>
                  <a:pt x="159866" y="181834"/>
                  <a:pt x="165740" y="176048"/>
                </a:cubicBezTo>
                <a:cubicBezTo>
                  <a:pt x="171622" y="170261"/>
                  <a:pt x="174563" y="163180"/>
                  <a:pt x="174563" y="154797"/>
                </a:cubicBezTo>
                <a:cubicBezTo>
                  <a:pt x="174563" y="146465"/>
                  <a:pt x="171658" y="139391"/>
                  <a:pt x="165836" y="133576"/>
                </a:cubicBezTo>
                <a:cubicBezTo>
                  <a:pt x="160020" y="127745"/>
                  <a:pt x="152895" y="124827"/>
                  <a:pt x="144461" y="124827"/>
                </a:cubicBezTo>
                <a:cubicBezTo>
                  <a:pt x="136114" y="124827"/>
                  <a:pt x="129055" y="127782"/>
                  <a:pt x="123290" y="133700"/>
                </a:cubicBezTo>
                <a:cubicBezTo>
                  <a:pt x="117526" y="139618"/>
                  <a:pt x="114651" y="146714"/>
                  <a:pt x="114666" y="154973"/>
                </a:cubicBezTo>
                <a:cubicBezTo>
                  <a:pt x="114666" y="163326"/>
                  <a:pt x="117541" y="170364"/>
                  <a:pt x="123290" y="176099"/>
                </a:cubicBezTo>
                <a:cubicBezTo>
                  <a:pt x="129040" y="181834"/>
                  <a:pt x="136085" y="184709"/>
                  <a:pt x="144417" y="184723"/>
                </a:cubicBezTo>
                <a:close/>
                <a:moveTo>
                  <a:pt x="144461" y="196142"/>
                </a:moveTo>
                <a:cubicBezTo>
                  <a:pt x="133012" y="196142"/>
                  <a:pt x="123283" y="192134"/>
                  <a:pt x="115273" y="184116"/>
                </a:cubicBezTo>
                <a:cubicBezTo>
                  <a:pt x="107255" y="176106"/>
                  <a:pt x="103247" y="166377"/>
                  <a:pt x="103247" y="154921"/>
                </a:cubicBezTo>
                <a:cubicBezTo>
                  <a:pt x="103247" y="143539"/>
                  <a:pt x="107255" y="133780"/>
                  <a:pt x="115273" y="125631"/>
                </a:cubicBezTo>
                <a:cubicBezTo>
                  <a:pt x="123283" y="117497"/>
                  <a:pt x="133012" y="113437"/>
                  <a:pt x="144461" y="113437"/>
                </a:cubicBezTo>
                <a:cubicBezTo>
                  <a:pt x="155997" y="113437"/>
                  <a:pt x="165799" y="117489"/>
                  <a:pt x="173860" y="125602"/>
                </a:cubicBezTo>
                <a:cubicBezTo>
                  <a:pt x="181936" y="133715"/>
                  <a:pt x="185982" y="143502"/>
                  <a:pt x="185982" y="154951"/>
                </a:cubicBezTo>
                <a:cubicBezTo>
                  <a:pt x="185982" y="159742"/>
                  <a:pt x="185235" y="164248"/>
                  <a:pt x="183743" y="168454"/>
                </a:cubicBezTo>
                <a:cubicBezTo>
                  <a:pt x="182251" y="172661"/>
                  <a:pt x="180166" y="176516"/>
                  <a:pt x="177481" y="180020"/>
                </a:cubicBezTo>
                <a:lnTo>
                  <a:pt x="201921" y="204387"/>
                </a:lnTo>
                <a:cubicBezTo>
                  <a:pt x="203048" y="205513"/>
                  <a:pt x="203604" y="206815"/>
                  <a:pt x="203604" y="208308"/>
                </a:cubicBezTo>
                <a:cubicBezTo>
                  <a:pt x="203604" y="209800"/>
                  <a:pt x="203048" y="211109"/>
                  <a:pt x="201921" y="212236"/>
                </a:cubicBezTo>
                <a:cubicBezTo>
                  <a:pt x="200802" y="213355"/>
                  <a:pt x="199478" y="213918"/>
                  <a:pt x="197949" y="213918"/>
                </a:cubicBezTo>
                <a:cubicBezTo>
                  <a:pt x="196420" y="213918"/>
                  <a:pt x="195096" y="213355"/>
                  <a:pt x="193977" y="212236"/>
                </a:cubicBezTo>
                <a:lnTo>
                  <a:pt x="169457" y="187788"/>
                </a:lnTo>
                <a:cubicBezTo>
                  <a:pt x="165953" y="190371"/>
                  <a:pt x="162119" y="192412"/>
                  <a:pt x="157942" y="193904"/>
                </a:cubicBezTo>
                <a:cubicBezTo>
                  <a:pt x="153766" y="195396"/>
                  <a:pt x="149281" y="196142"/>
                  <a:pt x="144490" y="19614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2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9319" y="174109"/>
                </a:moveTo>
                <a:cubicBezTo>
                  <a:pt x="28200" y="172953"/>
                  <a:pt x="27637" y="171607"/>
                  <a:pt x="27637" y="170064"/>
                </a:cubicBezTo>
                <a:cubicBezTo>
                  <a:pt x="27637" y="168520"/>
                  <a:pt x="28200" y="167189"/>
                  <a:pt x="29319" y="166062"/>
                </a:cubicBezTo>
                <a:lnTo>
                  <a:pt x="83181" y="112274"/>
                </a:lnTo>
                <a:cubicBezTo>
                  <a:pt x="85968" y="109494"/>
                  <a:pt x="89355" y="108104"/>
                  <a:pt x="93342" y="108104"/>
                </a:cubicBezTo>
                <a:cubicBezTo>
                  <a:pt x="97329" y="108104"/>
                  <a:pt x="100723" y="109494"/>
                  <a:pt x="103525" y="112274"/>
                </a:cubicBezTo>
                <a:lnTo>
                  <a:pt x="132749" y="141396"/>
                </a:lnTo>
                <a:cubicBezTo>
                  <a:pt x="133334" y="141981"/>
                  <a:pt x="134044" y="142273"/>
                  <a:pt x="134885" y="142273"/>
                </a:cubicBezTo>
                <a:cubicBezTo>
                  <a:pt x="135719" y="142273"/>
                  <a:pt x="136458" y="141981"/>
                  <a:pt x="137094" y="141396"/>
                </a:cubicBezTo>
                <a:lnTo>
                  <a:pt x="197393" y="81345"/>
                </a:lnTo>
                <a:lnTo>
                  <a:pt x="169032" y="81345"/>
                </a:lnTo>
                <a:cubicBezTo>
                  <a:pt x="167408" y="81345"/>
                  <a:pt x="166048" y="80796"/>
                  <a:pt x="164958" y="79684"/>
                </a:cubicBezTo>
                <a:cubicBezTo>
                  <a:pt x="163868" y="78580"/>
                  <a:pt x="163326" y="77212"/>
                  <a:pt x="163326" y="75588"/>
                </a:cubicBezTo>
                <a:cubicBezTo>
                  <a:pt x="163326" y="73964"/>
                  <a:pt x="163868" y="72611"/>
                  <a:pt x="164958" y="71543"/>
                </a:cubicBezTo>
                <a:cubicBezTo>
                  <a:pt x="166048" y="70467"/>
                  <a:pt x="167408" y="69933"/>
                  <a:pt x="169032" y="69933"/>
                </a:cubicBezTo>
                <a:lnTo>
                  <a:pt x="208988" y="69933"/>
                </a:lnTo>
                <a:cubicBezTo>
                  <a:pt x="211065" y="69933"/>
                  <a:pt x="212792" y="70621"/>
                  <a:pt x="214167" y="71996"/>
                </a:cubicBezTo>
                <a:cubicBezTo>
                  <a:pt x="215557" y="73386"/>
                  <a:pt x="216259" y="75120"/>
                  <a:pt x="216259" y="77197"/>
                </a:cubicBezTo>
                <a:lnTo>
                  <a:pt x="216259" y="117153"/>
                </a:lnTo>
                <a:cubicBezTo>
                  <a:pt x="216259" y="118645"/>
                  <a:pt x="215733" y="119969"/>
                  <a:pt x="214694" y="121125"/>
                </a:cubicBezTo>
                <a:cubicBezTo>
                  <a:pt x="213655" y="122288"/>
                  <a:pt x="212360" y="122866"/>
                  <a:pt x="210802" y="122866"/>
                </a:cubicBezTo>
                <a:cubicBezTo>
                  <a:pt x="209237" y="122866"/>
                  <a:pt x="207891" y="122303"/>
                  <a:pt x="206749" y="121176"/>
                </a:cubicBezTo>
                <a:cubicBezTo>
                  <a:pt x="205594" y="120057"/>
                  <a:pt x="205016" y="118748"/>
                  <a:pt x="205016" y="117255"/>
                </a:cubicBezTo>
                <a:lnTo>
                  <a:pt x="205016" y="89721"/>
                </a:lnTo>
                <a:lnTo>
                  <a:pt x="144790" y="149771"/>
                </a:lnTo>
                <a:cubicBezTo>
                  <a:pt x="142076" y="152551"/>
                  <a:pt x="138725" y="153941"/>
                  <a:pt x="134731" y="153941"/>
                </a:cubicBezTo>
                <a:cubicBezTo>
                  <a:pt x="130723" y="153941"/>
                  <a:pt x="127328" y="152551"/>
                  <a:pt x="124549" y="149771"/>
                </a:cubicBezTo>
                <a:lnTo>
                  <a:pt x="95427" y="120825"/>
                </a:lnTo>
                <a:cubicBezTo>
                  <a:pt x="94790" y="120240"/>
                  <a:pt x="94037" y="119947"/>
                  <a:pt x="93166" y="119947"/>
                </a:cubicBezTo>
                <a:cubicBezTo>
                  <a:pt x="92296" y="119947"/>
                  <a:pt x="91564" y="120240"/>
                  <a:pt x="90979" y="120825"/>
                </a:cubicBezTo>
                <a:lnTo>
                  <a:pt x="37520" y="174160"/>
                </a:lnTo>
                <a:cubicBezTo>
                  <a:pt x="36327" y="175353"/>
                  <a:pt x="34959" y="175945"/>
                  <a:pt x="33416" y="175945"/>
                </a:cubicBezTo>
                <a:cubicBezTo>
                  <a:pt x="31880" y="175945"/>
                  <a:pt x="30512" y="175345"/>
                  <a:pt x="29319" y="17413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4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7393" y="165082"/>
                </a:moveTo>
                <a:lnTo>
                  <a:pt x="137072" y="104988"/>
                </a:lnTo>
                <a:cubicBezTo>
                  <a:pt x="136436" y="104395"/>
                  <a:pt x="135697" y="104103"/>
                  <a:pt x="134856" y="104103"/>
                </a:cubicBezTo>
                <a:cubicBezTo>
                  <a:pt x="134022" y="104103"/>
                  <a:pt x="133305" y="104395"/>
                  <a:pt x="132720" y="104988"/>
                </a:cubicBezTo>
                <a:lnTo>
                  <a:pt x="103525" y="134183"/>
                </a:lnTo>
                <a:cubicBezTo>
                  <a:pt x="100745" y="136962"/>
                  <a:pt x="97358" y="138352"/>
                  <a:pt x="93364" y="138352"/>
                </a:cubicBezTo>
                <a:cubicBezTo>
                  <a:pt x="89377" y="138352"/>
                  <a:pt x="85983" y="136962"/>
                  <a:pt x="83181" y="134183"/>
                </a:cubicBezTo>
                <a:lnTo>
                  <a:pt x="29319" y="80343"/>
                </a:lnTo>
                <a:cubicBezTo>
                  <a:pt x="28200" y="79216"/>
                  <a:pt x="27637" y="77856"/>
                  <a:pt x="27637" y="76246"/>
                </a:cubicBezTo>
                <a:cubicBezTo>
                  <a:pt x="27637" y="74637"/>
                  <a:pt x="28200" y="73232"/>
                  <a:pt x="29319" y="72040"/>
                </a:cubicBezTo>
                <a:cubicBezTo>
                  <a:pt x="30512" y="70921"/>
                  <a:pt x="31880" y="70358"/>
                  <a:pt x="33416" y="70358"/>
                </a:cubicBezTo>
                <a:cubicBezTo>
                  <a:pt x="34959" y="70358"/>
                  <a:pt x="36327" y="70921"/>
                  <a:pt x="37520" y="72040"/>
                </a:cubicBezTo>
                <a:lnTo>
                  <a:pt x="90950" y="125653"/>
                </a:lnTo>
                <a:cubicBezTo>
                  <a:pt x="91542" y="126238"/>
                  <a:pt x="92267" y="126538"/>
                  <a:pt x="93144" y="126538"/>
                </a:cubicBezTo>
                <a:cubicBezTo>
                  <a:pt x="94015" y="126538"/>
                  <a:pt x="94768" y="126238"/>
                  <a:pt x="95405" y="125653"/>
                </a:cubicBezTo>
                <a:lnTo>
                  <a:pt x="124527" y="96436"/>
                </a:lnTo>
                <a:cubicBezTo>
                  <a:pt x="127306" y="93722"/>
                  <a:pt x="130693" y="92362"/>
                  <a:pt x="134680" y="92362"/>
                </a:cubicBezTo>
                <a:cubicBezTo>
                  <a:pt x="138674" y="92362"/>
                  <a:pt x="142032" y="93722"/>
                  <a:pt x="144768" y="96436"/>
                </a:cubicBezTo>
                <a:lnTo>
                  <a:pt x="204994" y="156735"/>
                </a:lnTo>
                <a:lnTo>
                  <a:pt x="204994" y="129128"/>
                </a:lnTo>
                <a:cubicBezTo>
                  <a:pt x="204994" y="127519"/>
                  <a:pt x="205572" y="126180"/>
                  <a:pt x="206728" y="125126"/>
                </a:cubicBezTo>
                <a:cubicBezTo>
                  <a:pt x="207883" y="124088"/>
                  <a:pt x="209237" y="123568"/>
                  <a:pt x="210802" y="123568"/>
                </a:cubicBezTo>
                <a:cubicBezTo>
                  <a:pt x="212360" y="123568"/>
                  <a:pt x="213655" y="124088"/>
                  <a:pt x="214694" y="125126"/>
                </a:cubicBezTo>
                <a:cubicBezTo>
                  <a:pt x="215733" y="126165"/>
                  <a:pt x="216259" y="127497"/>
                  <a:pt x="216259" y="129128"/>
                </a:cubicBezTo>
                <a:lnTo>
                  <a:pt x="216259" y="169230"/>
                </a:lnTo>
                <a:cubicBezTo>
                  <a:pt x="216259" y="171315"/>
                  <a:pt x="215572" y="173041"/>
                  <a:pt x="214196" y="174416"/>
                </a:cubicBezTo>
                <a:cubicBezTo>
                  <a:pt x="212821" y="175784"/>
                  <a:pt x="211095" y="176472"/>
                  <a:pt x="209017" y="176472"/>
                </a:cubicBezTo>
                <a:lnTo>
                  <a:pt x="169032" y="176472"/>
                </a:lnTo>
                <a:cubicBezTo>
                  <a:pt x="167408" y="176472"/>
                  <a:pt x="166048" y="175923"/>
                  <a:pt x="164958" y="174819"/>
                </a:cubicBezTo>
                <a:cubicBezTo>
                  <a:pt x="163868" y="173707"/>
                  <a:pt x="163326" y="172339"/>
                  <a:pt x="163326" y="170715"/>
                </a:cubicBezTo>
                <a:cubicBezTo>
                  <a:pt x="163326" y="169091"/>
                  <a:pt x="163868" y="167738"/>
                  <a:pt x="164958" y="166670"/>
                </a:cubicBezTo>
                <a:cubicBezTo>
                  <a:pt x="166048" y="165594"/>
                  <a:pt x="167408" y="165060"/>
                  <a:pt x="169032" y="165060"/>
                </a:cubicBezTo>
                <a:lnTo>
                  <a:pt x="197393" y="16506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6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407" y="114995"/>
                </a:moveTo>
                <a:lnTo>
                  <a:pt x="204687" y="114995"/>
                </a:lnTo>
                <a:cubicBezTo>
                  <a:pt x="203297" y="94088"/>
                  <a:pt x="195148" y="76049"/>
                  <a:pt x="180247" y="60877"/>
                </a:cubicBezTo>
                <a:cubicBezTo>
                  <a:pt x="165360" y="45727"/>
                  <a:pt x="147416" y="37666"/>
                  <a:pt x="126407" y="36715"/>
                </a:cubicBezTo>
                <a:lnTo>
                  <a:pt x="126407" y="114995"/>
                </a:lnTo>
                <a:close/>
                <a:moveTo>
                  <a:pt x="114995" y="204687"/>
                </a:moveTo>
                <a:lnTo>
                  <a:pt x="114995" y="36715"/>
                </a:lnTo>
                <a:cubicBezTo>
                  <a:pt x="93035" y="38039"/>
                  <a:pt x="74469" y="46825"/>
                  <a:pt x="59297" y="63064"/>
                </a:cubicBezTo>
                <a:cubicBezTo>
                  <a:pt x="44125" y="79297"/>
                  <a:pt x="36539" y="98506"/>
                  <a:pt x="36539" y="120701"/>
                </a:cubicBezTo>
                <a:cubicBezTo>
                  <a:pt x="36539" y="142895"/>
                  <a:pt x="44125" y="162105"/>
                  <a:pt x="59297" y="178337"/>
                </a:cubicBezTo>
                <a:cubicBezTo>
                  <a:pt x="74469" y="194577"/>
                  <a:pt x="93035" y="203363"/>
                  <a:pt x="114995" y="204687"/>
                </a:cubicBezTo>
                <a:close/>
                <a:moveTo>
                  <a:pt x="126407" y="204687"/>
                </a:moveTo>
                <a:cubicBezTo>
                  <a:pt x="147416" y="203736"/>
                  <a:pt x="165353" y="195667"/>
                  <a:pt x="180225" y="180495"/>
                </a:cubicBezTo>
                <a:cubicBezTo>
                  <a:pt x="195089" y="165324"/>
                  <a:pt x="203246" y="147292"/>
                  <a:pt x="204687" y="126385"/>
                </a:cubicBezTo>
                <a:lnTo>
                  <a:pt x="126407" y="126385"/>
                </a:lnTo>
                <a:lnTo>
                  <a:pt x="126407" y="204687"/>
                </a:lnTo>
                <a:close/>
                <a:moveTo>
                  <a:pt x="120701" y="120701"/>
                </a:moveTo>
                <a:close/>
                <a:moveTo>
                  <a:pt x="120723" y="216259"/>
                </a:moveTo>
                <a:cubicBezTo>
                  <a:pt x="107519" y="216259"/>
                  <a:pt x="95090" y="213750"/>
                  <a:pt x="83459" y="208739"/>
                </a:cubicBez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9"/>
                  <a:pt x="157942" y="32692"/>
                </a:cubicBezTo>
                <a:cubicBezTo>
                  <a:pt x="169559" y="37717"/>
                  <a:pt x="179676" y="44535"/>
                  <a:pt x="188293" y="53130"/>
                </a:cubicBezTo>
                <a:cubicBezTo>
                  <a:pt x="196896" y="61733"/>
                  <a:pt x="203706" y="71843"/>
                  <a:pt x="208739" y="83459"/>
                </a:cubicBezTo>
                <a:cubicBezTo>
                  <a:pt x="213750" y="95061"/>
                  <a:pt x="216259" y="107482"/>
                  <a:pt x="216259" y="120723"/>
                </a:cubicBezTo>
                <a:cubicBezTo>
                  <a:pt x="216259" y="133919"/>
                  <a:pt x="213750" y="146319"/>
                  <a:pt x="208739" y="157921"/>
                </a:cubicBezTo>
                <a:cubicBezTo>
                  <a:pt x="203721" y="169537"/>
                  <a:pt x="196918" y="179654"/>
                  <a:pt x="188315" y="188271"/>
                </a:cubicBezTo>
                <a:cubicBezTo>
                  <a:pt x="179720" y="196881"/>
                  <a:pt x="169610" y="203699"/>
                  <a:pt x="157994" y="208710"/>
                </a:cubicBezTo>
                <a:cubicBezTo>
                  <a:pt x="146355" y="213743"/>
                  <a:pt x="133934" y="216259"/>
                  <a:pt x="120723" y="21625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8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1688" y="206047"/>
                </a:moveTo>
                <a:lnTo>
                  <a:pt x="49714" y="206047"/>
                </a:lnTo>
                <a:cubicBezTo>
                  <a:pt x="45771" y="206047"/>
                  <a:pt x="42370" y="204613"/>
                  <a:pt x="39502" y="201746"/>
                </a:cubicBezTo>
                <a:cubicBezTo>
                  <a:pt x="36635" y="198878"/>
                  <a:pt x="35208" y="195477"/>
                  <a:pt x="35208" y="191534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534"/>
                </a:lnTo>
                <a:cubicBezTo>
                  <a:pt x="206201" y="195477"/>
                  <a:pt x="204767" y="198878"/>
                  <a:pt x="201900" y="201746"/>
                </a:cubicBezTo>
                <a:cubicBezTo>
                  <a:pt x="199032" y="204613"/>
                  <a:pt x="195630" y="206047"/>
                  <a:pt x="191688" y="206047"/>
                </a:cubicBezTo>
                <a:close/>
                <a:moveTo>
                  <a:pt x="46620" y="83130"/>
                </a:moveTo>
                <a:lnTo>
                  <a:pt x="194782" y="83130"/>
                </a:ln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83130"/>
                </a:lnTo>
                <a:close/>
                <a:moveTo>
                  <a:pt x="79209" y="94549"/>
                </a:moveTo>
                <a:lnTo>
                  <a:pt x="46620" y="94549"/>
                </a:lnTo>
                <a:lnTo>
                  <a:pt x="46620" y="191534"/>
                </a:lnTo>
                <a:cubicBezTo>
                  <a:pt x="46620" y="192309"/>
                  <a:pt x="46942" y="193019"/>
                  <a:pt x="47578" y="193677"/>
                </a:cubicBezTo>
                <a:cubicBezTo>
                  <a:pt x="48229" y="194328"/>
                  <a:pt x="48946" y="194657"/>
                  <a:pt x="49714" y="194657"/>
                </a:cubicBezTo>
                <a:lnTo>
                  <a:pt x="79209" y="194657"/>
                </a:lnTo>
                <a:lnTo>
                  <a:pt x="79209" y="94571"/>
                </a:lnTo>
                <a:close/>
                <a:moveTo>
                  <a:pt x="162193" y="94549"/>
                </a:moveTo>
                <a:lnTo>
                  <a:pt x="162193" y="194628"/>
                </a:lnTo>
                <a:lnTo>
                  <a:pt x="191688" y="194628"/>
                </a:lnTo>
                <a:cubicBezTo>
                  <a:pt x="192456" y="194628"/>
                  <a:pt x="193172" y="194306"/>
                  <a:pt x="193824" y="193648"/>
                </a:cubicBezTo>
                <a:cubicBezTo>
                  <a:pt x="194460" y="193012"/>
                  <a:pt x="194782" y="192302"/>
                  <a:pt x="194782" y="191512"/>
                </a:cubicBezTo>
                <a:lnTo>
                  <a:pt x="194782" y="94549"/>
                </a:lnTo>
                <a:lnTo>
                  <a:pt x="162193" y="94549"/>
                </a:lnTo>
                <a:close/>
                <a:moveTo>
                  <a:pt x="150774" y="94549"/>
                </a:moveTo>
                <a:lnTo>
                  <a:pt x="90628" y="94549"/>
                </a:lnTo>
                <a:lnTo>
                  <a:pt x="90628" y="194628"/>
                </a:lnTo>
                <a:lnTo>
                  <a:pt x="150774" y="194628"/>
                </a:lnTo>
                <a:lnTo>
                  <a:pt x="150774" y="9454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90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440" y="88741"/>
                </a:moveTo>
                <a:lnTo>
                  <a:pt x="131440" y="42523"/>
                </a:lnTo>
                <a:cubicBezTo>
                  <a:pt x="131440" y="40409"/>
                  <a:pt x="132134" y="38668"/>
                  <a:pt x="133524" y="37293"/>
                </a:cubicBezTo>
                <a:cubicBezTo>
                  <a:pt x="134914" y="35903"/>
                  <a:pt x="136641" y="35208"/>
                  <a:pt x="138704" y="35208"/>
                </a:cubicBezTo>
                <a:lnTo>
                  <a:pt x="198959" y="35208"/>
                </a:lnTo>
                <a:cubicBezTo>
                  <a:pt x="201014" y="35208"/>
                  <a:pt x="202741" y="35903"/>
                  <a:pt x="204138" y="37293"/>
                </a:cubicBezTo>
                <a:cubicBezTo>
                  <a:pt x="205528" y="38668"/>
                  <a:pt x="206223" y="40409"/>
                  <a:pt x="206223" y="42523"/>
                </a:cubicBezTo>
                <a:lnTo>
                  <a:pt x="206223" y="88741"/>
                </a:lnTo>
                <a:cubicBezTo>
                  <a:pt x="206223" y="90833"/>
                  <a:pt x="205528" y="92581"/>
                  <a:pt x="204138" y="93971"/>
                </a:cubicBezTo>
                <a:cubicBezTo>
                  <a:pt x="202741" y="95346"/>
                  <a:pt x="201014" y="96034"/>
                  <a:pt x="198959" y="96034"/>
                </a:cubicBezTo>
                <a:lnTo>
                  <a:pt x="138682" y="96034"/>
                </a:lnTo>
                <a:cubicBezTo>
                  <a:pt x="136619" y="96034"/>
                  <a:pt x="134892" y="95346"/>
                  <a:pt x="133502" y="93971"/>
                </a:cubicBezTo>
                <a:cubicBezTo>
                  <a:pt x="132105" y="92581"/>
                  <a:pt x="131410" y="90833"/>
                  <a:pt x="131410" y="88741"/>
                </a:cubicBezTo>
                <a:close/>
                <a:moveTo>
                  <a:pt x="35208" y="116677"/>
                </a:moveTo>
                <a:lnTo>
                  <a:pt x="35208" y="42421"/>
                </a:lnTo>
                <a:cubicBezTo>
                  <a:pt x="35208" y="40373"/>
                  <a:pt x="35903" y="38668"/>
                  <a:pt x="37293" y="37293"/>
                </a:cubicBezTo>
                <a:cubicBezTo>
                  <a:pt x="38683" y="35903"/>
                  <a:pt x="40409" y="35208"/>
                  <a:pt x="42472" y="35208"/>
                </a:cubicBezTo>
                <a:lnTo>
                  <a:pt x="102720" y="35208"/>
                </a:lnTo>
                <a:cubicBezTo>
                  <a:pt x="104783" y="35208"/>
                  <a:pt x="106509" y="35903"/>
                  <a:pt x="107899" y="37293"/>
                </a:cubicBezTo>
                <a:cubicBezTo>
                  <a:pt x="109296" y="38683"/>
                  <a:pt x="109991" y="40395"/>
                  <a:pt x="109991" y="42421"/>
                </a:cubicBezTo>
                <a:lnTo>
                  <a:pt x="109991" y="116677"/>
                </a:lnTo>
                <a:cubicBezTo>
                  <a:pt x="109991" y="118726"/>
                  <a:pt x="109296" y="120430"/>
                  <a:pt x="107899" y="121805"/>
                </a:cubicBezTo>
                <a:cubicBezTo>
                  <a:pt x="106509" y="123181"/>
                  <a:pt x="104783" y="123868"/>
                  <a:pt x="102720" y="123868"/>
                </a:cubicBezTo>
                <a:lnTo>
                  <a:pt x="42450" y="123868"/>
                </a:lnTo>
                <a:cubicBezTo>
                  <a:pt x="40387" y="123868"/>
                  <a:pt x="38661" y="123173"/>
                  <a:pt x="37264" y="121783"/>
                </a:cubicBezTo>
                <a:cubicBezTo>
                  <a:pt x="35888" y="120423"/>
                  <a:pt x="35208" y="118726"/>
                  <a:pt x="35208" y="116677"/>
                </a:cubicBezTo>
                <a:close/>
                <a:moveTo>
                  <a:pt x="131440" y="198981"/>
                </a:moveTo>
                <a:lnTo>
                  <a:pt x="131440" y="124724"/>
                </a:lnTo>
                <a:cubicBezTo>
                  <a:pt x="131440" y="122676"/>
                  <a:pt x="132134" y="120971"/>
                  <a:pt x="133524" y="119596"/>
                </a:cubicBezTo>
                <a:cubicBezTo>
                  <a:pt x="134914" y="118221"/>
                  <a:pt x="136641" y="117533"/>
                  <a:pt x="138704" y="117533"/>
                </a:cubicBezTo>
                <a:lnTo>
                  <a:pt x="198959" y="117533"/>
                </a:lnTo>
                <a:cubicBezTo>
                  <a:pt x="201014" y="117533"/>
                  <a:pt x="202741" y="118228"/>
                  <a:pt x="204138" y="119618"/>
                </a:cubicBezTo>
                <a:cubicBezTo>
                  <a:pt x="205513" y="120979"/>
                  <a:pt x="206201" y="122676"/>
                  <a:pt x="206201" y="124724"/>
                </a:cubicBezTo>
                <a:lnTo>
                  <a:pt x="206201" y="198981"/>
                </a:lnTo>
                <a:cubicBezTo>
                  <a:pt x="206201" y="201029"/>
                  <a:pt x="205499" y="202733"/>
                  <a:pt x="204109" y="204109"/>
                </a:cubicBezTo>
                <a:cubicBezTo>
                  <a:pt x="202719" y="205499"/>
                  <a:pt x="200992" y="206201"/>
                  <a:pt x="198930" y="206201"/>
                </a:cubicBezTo>
                <a:lnTo>
                  <a:pt x="138682" y="206201"/>
                </a:lnTo>
                <a:cubicBezTo>
                  <a:pt x="136619" y="206201"/>
                  <a:pt x="134892" y="205499"/>
                  <a:pt x="133502" y="204109"/>
                </a:cubicBezTo>
                <a:cubicBezTo>
                  <a:pt x="132105" y="202719"/>
                  <a:pt x="131410" y="201007"/>
                  <a:pt x="131410" y="198981"/>
                </a:cubicBezTo>
                <a:close/>
                <a:moveTo>
                  <a:pt x="35208" y="198908"/>
                </a:moveTo>
                <a:lnTo>
                  <a:pt x="35208" y="152690"/>
                </a:lnTo>
                <a:cubicBezTo>
                  <a:pt x="35208" y="150591"/>
                  <a:pt x="35903" y="148850"/>
                  <a:pt x="37293" y="147460"/>
                </a:cubicBezTo>
                <a:cubicBezTo>
                  <a:pt x="38683" y="146085"/>
                  <a:pt x="40409" y="145397"/>
                  <a:pt x="42472" y="145397"/>
                </a:cubicBezTo>
                <a:lnTo>
                  <a:pt x="102720" y="145397"/>
                </a:lnTo>
                <a:cubicBezTo>
                  <a:pt x="104783" y="145397"/>
                  <a:pt x="106509" y="146085"/>
                  <a:pt x="107899" y="147460"/>
                </a:cubicBezTo>
                <a:cubicBezTo>
                  <a:pt x="109296" y="148850"/>
                  <a:pt x="109991" y="150591"/>
                  <a:pt x="109991" y="152690"/>
                </a:cubicBezTo>
                <a:lnTo>
                  <a:pt x="109991" y="198908"/>
                </a:lnTo>
                <a:cubicBezTo>
                  <a:pt x="109991" y="201014"/>
                  <a:pt x="109296" y="202763"/>
                  <a:pt x="107899" y="204138"/>
                </a:cubicBezTo>
                <a:cubicBezTo>
                  <a:pt x="106509" y="205528"/>
                  <a:pt x="104783" y="206223"/>
                  <a:pt x="102720" y="206223"/>
                </a:cubicBezTo>
                <a:lnTo>
                  <a:pt x="42450" y="206223"/>
                </a:lnTo>
                <a:cubicBezTo>
                  <a:pt x="40387" y="206223"/>
                  <a:pt x="38661" y="205528"/>
                  <a:pt x="37264" y="204138"/>
                </a:cubicBezTo>
                <a:cubicBezTo>
                  <a:pt x="35874" y="202763"/>
                  <a:pt x="35179" y="201014"/>
                  <a:pt x="35179" y="198908"/>
                </a:cubicBezTo>
                <a:close/>
                <a:moveTo>
                  <a:pt x="46620" y="112500"/>
                </a:moveTo>
                <a:lnTo>
                  <a:pt x="98550" y="112500"/>
                </a:lnTo>
                <a:lnTo>
                  <a:pt x="98550" y="46649"/>
                </a:lnTo>
                <a:lnTo>
                  <a:pt x="46620" y="46649"/>
                </a:lnTo>
                <a:lnTo>
                  <a:pt x="46620" y="112500"/>
                </a:lnTo>
                <a:close/>
                <a:moveTo>
                  <a:pt x="142851" y="194804"/>
                </a:moveTo>
                <a:lnTo>
                  <a:pt x="194782" y="194804"/>
                </a:lnTo>
                <a:lnTo>
                  <a:pt x="194782" y="128952"/>
                </a:lnTo>
                <a:lnTo>
                  <a:pt x="142851" y="128952"/>
                </a:lnTo>
                <a:lnTo>
                  <a:pt x="142851" y="194804"/>
                </a:lnTo>
                <a:close/>
                <a:moveTo>
                  <a:pt x="142851" y="84644"/>
                </a:moveTo>
                <a:lnTo>
                  <a:pt x="194782" y="84644"/>
                </a:lnTo>
                <a:lnTo>
                  <a:pt x="194782" y="46620"/>
                </a:lnTo>
                <a:lnTo>
                  <a:pt x="142851" y="46620"/>
                </a:lnTo>
                <a:lnTo>
                  <a:pt x="142851" y="84644"/>
                </a:lnTo>
                <a:close/>
                <a:moveTo>
                  <a:pt x="46620" y="194782"/>
                </a:moveTo>
                <a:lnTo>
                  <a:pt x="98550" y="194782"/>
                </a:lnTo>
                <a:lnTo>
                  <a:pt x="98550" y="156757"/>
                </a:lnTo>
                <a:lnTo>
                  <a:pt x="46620" y="156757"/>
                </a:lnTo>
                <a:lnTo>
                  <a:pt x="46620" y="194782"/>
                </a:lnTo>
                <a:close/>
                <a:moveTo>
                  <a:pt x="98550" y="112479"/>
                </a:moveTo>
                <a:close/>
                <a:moveTo>
                  <a:pt x="142851" y="84615"/>
                </a:moveTo>
                <a:close/>
                <a:moveTo>
                  <a:pt x="142851" y="128923"/>
                </a:moveTo>
                <a:close/>
                <a:moveTo>
                  <a:pt x="98550" y="1567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2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8317" y="178535"/>
                </a:moveTo>
                <a:cubicBezTo>
                  <a:pt x="23987" y="178535"/>
                  <a:pt x="20285" y="176984"/>
                  <a:pt x="17198" y="173882"/>
                </a:cubicBezTo>
                <a:cubicBezTo>
                  <a:pt x="14118" y="170803"/>
                  <a:pt x="12575" y="167086"/>
                  <a:pt x="12575" y="162749"/>
                </a:cubicBezTo>
                <a:cubicBezTo>
                  <a:pt x="12575" y="158352"/>
                  <a:pt x="14118" y="154629"/>
                  <a:pt x="17198" y="151578"/>
                </a:cubicBezTo>
                <a:cubicBezTo>
                  <a:pt x="20285" y="148528"/>
                  <a:pt x="23979" y="147006"/>
                  <a:pt x="28288" y="147006"/>
                </a:cubicBezTo>
                <a:cubicBezTo>
                  <a:pt x="29297" y="147006"/>
                  <a:pt x="30300" y="147094"/>
                  <a:pt x="31309" y="147277"/>
                </a:cubicBezTo>
                <a:cubicBezTo>
                  <a:pt x="32311" y="147467"/>
                  <a:pt x="33452" y="147789"/>
                  <a:pt x="34725" y="148264"/>
                </a:cubicBezTo>
                <a:lnTo>
                  <a:pt x="86078" y="96912"/>
                </a:lnTo>
                <a:cubicBezTo>
                  <a:pt x="85602" y="95639"/>
                  <a:pt x="85288" y="94498"/>
                  <a:pt x="85120" y="93496"/>
                </a:cubicBezTo>
                <a:cubicBezTo>
                  <a:pt x="84937" y="92486"/>
                  <a:pt x="84842" y="91484"/>
                  <a:pt x="84842" y="90474"/>
                </a:cubicBezTo>
                <a:cubicBezTo>
                  <a:pt x="84842" y="86100"/>
                  <a:pt x="86393" y="82384"/>
                  <a:pt x="89494" y="79333"/>
                </a:cubicBezTo>
                <a:cubicBezTo>
                  <a:pt x="92596" y="76283"/>
                  <a:pt x="96312" y="74761"/>
                  <a:pt x="100635" y="74761"/>
                </a:cubicBezTo>
                <a:cubicBezTo>
                  <a:pt x="105024" y="74761"/>
                  <a:pt x="108748" y="76290"/>
                  <a:pt x="111798" y="79363"/>
                </a:cubicBezTo>
                <a:cubicBezTo>
                  <a:pt x="114849" y="82428"/>
                  <a:pt x="116378" y="86166"/>
                  <a:pt x="116378" y="90577"/>
                </a:cubicBezTo>
                <a:cubicBezTo>
                  <a:pt x="116378" y="91133"/>
                  <a:pt x="116026" y="93166"/>
                  <a:pt x="115317" y="96685"/>
                </a:cubicBezTo>
                <a:lnTo>
                  <a:pt x="144717" y="126085"/>
                </a:lnTo>
                <a:cubicBezTo>
                  <a:pt x="145989" y="125682"/>
                  <a:pt x="147094" y="125404"/>
                  <a:pt x="148038" y="125251"/>
                </a:cubicBezTo>
                <a:cubicBezTo>
                  <a:pt x="148974" y="125105"/>
                  <a:pt x="149918" y="125024"/>
                  <a:pt x="150876" y="125024"/>
                </a:cubicBezTo>
                <a:cubicBezTo>
                  <a:pt x="151834" y="125024"/>
                  <a:pt x="152793" y="125119"/>
                  <a:pt x="153766" y="125302"/>
                </a:cubicBezTo>
                <a:cubicBezTo>
                  <a:pt x="154738" y="125485"/>
                  <a:pt x="155828" y="125807"/>
                  <a:pt x="157035" y="126260"/>
                </a:cubicBezTo>
                <a:lnTo>
                  <a:pt x="198527" y="84769"/>
                </a:lnTo>
                <a:cubicBezTo>
                  <a:pt x="198059" y="83562"/>
                  <a:pt x="197730" y="82472"/>
                  <a:pt x="197547" y="81499"/>
                </a:cubicBezTo>
                <a:cubicBezTo>
                  <a:pt x="197364" y="80526"/>
                  <a:pt x="197269" y="79538"/>
                  <a:pt x="197269" y="78529"/>
                </a:cubicBezTo>
                <a:cubicBezTo>
                  <a:pt x="197269" y="74154"/>
                  <a:pt x="198820" y="70445"/>
                  <a:pt x="201921" y="67395"/>
                </a:cubicBezTo>
                <a:cubicBezTo>
                  <a:pt x="205038" y="64374"/>
                  <a:pt x="208761" y="62867"/>
                  <a:pt x="213084" y="62867"/>
                </a:cubicBezTo>
                <a:cubicBezTo>
                  <a:pt x="217481" y="62867"/>
                  <a:pt x="221204" y="64396"/>
                  <a:pt x="224255" y="67468"/>
                </a:cubicBezTo>
                <a:cubicBezTo>
                  <a:pt x="227305" y="70533"/>
                  <a:pt x="228827" y="74264"/>
                  <a:pt x="228827" y="78660"/>
                </a:cubicBezTo>
                <a:cubicBezTo>
                  <a:pt x="228827" y="82984"/>
                  <a:pt x="227305" y="86685"/>
                  <a:pt x="224255" y="89772"/>
                </a:cubicBezTo>
                <a:cubicBezTo>
                  <a:pt x="221204" y="92859"/>
                  <a:pt x="217488" y="94395"/>
                  <a:pt x="213114" y="94395"/>
                </a:cubicBezTo>
                <a:cubicBezTo>
                  <a:pt x="212104" y="94395"/>
                  <a:pt x="211117" y="94308"/>
                  <a:pt x="210144" y="94125"/>
                </a:cubicBezTo>
                <a:cubicBezTo>
                  <a:pt x="209171" y="93934"/>
                  <a:pt x="208081" y="93613"/>
                  <a:pt x="206874" y="93144"/>
                </a:cubicBezTo>
                <a:lnTo>
                  <a:pt x="165382" y="134629"/>
                </a:lnTo>
                <a:cubicBezTo>
                  <a:pt x="165858" y="135836"/>
                  <a:pt x="166172" y="136926"/>
                  <a:pt x="166340" y="137899"/>
                </a:cubicBezTo>
                <a:cubicBezTo>
                  <a:pt x="166523" y="138872"/>
                  <a:pt x="166618" y="139859"/>
                  <a:pt x="166618" y="140869"/>
                </a:cubicBezTo>
                <a:cubicBezTo>
                  <a:pt x="166618" y="145177"/>
                  <a:pt x="165082" y="148872"/>
                  <a:pt x="162017" y="151959"/>
                </a:cubicBezTo>
                <a:cubicBezTo>
                  <a:pt x="158945" y="155038"/>
                  <a:pt x="155221" y="156582"/>
                  <a:pt x="150825" y="156582"/>
                </a:cubicBezTo>
                <a:cubicBezTo>
                  <a:pt x="146502" y="156582"/>
                  <a:pt x="142793" y="155038"/>
                  <a:pt x="139713" y="151959"/>
                </a:cubicBezTo>
                <a:cubicBezTo>
                  <a:pt x="136626" y="148872"/>
                  <a:pt x="135082" y="145177"/>
                  <a:pt x="135082" y="140869"/>
                </a:cubicBezTo>
                <a:cubicBezTo>
                  <a:pt x="135082" y="139859"/>
                  <a:pt x="135178" y="138857"/>
                  <a:pt x="135360" y="137848"/>
                </a:cubicBezTo>
                <a:cubicBezTo>
                  <a:pt x="135543" y="136845"/>
                  <a:pt x="135865" y="135704"/>
                  <a:pt x="136319" y="134431"/>
                </a:cubicBezTo>
                <a:lnTo>
                  <a:pt x="106948" y="105061"/>
                </a:lnTo>
                <a:cubicBezTo>
                  <a:pt x="105675" y="105529"/>
                  <a:pt x="104534" y="105851"/>
                  <a:pt x="103525" y="106019"/>
                </a:cubicBezTo>
                <a:cubicBezTo>
                  <a:pt x="102523" y="106202"/>
                  <a:pt x="101513" y="106290"/>
                  <a:pt x="100511" y="106290"/>
                </a:cubicBezTo>
                <a:cubicBezTo>
                  <a:pt x="99955" y="106290"/>
                  <a:pt x="97921" y="105939"/>
                  <a:pt x="94395" y="105236"/>
                </a:cubicBezTo>
                <a:lnTo>
                  <a:pt x="43050" y="156611"/>
                </a:lnTo>
                <a:cubicBezTo>
                  <a:pt x="43452" y="157884"/>
                  <a:pt x="43730" y="158989"/>
                  <a:pt x="43877" y="159932"/>
                </a:cubicBezTo>
                <a:cubicBezTo>
                  <a:pt x="44030" y="160869"/>
                  <a:pt x="44103" y="161841"/>
                  <a:pt x="44103" y="162844"/>
                </a:cubicBezTo>
                <a:cubicBezTo>
                  <a:pt x="44103" y="167152"/>
                  <a:pt x="42574" y="170854"/>
                  <a:pt x="39502" y="173934"/>
                </a:cubicBezTo>
                <a:cubicBezTo>
                  <a:pt x="36437" y="177021"/>
                  <a:pt x="32706" y="178557"/>
                  <a:pt x="28317" y="17853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4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5821"/>
                </a:moveTo>
                <a:lnTo>
                  <a:pt x="80343" y="120196"/>
                </a:lnTo>
                <a:cubicBezTo>
                  <a:pt x="79150" y="119077"/>
                  <a:pt x="77746" y="118499"/>
                  <a:pt x="76115" y="118462"/>
                </a:cubicBezTo>
                <a:cubicBezTo>
                  <a:pt x="74491" y="118426"/>
                  <a:pt x="73035" y="119055"/>
                  <a:pt x="71740" y="120350"/>
                </a:cubicBezTo>
                <a:cubicBezTo>
                  <a:pt x="70548" y="121542"/>
                  <a:pt x="69955" y="122947"/>
                  <a:pt x="69955" y="124571"/>
                </a:cubicBezTo>
                <a:cubicBezTo>
                  <a:pt x="69955" y="126202"/>
                  <a:pt x="70548" y="127606"/>
                  <a:pt x="71740" y="128799"/>
                </a:cubicBezTo>
                <a:lnTo>
                  <a:pt x="100789" y="157994"/>
                </a:lnTo>
                <a:cubicBezTo>
                  <a:pt x="102230" y="159501"/>
                  <a:pt x="103920" y="160254"/>
                  <a:pt x="105866" y="160254"/>
                </a:cubicBezTo>
                <a:cubicBezTo>
                  <a:pt x="107811" y="160254"/>
                  <a:pt x="109501" y="159501"/>
                  <a:pt x="110942" y="157994"/>
                </a:cubicBezTo>
                <a:lnTo>
                  <a:pt x="169310" y="99728"/>
                </a:lnTo>
                <a:cubicBezTo>
                  <a:pt x="170532" y="98441"/>
                  <a:pt x="171161" y="96978"/>
                  <a:pt x="171198" y="95354"/>
                </a:cubicBezTo>
                <a:cubicBezTo>
                  <a:pt x="171227" y="93730"/>
                  <a:pt x="170598" y="92267"/>
                  <a:pt x="169310" y="90979"/>
                </a:cubicBezTo>
                <a:cubicBezTo>
                  <a:pt x="168016" y="89787"/>
                  <a:pt x="166531" y="89216"/>
                  <a:pt x="164855" y="89267"/>
                </a:cubicBezTo>
                <a:cubicBezTo>
                  <a:pt x="163180" y="89319"/>
                  <a:pt x="161746" y="89940"/>
                  <a:pt x="160554" y="91133"/>
                </a:cubicBezTo>
                <a:lnTo>
                  <a:pt x="105866" y="145821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6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6259"/>
                </a:moveTo>
                <a:cubicBezTo>
                  <a:pt x="107292" y="216259"/>
                  <a:pt x="94776" y="213809"/>
                  <a:pt x="83159" y="208915"/>
                </a:cubicBezTo>
                <a:cubicBezTo>
                  <a:pt x="71543" y="204036"/>
                  <a:pt x="61418" y="197269"/>
                  <a:pt x="52779" y="188622"/>
                </a:cubicBezTo>
                <a:cubicBezTo>
                  <a:pt x="44147" y="179983"/>
                  <a:pt x="37381" y="169859"/>
                  <a:pt x="32487" y="158242"/>
                </a:cubicBezTo>
                <a:cubicBezTo>
                  <a:pt x="27593" y="146626"/>
                  <a:pt x="25150" y="134110"/>
                  <a:pt x="25150" y="120701"/>
                </a:cubicBezTo>
                <a:cubicBezTo>
                  <a:pt x="25150" y="107387"/>
                  <a:pt x="27593" y="94929"/>
                  <a:pt x="32487" y="83305"/>
                </a:cubicBezTo>
                <a:cubicBezTo>
                  <a:pt x="37366" y="71689"/>
                  <a:pt x="44133" y="61565"/>
                  <a:pt x="52779" y="52933"/>
                </a:cubicBezTo>
                <a:cubicBezTo>
                  <a:pt x="61418" y="44301"/>
                  <a:pt x="71543" y="37512"/>
                  <a:pt x="83159" y="32567"/>
                </a:cubicBezTo>
                <a:cubicBezTo>
                  <a:pt x="94776" y="27622"/>
                  <a:pt x="107292" y="25150"/>
                  <a:pt x="120701" y="25150"/>
                </a:cubicBezTo>
                <a:cubicBezTo>
                  <a:pt x="130576" y="25150"/>
                  <a:pt x="140137" y="26613"/>
                  <a:pt x="149391" y="29546"/>
                </a:cubicBezTo>
                <a:cubicBezTo>
                  <a:pt x="158659" y="32479"/>
                  <a:pt x="167357" y="36766"/>
                  <a:pt x="175470" y="42399"/>
                </a:cubicBezTo>
                <a:cubicBezTo>
                  <a:pt x="176925" y="43321"/>
                  <a:pt x="177818" y="44557"/>
                  <a:pt x="178132" y="46115"/>
                </a:cubicBezTo>
                <a:cubicBezTo>
                  <a:pt x="178454" y="47673"/>
                  <a:pt x="178103" y="49100"/>
                  <a:pt x="177079" y="50394"/>
                </a:cubicBezTo>
                <a:cubicBezTo>
                  <a:pt x="176055" y="51682"/>
                  <a:pt x="174767" y="52362"/>
                  <a:pt x="173209" y="52428"/>
                </a:cubicBezTo>
                <a:cubicBezTo>
                  <a:pt x="171644" y="52494"/>
                  <a:pt x="170173" y="52040"/>
                  <a:pt x="168784" y="51075"/>
                </a:cubicBezTo>
                <a:cubicBezTo>
                  <a:pt x="161673" y="46291"/>
                  <a:pt x="154043" y="42684"/>
                  <a:pt x="145894" y="40234"/>
                </a:cubicBezTo>
                <a:cubicBezTo>
                  <a:pt x="137753" y="37783"/>
                  <a:pt x="129340" y="36561"/>
                  <a:pt x="120679" y="36561"/>
                </a:cubicBezTo>
                <a:cubicBezTo>
                  <a:pt x="96956" y="36561"/>
                  <a:pt x="77000" y="44652"/>
                  <a:pt x="60804" y="60826"/>
                </a:cubicBezTo>
                <a:cubicBezTo>
                  <a:pt x="44623" y="77007"/>
                  <a:pt x="36539" y="96963"/>
                  <a:pt x="36539" y="120701"/>
                </a:cubicBezTo>
                <a:cubicBezTo>
                  <a:pt x="36539" y="144424"/>
                  <a:pt x="44623" y="164380"/>
                  <a:pt x="60804" y="180576"/>
                </a:cubicBezTo>
                <a:cubicBezTo>
                  <a:pt x="76978" y="196750"/>
                  <a:pt x="96941" y="204840"/>
                  <a:pt x="120679" y="204840"/>
                </a:cubicBezTo>
                <a:cubicBezTo>
                  <a:pt x="144395" y="204840"/>
                  <a:pt x="164358" y="196750"/>
                  <a:pt x="180546" y="180576"/>
                </a:cubicBezTo>
                <a:cubicBezTo>
                  <a:pt x="196728" y="164394"/>
                  <a:pt x="204811" y="144439"/>
                  <a:pt x="204811" y="120701"/>
                </a:cubicBezTo>
                <a:cubicBezTo>
                  <a:pt x="204811" y="117380"/>
                  <a:pt x="204672" y="114161"/>
                  <a:pt x="204387" y="111045"/>
                </a:cubicBezTo>
                <a:cubicBezTo>
                  <a:pt x="204101" y="107928"/>
                  <a:pt x="203626" y="104885"/>
                  <a:pt x="202953" y="101915"/>
                </a:cubicBezTo>
                <a:cubicBezTo>
                  <a:pt x="202616" y="100255"/>
                  <a:pt x="202829" y="98711"/>
                  <a:pt x="203582" y="97292"/>
                </a:cubicBezTo>
                <a:cubicBezTo>
                  <a:pt x="204335" y="95866"/>
                  <a:pt x="205491" y="95054"/>
                  <a:pt x="207049" y="94849"/>
                </a:cubicBezTo>
                <a:cubicBezTo>
                  <a:pt x="208710" y="94549"/>
                  <a:pt x="210224" y="94907"/>
                  <a:pt x="211578" y="95932"/>
                </a:cubicBezTo>
                <a:cubicBezTo>
                  <a:pt x="212938" y="96970"/>
                  <a:pt x="213779" y="98324"/>
                  <a:pt x="214116" y="99984"/>
                </a:cubicBezTo>
                <a:cubicBezTo>
                  <a:pt x="214789" y="103269"/>
                  <a:pt x="215308" y="106634"/>
                  <a:pt x="215674" y="110086"/>
                </a:cubicBezTo>
                <a:cubicBezTo>
                  <a:pt x="216062" y="113539"/>
                  <a:pt x="216259" y="117080"/>
                  <a:pt x="216259" y="120701"/>
                </a:cubicBezTo>
                <a:cubicBezTo>
                  <a:pt x="216259" y="134110"/>
                  <a:pt x="213779" y="146626"/>
                  <a:pt x="208834" y="158242"/>
                </a:cubicBezTo>
                <a:cubicBezTo>
                  <a:pt x="203889" y="169859"/>
                  <a:pt x="197101" y="179983"/>
                  <a:pt x="188469" y="188622"/>
                </a:cubicBezTo>
                <a:cubicBezTo>
                  <a:pt x="179837" y="197254"/>
                  <a:pt x="169713" y="204021"/>
                  <a:pt x="158096" y="208915"/>
                </a:cubicBezTo>
                <a:cubicBezTo>
                  <a:pt x="146472" y="213809"/>
                  <a:pt x="134014" y="216259"/>
                  <a:pt x="120701" y="216259"/>
                </a:cubicBezTo>
                <a:close/>
                <a:moveTo>
                  <a:pt x="105866" y="145821"/>
                </a:moveTo>
                <a:lnTo>
                  <a:pt x="203458" y="48207"/>
                </a:lnTo>
                <a:cubicBezTo>
                  <a:pt x="204577" y="47081"/>
                  <a:pt x="205974" y="46503"/>
                  <a:pt x="207627" y="46473"/>
                </a:cubicBezTo>
                <a:cubicBezTo>
                  <a:pt x="209288" y="46437"/>
                  <a:pt x="210766" y="47015"/>
                  <a:pt x="212053" y="48207"/>
                </a:cubicBezTo>
                <a:cubicBezTo>
                  <a:pt x="213348" y="49495"/>
                  <a:pt x="213992" y="50958"/>
                  <a:pt x="213992" y="52582"/>
                </a:cubicBezTo>
                <a:cubicBezTo>
                  <a:pt x="213992" y="54206"/>
                  <a:pt x="213348" y="55661"/>
                  <a:pt x="212053" y="56956"/>
                </a:cubicBezTo>
                <a:lnTo>
                  <a:pt x="110942" y="157994"/>
                </a:lnTo>
                <a:cubicBezTo>
                  <a:pt x="109501" y="159501"/>
                  <a:pt x="107811" y="160254"/>
                  <a:pt x="105866" y="160254"/>
                </a:cubicBezTo>
                <a:cubicBezTo>
                  <a:pt x="103920" y="160254"/>
                  <a:pt x="102230" y="159501"/>
                  <a:pt x="100789" y="157994"/>
                </a:cubicBezTo>
                <a:lnTo>
                  <a:pt x="71740" y="128799"/>
                </a:lnTo>
                <a:cubicBezTo>
                  <a:pt x="70621" y="127672"/>
                  <a:pt x="70065" y="126260"/>
                  <a:pt x="70080" y="124549"/>
                </a:cubicBezTo>
                <a:cubicBezTo>
                  <a:pt x="70102" y="122837"/>
                  <a:pt x="70701" y="121388"/>
                  <a:pt x="71894" y="120196"/>
                </a:cubicBezTo>
                <a:cubicBezTo>
                  <a:pt x="73086" y="119011"/>
                  <a:pt x="74513" y="118411"/>
                  <a:pt x="76195" y="118411"/>
                </a:cubicBezTo>
                <a:cubicBezTo>
                  <a:pt x="77870" y="118411"/>
                  <a:pt x="79304" y="119011"/>
                  <a:pt x="80489" y="120196"/>
                </a:cubicBezTo>
                <a:lnTo>
                  <a:pt x="105866" y="14582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8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28748"/>
                </a:moveTo>
                <a:lnTo>
                  <a:pt x="154022" y="162068"/>
                </a:lnTo>
                <a:cubicBezTo>
                  <a:pt x="155141" y="163187"/>
                  <a:pt x="156465" y="163765"/>
                  <a:pt x="157994" y="163802"/>
                </a:cubicBezTo>
                <a:cubicBezTo>
                  <a:pt x="159515" y="163831"/>
                  <a:pt x="160876" y="163253"/>
                  <a:pt x="162068" y="162068"/>
                </a:cubicBezTo>
                <a:cubicBezTo>
                  <a:pt x="163253" y="160876"/>
                  <a:pt x="163853" y="159537"/>
                  <a:pt x="163853" y="158045"/>
                </a:cubicBezTo>
                <a:cubicBezTo>
                  <a:pt x="163853" y="156553"/>
                  <a:pt x="163253" y="155207"/>
                  <a:pt x="162068" y="154022"/>
                </a:cubicBezTo>
                <a:lnTo>
                  <a:pt x="128748" y="120701"/>
                </a:lnTo>
                <a:lnTo>
                  <a:pt x="162068" y="87380"/>
                </a:lnTo>
                <a:cubicBezTo>
                  <a:pt x="163187" y="86261"/>
                  <a:pt x="163765" y="84937"/>
                  <a:pt x="163802" y="83408"/>
                </a:cubicBezTo>
                <a:cubicBezTo>
                  <a:pt x="163831" y="81886"/>
                  <a:pt x="163253" y="80526"/>
                  <a:pt x="162068" y="79333"/>
                </a:cubicBezTo>
                <a:cubicBezTo>
                  <a:pt x="160876" y="78148"/>
                  <a:pt x="159537" y="77548"/>
                  <a:pt x="158045" y="77548"/>
                </a:cubicBezTo>
                <a:cubicBezTo>
                  <a:pt x="156553" y="77548"/>
                  <a:pt x="155207" y="78148"/>
                  <a:pt x="154022" y="79333"/>
                </a:cubicBezTo>
                <a:lnTo>
                  <a:pt x="120701" y="112654"/>
                </a:lnTo>
                <a:lnTo>
                  <a:pt x="87380" y="79333"/>
                </a:lnTo>
                <a:cubicBezTo>
                  <a:pt x="86261" y="78214"/>
                  <a:pt x="84937" y="77636"/>
                  <a:pt x="83408" y="77600"/>
                </a:cubicBezTo>
                <a:cubicBezTo>
                  <a:pt x="81886" y="77570"/>
                  <a:pt x="80526" y="78148"/>
                  <a:pt x="79333" y="79333"/>
                </a:cubicBezTo>
                <a:cubicBezTo>
                  <a:pt x="78148" y="80526"/>
                  <a:pt x="77548" y="81864"/>
                  <a:pt x="77548" y="83357"/>
                </a:cubicBezTo>
                <a:cubicBezTo>
                  <a:pt x="77548" y="84849"/>
                  <a:pt x="78148" y="86195"/>
                  <a:pt x="79333" y="87380"/>
                </a:cubicBezTo>
                <a:lnTo>
                  <a:pt x="112654" y="120701"/>
                </a:lnTo>
                <a:lnTo>
                  <a:pt x="79333" y="154022"/>
                </a:lnTo>
                <a:cubicBezTo>
                  <a:pt x="78214" y="155141"/>
                  <a:pt x="77636" y="156465"/>
                  <a:pt x="77600" y="157994"/>
                </a:cubicBezTo>
                <a:cubicBezTo>
                  <a:pt x="77570" y="159515"/>
                  <a:pt x="78148" y="160876"/>
                  <a:pt x="79333" y="162068"/>
                </a:cubicBezTo>
                <a:cubicBezTo>
                  <a:pt x="80526" y="163253"/>
                  <a:pt x="81864" y="163853"/>
                  <a:pt x="83357" y="163853"/>
                </a:cubicBezTo>
                <a:cubicBezTo>
                  <a:pt x="84849" y="163853"/>
                  <a:pt x="86195" y="163253"/>
                  <a:pt x="87380" y="162068"/>
                </a:cubicBezTo>
                <a:lnTo>
                  <a:pt x="120701" y="128748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00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1331" y="206201"/>
                </a:moveTo>
                <a:cubicBezTo>
                  <a:pt x="29890" y="206201"/>
                  <a:pt x="28639" y="205872"/>
                  <a:pt x="27586" y="205213"/>
                </a:cubicBezTo>
                <a:cubicBezTo>
                  <a:pt x="26510" y="204562"/>
                  <a:pt x="25647" y="203655"/>
                  <a:pt x="24996" y="202499"/>
                </a:cubicBezTo>
                <a:cubicBezTo>
                  <a:pt x="24374" y="201409"/>
                  <a:pt x="24030" y="200254"/>
                  <a:pt x="23965" y="199032"/>
                </a:cubicBezTo>
                <a:cubicBezTo>
                  <a:pt x="23877" y="197788"/>
                  <a:pt x="24221" y="196530"/>
                  <a:pt x="24996" y="195257"/>
                </a:cubicBezTo>
                <a:lnTo>
                  <a:pt x="114468" y="41016"/>
                </a:lnTo>
                <a:cubicBezTo>
                  <a:pt x="115222" y="39809"/>
                  <a:pt x="116136" y="38910"/>
                  <a:pt x="117204" y="38324"/>
                </a:cubicBezTo>
                <a:cubicBezTo>
                  <a:pt x="118265" y="37739"/>
                  <a:pt x="119428" y="37439"/>
                  <a:pt x="120701" y="37439"/>
                </a:cubicBezTo>
                <a:cubicBezTo>
                  <a:pt x="121974" y="37439"/>
                  <a:pt x="123137" y="37739"/>
                  <a:pt x="124197" y="38324"/>
                </a:cubicBezTo>
                <a:cubicBezTo>
                  <a:pt x="125251" y="38910"/>
                  <a:pt x="126165" y="39809"/>
                  <a:pt x="126933" y="41016"/>
                </a:cubicBezTo>
                <a:lnTo>
                  <a:pt x="216406" y="195257"/>
                </a:lnTo>
                <a:cubicBezTo>
                  <a:pt x="217159" y="196530"/>
                  <a:pt x="217496" y="197781"/>
                  <a:pt x="217415" y="199003"/>
                </a:cubicBezTo>
                <a:cubicBezTo>
                  <a:pt x="217327" y="200232"/>
                  <a:pt x="216969" y="201409"/>
                  <a:pt x="216332" y="202551"/>
                </a:cubicBezTo>
                <a:cubicBezTo>
                  <a:pt x="215696" y="203692"/>
                  <a:pt x="214847" y="204577"/>
                  <a:pt x="213794" y="205213"/>
                </a:cubicBezTo>
                <a:cubicBezTo>
                  <a:pt x="212733" y="205857"/>
                  <a:pt x="211490" y="206172"/>
                  <a:pt x="210041" y="206172"/>
                </a:cubicBezTo>
                <a:lnTo>
                  <a:pt x="31331" y="206172"/>
                </a:lnTo>
                <a:close/>
                <a:moveTo>
                  <a:pt x="38522" y="194782"/>
                </a:moveTo>
                <a:lnTo>
                  <a:pt x="202850" y="194782"/>
                </a:lnTo>
                <a:lnTo>
                  <a:pt x="120701" y="53006"/>
                </a:lnTo>
                <a:lnTo>
                  <a:pt x="38522" y="194782"/>
                </a:lnTo>
                <a:close/>
                <a:moveTo>
                  <a:pt x="125909" y="177884"/>
                </a:moveTo>
                <a:cubicBezTo>
                  <a:pt x="127116" y="176677"/>
                  <a:pt x="127716" y="175184"/>
                  <a:pt x="127716" y="173407"/>
                </a:cubicBezTo>
                <a:cubicBezTo>
                  <a:pt x="127716" y="171629"/>
                  <a:pt x="127116" y="170130"/>
                  <a:pt x="125909" y="168908"/>
                </a:cubicBezTo>
                <a:cubicBezTo>
                  <a:pt x="124702" y="167701"/>
                  <a:pt x="123210" y="167094"/>
                  <a:pt x="121432" y="167094"/>
                </a:cubicBezTo>
                <a:cubicBezTo>
                  <a:pt x="119633" y="167094"/>
                  <a:pt x="118133" y="167701"/>
                  <a:pt x="116926" y="168908"/>
                </a:cubicBezTo>
                <a:cubicBezTo>
                  <a:pt x="115719" y="170115"/>
                  <a:pt x="115119" y="171615"/>
                  <a:pt x="115119" y="173407"/>
                </a:cubicBezTo>
                <a:cubicBezTo>
                  <a:pt x="115119" y="175199"/>
                  <a:pt x="115719" y="176691"/>
                  <a:pt x="116926" y="177884"/>
                </a:cubicBezTo>
                <a:cubicBezTo>
                  <a:pt x="118133" y="179091"/>
                  <a:pt x="119633" y="179691"/>
                  <a:pt x="121432" y="179691"/>
                </a:cubicBezTo>
                <a:cubicBezTo>
                  <a:pt x="123225" y="179691"/>
                  <a:pt x="124717" y="179091"/>
                  <a:pt x="125909" y="177884"/>
                </a:cubicBezTo>
                <a:close/>
                <a:moveTo>
                  <a:pt x="125529" y="153444"/>
                </a:moveTo>
                <a:cubicBezTo>
                  <a:pt x="126604" y="152368"/>
                  <a:pt x="127138" y="151000"/>
                  <a:pt x="127138" y="149340"/>
                </a:cubicBezTo>
                <a:lnTo>
                  <a:pt x="127138" y="105968"/>
                </a:lnTo>
                <a:cubicBezTo>
                  <a:pt x="127138" y="104307"/>
                  <a:pt x="126604" y="102939"/>
                  <a:pt x="125529" y="101864"/>
                </a:cubicBezTo>
                <a:cubicBezTo>
                  <a:pt x="124453" y="100796"/>
                  <a:pt x="123093" y="100255"/>
                  <a:pt x="121432" y="100255"/>
                </a:cubicBezTo>
                <a:cubicBezTo>
                  <a:pt x="119772" y="100255"/>
                  <a:pt x="118404" y="100796"/>
                  <a:pt x="117328" y="101864"/>
                </a:cubicBezTo>
                <a:cubicBezTo>
                  <a:pt x="116260" y="102939"/>
                  <a:pt x="115719" y="104307"/>
                  <a:pt x="115719" y="105968"/>
                </a:cubicBezTo>
                <a:lnTo>
                  <a:pt x="115719" y="149340"/>
                </a:lnTo>
                <a:cubicBezTo>
                  <a:pt x="115719" y="151000"/>
                  <a:pt x="116260" y="152368"/>
                  <a:pt x="117328" y="153444"/>
                </a:cubicBezTo>
                <a:cubicBezTo>
                  <a:pt x="118404" y="154512"/>
                  <a:pt x="119772" y="155053"/>
                  <a:pt x="121432" y="155053"/>
                </a:cubicBezTo>
                <a:cubicBezTo>
                  <a:pt x="123093" y="155053"/>
                  <a:pt x="124453" y="154512"/>
                  <a:pt x="125529" y="153444"/>
                </a:cubicBezTo>
                <a:close/>
                <a:moveTo>
                  <a:pt x="120701" y="12389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2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5602" y="166340"/>
                </a:moveTo>
                <a:cubicBezTo>
                  <a:pt x="126911" y="165031"/>
                  <a:pt x="127562" y="163400"/>
                  <a:pt x="127562" y="161439"/>
                </a:cubicBezTo>
                <a:cubicBezTo>
                  <a:pt x="127562" y="159479"/>
                  <a:pt x="126911" y="157840"/>
                  <a:pt x="125602" y="156531"/>
                </a:cubicBezTo>
                <a:cubicBezTo>
                  <a:pt x="124300" y="155229"/>
                  <a:pt x="122661" y="154570"/>
                  <a:pt x="120701" y="154570"/>
                </a:cubicBezTo>
                <a:cubicBezTo>
                  <a:pt x="118740" y="154570"/>
                  <a:pt x="117102" y="155229"/>
                  <a:pt x="115800" y="156531"/>
                </a:cubicBezTo>
                <a:cubicBezTo>
                  <a:pt x="114490" y="157840"/>
                  <a:pt x="113839" y="159479"/>
                  <a:pt x="113839" y="161439"/>
                </a:cubicBezTo>
                <a:cubicBezTo>
                  <a:pt x="113839" y="163400"/>
                  <a:pt x="114490" y="165031"/>
                  <a:pt x="115800" y="166340"/>
                </a:cubicBezTo>
                <a:cubicBezTo>
                  <a:pt x="117102" y="167650"/>
                  <a:pt x="118740" y="168301"/>
                  <a:pt x="120701" y="168301"/>
                </a:cubicBezTo>
                <a:cubicBezTo>
                  <a:pt x="122661" y="168301"/>
                  <a:pt x="124300" y="167650"/>
                  <a:pt x="125602" y="166340"/>
                </a:cubicBezTo>
                <a:close/>
                <a:moveTo>
                  <a:pt x="125375" y="131183"/>
                </a:moveTo>
                <a:cubicBezTo>
                  <a:pt x="126451" y="130094"/>
                  <a:pt x="126985" y="128740"/>
                  <a:pt x="126985" y="127116"/>
                </a:cubicBezTo>
                <a:lnTo>
                  <a:pt x="126985" y="75764"/>
                </a:lnTo>
                <a:cubicBezTo>
                  <a:pt x="126985" y="74140"/>
                  <a:pt x="126436" y="72779"/>
                  <a:pt x="125331" y="71689"/>
                </a:cubicBezTo>
                <a:cubicBezTo>
                  <a:pt x="124219" y="70599"/>
                  <a:pt x="122851" y="70058"/>
                  <a:pt x="121227" y="70058"/>
                </a:cubicBezTo>
                <a:cubicBezTo>
                  <a:pt x="119604" y="70058"/>
                  <a:pt x="118250" y="70599"/>
                  <a:pt x="117182" y="71689"/>
                </a:cubicBezTo>
                <a:cubicBezTo>
                  <a:pt x="116107" y="72779"/>
                  <a:pt x="115573" y="74140"/>
                  <a:pt x="115573" y="75764"/>
                </a:cubicBezTo>
                <a:lnTo>
                  <a:pt x="115573" y="127116"/>
                </a:lnTo>
                <a:cubicBezTo>
                  <a:pt x="115573" y="128740"/>
                  <a:pt x="116121" y="130094"/>
                  <a:pt x="117233" y="131183"/>
                </a:cubicBezTo>
                <a:cubicBezTo>
                  <a:pt x="118338" y="132273"/>
                  <a:pt x="119706" y="132822"/>
                  <a:pt x="121330" y="132822"/>
                </a:cubicBezTo>
                <a:cubicBezTo>
                  <a:pt x="122954" y="132822"/>
                  <a:pt x="124307" y="132273"/>
                  <a:pt x="125375" y="131183"/>
                </a:cubicBezTo>
                <a:close/>
                <a:moveTo>
                  <a:pt x="120774" y="216259"/>
                </a:moveTo>
                <a:cubicBezTo>
                  <a:pt x="107533" y="216259"/>
                  <a:pt x="95134" y="213750"/>
                  <a:pt x="83583" y="208739"/>
                </a:cubicBezTo>
                <a:cubicBezTo>
                  <a:pt x="72018" y="203721"/>
                  <a:pt x="61894" y="196874"/>
                  <a:pt x="53211" y="188191"/>
                </a:cubicBezTo>
                <a:cubicBezTo>
                  <a:pt x="44528" y="179508"/>
                  <a:pt x="37666" y="169383"/>
                  <a:pt x="32640" y="157818"/>
                </a:cubicBezTo>
                <a:cubicBezTo>
                  <a:pt x="27644" y="146253"/>
                  <a:pt x="25150" y="133846"/>
                  <a:pt x="25150" y="120598"/>
                </a:cubicBezTo>
                <a:cubicBezTo>
                  <a:pt x="25150" y="107409"/>
                  <a:pt x="27651" y="95010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55" y="25150"/>
                  <a:pt x="120803" y="25150"/>
                </a:cubicBezTo>
                <a:cubicBezTo>
                  <a:pt x="133993" y="25150"/>
                  <a:pt x="146392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67"/>
                  <a:pt x="208739" y="157818"/>
                </a:cubicBezTo>
                <a:cubicBezTo>
                  <a:pt x="203721" y="169383"/>
                  <a:pt x="196918" y="179493"/>
                  <a:pt x="188315" y="188140"/>
                </a:cubicBezTo>
                <a:cubicBezTo>
                  <a:pt x="179720" y="196794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825" y="204840"/>
                </a:moveTo>
                <a:cubicBezTo>
                  <a:pt x="144161" y="204840"/>
                  <a:pt x="163999" y="196640"/>
                  <a:pt x="180349" y="180247"/>
                </a:cubicBezTo>
                <a:cubicBezTo>
                  <a:pt x="196691" y="163853"/>
                  <a:pt x="204862" y="143963"/>
                  <a:pt x="204862" y="120576"/>
                </a:cubicBezTo>
                <a:cubicBezTo>
                  <a:pt x="204862" y="97241"/>
                  <a:pt x="196706" y="77402"/>
                  <a:pt x="180400" y="61053"/>
                </a:cubicBezTo>
                <a:cubicBezTo>
                  <a:pt x="164087" y="44711"/>
                  <a:pt x="144197" y="36539"/>
                  <a:pt x="120723" y="36539"/>
                </a:cubicBezTo>
                <a:cubicBezTo>
                  <a:pt x="97409" y="36539"/>
                  <a:pt x="77556" y="44696"/>
                  <a:pt x="61177" y="61001"/>
                </a:cubicBezTo>
                <a:cubicBezTo>
                  <a:pt x="44784" y="77314"/>
                  <a:pt x="36591" y="97204"/>
                  <a:pt x="36591" y="120679"/>
                </a:cubicBezTo>
                <a:cubicBezTo>
                  <a:pt x="36591" y="143992"/>
                  <a:pt x="44784" y="163846"/>
                  <a:pt x="61177" y="180225"/>
                </a:cubicBezTo>
                <a:cubicBezTo>
                  <a:pt x="77578" y="196618"/>
                  <a:pt x="97468" y="204811"/>
                  <a:pt x="120854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4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5353" y="166845"/>
                </a:moveTo>
                <a:cubicBezTo>
                  <a:pt x="126429" y="165755"/>
                  <a:pt x="126963" y="164394"/>
                  <a:pt x="126963" y="162771"/>
                </a:cubicBezTo>
                <a:lnTo>
                  <a:pt x="126963" y="116348"/>
                </a:lnTo>
                <a:cubicBezTo>
                  <a:pt x="126963" y="114739"/>
                  <a:pt x="126407" y="113386"/>
                  <a:pt x="125302" y="112274"/>
                </a:cubicBezTo>
                <a:cubicBezTo>
                  <a:pt x="124197" y="111184"/>
                  <a:pt x="122830" y="110642"/>
                  <a:pt x="121206" y="110642"/>
                </a:cubicBezTo>
                <a:cubicBezTo>
                  <a:pt x="119574" y="110642"/>
                  <a:pt x="118228" y="111184"/>
                  <a:pt x="117153" y="112274"/>
                </a:cubicBezTo>
                <a:cubicBezTo>
                  <a:pt x="116085" y="113364"/>
                  <a:pt x="115544" y="114724"/>
                  <a:pt x="115544" y="116348"/>
                </a:cubicBezTo>
                <a:lnTo>
                  <a:pt x="115544" y="162771"/>
                </a:lnTo>
                <a:cubicBezTo>
                  <a:pt x="115544" y="164380"/>
                  <a:pt x="116100" y="165740"/>
                  <a:pt x="117204" y="166845"/>
                </a:cubicBezTo>
                <a:cubicBezTo>
                  <a:pt x="118309" y="167935"/>
                  <a:pt x="119677" y="168476"/>
                  <a:pt x="121308" y="168476"/>
                </a:cubicBezTo>
                <a:cubicBezTo>
                  <a:pt x="122932" y="168476"/>
                  <a:pt x="124278" y="167935"/>
                  <a:pt x="125353" y="166845"/>
                </a:cubicBezTo>
                <a:close/>
                <a:moveTo>
                  <a:pt x="125529" y="92640"/>
                </a:moveTo>
                <a:cubicBezTo>
                  <a:pt x="126868" y="91367"/>
                  <a:pt x="127541" y="89779"/>
                  <a:pt x="127541" y="87885"/>
                </a:cubicBezTo>
                <a:cubicBezTo>
                  <a:pt x="127541" y="85859"/>
                  <a:pt x="126889" y="84183"/>
                  <a:pt x="125580" y="82859"/>
                </a:cubicBezTo>
                <a:cubicBezTo>
                  <a:pt x="124271" y="81513"/>
                  <a:pt x="122647" y="80848"/>
                  <a:pt x="120701" y="80848"/>
                </a:cubicBezTo>
                <a:cubicBezTo>
                  <a:pt x="118704" y="80848"/>
                  <a:pt x="117065" y="81513"/>
                  <a:pt x="115770" y="82859"/>
                </a:cubicBezTo>
                <a:cubicBezTo>
                  <a:pt x="114483" y="84198"/>
                  <a:pt x="113839" y="85859"/>
                  <a:pt x="113839" y="87834"/>
                </a:cubicBezTo>
                <a:cubicBezTo>
                  <a:pt x="113839" y="89728"/>
                  <a:pt x="114498" y="91323"/>
                  <a:pt x="115822" y="92610"/>
                </a:cubicBezTo>
                <a:cubicBezTo>
                  <a:pt x="117146" y="93905"/>
                  <a:pt x="118762" y="94549"/>
                  <a:pt x="120679" y="94549"/>
                </a:cubicBezTo>
                <a:cubicBezTo>
                  <a:pt x="122588" y="94549"/>
                  <a:pt x="124205" y="93913"/>
                  <a:pt x="125529" y="92640"/>
                </a:cubicBezTo>
                <a:close/>
                <a:moveTo>
                  <a:pt x="120774" y="216259"/>
                </a:moveTo>
                <a:cubicBezTo>
                  <a:pt x="107533" y="216259"/>
                  <a:pt x="95127" y="213750"/>
                  <a:pt x="83562" y="208739"/>
                </a:cubicBezTo>
                <a:cubicBezTo>
                  <a:pt x="71996" y="203721"/>
                  <a:pt x="61865" y="196874"/>
                  <a:pt x="53182" y="188191"/>
                </a:cubicBezTo>
                <a:cubicBezTo>
                  <a:pt x="44520" y="179508"/>
                  <a:pt x="37666" y="169383"/>
                  <a:pt x="32640" y="157818"/>
                </a:cubicBezTo>
                <a:cubicBezTo>
                  <a:pt x="27644" y="146253"/>
                  <a:pt x="25150" y="133861"/>
                  <a:pt x="25150" y="120650"/>
                </a:cubicBezTo>
                <a:cubicBezTo>
                  <a:pt x="25150" y="107438"/>
                  <a:pt x="27651" y="95024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41" y="25150"/>
                  <a:pt x="120752" y="25150"/>
                </a:cubicBezTo>
                <a:cubicBezTo>
                  <a:pt x="133963" y="25150"/>
                  <a:pt x="146377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75"/>
                  <a:pt x="208739" y="157840"/>
                </a:cubicBezTo>
                <a:cubicBezTo>
                  <a:pt x="203721" y="169405"/>
                  <a:pt x="196918" y="179515"/>
                  <a:pt x="188315" y="188169"/>
                </a:cubicBezTo>
                <a:cubicBezTo>
                  <a:pt x="179720" y="196801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774" y="204840"/>
                </a:moveTo>
                <a:cubicBezTo>
                  <a:pt x="144146" y="204840"/>
                  <a:pt x="163992" y="196640"/>
                  <a:pt x="180320" y="180247"/>
                </a:cubicBezTo>
                <a:cubicBezTo>
                  <a:pt x="196669" y="163853"/>
                  <a:pt x="204840" y="143970"/>
                  <a:pt x="204840" y="120598"/>
                </a:cubicBezTo>
                <a:cubicBezTo>
                  <a:pt x="204840" y="97234"/>
                  <a:pt x="196691" y="77380"/>
                  <a:pt x="180400" y="61053"/>
                </a:cubicBezTo>
                <a:cubicBezTo>
                  <a:pt x="164087" y="44711"/>
                  <a:pt x="144190" y="36539"/>
                  <a:pt x="120701" y="36539"/>
                </a:cubicBezTo>
                <a:cubicBezTo>
                  <a:pt x="97380" y="36539"/>
                  <a:pt x="77534" y="44681"/>
                  <a:pt x="61155" y="60980"/>
                </a:cubicBezTo>
                <a:cubicBezTo>
                  <a:pt x="44762" y="77292"/>
                  <a:pt x="36561" y="97190"/>
                  <a:pt x="36561" y="120679"/>
                </a:cubicBezTo>
                <a:cubicBezTo>
                  <a:pt x="36561" y="143992"/>
                  <a:pt x="44762" y="163846"/>
                  <a:pt x="61155" y="180225"/>
                </a:cubicBezTo>
                <a:cubicBezTo>
                  <a:pt x="77548" y="196618"/>
                  <a:pt x="97431" y="204811"/>
                  <a:pt x="120803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6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7387" y="173509"/>
                </a:moveTo>
                <a:cubicBezTo>
                  <a:pt x="128952" y="171915"/>
                  <a:pt x="129728" y="170020"/>
                  <a:pt x="129728" y="167825"/>
                </a:cubicBezTo>
                <a:cubicBezTo>
                  <a:pt x="129728" y="165631"/>
                  <a:pt x="128952" y="163743"/>
                  <a:pt x="127387" y="162163"/>
                </a:cubicBezTo>
                <a:cubicBezTo>
                  <a:pt x="125829" y="160591"/>
                  <a:pt x="123934" y="159793"/>
                  <a:pt x="121710" y="159779"/>
                </a:cubicBezTo>
                <a:cubicBezTo>
                  <a:pt x="119479" y="159779"/>
                  <a:pt x="117577" y="160576"/>
                  <a:pt x="115997" y="162163"/>
                </a:cubicBezTo>
                <a:cubicBezTo>
                  <a:pt x="114402" y="163758"/>
                  <a:pt x="113612" y="165653"/>
                  <a:pt x="113612" y="167847"/>
                </a:cubicBezTo>
                <a:cubicBezTo>
                  <a:pt x="113612" y="170049"/>
                  <a:pt x="114402" y="171929"/>
                  <a:pt x="115997" y="173509"/>
                </a:cubicBezTo>
                <a:cubicBezTo>
                  <a:pt x="117592" y="175097"/>
                  <a:pt x="119501" y="175894"/>
                  <a:pt x="121732" y="175894"/>
                </a:cubicBezTo>
                <a:cubicBezTo>
                  <a:pt x="123963" y="175894"/>
                  <a:pt x="125851" y="175097"/>
                  <a:pt x="127387" y="173509"/>
                </a:cubicBezTo>
                <a:close/>
                <a:moveTo>
                  <a:pt x="120774" y="216259"/>
                </a:moveTo>
                <a:cubicBezTo>
                  <a:pt x="107533" y="216259"/>
                  <a:pt x="95134" y="213750"/>
                  <a:pt x="83583" y="208739"/>
                </a:cubicBezTo>
                <a:cubicBezTo>
                  <a:pt x="72018" y="203721"/>
                  <a:pt x="61894" y="196874"/>
                  <a:pt x="53211" y="188191"/>
                </a:cubicBezTo>
                <a:cubicBezTo>
                  <a:pt x="44528" y="179508"/>
                  <a:pt x="37666" y="169383"/>
                  <a:pt x="32640" y="157818"/>
                </a:cubicBezTo>
                <a:cubicBezTo>
                  <a:pt x="27644" y="146253"/>
                  <a:pt x="25150" y="133846"/>
                  <a:pt x="25150" y="120598"/>
                </a:cubicBezTo>
                <a:cubicBezTo>
                  <a:pt x="25150" y="107409"/>
                  <a:pt x="27651" y="95010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55" y="25150"/>
                  <a:pt x="120803" y="25150"/>
                </a:cubicBezTo>
                <a:cubicBezTo>
                  <a:pt x="133993" y="25150"/>
                  <a:pt x="146392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67"/>
                  <a:pt x="208739" y="157818"/>
                </a:cubicBezTo>
                <a:cubicBezTo>
                  <a:pt x="203721" y="169383"/>
                  <a:pt x="196918" y="179493"/>
                  <a:pt x="188315" y="188140"/>
                </a:cubicBezTo>
                <a:cubicBezTo>
                  <a:pt x="179720" y="196794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825" y="204840"/>
                </a:moveTo>
                <a:cubicBezTo>
                  <a:pt x="144161" y="204840"/>
                  <a:pt x="163999" y="196640"/>
                  <a:pt x="180349" y="180247"/>
                </a:cubicBezTo>
                <a:cubicBezTo>
                  <a:pt x="196691" y="163853"/>
                  <a:pt x="204862" y="143963"/>
                  <a:pt x="204862" y="120576"/>
                </a:cubicBezTo>
                <a:cubicBezTo>
                  <a:pt x="204862" y="97241"/>
                  <a:pt x="196706" y="77402"/>
                  <a:pt x="180400" y="61053"/>
                </a:cubicBezTo>
                <a:cubicBezTo>
                  <a:pt x="164087" y="44711"/>
                  <a:pt x="144197" y="36539"/>
                  <a:pt x="120723" y="36539"/>
                </a:cubicBezTo>
                <a:cubicBezTo>
                  <a:pt x="97409" y="36539"/>
                  <a:pt x="77556" y="44696"/>
                  <a:pt x="61177" y="61001"/>
                </a:cubicBezTo>
                <a:cubicBezTo>
                  <a:pt x="44784" y="77314"/>
                  <a:pt x="36591" y="97204"/>
                  <a:pt x="36591" y="120679"/>
                </a:cubicBezTo>
                <a:cubicBezTo>
                  <a:pt x="36591" y="143992"/>
                  <a:pt x="44784" y="163846"/>
                  <a:pt x="61177" y="180225"/>
                </a:cubicBezTo>
                <a:cubicBezTo>
                  <a:pt x="77578" y="196618"/>
                  <a:pt x="97468" y="204811"/>
                  <a:pt x="120854" y="204811"/>
                </a:cubicBezTo>
                <a:close/>
                <a:moveTo>
                  <a:pt x="120701" y="120701"/>
                </a:moveTo>
                <a:close/>
                <a:moveTo>
                  <a:pt x="121308" y="76217"/>
                </a:moveTo>
                <a:cubicBezTo>
                  <a:pt x="126568" y="76217"/>
                  <a:pt x="131176" y="77826"/>
                  <a:pt x="135134" y="81045"/>
                </a:cubicBezTo>
                <a:cubicBezTo>
                  <a:pt x="139091" y="84264"/>
                  <a:pt x="141066" y="88353"/>
                  <a:pt x="141066" y="93320"/>
                </a:cubicBezTo>
                <a:cubicBezTo>
                  <a:pt x="141066" y="97526"/>
                  <a:pt x="139852" y="101228"/>
                  <a:pt x="137423" y="104432"/>
                </a:cubicBezTo>
                <a:cubicBezTo>
                  <a:pt x="134995" y="107614"/>
                  <a:pt x="132230" y="110620"/>
                  <a:pt x="129128" y="113437"/>
                </a:cubicBezTo>
                <a:cubicBezTo>
                  <a:pt x="125470" y="116568"/>
                  <a:pt x="122288" y="120028"/>
                  <a:pt x="119567" y="123817"/>
                </a:cubicBezTo>
                <a:cubicBezTo>
                  <a:pt x="116838" y="127606"/>
                  <a:pt x="115375" y="131849"/>
                  <a:pt x="115192" y="136546"/>
                </a:cubicBezTo>
                <a:cubicBezTo>
                  <a:pt x="115127" y="138001"/>
                  <a:pt x="115646" y="139157"/>
                  <a:pt x="116751" y="140013"/>
                </a:cubicBezTo>
                <a:cubicBezTo>
                  <a:pt x="117863" y="140883"/>
                  <a:pt x="119143" y="141322"/>
                  <a:pt x="120598" y="141322"/>
                </a:cubicBezTo>
                <a:cubicBezTo>
                  <a:pt x="122157" y="141322"/>
                  <a:pt x="123459" y="140810"/>
                  <a:pt x="124497" y="139786"/>
                </a:cubicBezTo>
                <a:cubicBezTo>
                  <a:pt x="125522" y="138762"/>
                  <a:pt x="126158" y="137475"/>
                  <a:pt x="126407" y="135916"/>
                </a:cubicBezTo>
                <a:cubicBezTo>
                  <a:pt x="126977" y="132529"/>
                  <a:pt x="128287" y="129435"/>
                  <a:pt x="130335" y="126633"/>
                </a:cubicBezTo>
                <a:cubicBezTo>
                  <a:pt x="132376" y="123854"/>
                  <a:pt x="134783" y="121315"/>
                  <a:pt x="137548" y="119018"/>
                </a:cubicBezTo>
                <a:cubicBezTo>
                  <a:pt x="141454" y="115609"/>
                  <a:pt x="144731" y="111747"/>
                  <a:pt x="147379" y="107424"/>
                </a:cubicBezTo>
                <a:cubicBezTo>
                  <a:pt x="150027" y="103100"/>
                  <a:pt x="151351" y="98375"/>
                  <a:pt x="151351" y="93240"/>
                </a:cubicBezTo>
                <a:cubicBezTo>
                  <a:pt x="151351" y="85376"/>
                  <a:pt x="148469" y="78814"/>
                  <a:pt x="142705" y="73554"/>
                </a:cubicBezTo>
                <a:cubicBezTo>
                  <a:pt x="136933" y="68287"/>
                  <a:pt x="130064" y="65654"/>
                  <a:pt x="122083" y="65654"/>
                </a:cubicBezTo>
                <a:cubicBezTo>
                  <a:pt x="116451" y="65654"/>
                  <a:pt x="111059" y="66912"/>
                  <a:pt x="105917" y="69429"/>
                </a:cubicBezTo>
                <a:cubicBezTo>
                  <a:pt x="100767" y="71945"/>
                  <a:pt x="96539" y="75507"/>
                  <a:pt x="93218" y="80116"/>
                </a:cubicBezTo>
                <a:cubicBezTo>
                  <a:pt x="92296" y="81404"/>
                  <a:pt x="91901" y="82801"/>
                  <a:pt x="92033" y="84293"/>
                </a:cubicBezTo>
                <a:cubicBezTo>
                  <a:pt x="92150" y="85778"/>
                  <a:pt x="92764" y="86970"/>
                  <a:pt x="93869" y="87863"/>
                </a:cubicBezTo>
                <a:cubicBezTo>
                  <a:pt x="95463" y="88880"/>
                  <a:pt x="97065" y="89194"/>
                  <a:pt x="98675" y="88792"/>
                </a:cubicBezTo>
                <a:cubicBezTo>
                  <a:pt x="100262" y="88390"/>
                  <a:pt x="101593" y="87461"/>
                  <a:pt x="102647" y="85997"/>
                </a:cubicBezTo>
                <a:cubicBezTo>
                  <a:pt x="104907" y="82998"/>
                  <a:pt x="107658" y="80621"/>
                  <a:pt x="110891" y="78858"/>
                </a:cubicBezTo>
                <a:cubicBezTo>
                  <a:pt x="114132" y="77095"/>
                  <a:pt x="117643" y="76217"/>
                  <a:pt x="121432" y="7621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8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00385"/>
                </a:moveTo>
                <a:cubicBezTo>
                  <a:pt x="117021" y="200385"/>
                  <a:pt x="113905" y="199090"/>
                  <a:pt x="111323" y="196494"/>
                </a:cubicBezTo>
                <a:cubicBezTo>
                  <a:pt x="108740" y="193889"/>
                  <a:pt x="107446" y="190766"/>
                  <a:pt x="107446" y="187108"/>
                </a:cubicBezTo>
                <a:cubicBezTo>
                  <a:pt x="107446" y="183458"/>
                  <a:pt x="108748" y="180342"/>
                  <a:pt x="111345" y="177759"/>
                </a:cubicBezTo>
                <a:cubicBezTo>
                  <a:pt x="113942" y="175177"/>
                  <a:pt x="117072" y="173882"/>
                  <a:pt x="120723" y="173882"/>
                </a:cubicBezTo>
                <a:cubicBezTo>
                  <a:pt x="124380" y="173882"/>
                  <a:pt x="127497" y="175184"/>
                  <a:pt x="130079" y="177781"/>
                </a:cubicBezTo>
                <a:cubicBezTo>
                  <a:pt x="132661" y="180378"/>
                  <a:pt x="133956" y="183509"/>
                  <a:pt x="133956" y="187159"/>
                </a:cubicBezTo>
                <a:cubicBezTo>
                  <a:pt x="133956" y="190817"/>
                  <a:pt x="132654" y="193933"/>
                  <a:pt x="130057" y="196516"/>
                </a:cubicBezTo>
                <a:cubicBezTo>
                  <a:pt x="127460" y="199098"/>
                  <a:pt x="124329" y="200385"/>
                  <a:pt x="120679" y="200385"/>
                </a:cubicBezTo>
                <a:close/>
                <a:moveTo>
                  <a:pt x="120650" y="151052"/>
                </a:moveTo>
                <a:cubicBezTo>
                  <a:pt x="117365" y="151052"/>
                  <a:pt x="114563" y="149888"/>
                  <a:pt x="112252" y="147555"/>
                </a:cubicBezTo>
                <a:cubicBezTo>
                  <a:pt x="109940" y="145229"/>
                  <a:pt x="108784" y="142427"/>
                  <a:pt x="108784" y="139157"/>
                </a:cubicBezTo>
                <a:lnTo>
                  <a:pt x="108784" y="47856"/>
                </a:lnTo>
                <a:cubicBezTo>
                  <a:pt x="108784" y="44586"/>
                  <a:pt x="109947" y="41784"/>
                  <a:pt x="112274" y="39451"/>
                </a:cubicBezTo>
                <a:cubicBezTo>
                  <a:pt x="114607" y="37125"/>
                  <a:pt x="117416" y="35962"/>
                  <a:pt x="120701" y="35962"/>
                </a:cubicBezTo>
                <a:cubicBezTo>
                  <a:pt x="123985" y="35962"/>
                  <a:pt x="126787" y="37125"/>
                  <a:pt x="129099" y="39451"/>
                </a:cubicBezTo>
                <a:cubicBezTo>
                  <a:pt x="131410" y="41784"/>
                  <a:pt x="132573" y="44586"/>
                  <a:pt x="132573" y="47856"/>
                </a:cubicBezTo>
                <a:lnTo>
                  <a:pt x="132573" y="139157"/>
                </a:lnTo>
                <a:cubicBezTo>
                  <a:pt x="132573" y="142427"/>
                  <a:pt x="131403" y="145229"/>
                  <a:pt x="129077" y="147555"/>
                </a:cubicBezTo>
                <a:cubicBezTo>
                  <a:pt x="126743" y="149888"/>
                  <a:pt x="123934" y="151052"/>
                  <a:pt x="120650" y="15105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10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20701" y="204840"/>
                </a:moveTo>
                <a:cubicBezTo>
                  <a:pt x="131059" y="204840"/>
                  <a:pt x="140993" y="203055"/>
                  <a:pt x="150496" y="199486"/>
                </a:cubicBezTo>
                <a:cubicBezTo>
                  <a:pt x="160005" y="195916"/>
                  <a:pt x="168564" y="190729"/>
                  <a:pt x="176172" y="183941"/>
                </a:cubicBezTo>
                <a:lnTo>
                  <a:pt x="57461" y="65252"/>
                </a:lnTo>
                <a:cubicBezTo>
                  <a:pt x="50833" y="73035"/>
                  <a:pt x="45698" y="81652"/>
                  <a:pt x="42048" y="91104"/>
                </a:cubicBezTo>
                <a:cubicBezTo>
                  <a:pt x="38390" y="100562"/>
                  <a:pt x="36561" y="110430"/>
                  <a:pt x="36561" y="120723"/>
                </a:cubicBezTo>
                <a:cubicBezTo>
                  <a:pt x="36561" y="144212"/>
                  <a:pt x="44718" y="164102"/>
                  <a:pt x="61031" y="180400"/>
                </a:cubicBezTo>
                <a:cubicBezTo>
                  <a:pt x="77344" y="196706"/>
                  <a:pt x="97234" y="204862"/>
                  <a:pt x="120701" y="204862"/>
                </a:cubicBezTo>
                <a:close/>
                <a:moveTo>
                  <a:pt x="183794" y="176150"/>
                </a:moveTo>
                <a:cubicBezTo>
                  <a:pt x="190312" y="168535"/>
                  <a:pt x="195455" y="159976"/>
                  <a:pt x="199208" y="150474"/>
                </a:cubicBezTo>
                <a:cubicBezTo>
                  <a:pt x="202960" y="140971"/>
                  <a:pt x="204840" y="131037"/>
                  <a:pt x="204840" y="120679"/>
                </a:cubicBezTo>
                <a:cubicBezTo>
                  <a:pt x="204840" y="97190"/>
                  <a:pt x="196684" y="77300"/>
                  <a:pt x="180371" y="61001"/>
                </a:cubicBezTo>
                <a:cubicBezTo>
                  <a:pt x="164058" y="44696"/>
                  <a:pt x="144168" y="36539"/>
                  <a:pt x="120701" y="36539"/>
                </a:cubicBezTo>
                <a:cubicBezTo>
                  <a:pt x="110394" y="36539"/>
                  <a:pt x="100482" y="38346"/>
                  <a:pt x="90979" y="41967"/>
                </a:cubicBezTo>
                <a:cubicBezTo>
                  <a:pt x="81477" y="45588"/>
                  <a:pt x="72896" y="50797"/>
                  <a:pt x="65252" y="57585"/>
                </a:cubicBezTo>
                <a:lnTo>
                  <a:pt x="183816" y="1761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2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64" y="128294"/>
                </a:moveTo>
                <a:cubicBezTo>
                  <a:pt x="77541" y="126202"/>
                  <a:pt x="78580" y="123656"/>
                  <a:pt x="78580" y="120679"/>
                </a:cubicBezTo>
                <a:cubicBezTo>
                  <a:pt x="78580" y="117694"/>
                  <a:pt x="77534" y="115163"/>
                  <a:pt x="75442" y="113078"/>
                </a:cubicBezTo>
                <a:cubicBezTo>
                  <a:pt x="73342" y="111001"/>
                  <a:pt x="70804" y="109962"/>
                  <a:pt x="67819" y="109962"/>
                </a:cubicBezTo>
                <a:cubicBezTo>
                  <a:pt x="64835" y="109962"/>
                  <a:pt x="62304" y="111008"/>
                  <a:pt x="60226" y="113108"/>
                </a:cubicBezTo>
                <a:cubicBezTo>
                  <a:pt x="58149" y="115200"/>
                  <a:pt x="57110" y="117745"/>
                  <a:pt x="57110" y="120723"/>
                </a:cubicBezTo>
                <a:cubicBezTo>
                  <a:pt x="57110" y="123707"/>
                  <a:pt x="58156" y="126238"/>
                  <a:pt x="60248" y="128323"/>
                </a:cubicBezTo>
                <a:cubicBezTo>
                  <a:pt x="62347" y="130401"/>
                  <a:pt x="64886" y="131440"/>
                  <a:pt x="67870" y="131440"/>
                </a:cubicBezTo>
                <a:cubicBezTo>
                  <a:pt x="70855" y="131440"/>
                  <a:pt x="73386" y="130393"/>
                  <a:pt x="75464" y="128294"/>
                </a:cubicBezTo>
                <a:close/>
                <a:moveTo>
                  <a:pt x="128323" y="128294"/>
                </a:moveTo>
                <a:cubicBezTo>
                  <a:pt x="130401" y="126202"/>
                  <a:pt x="131440" y="123656"/>
                  <a:pt x="131440" y="120679"/>
                </a:cubicBezTo>
                <a:cubicBezTo>
                  <a:pt x="131440" y="117694"/>
                  <a:pt x="130393" y="115163"/>
                  <a:pt x="128294" y="113078"/>
                </a:cubicBezTo>
                <a:cubicBezTo>
                  <a:pt x="126202" y="111001"/>
                  <a:pt x="123656" y="109962"/>
                  <a:pt x="120679" y="109962"/>
                </a:cubicBezTo>
                <a:cubicBezTo>
                  <a:pt x="117694" y="109962"/>
                  <a:pt x="115163" y="111008"/>
                  <a:pt x="113078" y="113108"/>
                </a:cubicBezTo>
                <a:cubicBezTo>
                  <a:pt x="111001" y="115200"/>
                  <a:pt x="109962" y="117745"/>
                  <a:pt x="109962" y="120723"/>
                </a:cubicBezTo>
                <a:cubicBezTo>
                  <a:pt x="109962" y="123707"/>
                  <a:pt x="111008" y="126238"/>
                  <a:pt x="113108" y="128323"/>
                </a:cubicBezTo>
                <a:cubicBezTo>
                  <a:pt x="115200" y="130401"/>
                  <a:pt x="117745" y="131440"/>
                  <a:pt x="120723" y="131440"/>
                </a:cubicBezTo>
                <a:cubicBezTo>
                  <a:pt x="123707" y="131440"/>
                  <a:pt x="126238" y="130393"/>
                  <a:pt x="128323" y="128294"/>
                </a:cubicBezTo>
                <a:close/>
                <a:moveTo>
                  <a:pt x="181000" y="128294"/>
                </a:moveTo>
                <a:cubicBezTo>
                  <a:pt x="183078" y="126202"/>
                  <a:pt x="184116" y="123656"/>
                  <a:pt x="184116" y="120679"/>
                </a:cubicBezTo>
                <a:cubicBezTo>
                  <a:pt x="184116" y="117694"/>
                  <a:pt x="183070" y="115163"/>
                  <a:pt x="180978" y="113078"/>
                </a:cubicBezTo>
                <a:cubicBezTo>
                  <a:pt x="178879" y="111001"/>
                  <a:pt x="176340" y="109962"/>
                  <a:pt x="173356" y="109962"/>
                </a:cubicBezTo>
                <a:cubicBezTo>
                  <a:pt x="170371" y="109962"/>
                  <a:pt x="167840" y="111008"/>
                  <a:pt x="165762" y="113108"/>
                </a:cubicBezTo>
                <a:cubicBezTo>
                  <a:pt x="163685" y="115200"/>
                  <a:pt x="162646" y="117745"/>
                  <a:pt x="162646" y="120723"/>
                </a:cubicBezTo>
                <a:cubicBezTo>
                  <a:pt x="162646" y="123707"/>
                  <a:pt x="163692" y="126238"/>
                  <a:pt x="165784" y="128323"/>
                </a:cubicBezTo>
                <a:cubicBezTo>
                  <a:pt x="167884" y="130401"/>
                  <a:pt x="170422" y="131440"/>
                  <a:pt x="173407" y="131440"/>
                </a:cubicBezTo>
                <a:cubicBezTo>
                  <a:pt x="176391" y="131440"/>
                  <a:pt x="178922" y="130393"/>
                  <a:pt x="181000" y="128294"/>
                </a:cubicBezTo>
                <a:close/>
                <a:moveTo>
                  <a:pt x="120774" y="216259"/>
                </a:moveTo>
                <a:cubicBezTo>
                  <a:pt x="107533" y="216259"/>
                  <a:pt x="95127" y="213750"/>
                  <a:pt x="83562" y="208739"/>
                </a:cubicBezTo>
                <a:cubicBezTo>
                  <a:pt x="71996" y="203721"/>
                  <a:pt x="61865" y="196874"/>
                  <a:pt x="53182" y="188191"/>
                </a:cubicBezTo>
                <a:cubicBezTo>
                  <a:pt x="44520" y="179508"/>
                  <a:pt x="37666" y="169383"/>
                  <a:pt x="32640" y="157818"/>
                </a:cubicBezTo>
                <a:cubicBezTo>
                  <a:pt x="27644" y="146253"/>
                  <a:pt x="25150" y="133861"/>
                  <a:pt x="25150" y="120650"/>
                </a:cubicBezTo>
                <a:cubicBezTo>
                  <a:pt x="25150" y="107438"/>
                  <a:pt x="27651" y="95024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41" y="25150"/>
                  <a:pt x="120752" y="25150"/>
                </a:cubicBezTo>
                <a:cubicBezTo>
                  <a:pt x="133963" y="25150"/>
                  <a:pt x="146377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75"/>
                  <a:pt x="208739" y="157840"/>
                </a:cubicBezTo>
                <a:cubicBezTo>
                  <a:pt x="203721" y="169405"/>
                  <a:pt x="196918" y="179515"/>
                  <a:pt x="188315" y="188169"/>
                </a:cubicBezTo>
                <a:cubicBezTo>
                  <a:pt x="179720" y="196801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774" y="204840"/>
                </a:moveTo>
                <a:cubicBezTo>
                  <a:pt x="144146" y="204840"/>
                  <a:pt x="163992" y="196640"/>
                  <a:pt x="180320" y="180247"/>
                </a:cubicBezTo>
                <a:cubicBezTo>
                  <a:pt x="196669" y="163853"/>
                  <a:pt x="204840" y="143970"/>
                  <a:pt x="204840" y="120598"/>
                </a:cubicBezTo>
                <a:cubicBezTo>
                  <a:pt x="204840" y="97234"/>
                  <a:pt x="196691" y="77380"/>
                  <a:pt x="180400" y="61053"/>
                </a:cubicBezTo>
                <a:cubicBezTo>
                  <a:pt x="164087" y="44711"/>
                  <a:pt x="144190" y="36539"/>
                  <a:pt x="120701" y="36539"/>
                </a:cubicBezTo>
                <a:cubicBezTo>
                  <a:pt x="97380" y="36539"/>
                  <a:pt x="77534" y="44681"/>
                  <a:pt x="61155" y="60980"/>
                </a:cubicBezTo>
                <a:cubicBezTo>
                  <a:pt x="44762" y="77292"/>
                  <a:pt x="36561" y="97190"/>
                  <a:pt x="36561" y="120679"/>
                </a:cubicBezTo>
                <a:cubicBezTo>
                  <a:pt x="36561" y="143992"/>
                  <a:pt x="44762" y="163846"/>
                  <a:pt x="61155" y="180225"/>
                </a:cubicBezTo>
                <a:cubicBezTo>
                  <a:pt x="77548" y="196618"/>
                  <a:pt x="97431" y="204811"/>
                  <a:pt x="120803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4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991" y="134936"/>
                </a:moveTo>
                <a:lnTo>
                  <a:pt x="90855" y="115244"/>
                </a:lnTo>
                <a:cubicBezTo>
                  <a:pt x="89728" y="114022"/>
                  <a:pt x="88338" y="113393"/>
                  <a:pt x="86678" y="113356"/>
                </a:cubicBezTo>
                <a:cubicBezTo>
                  <a:pt x="85017" y="113327"/>
                  <a:pt x="83576" y="113868"/>
                  <a:pt x="82355" y="114995"/>
                </a:cubicBezTo>
                <a:cubicBezTo>
                  <a:pt x="80994" y="116282"/>
                  <a:pt x="80314" y="117745"/>
                  <a:pt x="80314" y="119369"/>
                </a:cubicBezTo>
                <a:cubicBezTo>
                  <a:pt x="80314" y="120993"/>
                  <a:pt x="80994" y="122449"/>
                  <a:pt x="82355" y="123744"/>
                </a:cubicBezTo>
                <a:lnTo>
                  <a:pt x="104907" y="146150"/>
                </a:lnTo>
                <a:cubicBezTo>
                  <a:pt x="106348" y="147657"/>
                  <a:pt x="108031" y="148411"/>
                  <a:pt x="109940" y="148411"/>
                </a:cubicBezTo>
                <a:cubicBezTo>
                  <a:pt x="111849" y="148411"/>
                  <a:pt x="113561" y="147657"/>
                  <a:pt x="115068" y="146150"/>
                </a:cubicBezTo>
                <a:lnTo>
                  <a:pt x="159149" y="102318"/>
                </a:lnTo>
                <a:cubicBezTo>
                  <a:pt x="160203" y="101198"/>
                  <a:pt x="160752" y="99801"/>
                  <a:pt x="160781" y="98148"/>
                </a:cubicBezTo>
                <a:cubicBezTo>
                  <a:pt x="160817" y="96487"/>
                  <a:pt x="160188" y="95061"/>
                  <a:pt x="158901" y="93869"/>
                </a:cubicBezTo>
                <a:cubicBezTo>
                  <a:pt x="157774" y="92845"/>
                  <a:pt x="156428" y="92376"/>
                  <a:pt x="154848" y="92464"/>
                </a:cubicBezTo>
                <a:cubicBezTo>
                  <a:pt x="153275" y="92545"/>
                  <a:pt x="151973" y="93101"/>
                  <a:pt x="150949" y="94125"/>
                </a:cubicBezTo>
                <a:lnTo>
                  <a:pt x="109991" y="134936"/>
                </a:lnTo>
                <a:close/>
                <a:moveTo>
                  <a:pt x="85720" y="214167"/>
                </a:moveTo>
                <a:lnTo>
                  <a:pt x="71089" y="189252"/>
                </a:lnTo>
                <a:lnTo>
                  <a:pt x="42121" y="183443"/>
                </a:lnTo>
                <a:cubicBezTo>
                  <a:pt x="40343" y="183107"/>
                  <a:pt x="38888" y="182134"/>
                  <a:pt x="37746" y="180525"/>
                </a:cubicBezTo>
                <a:cubicBezTo>
                  <a:pt x="36620" y="178915"/>
                  <a:pt x="36196" y="177218"/>
                  <a:pt x="36459" y="175440"/>
                </a:cubicBezTo>
                <a:lnTo>
                  <a:pt x="39502" y="147101"/>
                </a:lnTo>
                <a:lnTo>
                  <a:pt x="20900" y="125529"/>
                </a:lnTo>
                <a:cubicBezTo>
                  <a:pt x="19619" y="124256"/>
                  <a:pt x="18983" y="122647"/>
                  <a:pt x="18983" y="120701"/>
                </a:cubicBezTo>
                <a:cubicBezTo>
                  <a:pt x="18983" y="118755"/>
                  <a:pt x="19619" y="117146"/>
                  <a:pt x="20900" y="115873"/>
                </a:cubicBezTo>
                <a:lnTo>
                  <a:pt x="39502" y="94447"/>
                </a:lnTo>
                <a:lnTo>
                  <a:pt x="36459" y="66107"/>
                </a:lnTo>
                <a:cubicBezTo>
                  <a:pt x="36196" y="64330"/>
                  <a:pt x="36620" y="62640"/>
                  <a:pt x="37746" y="61031"/>
                </a:cubicBezTo>
                <a:cubicBezTo>
                  <a:pt x="38866" y="59421"/>
                  <a:pt x="40329" y="58448"/>
                  <a:pt x="42121" y="58112"/>
                </a:cubicBezTo>
                <a:lnTo>
                  <a:pt x="71089" y="52304"/>
                </a:lnTo>
                <a:lnTo>
                  <a:pt x="85720" y="27234"/>
                </a:lnTo>
                <a:cubicBezTo>
                  <a:pt x="86663" y="25625"/>
                  <a:pt x="88002" y="24499"/>
                  <a:pt x="89743" y="23862"/>
                </a:cubicBezTo>
                <a:cubicBezTo>
                  <a:pt x="91491" y="23226"/>
                  <a:pt x="93247" y="23292"/>
                  <a:pt x="95024" y="24067"/>
                </a:cubicBezTo>
                <a:lnTo>
                  <a:pt x="120701" y="35808"/>
                </a:lnTo>
                <a:lnTo>
                  <a:pt x="146472" y="24038"/>
                </a:lnTo>
                <a:cubicBezTo>
                  <a:pt x="148184" y="23270"/>
                  <a:pt x="149910" y="23175"/>
                  <a:pt x="151659" y="23760"/>
                </a:cubicBezTo>
                <a:cubicBezTo>
                  <a:pt x="153400" y="24352"/>
                  <a:pt x="154738" y="25450"/>
                  <a:pt x="155682" y="27059"/>
                </a:cubicBezTo>
                <a:lnTo>
                  <a:pt x="170569" y="52282"/>
                </a:lnTo>
                <a:lnTo>
                  <a:pt x="199281" y="58090"/>
                </a:lnTo>
                <a:cubicBezTo>
                  <a:pt x="201058" y="58419"/>
                  <a:pt x="202514" y="59392"/>
                  <a:pt x="203655" y="61001"/>
                </a:cubicBezTo>
                <a:cubicBezTo>
                  <a:pt x="204782" y="62611"/>
                  <a:pt x="205243" y="64308"/>
                  <a:pt x="205038" y="66086"/>
                </a:cubicBezTo>
                <a:lnTo>
                  <a:pt x="201900" y="94425"/>
                </a:lnTo>
                <a:lnTo>
                  <a:pt x="220502" y="115851"/>
                </a:lnTo>
                <a:cubicBezTo>
                  <a:pt x="221782" y="117124"/>
                  <a:pt x="222419" y="118733"/>
                  <a:pt x="222419" y="120679"/>
                </a:cubicBezTo>
                <a:cubicBezTo>
                  <a:pt x="222419" y="122617"/>
                  <a:pt x="221782" y="124227"/>
                  <a:pt x="220502" y="125507"/>
                </a:cubicBezTo>
                <a:lnTo>
                  <a:pt x="201900" y="147079"/>
                </a:lnTo>
                <a:lnTo>
                  <a:pt x="205038" y="175418"/>
                </a:lnTo>
                <a:cubicBezTo>
                  <a:pt x="205243" y="177196"/>
                  <a:pt x="204782" y="178886"/>
                  <a:pt x="203655" y="180495"/>
                </a:cubicBezTo>
                <a:cubicBezTo>
                  <a:pt x="202536" y="182105"/>
                  <a:pt x="201073" y="183078"/>
                  <a:pt x="199281" y="183414"/>
                </a:cubicBezTo>
                <a:lnTo>
                  <a:pt x="170569" y="189222"/>
                </a:lnTo>
                <a:lnTo>
                  <a:pt x="155682" y="214291"/>
                </a:lnTo>
                <a:cubicBezTo>
                  <a:pt x="154738" y="215937"/>
                  <a:pt x="153400" y="217049"/>
                  <a:pt x="151659" y="217642"/>
                </a:cubicBezTo>
                <a:cubicBezTo>
                  <a:pt x="149910" y="218227"/>
                  <a:pt x="148184" y="218132"/>
                  <a:pt x="146472" y="217364"/>
                </a:cubicBezTo>
                <a:lnTo>
                  <a:pt x="120701" y="205594"/>
                </a:lnTo>
                <a:lnTo>
                  <a:pt x="95024" y="217364"/>
                </a:lnTo>
                <a:cubicBezTo>
                  <a:pt x="93247" y="218132"/>
                  <a:pt x="91491" y="218198"/>
                  <a:pt x="89743" y="217561"/>
                </a:cubicBezTo>
                <a:cubicBezTo>
                  <a:pt x="88002" y="216925"/>
                  <a:pt x="86663" y="215806"/>
                  <a:pt x="85720" y="214196"/>
                </a:cubicBezTo>
                <a:close/>
                <a:moveTo>
                  <a:pt x="94198" y="204891"/>
                </a:moveTo>
                <a:lnTo>
                  <a:pt x="120701" y="193875"/>
                </a:lnTo>
                <a:lnTo>
                  <a:pt x="147782" y="204913"/>
                </a:lnTo>
                <a:lnTo>
                  <a:pt x="164051" y="180049"/>
                </a:lnTo>
                <a:lnTo>
                  <a:pt x="192997" y="172880"/>
                </a:lnTo>
                <a:lnTo>
                  <a:pt x="190181" y="143254"/>
                </a:lnTo>
                <a:lnTo>
                  <a:pt x="210041" y="120701"/>
                </a:lnTo>
                <a:lnTo>
                  <a:pt x="190151" y="97841"/>
                </a:lnTo>
                <a:lnTo>
                  <a:pt x="192968" y="68119"/>
                </a:lnTo>
                <a:lnTo>
                  <a:pt x="164051" y="61360"/>
                </a:lnTo>
                <a:lnTo>
                  <a:pt x="147482" y="36510"/>
                </a:lnTo>
                <a:lnTo>
                  <a:pt x="120701" y="47527"/>
                </a:lnTo>
                <a:lnTo>
                  <a:pt x="93620" y="36488"/>
                </a:lnTo>
                <a:lnTo>
                  <a:pt x="77351" y="61360"/>
                </a:lnTo>
                <a:lnTo>
                  <a:pt x="48405" y="68119"/>
                </a:lnTo>
                <a:lnTo>
                  <a:pt x="51221" y="97841"/>
                </a:lnTo>
                <a:lnTo>
                  <a:pt x="31360" y="120701"/>
                </a:lnTo>
                <a:lnTo>
                  <a:pt x="51250" y="143254"/>
                </a:lnTo>
                <a:lnTo>
                  <a:pt x="48434" y="173209"/>
                </a:lnTo>
                <a:lnTo>
                  <a:pt x="77351" y="180049"/>
                </a:lnTo>
                <a:lnTo>
                  <a:pt x="94169" y="204891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6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972" y="189954"/>
                </a:moveTo>
                <a:cubicBezTo>
                  <a:pt x="49363" y="189954"/>
                  <a:pt x="48002" y="189398"/>
                  <a:pt x="46898" y="188293"/>
                </a:cubicBezTo>
                <a:cubicBezTo>
                  <a:pt x="45808" y="187189"/>
                  <a:pt x="45266" y="185821"/>
                  <a:pt x="45266" y="184197"/>
                </a:cubicBezTo>
                <a:cubicBezTo>
                  <a:pt x="45266" y="182565"/>
                  <a:pt x="45808" y="181219"/>
                  <a:pt x="46898" y="180144"/>
                </a:cubicBezTo>
                <a:cubicBezTo>
                  <a:pt x="47988" y="179076"/>
                  <a:pt x="49348" y="178535"/>
                  <a:pt x="50972" y="178535"/>
                </a:cubicBezTo>
                <a:lnTo>
                  <a:pt x="63445" y="178535"/>
                </a:lnTo>
                <a:lnTo>
                  <a:pt x="63445" y="99099"/>
                </a:lnTo>
                <a:cubicBezTo>
                  <a:pt x="63445" y="85485"/>
                  <a:pt x="67578" y="73342"/>
                  <a:pt x="75844" y="62662"/>
                </a:cubicBezTo>
                <a:cubicBezTo>
                  <a:pt x="84103" y="52004"/>
                  <a:pt x="94871" y="45391"/>
                  <a:pt x="108126" y="42823"/>
                </a:cubicBezTo>
                <a:lnTo>
                  <a:pt x="108126" y="37717"/>
                </a:lnTo>
                <a:cubicBezTo>
                  <a:pt x="108126" y="34235"/>
                  <a:pt x="109355" y="31265"/>
                  <a:pt x="111798" y="28815"/>
                </a:cubicBezTo>
                <a:cubicBezTo>
                  <a:pt x="114227" y="26371"/>
                  <a:pt x="117190" y="25150"/>
                  <a:pt x="120679" y="25150"/>
                </a:cubicBezTo>
                <a:cubicBezTo>
                  <a:pt x="124161" y="25150"/>
                  <a:pt x="127131" y="26371"/>
                  <a:pt x="129574" y="28815"/>
                </a:cubicBezTo>
                <a:cubicBezTo>
                  <a:pt x="132039" y="31265"/>
                  <a:pt x="133276" y="34235"/>
                  <a:pt x="133276" y="37717"/>
                </a:cubicBezTo>
                <a:lnTo>
                  <a:pt x="133276" y="42823"/>
                </a:lnTo>
                <a:cubicBezTo>
                  <a:pt x="146531" y="45391"/>
                  <a:pt x="157299" y="52004"/>
                  <a:pt x="165565" y="62662"/>
                </a:cubicBezTo>
                <a:cubicBezTo>
                  <a:pt x="173824" y="73328"/>
                  <a:pt x="177957" y="85471"/>
                  <a:pt x="177957" y="99099"/>
                </a:cubicBezTo>
                <a:lnTo>
                  <a:pt x="177957" y="178535"/>
                </a:lnTo>
                <a:lnTo>
                  <a:pt x="190429" y="178535"/>
                </a:lnTo>
                <a:cubicBezTo>
                  <a:pt x="192039" y="178535"/>
                  <a:pt x="193399" y="179091"/>
                  <a:pt x="194504" y="180195"/>
                </a:cubicBezTo>
                <a:cubicBezTo>
                  <a:pt x="195594" y="181300"/>
                  <a:pt x="196142" y="182668"/>
                  <a:pt x="196142" y="184292"/>
                </a:cubicBezTo>
                <a:cubicBezTo>
                  <a:pt x="196142" y="185923"/>
                  <a:pt x="195594" y="187269"/>
                  <a:pt x="194504" y="188344"/>
                </a:cubicBezTo>
                <a:cubicBezTo>
                  <a:pt x="193414" y="189420"/>
                  <a:pt x="192053" y="189954"/>
                  <a:pt x="190429" y="189954"/>
                </a:cubicBezTo>
                <a:lnTo>
                  <a:pt x="50972" y="189954"/>
                </a:lnTo>
                <a:close/>
                <a:moveTo>
                  <a:pt x="120701" y="115851"/>
                </a:moveTo>
                <a:close/>
                <a:moveTo>
                  <a:pt x="120679" y="218190"/>
                </a:moveTo>
                <a:cubicBezTo>
                  <a:pt x="115661" y="218190"/>
                  <a:pt x="111389" y="216413"/>
                  <a:pt x="107848" y="212858"/>
                </a:cubicBezTo>
                <a:cubicBezTo>
                  <a:pt x="104300" y="209310"/>
                  <a:pt x="102523" y="205023"/>
                  <a:pt x="102523" y="200012"/>
                </a:cubicBezTo>
                <a:lnTo>
                  <a:pt x="138879" y="200012"/>
                </a:lnTo>
                <a:cubicBezTo>
                  <a:pt x="138879" y="205023"/>
                  <a:pt x="137094" y="209310"/>
                  <a:pt x="133524" y="212858"/>
                </a:cubicBezTo>
                <a:cubicBezTo>
                  <a:pt x="129955" y="216413"/>
                  <a:pt x="125668" y="218190"/>
                  <a:pt x="120679" y="218190"/>
                </a:cubicBezTo>
                <a:close/>
                <a:moveTo>
                  <a:pt x="74856" y="178535"/>
                </a:moveTo>
                <a:lnTo>
                  <a:pt x="166545" y="178535"/>
                </a:lnTo>
                <a:lnTo>
                  <a:pt x="166545" y="99099"/>
                </a:lnTo>
                <a:cubicBezTo>
                  <a:pt x="166545" y="86393"/>
                  <a:pt x="162076" y="75581"/>
                  <a:pt x="153136" y="66663"/>
                </a:cubicBezTo>
                <a:cubicBezTo>
                  <a:pt x="144205" y="57724"/>
                  <a:pt x="133393" y="53262"/>
                  <a:pt x="120701" y="53262"/>
                </a:cubicBezTo>
                <a:cubicBezTo>
                  <a:pt x="107994" y="53262"/>
                  <a:pt x="97182" y="57724"/>
                  <a:pt x="88265" y="66663"/>
                </a:cubicBezTo>
                <a:cubicBezTo>
                  <a:pt x="79326" y="75595"/>
                  <a:pt x="74856" y="86407"/>
                  <a:pt x="74856" y="99099"/>
                </a:cubicBezTo>
                <a:lnTo>
                  <a:pt x="74856" y="17853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8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6201"/>
                </a:moveTo>
                <a:cubicBezTo>
                  <a:pt x="110642" y="206201"/>
                  <a:pt x="101352" y="203794"/>
                  <a:pt x="92837" y="198981"/>
                </a:cubicBezTo>
                <a:cubicBezTo>
                  <a:pt x="84322" y="194167"/>
                  <a:pt x="77892" y="187357"/>
                  <a:pt x="73554" y="178535"/>
                </a:cubicBezTo>
                <a:lnTo>
                  <a:pt x="50972" y="178535"/>
                </a:lnTo>
                <a:cubicBezTo>
                  <a:pt x="49363" y="178535"/>
                  <a:pt x="48002" y="177986"/>
                  <a:pt x="46898" y="176874"/>
                </a:cubicBezTo>
                <a:cubicBezTo>
                  <a:pt x="45808" y="175770"/>
                  <a:pt x="45266" y="174402"/>
                  <a:pt x="45266" y="172778"/>
                </a:cubicBezTo>
                <a:cubicBezTo>
                  <a:pt x="45266" y="171154"/>
                  <a:pt x="45808" y="169800"/>
                  <a:pt x="46898" y="168732"/>
                </a:cubicBezTo>
                <a:cubicBezTo>
                  <a:pt x="47988" y="167657"/>
                  <a:pt x="49348" y="167123"/>
                  <a:pt x="50972" y="167123"/>
                </a:cubicBezTo>
                <a:lnTo>
                  <a:pt x="68602" y="167123"/>
                </a:lnTo>
                <a:cubicBezTo>
                  <a:pt x="67175" y="162244"/>
                  <a:pt x="66444" y="157291"/>
                  <a:pt x="66407" y="152259"/>
                </a:cubicBezTo>
                <a:cubicBezTo>
                  <a:pt x="66378" y="147233"/>
                  <a:pt x="66363" y="142200"/>
                  <a:pt x="66363" y="137175"/>
                </a:cubicBezTo>
                <a:lnTo>
                  <a:pt x="50819" y="137175"/>
                </a:lnTo>
                <a:cubicBezTo>
                  <a:pt x="49195" y="137175"/>
                  <a:pt x="47834" y="136619"/>
                  <a:pt x="46744" y="135514"/>
                </a:cubicBezTo>
                <a:cubicBezTo>
                  <a:pt x="45654" y="134402"/>
                  <a:pt x="45113" y="133042"/>
                  <a:pt x="45113" y="131410"/>
                </a:cubicBezTo>
                <a:cubicBezTo>
                  <a:pt x="45113" y="129786"/>
                  <a:pt x="45654" y="128440"/>
                  <a:pt x="46744" y="127365"/>
                </a:cubicBezTo>
                <a:cubicBezTo>
                  <a:pt x="47834" y="126290"/>
                  <a:pt x="49195" y="125756"/>
                  <a:pt x="50819" y="125756"/>
                </a:cubicBezTo>
                <a:lnTo>
                  <a:pt x="66363" y="125756"/>
                </a:lnTo>
                <a:cubicBezTo>
                  <a:pt x="66363" y="120437"/>
                  <a:pt x="66371" y="115134"/>
                  <a:pt x="66385" y="109838"/>
                </a:cubicBezTo>
                <a:cubicBezTo>
                  <a:pt x="66400" y="104542"/>
                  <a:pt x="67271" y="99384"/>
                  <a:pt x="69004" y="94373"/>
                </a:cubicBezTo>
                <a:lnTo>
                  <a:pt x="50972" y="94373"/>
                </a:lnTo>
                <a:cubicBezTo>
                  <a:pt x="49363" y="94373"/>
                  <a:pt x="48002" y="93817"/>
                  <a:pt x="46898" y="92713"/>
                </a:cubicBezTo>
                <a:cubicBezTo>
                  <a:pt x="45808" y="91608"/>
                  <a:pt x="45266" y="90240"/>
                  <a:pt x="45266" y="88616"/>
                </a:cubicBezTo>
                <a:cubicBezTo>
                  <a:pt x="45266" y="86985"/>
                  <a:pt x="45808" y="85639"/>
                  <a:pt x="46898" y="84564"/>
                </a:cubicBezTo>
                <a:cubicBezTo>
                  <a:pt x="47988" y="83496"/>
                  <a:pt x="49348" y="82954"/>
                  <a:pt x="50972" y="82954"/>
                </a:cubicBezTo>
                <a:lnTo>
                  <a:pt x="74279" y="82954"/>
                </a:lnTo>
                <a:cubicBezTo>
                  <a:pt x="76766" y="78192"/>
                  <a:pt x="79970" y="74074"/>
                  <a:pt x="83913" y="70584"/>
                </a:cubicBezTo>
                <a:cubicBezTo>
                  <a:pt x="87870" y="67095"/>
                  <a:pt x="92259" y="64249"/>
                  <a:pt x="97087" y="62033"/>
                </a:cubicBezTo>
                <a:lnTo>
                  <a:pt x="81396" y="46598"/>
                </a:lnTo>
                <a:cubicBezTo>
                  <a:pt x="80372" y="45588"/>
                  <a:pt x="79867" y="44359"/>
                  <a:pt x="79867" y="42896"/>
                </a:cubicBezTo>
                <a:cubicBezTo>
                  <a:pt x="79867" y="41426"/>
                  <a:pt x="80401" y="40160"/>
                  <a:pt x="81477" y="39100"/>
                </a:cubicBezTo>
                <a:cubicBezTo>
                  <a:pt x="82442" y="38127"/>
                  <a:pt x="83664" y="37644"/>
                  <a:pt x="85120" y="37644"/>
                </a:cubicBezTo>
                <a:cubicBezTo>
                  <a:pt x="86575" y="37644"/>
                  <a:pt x="87819" y="38156"/>
                  <a:pt x="88843" y="39180"/>
                </a:cubicBezTo>
                <a:lnTo>
                  <a:pt x="108031" y="58266"/>
                </a:lnTo>
                <a:cubicBezTo>
                  <a:pt x="112303" y="56839"/>
                  <a:pt x="116626" y="56122"/>
                  <a:pt x="121001" y="56122"/>
                </a:cubicBezTo>
                <a:cubicBezTo>
                  <a:pt x="125375" y="56122"/>
                  <a:pt x="129720" y="56839"/>
                  <a:pt x="134029" y="58266"/>
                </a:cubicBezTo>
                <a:lnTo>
                  <a:pt x="153312" y="39180"/>
                </a:lnTo>
                <a:cubicBezTo>
                  <a:pt x="154307" y="38156"/>
                  <a:pt x="155521" y="37644"/>
                  <a:pt x="156962" y="37644"/>
                </a:cubicBezTo>
                <a:cubicBezTo>
                  <a:pt x="158403" y="37644"/>
                  <a:pt x="159684" y="38200"/>
                  <a:pt x="160810" y="39305"/>
                </a:cubicBezTo>
                <a:cubicBezTo>
                  <a:pt x="161798" y="40190"/>
                  <a:pt x="162295" y="41375"/>
                  <a:pt x="162295" y="42845"/>
                </a:cubicBezTo>
                <a:cubicBezTo>
                  <a:pt x="162295" y="44323"/>
                  <a:pt x="161783" y="45581"/>
                  <a:pt x="160759" y="46620"/>
                </a:cubicBezTo>
                <a:lnTo>
                  <a:pt x="145316" y="62062"/>
                </a:lnTo>
                <a:cubicBezTo>
                  <a:pt x="150144" y="64271"/>
                  <a:pt x="154402" y="67183"/>
                  <a:pt x="158096" y="70789"/>
                </a:cubicBezTo>
                <a:cubicBezTo>
                  <a:pt x="161798" y="74374"/>
                  <a:pt x="164994" y="78441"/>
                  <a:pt x="167672" y="82984"/>
                </a:cubicBezTo>
                <a:lnTo>
                  <a:pt x="190583" y="82984"/>
                </a:lnTo>
                <a:cubicBezTo>
                  <a:pt x="192207" y="82984"/>
                  <a:pt x="193568" y="83532"/>
                  <a:pt x="194657" y="84644"/>
                </a:cubicBezTo>
                <a:cubicBezTo>
                  <a:pt x="195747" y="85749"/>
                  <a:pt x="196289" y="87117"/>
                  <a:pt x="196289" y="88741"/>
                </a:cubicBezTo>
                <a:cubicBezTo>
                  <a:pt x="196289" y="90365"/>
                  <a:pt x="195747" y="91718"/>
                  <a:pt x="194657" y="92786"/>
                </a:cubicBezTo>
                <a:cubicBezTo>
                  <a:pt x="193568" y="93861"/>
                  <a:pt x="192207" y="94395"/>
                  <a:pt x="190583" y="94395"/>
                </a:cubicBezTo>
                <a:lnTo>
                  <a:pt x="172405" y="94395"/>
                </a:lnTo>
                <a:cubicBezTo>
                  <a:pt x="174292" y="99414"/>
                  <a:pt x="175184" y="104585"/>
                  <a:pt x="175067" y="109911"/>
                </a:cubicBezTo>
                <a:cubicBezTo>
                  <a:pt x="174950" y="115244"/>
                  <a:pt x="174892" y="120525"/>
                  <a:pt x="174892" y="125756"/>
                </a:cubicBezTo>
                <a:lnTo>
                  <a:pt x="190583" y="125756"/>
                </a:lnTo>
                <a:cubicBezTo>
                  <a:pt x="192207" y="125756"/>
                  <a:pt x="193568" y="126312"/>
                  <a:pt x="194657" y="127416"/>
                </a:cubicBezTo>
                <a:cubicBezTo>
                  <a:pt x="195747" y="128521"/>
                  <a:pt x="196289" y="129889"/>
                  <a:pt x="196289" y="131513"/>
                </a:cubicBezTo>
                <a:cubicBezTo>
                  <a:pt x="196289" y="133137"/>
                  <a:pt x="195747" y="134490"/>
                  <a:pt x="194657" y="135565"/>
                </a:cubicBezTo>
                <a:cubicBezTo>
                  <a:pt x="193568" y="136633"/>
                  <a:pt x="192207" y="137175"/>
                  <a:pt x="190583" y="137175"/>
                </a:cubicBezTo>
                <a:lnTo>
                  <a:pt x="174892" y="137175"/>
                </a:lnTo>
                <a:cubicBezTo>
                  <a:pt x="174892" y="142215"/>
                  <a:pt x="174899" y="147248"/>
                  <a:pt x="174914" y="152259"/>
                </a:cubicBezTo>
                <a:cubicBezTo>
                  <a:pt x="174936" y="157291"/>
                  <a:pt x="174226" y="162237"/>
                  <a:pt x="172807" y="167094"/>
                </a:cubicBezTo>
                <a:lnTo>
                  <a:pt x="190583" y="167094"/>
                </a:lnTo>
                <a:cubicBezTo>
                  <a:pt x="192207" y="167094"/>
                  <a:pt x="193568" y="167650"/>
                  <a:pt x="194657" y="168754"/>
                </a:cubicBezTo>
                <a:cubicBezTo>
                  <a:pt x="195747" y="169859"/>
                  <a:pt x="196289" y="171227"/>
                  <a:pt x="196289" y="172851"/>
                </a:cubicBezTo>
                <a:cubicBezTo>
                  <a:pt x="196289" y="174482"/>
                  <a:pt x="195747" y="175828"/>
                  <a:pt x="194657" y="176903"/>
                </a:cubicBezTo>
                <a:cubicBezTo>
                  <a:pt x="193568" y="177972"/>
                  <a:pt x="192207" y="178513"/>
                  <a:pt x="190583" y="178513"/>
                </a:cubicBezTo>
                <a:lnTo>
                  <a:pt x="168001" y="178513"/>
                </a:lnTo>
                <a:cubicBezTo>
                  <a:pt x="163773" y="187496"/>
                  <a:pt x="157372" y="194350"/>
                  <a:pt x="148791" y="199083"/>
                </a:cubicBezTo>
                <a:cubicBezTo>
                  <a:pt x="140188" y="203823"/>
                  <a:pt x="130825" y="206201"/>
                  <a:pt x="120701" y="206201"/>
                </a:cubicBezTo>
                <a:close/>
                <a:moveTo>
                  <a:pt x="120752" y="194782"/>
                </a:moveTo>
                <a:cubicBezTo>
                  <a:pt x="132537" y="194782"/>
                  <a:pt x="142603" y="190634"/>
                  <a:pt x="150949" y="182331"/>
                </a:cubicBezTo>
                <a:cubicBezTo>
                  <a:pt x="159303" y="174036"/>
                  <a:pt x="163473" y="163978"/>
                  <a:pt x="163473" y="152156"/>
                </a:cubicBezTo>
                <a:lnTo>
                  <a:pt x="163473" y="110642"/>
                </a:lnTo>
                <a:cubicBezTo>
                  <a:pt x="163473" y="98806"/>
                  <a:pt x="159281" y="88741"/>
                  <a:pt x="150898" y="80445"/>
                </a:cubicBezTo>
                <a:cubicBezTo>
                  <a:pt x="142522" y="72143"/>
                  <a:pt x="132434" y="67995"/>
                  <a:pt x="120650" y="67995"/>
                </a:cubicBezTo>
                <a:cubicBezTo>
                  <a:pt x="108865" y="67995"/>
                  <a:pt x="98799" y="72143"/>
                  <a:pt x="90452" y="80445"/>
                </a:cubicBezTo>
                <a:cubicBezTo>
                  <a:pt x="82098" y="88741"/>
                  <a:pt x="77929" y="98806"/>
                  <a:pt x="77929" y="110642"/>
                </a:cubicBezTo>
                <a:lnTo>
                  <a:pt x="77929" y="152156"/>
                </a:lnTo>
                <a:cubicBezTo>
                  <a:pt x="77929" y="163992"/>
                  <a:pt x="82120" y="174051"/>
                  <a:pt x="90504" y="182331"/>
                </a:cubicBezTo>
                <a:cubicBezTo>
                  <a:pt x="98880" y="190634"/>
                  <a:pt x="108967" y="194782"/>
                  <a:pt x="120752" y="194782"/>
                </a:cubicBezTo>
                <a:close/>
                <a:moveTo>
                  <a:pt x="107848" y="158418"/>
                </a:moveTo>
                <a:lnTo>
                  <a:pt x="133576" y="158418"/>
                </a:lnTo>
                <a:cubicBezTo>
                  <a:pt x="135200" y="158418"/>
                  <a:pt x="136560" y="157869"/>
                  <a:pt x="137650" y="156757"/>
                </a:cubicBezTo>
                <a:cubicBezTo>
                  <a:pt x="138740" y="155653"/>
                  <a:pt x="139281" y="154285"/>
                  <a:pt x="139281" y="152661"/>
                </a:cubicBezTo>
                <a:cubicBezTo>
                  <a:pt x="139281" y="151037"/>
                  <a:pt x="138740" y="149684"/>
                  <a:pt x="137650" y="148616"/>
                </a:cubicBezTo>
                <a:cubicBezTo>
                  <a:pt x="136560" y="147540"/>
                  <a:pt x="135200" y="147006"/>
                  <a:pt x="133576" y="147006"/>
                </a:cubicBezTo>
                <a:lnTo>
                  <a:pt x="107848" y="147006"/>
                </a:lnTo>
                <a:cubicBezTo>
                  <a:pt x="106224" y="147006"/>
                  <a:pt x="104871" y="147555"/>
                  <a:pt x="103781" y="148667"/>
                </a:cubicBezTo>
                <a:cubicBezTo>
                  <a:pt x="102691" y="149771"/>
                  <a:pt x="102142" y="151139"/>
                  <a:pt x="102142" y="152763"/>
                </a:cubicBezTo>
                <a:cubicBezTo>
                  <a:pt x="102142" y="154387"/>
                  <a:pt x="102691" y="155741"/>
                  <a:pt x="103781" y="156809"/>
                </a:cubicBezTo>
                <a:cubicBezTo>
                  <a:pt x="104871" y="157884"/>
                  <a:pt x="106224" y="158418"/>
                  <a:pt x="107848" y="158418"/>
                </a:cubicBezTo>
                <a:close/>
                <a:moveTo>
                  <a:pt x="107848" y="115800"/>
                </a:moveTo>
                <a:lnTo>
                  <a:pt x="133576" y="115800"/>
                </a:lnTo>
                <a:cubicBezTo>
                  <a:pt x="135200" y="115800"/>
                  <a:pt x="136560" y="115244"/>
                  <a:pt x="137650" y="114139"/>
                </a:cubicBezTo>
                <a:cubicBezTo>
                  <a:pt x="138740" y="113034"/>
                  <a:pt x="139281" y="111667"/>
                  <a:pt x="139281" y="110043"/>
                </a:cubicBezTo>
                <a:cubicBezTo>
                  <a:pt x="139281" y="108411"/>
                  <a:pt x="138740" y="107065"/>
                  <a:pt x="137650" y="105990"/>
                </a:cubicBezTo>
                <a:cubicBezTo>
                  <a:pt x="136560" y="104915"/>
                  <a:pt x="135200" y="104381"/>
                  <a:pt x="133576" y="104381"/>
                </a:cubicBezTo>
                <a:lnTo>
                  <a:pt x="107848" y="104381"/>
                </a:lnTo>
                <a:cubicBezTo>
                  <a:pt x="106224" y="104381"/>
                  <a:pt x="104871" y="104937"/>
                  <a:pt x="103781" y="106041"/>
                </a:cubicBezTo>
                <a:cubicBezTo>
                  <a:pt x="102691" y="107146"/>
                  <a:pt x="102142" y="108514"/>
                  <a:pt x="102142" y="110138"/>
                </a:cubicBezTo>
                <a:cubicBezTo>
                  <a:pt x="102142" y="111769"/>
                  <a:pt x="102691" y="113115"/>
                  <a:pt x="103781" y="114190"/>
                </a:cubicBezTo>
                <a:cubicBezTo>
                  <a:pt x="104871" y="115258"/>
                  <a:pt x="106224" y="115800"/>
                  <a:pt x="107848" y="115800"/>
                </a:cubicBezTo>
                <a:close/>
                <a:moveTo>
                  <a:pt x="120803" y="131491"/>
                </a:move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20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963" y="118360"/>
                </a:moveTo>
                <a:lnTo>
                  <a:pt x="126963" y="73730"/>
                </a:lnTo>
                <a:cubicBezTo>
                  <a:pt x="126963" y="72069"/>
                  <a:pt x="126429" y="70701"/>
                  <a:pt x="125353" y="69626"/>
                </a:cubicBezTo>
                <a:cubicBezTo>
                  <a:pt x="124278" y="68558"/>
                  <a:pt x="122917" y="68017"/>
                  <a:pt x="121257" y="68017"/>
                </a:cubicBezTo>
                <a:cubicBezTo>
                  <a:pt x="119596" y="68017"/>
                  <a:pt x="118228" y="68558"/>
                  <a:pt x="117153" y="69626"/>
                </a:cubicBezTo>
                <a:cubicBezTo>
                  <a:pt x="116085" y="70701"/>
                  <a:pt x="115544" y="72069"/>
                  <a:pt x="115544" y="73730"/>
                </a:cubicBezTo>
                <a:lnTo>
                  <a:pt x="115544" y="120123"/>
                </a:lnTo>
                <a:cubicBezTo>
                  <a:pt x="115544" y="121096"/>
                  <a:pt x="115712" y="121988"/>
                  <a:pt x="116048" y="122815"/>
                </a:cubicBezTo>
                <a:cubicBezTo>
                  <a:pt x="116385" y="123634"/>
                  <a:pt x="116890" y="124432"/>
                  <a:pt x="117555" y="125200"/>
                </a:cubicBezTo>
                <a:lnTo>
                  <a:pt x="154146" y="162771"/>
                </a:lnTo>
                <a:cubicBezTo>
                  <a:pt x="155265" y="163992"/>
                  <a:pt x="156684" y="164599"/>
                  <a:pt x="158396" y="164577"/>
                </a:cubicBezTo>
                <a:cubicBezTo>
                  <a:pt x="160108" y="164563"/>
                  <a:pt x="161556" y="163963"/>
                  <a:pt x="162749" y="162771"/>
                </a:cubicBezTo>
                <a:cubicBezTo>
                  <a:pt x="163934" y="161578"/>
                  <a:pt x="164533" y="160174"/>
                  <a:pt x="164533" y="158542"/>
                </a:cubicBezTo>
                <a:cubicBezTo>
                  <a:pt x="164533" y="156918"/>
                  <a:pt x="163934" y="155543"/>
                  <a:pt x="162749" y="154424"/>
                </a:cubicBezTo>
                <a:lnTo>
                  <a:pt x="126963" y="118360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614"/>
                  <a:pt x="27651" y="95259"/>
                  <a:pt x="32662" y="83664"/>
                </a:cubicBezTo>
                <a:cubicBezTo>
                  <a:pt x="37681" y="72062"/>
                  <a:pt x="44528" y="61916"/>
                  <a:pt x="53211" y="53233"/>
                </a:cubicBezTo>
                <a:cubicBezTo>
                  <a:pt x="61894" y="44550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788" y="25150"/>
                  <a:pt x="146143" y="27651"/>
                  <a:pt x="157738" y="32662"/>
                </a:cubicBezTo>
                <a:cubicBezTo>
                  <a:pt x="169340" y="37681"/>
                  <a:pt x="179486" y="44528"/>
                  <a:pt x="188169" y="53211"/>
                </a:cubicBezTo>
                <a:cubicBezTo>
                  <a:pt x="196852" y="61894"/>
                  <a:pt x="203706" y="72025"/>
                  <a:pt x="208739" y="83613"/>
                </a:cubicBezTo>
                <a:cubicBezTo>
                  <a:pt x="213750" y="95215"/>
                  <a:pt x="216259" y="107563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874" y="179486"/>
                  <a:pt x="188191" y="188169"/>
                </a:cubicBezTo>
                <a:cubicBezTo>
                  <a:pt x="179508" y="196852"/>
                  <a:pt x="169376" y="203706"/>
                  <a:pt x="157789" y="208739"/>
                </a:cubicBezTo>
                <a:cubicBezTo>
                  <a:pt x="146187" y="213750"/>
                  <a:pt x="133839" y="216259"/>
                  <a:pt x="120723" y="216259"/>
                </a:cubicBezTo>
                <a:close/>
                <a:moveTo>
                  <a:pt x="120701" y="120701"/>
                </a:moveTo>
                <a:close/>
                <a:moveTo>
                  <a:pt x="120701" y="204840"/>
                </a:moveTo>
                <a:cubicBezTo>
                  <a:pt x="143853" y="204840"/>
                  <a:pt x="163656" y="196603"/>
                  <a:pt x="180122" y="180122"/>
                </a:cubicBezTo>
                <a:cubicBezTo>
                  <a:pt x="196603" y="163641"/>
                  <a:pt x="204840" y="143839"/>
                  <a:pt x="204840" y="120701"/>
                </a:cubicBezTo>
                <a:cubicBezTo>
                  <a:pt x="204840" y="97548"/>
                  <a:pt x="196603" y="77746"/>
                  <a:pt x="180122" y="61279"/>
                </a:cubicBezTo>
                <a:cubicBezTo>
                  <a:pt x="163641" y="44798"/>
                  <a:pt x="143839" y="36561"/>
                  <a:pt x="120701" y="36561"/>
                </a:cubicBezTo>
                <a:cubicBezTo>
                  <a:pt x="97548" y="36561"/>
                  <a:pt x="77746" y="44798"/>
                  <a:pt x="61279" y="61279"/>
                </a:cubicBezTo>
                <a:cubicBezTo>
                  <a:pt x="44798" y="77761"/>
                  <a:pt x="36561" y="97570"/>
                  <a:pt x="36561" y="120701"/>
                </a:cubicBezTo>
                <a:cubicBezTo>
                  <a:pt x="36561" y="143853"/>
                  <a:pt x="44798" y="163656"/>
                  <a:pt x="61279" y="180122"/>
                </a:cubicBezTo>
                <a:cubicBezTo>
                  <a:pt x="77761" y="196603"/>
                  <a:pt x="97570" y="204840"/>
                  <a:pt x="120701" y="2048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2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170" y="23987"/>
                </a:moveTo>
                <a:cubicBezTo>
                  <a:pt x="96509" y="23987"/>
                  <a:pt x="95141" y="23453"/>
                  <a:pt x="94073" y="22377"/>
                </a:cubicBezTo>
                <a:cubicBezTo>
                  <a:pt x="92998" y="21309"/>
                  <a:pt x="92464" y="19941"/>
                  <a:pt x="92464" y="18281"/>
                </a:cubicBezTo>
                <a:cubicBezTo>
                  <a:pt x="92464" y="16620"/>
                  <a:pt x="92998" y="15252"/>
                  <a:pt x="94073" y="14184"/>
                </a:cubicBezTo>
                <a:cubicBezTo>
                  <a:pt x="95141" y="13109"/>
                  <a:pt x="96509" y="12575"/>
                  <a:pt x="98170" y="12575"/>
                </a:cubicBezTo>
                <a:lnTo>
                  <a:pt x="143232" y="12575"/>
                </a:lnTo>
                <a:cubicBezTo>
                  <a:pt x="144892" y="12575"/>
                  <a:pt x="146260" y="13109"/>
                  <a:pt x="147328" y="14184"/>
                </a:cubicBezTo>
                <a:cubicBezTo>
                  <a:pt x="148403" y="15252"/>
                  <a:pt x="148937" y="16620"/>
                  <a:pt x="148937" y="18281"/>
                </a:cubicBezTo>
                <a:cubicBezTo>
                  <a:pt x="148937" y="19941"/>
                  <a:pt x="148403" y="21309"/>
                  <a:pt x="147328" y="22377"/>
                </a:cubicBezTo>
                <a:cubicBezTo>
                  <a:pt x="146260" y="23453"/>
                  <a:pt x="144892" y="23987"/>
                  <a:pt x="143232" y="23987"/>
                </a:cubicBezTo>
                <a:lnTo>
                  <a:pt x="98170" y="23987"/>
                </a:lnTo>
                <a:close/>
                <a:moveTo>
                  <a:pt x="124797" y="134885"/>
                </a:moveTo>
                <a:cubicBezTo>
                  <a:pt x="125873" y="133810"/>
                  <a:pt x="126407" y="132442"/>
                  <a:pt x="126407" y="130781"/>
                </a:cubicBezTo>
                <a:lnTo>
                  <a:pt x="126407" y="87556"/>
                </a:lnTo>
                <a:cubicBezTo>
                  <a:pt x="126407" y="85895"/>
                  <a:pt x="125873" y="84534"/>
                  <a:pt x="124797" y="83459"/>
                </a:cubicBezTo>
                <a:cubicBezTo>
                  <a:pt x="123729" y="82384"/>
                  <a:pt x="122361" y="81850"/>
                  <a:pt x="120701" y="81850"/>
                </a:cubicBezTo>
                <a:cubicBezTo>
                  <a:pt x="119040" y="81850"/>
                  <a:pt x="117672" y="82384"/>
                  <a:pt x="116604" y="83459"/>
                </a:cubicBezTo>
                <a:cubicBezTo>
                  <a:pt x="115529" y="84534"/>
                  <a:pt x="114995" y="85895"/>
                  <a:pt x="114995" y="87556"/>
                </a:cubicBezTo>
                <a:lnTo>
                  <a:pt x="114995" y="130781"/>
                </a:lnTo>
                <a:cubicBezTo>
                  <a:pt x="114995" y="132442"/>
                  <a:pt x="115529" y="133810"/>
                  <a:pt x="116604" y="134885"/>
                </a:cubicBezTo>
                <a:cubicBezTo>
                  <a:pt x="117672" y="135953"/>
                  <a:pt x="119040" y="136494"/>
                  <a:pt x="120701" y="136494"/>
                </a:cubicBezTo>
                <a:cubicBezTo>
                  <a:pt x="122361" y="136494"/>
                  <a:pt x="123729" y="135953"/>
                  <a:pt x="124797" y="134885"/>
                </a:cubicBezTo>
                <a:close/>
                <a:moveTo>
                  <a:pt x="87512" y="209317"/>
                </a:moveTo>
                <a:cubicBezTo>
                  <a:pt x="77131" y="204789"/>
                  <a:pt x="68061" y="198659"/>
                  <a:pt x="60299" y="190934"/>
                </a:cubicBezTo>
                <a:cubicBezTo>
                  <a:pt x="52538" y="183202"/>
                  <a:pt x="46408" y="174138"/>
                  <a:pt x="41916" y="163729"/>
                </a:cubicBezTo>
                <a:cubicBezTo>
                  <a:pt x="37425" y="153334"/>
                  <a:pt x="35179" y="142266"/>
                  <a:pt x="35179" y="130532"/>
                </a:cubicBezTo>
                <a:cubicBezTo>
                  <a:pt x="35179" y="118799"/>
                  <a:pt x="37425" y="107753"/>
                  <a:pt x="41916" y="97387"/>
                </a:cubicBezTo>
                <a:cubicBezTo>
                  <a:pt x="46408" y="87014"/>
                  <a:pt x="52538" y="77943"/>
                  <a:pt x="60299" y="70182"/>
                </a:cubicBezTo>
                <a:cubicBezTo>
                  <a:pt x="68061" y="62421"/>
                  <a:pt x="77131" y="56290"/>
                  <a:pt x="87512" y="51799"/>
                </a:cubicBezTo>
                <a:cubicBezTo>
                  <a:pt x="97885" y="47307"/>
                  <a:pt x="108953" y="45062"/>
                  <a:pt x="120701" y="45062"/>
                </a:cubicBezTo>
                <a:cubicBezTo>
                  <a:pt x="131410" y="45062"/>
                  <a:pt x="141556" y="46912"/>
                  <a:pt x="151125" y="50621"/>
                </a:cubicBezTo>
                <a:cubicBezTo>
                  <a:pt x="160700" y="54323"/>
                  <a:pt x="169244" y="59495"/>
                  <a:pt x="176750" y="66137"/>
                </a:cubicBezTo>
                <a:lnTo>
                  <a:pt x="184292" y="58492"/>
                </a:lnTo>
                <a:cubicBezTo>
                  <a:pt x="185418" y="57366"/>
                  <a:pt x="186742" y="56788"/>
                  <a:pt x="188271" y="56751"/>
                </a:cubicBezTo>
                <a:cubicBezTo>
                  <a:pt x="189793" y="56722"/>
                  <a:pt x="191153" y="57300"/>
                  <a:pt x="192339" y="58492"/>
                </a:cubicBezTo>
                <a:cubicBezTo>
                  <a:pt x="193531" y="59677"/>
                  <a:pt x="194131" y="61023"/>
                  <a:pt x="194131" y="62516"/>
                </a:cubicBezTo>
                <a:cubicBezTo>
                  <a:pt x="194131" y="64008"/>
                  <a:pt x="193531" y="65347"/>
                  <a:pt x="192339" y="66539"/>
                </a:cubicBezTo>
                <a:lnTo>
                  <a:pt x="184694" y="74183"/>
                </a:lnTo>
                <a:cubicBezTo>
                  <a:pt x="190868" y="80884"/>
                  <a:pt x="195989" y="88909"/>
                  <a:pt x="200063" y="98243"/>
                </a:cubicBezTo>
                <a:cubicBezTo>
                  <a:pt x="204153" y="107599"/>
                  <a:pt x="206201" y="118389"/>
                  <a:pt x="206201" y="130606"/>
                </a:cubicBezTo>
                <a:cubicBezTo>
                  <a:pt x="206201" y="142310"/>
                  <a:pt x="203948" y="153356"/>
                  <a:pt x="199456" y="163751"/>
                </a:cubicBezTo>
                <a:cubicBezTo>
                  <a:pt x="194965" y="174146"/>
                  <a:pt x="188835" y="183216"/>
                  <a:pt x="181073" y="190956"/>
                </a:cubicBezTo>
                <a:cubicBezTo>
                  <a:pt x="173312" y="198688"/>
                  <a:pt x="164248" y="204811"/>
                  <a:pt x="153868" y="209339"/>
                </a:cubicBezTo>
                <a:cubicBezTo>
                  <a:pt x="143495" y="213867"/>
                  <a:pt x="132427" y="216128"/>
                  <a:pt x="120679" y="216128"/>
                </a:cubicBezTo>
                <a:cubicBezTo>
                  <a:pt x="108923" y="216128"/>
                  <a:pt x="97863" y="213867"/>
                  <a:pt x="87482" y="209339"/>
                </a:cubicBezTo>
                <a:close/>
                <a:moveTo>
                  <a:pt x="173158" y="183063"/>
                </a:moveTo>
                <a:cubicBezTo>
                  <a:pt x="187569" y="168645"/>
                  <a:pt x="194782" y="151154"/>
                  <a:pt x="194782" y="130584"/>
                </a:cubicBezTo>
                <a:cubicBezTo>
                  <a:pt x="194782" y="110013"/>
                  <a:pt x="187569" y="92523"/>
                  <a:pt x="173158" y="78104"/>
                </a:cubicBezTo>
                <a:cubicBezTo>
                  <a:pt x="158740" y="63686"/>
                  <a:pt x="141242" y="56481"/>
                  <a:pt x="120679" y="56481"/>
                </a:cubicBezTo>
                <a:cubicBezTo>
                  <a:pt x="100109" y="56481"/>
                  <a:pt x="82611" y="63686"/>
                  <a:pt x="68200" y="78104"/>
                </a:cubicBezTo>
                <a:cubicBezTo>
                  <a:pt x="53781" y="92523"/>
                  <a:pt x="46569" y="110013"/>
                  <a:pt x="46569" y="130584"/>
                </a:cubicBezTo>
                <a:cubicBezTo>
                  <a:pt x="46569" y="151154"/>
                  <a:pt x="53781" y="168645"/>
                  <a:pt x="68200" y="183063"/>
                </a:cubicBezTo>
                <a:cubicBezTo>
                  <a:pt x="82611" y="197481"/>
                  <a:pt x="100116" y="204687"/>
                  <a:pt x="120701" y="204687"/>
                </a:cubicBezTo>
                <a:cubicBezTo>
                  <a:pt x="141271" y="204687"/>
                  <a:pt x="158762" y="197481"/>
                  <a:pt x="173180" y="183063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4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249" y="204840"/>
                </a:moveTo>
                <a:lnTo>
                  <a:pt x="164131" y="204840"/>
                </a:lnTo>
                <a:lnTo>
                  <a:pt x="164131" y="173385"/>
                </a:lnTo>
                <a:cubicBezTo>
                  <a:pt x="164131" y="161242"/>
                  <a:pt x="159918" y="150949"/>
                  <a:pt x="151505" y="142500"/>
                </a:cubicBezTo>
                <a:cubicBezTo>
                  <a:pt x="143093" y="134036"/>
                  <a:pt x="132815" y="129801"/>
                  <a:pt x="120679" y="129801"/>
                </a:cubicBezTo>
                <a:cubicBezTo>
                  <a:pt x="108536" y="129801"/>
                  <a:pt x="98265" y="134036"/>
                  <a:pt x="89845" y="142500"/>
                </a:cubicBezTo>
                <a:cubicBezTo>
                  <a:pt x="81433" y="150971"/>
                  <a:pt x="77227" y="161264"/>
                  <a:pt x="77227" y="173385"/>
                </a:cubicBezTo>
                <a:lnTo>
                  <a:pt x="77227" y="204840"/>
                </a:lnTo>
                <a:close/>
                <a:moveTo>
                  <a:pt x="151527" y="98821"/>
                </a:moveTo>
                <a:cubicBezTo>
                  <a:pt x="159947" y="90306"/>
                  <a:pt x="164153" y="79992"/>
                  <a:pt x="164153" y="67870"/>
                </a:cubicBezTo>
                <a:lnTo>
                  <a:pt x="164153" y="36561"/>
                </a:lnTo>
                <a:lnTo>
                  <a:pt x="77249" y="36561"/>
                </a:lnTo>
                <a:lnTo>
                  <a:pt x="77249" y="67870"/>
                </a:lnTo>
                <a:cubicBezTo>
                  <a:pt x="77249" y="80006"/>
                  <a:pt x="81455" y="90335"/>
                  <a:pt x="89875" y="98850"/>
                </a:cubicBezTo>
                <a:cubicBezTo>
                  <a:pt x="98287" y="107365"/>
                  <a:pt x="108565" y="111623"/>
                  <a:pt x="120701" y="111623"/>
                </a:cubicBezTo>
                <a:cubicBezTo>
                  <a:pt x="132837" y="111623"/>
                  <a:pt x="143115" y="107365"/>
                  <a:pt x="151527" y="98850"/>
                </a:cubicBezTo>
                <a:close/>
                <a:moveTo>
                  <a:pt x="50972" y="216259"/>
                </a:moveTo>
                <a:cubicBezTo>
                  <a:pt x="49312" y="216259"/>
                  <a:pt x="47944" y="215718"/>
                  <a:pt x="46868" y="214650"/>
                </a:cubicBezTo>
                <a:cubicBezTo>
                  <a:pt x="45800" y="213575"/>
                  <a:pt x="45259" y="212207"/>
                  <a:pt x="45259" y="210546"/>
                </a:cubicBezTo>
                <a:cubicBezTo>
                  <a:pt x="45259" y="208886"/>
                  <a:pt x="45800" y="207525"/>
                  <a:pt x="46868" y="206450"/>
                </a:cubicBezTo>
                <a:cubicBezTo>
                  <a:pt x="47944" y="205374"/>
                  <a:pt x="49312" y="204840"/>
                  <a:pt x="50972" y="204840"/>
                </a:cubicBezTo>
                <a:lnTo>
                  <a:pt x="65859" y="204840"/>
                </a:lnTo>
                <a:lnTo>
                  <a:pt x="65859" y="173385"/>
                </a:lnTo>
                <a:cubicBezTo>
                  <a:pt x="65859" y="160773"/>
                  <a:pt x="69663" y="149559"/>
                  <a:pt x="77270" y="139735"/>
                </a:cubicBezTo>
                <a:cubicBezTo>
                  <a:pt x="84886" y="129911"/>
                  <a:pt x="94732" y="123568"/>
                  <a:pt x="106817" y="120701"/>
                </a:cubicBezTo>
                <a:cubicBezTo>
                  <a:pt x="94717" y="117665"/>
                  <a:pt x="84871" y="111220"/>
                  <a:pt x="77270" y="101367"/>
                </a:cubicBezTo>
                <a:cubicBezTo>
                  <a:pt x="69663" y="91506"/>
                  <a:pt x="65859" y="80343"/>
                  <a:pt x="65859" y="67870"/>
                </a:cubicBezTo>
                <a:lnTo>
                  <a:pt x="65859" y="36561"/>
                </a:lnTo>
                <a:lnTo>
                  <a:pt x="50972" y="36561"/>
                </a:lnTo>
                <a:cubicBezTo>
                  <a:pt x="49312" y="36561"/>
                  <a:pt x="47944" y="36027"/>
                  <a:pt x="46868" y="34952"/>
                </a:cubicBezTo>
                <a:cubicBezTo>
                  <a:pt x="45800" y="33877"/>
                  <a:pt x="45259" y="32516"/>
                  <a:pt x="45259" y="30856"/>
                </a:cubicBezTo>
                <a:cubicBezTo>
                  <a:pt x="45259" y="29195"/>
                  <a:pt x="45800" y="27827"/>
                  <a:pt x="46868" y="26759"/>
                </a:cubicBezTo>
                <a:cubicBezTo>
                  <a:pt x="47944" y="25684"/>
                  <a:pt x="49312" y="25150"/>
                  <a:pt x="50972" y="25150"/>
                </a:cubicBezTo>
                <a:lnTo>
                  <a:pt x="190429" y="25150"/>
                </a:lnTo>
                <a:cubicBezTo>
                  <a:pt x="192090" y="25150"/>
                  <a:pt x="193458" y="25684"/>
                  <a:pt x="194533" y="26759"/>
                </a:cubicBezTo>
                <a:cubicBezTo>
                  <a:pt x="195601" y="27827"/>
                  <a:pt x="196142" y="29195"/>
                  <a:pt x="196142" y="30856"/>
                </a:cubicBezTo>
                <a:cubicBezTo>
                  <a:pt x="196142" y="32516"/>
                  <a:pt x="195601" y="33877"/>
                  <a:pt x="194533" y="34952"/>
                </a:cubicBezTo>
                <a:cubicBezTo>
                  <a:pt x="193458" y="36027"/>
                  <a:pt x="192090" y="36561"/>
                  <a:pt x="190429" y="36561"/>
                </a:cubicBezTo>
                <a:lnTo>
                  <a:pt x="175543" y="36561"/>
                </a:lnTo>
                <a:lnTo>
                  <a:pt x="175543" y="67870"/>
                </a:lnTo>
                <a:cubicBezTo>
                  <a:pt x="175543" y="80357"/>
                  <a:pt x="171739" y="91520"/>
                  <a:pt x="164131" y="101367"/>
                </a:cubicBezTo>
                <a:cubicBezTo>
                  <a:pt x="156516" y="111220"/>
                  <a:pt x="146670" y="117665"/>
                  <a:pt x="134585" y="120701"/>
                </a:cubicBezTo>
                <a:cubicBezTo>
                  <a:pt x="146684" y="123568"/>
                  <a:pt x="156531" y="129911"/>
                  <a:pt x="164131" y="139735"/>
                </a:cubicBezTo>
                <a:cubicBezTo>
                  <a:pt x="171739" y="149559"/>
                  <a:pt x="175543" y="160773"/>
                  <a:pt x="175543" y="173385"/>
                </a:cubicBezTo>
                <a:lnTo>
                  <a:pt x="175543" y="204840"/>
                </a:lnTo>
                <a:lnTo>
                  <a:pt x="190429" y="204840"/>
                </a:lnTo>
                <a:cubicBezTo>
                  <a:pt x="192090" y="204840"/>
                  <a:pt x="193458" y="205374"/>
                  <a:pt x="194533" y="206450"/>
                </a:cubicBezTo>
                <a:cubicBezTo>
                  <a:pt x="195601" y="207525"/>
                  <a:pt x="196142" y="208886"/>
                  <a:pt x="196142" y="210546"/>
                </a:cubicBezTo>
                <a:cubicBezTo>
                  <a:pt x="196142" y="212207"/>
                  <a:pt x="195601" y="213575"/>
                  <a:pt x="194533" y="214650"/>
                </a:cubicBezTo>
                <a:cubicBezTo>
                  <a:pt x="193458" y="215718"/>
                  <a:pt x="192090" y="216259"/>
                  <a:pt x="190429" y="216259"/>
                </a:cubicBezTo>
                <a:lnTo>
                  <a:pt x="50972" y="21625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6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  <a:moveTo>
                  <a:pt x="120701" y="141600"/>
                </a:moveTo>
                <a:cubicBezTo>
                  <a:pt x="118236" y="141600"/>
                  <a:pt x="116143" y="140737"/>
                  <a:pt x="114417" y="139011"/>
                </a:cubicBezTo>
                <a:cubicBezTo>
                  <a:pt x="112691" y="137277"/>
                  <a:pt x="111827" y="135185"/>
                  <a:pt x="111827" y="132720"/>
                </a:cubicBezTo>
                <a:cubicBezTo>
                  <a:pt x="111827" y="130254"/>
                  <a:pt x="112691" y="128162"/>
                  <a:pt x="114417" y="126436"/>
                </a:cubicBezTo>
                <a:cubicBezTo>
                  <a:pt x="116143" y="124710"/>
                  <a:pt x="118236" y="123846"/>
                  <a:pt x="120701" y="123846"/>
                </a:cubicBezTo>
                <a:cubicBezTo>
                  <a:pt x="123166" y="123846"/>
                  <a:pt x="125258" y="124710"/>
                  <a:pt x="126985" y="126436"/>
                </a:cubicBezTo>
                <a:cubicBezTo>
                  <a:pt x="128711" y="128162"/>
                  <a:pt x="129574" y="130254"/>
                  <a:pt x="129574" y="132720"/>
                </a:cubicBezTo>
                <a:cubicBezTo>
                  <a:pt x="129574" y="135185"/>
                  <a:pt x="128711" y="137277"/>
                  <a:pt x="126985" y="139011"/>
                </a:cubicBezTo>
                <a:cubicBezTo>
                  <a:pt x="125258" y="140737"/>
                  <a:pt x="123166" y="141600"/>
                  <a:pt x="120701" y="141600"/>
                </a:cubicBezTo>
                <a:close/>
                <a:moveTo>
                  <a:pt x="74183" y="139011"/>
                </a:moveTo>
                <a:cubicBezTo>
                  <a:pt x="72457" y="137277"/>
                  <a:pt x="71594" y="135185"/>
                  <a:pt x="71594" y="132720"/>
                </a:cubicBezTo>
                <a:cubicBezTo>
                  <a:pt x="71594" y="130254"/>
                  <a:pt x="72457" y="128162"/>
                  <a:pt x="74183" y="126436"/>
                </a:cubicBezTo>
                <a:cubicBezTo>
                  <a:pt x="75910" y="124710"/>
                  <a:pt x="78002" y="123846"/>
                  <a:pt x="80467" y="123846"/>
                </a:cubicBezTo>
                <a:cubicBezTo>
                  <a:pt x="82932" y="123846"/>
                  <a:pt x="85025" y="124710"/>
                  <a:pt x="86751" y="126436"/>
                </a:cubicBezTo>
                <a:cubicBezTo>
                  <a:pt x="88477" y="128162"/>
                  <a:pt x="89341" y="130254"/>
                  <a:pt x="89341" y="132720"/>
                </a:cubicBezTo>
                <a:cubicBezTo>
                  <a:pt x="89341" y="135185"/>
                  <a:pt x="88477" y="137277"/>
                  <a:pt x="86751" y="139011"/>
                </a:cubicBezTo>
                <a:cubicBezTo>
                  <a:pt x="85025" y="140737"/>
                  <a:pt x="82932" y="141600"/>
                  <a:pt x="80467" y="141600"/>
                </a:cubicBezTo>
                <a:cubicBezTo>
                  <a:pt x="78002" y="141600"/>
                  <a:pt x="75910" y="140737"/>
                  <a:pt x="74183" y="139011"/>
                </a:cubicBezTo>
                <a:close/>
                <a:moveTo>
                  <a:pt x="160934" y="141600"/>
                </a:moveTo>
                <a:cubicBezTo>
                  <a:pt x="158469" y="141600"/>
                  <a:pt x="156377" y="140737"/>
                  <a:pt x="154651" y="139011"/>
                </a:cubicBezTo>
                <a:cubicBezTo>
                  <a:pt x="152924" y="137277"/>
                  <a:pt x="152061" y="135185"/>
                  <a:pt x="152061" y="132720"/>
                </a:cubicBezTo>
                <a:cubicBezTo>
                  <a:pt x="152061" y="130254"/>
                  <a:pt x="152924" y="128162"/>
                  <a:pt x="154651" y="126436"/>
                </a:cubicBezTo>
                <a:cubicBezTo>
                  <a:pt x="156377" y="124710"/>
                  <a:pt x="158469" y="123846"/>
                  <a:pt x="160934" y="123846"/>
                </a:cubicBezTo>
                <a:cubicBezTo>
                  <a:pt x="163400" y="123846"/>
                  <a:pt x="165492" y="124710"/>
                  <a:pt x="167218" y="126436"/>
                </a:cubicBezTo>
                <a:cubicBezTo>
                  <a:pt x="168945" y="128162"/>
                  <a:pt x="169808" y="130254"/>
                  <a:pt x="169808" y="132720"/>
                </a:cubicBezTo>
                <a:cubicBezTo>
                  <a:pt x="169808" y="135185"/>
                  <a:pt x="168945" y="137277"/>
                  <a:pt x="167218" y="139011"/>
                </a:cubicBezTo>
                <a:cubicBezTo>
                  <a:pt x="165492" y="140737"/>
                  <a:pt x="163400" y="141600"/>
                  <a:pt x="160934" y="141600"/>
                </a:cubicBezTo>
                <a:close/>
                <a:moveTo>
                  <a:pt x="120701" y="181051"/>
                </a:moveTo>
                <a:cubicBezTo>
                  <a:pt x="118236" y="181051"/>
                  <a:pt x="116143" y="180188"/>
                  <a:pt x="114417" y="178462"/>
                </a:cubicBezTo>
                <a:cubicBezTo>
                  <a:pt x="112691" y="176735"/>
                  <a:pt x="111827" y="174636"/>
                  <a:pt x="111827" y="172178"/>
                </a:cubicBezTo>
                <a:cubicBezTo>
                  <a:pt x="111827" y="169713"/>
                  <a:pt x="112691" y="167613"/>
                  <a:pt x="114417" y="165887"/>
                </a:cubicBezTo>
                <a:cubicBezTo>
                  <a:pt x="116143" y="164160"/>
                  <a:pt x="118236" y="163297"/>
                  <a:pt x="120701" y="163297"/>
                </a:cubicBezTo>
                <a:cubicBezTo>
                  <a:pt x="123166" y="163297"/>
                  <a:pt x="125258" y="164160"/>
                  <a:pt x="126985" y="165887"/>
                </a:cubicBezTo>
                <a:cubicBezTo>
                  <a:pt x="128711" y="167613"/>
                  <a:pt x="129574" y="169713"/>
                  <a:pt x="129574" y="172178"/>
                </a:cubicBezTo>
                <a:cubicBezTo>
                  <a:pt x="129574" y="174636"/>
                  <a:pt x="128711" y="176735"/>
                  <a:pt x="126985" y="178462"/>
                </a:cubicBezTo>
                <a:cubicBezTo>
                  <a:pt x="125258" y="180188"/>
                  <a:pt x="123166" y="181051"/>
                  <a:pt x="120701" y="181051"/>
                </a:cubicBezTo>
                <a:close/>
                <a:moveTo>
                  <a:pt x="74183" y="178462"/>
                </a:moveTo>
                <a:cubicBezTo>
                  <a:pt x="72457" y="176735"/>
                  <a:pt x="71594" y="174636"/>
                  <a:pt x="71594" y="172178"/>
                </a:cubicBezTo>
                <a:cubicBezTo>
                  <a:pt x="71594" y="169713"/>
                  <a:pt x="72457" y="167613"/>
                  <a:pt x="74183" y="165887"/>
                </a:cubicBezTo>
                <a:cubicBezTo>
                  <a:pt x="75910" y="164160"/>
                  <a:pt x="78002" y="163297"/>
                  <a:pt x="80467" y="163297"/>
                </a:cubicBezTo>
                <a:cubicBezTo>
                  <a:pt x="82932" y="163297"/>
                  <a:pt x="85025" y="164160"/>
                  <a:pt x="86751" y="165887"/>
                </a:cubicBezTo>
                <a:cubicBezTo>
                  <a:pt x="88477" y="167613"/>
                  <a:pt x="89341" y="169713"/>
                  <a:pt x="89341" y="172178"/>
                </a:cubicBezTo>
                <a:cubicBezTo>
                  <a:pt x="89341" y="174636"/>
                  <a:pt x="88477" y="176735"/>
                  <a:pt x="86751" y="178462"/>
                </a:cubicBezTo>
                <a:cubicBezTo>
                  <a:pt x="85025" y="180188"/>
                  <a:pt x="82932" y="181051"/>
                  <a:pt x="80467" y="181051"/>
                </a:cubicBezTo>
                <a:cubicBezTo>
                  <a:pt x="78002" y="181051"/>
                  <a:pt x="75910" y="180188"/>
                  <a:pt x="74183" y="178462"/>
                </a:cubicBezTo>
                <a:close/>
                <a:moveTo>
                  <a:pt x="160934" y="181051"/>
                </a:moveTo>
                <a:cubicBezTo>
                  <a:pt x="158469" y="181051"/>
                  <a:pt x="156377" y="180188"/>
                  <a:pt x="154651" y="178462"/>
                </a:cubicBezTo>
                <a:cubicBezTo>
                  <a:pt x="152924" y="176735"/>
                  <a:pt x="152061" y="174636"/>
                  <a:pt x="152061" y="172178"/>
                </a:cubicBezTo>
                <a:cubicBezTo>
                  <a:pt x="152061" y="169713"/>
                  <a:pt x="152924" y="167613"/>
                  <a:pt x="154651" y="165887"/>
                </a:cubicBezTo>
                <a:cubicBezTo>
                  <a:pt x="156377" y="164160"/>
                  <a:pt x="158469" y="163297"/>
                  <a:pt x="160934" y="163297"/>
                </a:cubicBezTo>
                <a:cubicBezTo>
                  <a:pt x="163400" y="163297"/>
                  <a:pt x="165492" y="164160"/>
                  <a:pt x="167218" y="165887"/>
                </a:cubicBezTo>
                <a:cubicBezTo>
                  <a:pt x="168945" y="167613"/>
                  <a:pt x="169808" y="169713"/>
                  <a:pt x="169808" y="172178"/>
                </a:cubicBezTo>
                <a:cubicBezTo>
                  <a:pt x="169808" y="174636"/>
                  <a:pt x="168945" y="176735"/>
                  <a:pt x="167218" y="178462"/>
                </a:cubicBezTo>
                <a:cubicBezTo>
                  <a:pt x="165492" y="180188"/>
                  <a:pt x="163400" y="181051"/>
                  <a:pt x="160934" y="18105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8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4805" y="178110"/>
                </a:moveTo>
                <a:cubicBezTo>
                  <a:pt x="130430" y="173699"/>
                  <a:pt x="128243" y="168337"/>
                  <a:pt x="128243" y="162017"/>
                </a:cubicBezTo>
                <a:cubicBezTo>
                  <a:pt x="128243" y="155697"/>
                  <a:pt x="130452" y="150349"/>
                  <a:pt x="134856" y="145975"/>
                </a:cubicBezTo>
                <a:cubicBezTo>
                  <a:pt x="139267" y="141600"/>
                  <a:pt x="144629" y="139413"/>
                  <a:pt x="150949" y="139413"/>
                </a:cubicBezTo>
                <a:cubicBezTo>
                  <a:pt x="157269" y="139413"/>
                  <a:pt x="162617" y="141615"/>
                  <a:pt x="166991" y="146026"/>
                </a:cubicBezTo>
                <a:cubicBezTo>
                  <a:pt x="171373" y="150430"/>
                  <a:pt x="173560" y="155799"/>
                  <a:pt x="173560" y="162119"/>
                </a:cubicBezTo>
                <a:cubicBezTo>
                  <a:pt x="173560" y="168440"/>
                  <a:pt x="171351" y="173787"/>
                  <a:pt x="166947" y="178162"/>
                </a:cubicBezTo>
                <a:cubicBezTo>
                  <a:pt x="162536" y="182536"/>
                  <a:pt x="157174" y="184723"/>
                  <a:pt x="150854" y="184723"/>
                </a:cubicBezTo>
                <a:cubicBezTo>
                  <a:pt x="144534" y="184723"/>
                  <a:pt x="139186" y="182522"/>
                  <a:pt x="134805" y="178110"/>
                </a:cubicBezTo>
                <a:close/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30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260" y="164431"/>
                </a:moveTo>
                <a:lnTo>
                  <a:pt x="150649" y="122961"/>
                </a:lnTo>
                <a:cubicBezTo>
                  <a:pt x="151776" y="121908"/>
                  <a:pt x="153078" y="121388"/>
                  <a:pt x="154570" y="121403"/>
                </a:cubicBezTo>
                <a:cubicBezTo>
                  <a:pt x="156062" y="121425"/>
                  <a:pt x="157408" y="122010"/>
                  <a:pt x="158594" y="123166"/>
                </a:cubicBezTo>
                <a:cubicBezTo>
                  <a:pt x="159786" y="124322"/>
                  <a:pt x="160378" y="125661"/>
                  <a:pt x="160378" y="127189"/>
                </a:cubicBezTo>
                <a:cubicBezTo>
                  <a:pt x="160378" y="128711"/>
                  <a:pt x="159786" y="130035"/>
                  <a:pt x="158594" y="131162"/>
                </a:cubicBezTo>
                <a:lnTo>
                  <a:pt x="114263" y="175397"/>
                </a:lnTo>
                <a:cubicBezTo>
                  <a:pt x="112822" y="176903"/>
                  <a:pt x="111147" y="177657"/>
                  <a:pt x="109238" y="177657"/>
                </a:cubicBezTo>
                <a:cubicBezTo>
                  <a:pt x="107321" y="177657"/>
                  <a:pt x="105639" y="176903"/>
                  <a:pt x="104183" y="175397"/>
                </a:cubicBezTo>
                <a:lnTo>
                  <a:pt x="81674" y="153136"/>
                </a:lnTo>
                <a:cubicBezTo>
                  <a:pt x="80548" y="152149"/>
                  <a:pt x="79992" y="150876"/>
                  <a:pt x="79992" y="149318"/>
                </a:cubicBezTo>
                <a:cubicBezTo>
                  <a:pt x="79992" y="147760"/>
                  <a:pt x="80570" y="146399"/>
                  <a:pt x="81725" y="145243"/>
                </a:cubicBezTo>
                <a:cubicBezTo>
                  <a:pt x="82881" y="144087"/>
                  <a:pt x="84205" y="143532"/>
                  <a:pt x="85698" y="143583"/>
                </a:cubicBezTo>
                <a:cubicBezTo>
                  <a:pt x="87190" y="143634"/>
                  <a:pt x="88529" y="144168"/>
                  <a:pt x="89721" y="145192"/>
                </a:cubicBezTo>
                <a:lnTo>
                  <a:pt x="109260" y="164431"/>
                </a:lnTo>
                <a:close/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2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536" y="176699"/>
                </a:moveTo>
                <a:lnTo>
                  <a:pt x="152866" y="176699"/>
                </a:lnTo>
                <a:cubicBezTo>
                  <a:pt x="154490" y="176699"/>
                  <a:pt x="155843" y="176150"/>
                  <a:pt x="156933" y="175038"/>
                </a:cubicBezTo>
                <a:cubicBezTo>
                  <a:pt x="158023" y="173934"/>
                  <a:pt x="158572" y="172566"/>
                  <a:pt x="158572" y="170942"/>
                </a:cubicBezTo>
                <a:cubicBezTo>
                  <a:pt x="158572" y="169318"/>
                  <a:pt x="158023" y="167964"/>
                  <a:pt x="156933" y="166896"/>
                </a:cubicBezTo>
                <a:cubicBezTo>
                  <a:pt x="155843" y="165821"/>
                  <a:pt x="154490" y="165287"/>
                  <a:pt x="152866" y="165287"/>
                </a:cubicBezTo>
                <a:lnTo>
                  <a:pt x="88536" y="165287"/>
                </a:lnTo>
                <a:cubicBezTo>
                  <a:pt x="86912" y="165287"/>
                  <a:pt x="85559" y="165836"/>
                  <a:pt x="84469" y="166947"/>
                </a:cubicBezTo>
                <a:cubicBezTo>
                  <a:pt x="83379" y="168052"/>
                  <a:pt x="82830" y="169420"/>
                  <a:pt x="82830" y="171044"/>
                </a:cubicBezTo>
                <a:cubicBezTo>
                  <a:pt x="82830" y="172668"/>
                  <a:pt x="83379" y="174021"/>
                  <a:pt x="84469" y="175089"/>
                </a:cubicBezTo>
                <a:cubicBezTo>
                  <a:pt x="85559" y="176165"/>
                  <a:pt x="86912" y="176699"/>
                  <a:pt x="88536" y="176699"/>
                </a:cubicBezTo>
                <a:close/>
                <a:moveTo>
                  <a:pt x="88536" y="134629"/>
                </a:moveTo>
                <a:lnTo>
                  <a:pt x="152866" y="134629"/>
                </a:lnTo>
                <a:cubicBezTo>
                  <a:pt x="154490" y="134629"/>
                  <a:pt x="155843" y="134080"/>
                  <a:pt x="156933" y="132976"/>
                </a:cubicBezTo>
                <a:cubicBezTo>
                  <a:pt x="158023" y="131864"/>
                  <a:pt x="158572" y="130496"/>
                  <a:pt x="158572" y="128872"/>
                </a:cubicBezTo>
                <a:cubicBezTo>
                  <a:pt x="158572" y="127248"/>
                  <a:pt x="158023" y="125895"/>
                  <a:pt x="156933" y="124827"/>
                </a:cubicBezTo>
                <a:cubicBezTo>
                  <a:pt x="155843" y="123751"/>
                  <a:pt x="154490" y="123217"/>
                  <a:pt x="152866" y="123217"/>
                </a:cubicBezTo>
                <a:lnTo>
                  <a:pt x="88536" y="123217"/>
                </a:lnTo>
                <a:cubicBezTo>
                  <a:pt x="86912" y="123217"/>
                  <a:pt x="85559" y="123766"/>
                  <a:pt x="84469" y="124878"/>
                </a:cubicBezTo>
                <a:cubicBezTo>
                  <a:pt x="83379" y="125982"/>
                  <a:pt x="82830" y="127350"/>
                  <a:pt x="82830" y="128974"/>
                </a:cubicBezTo>
                <a:cubicBezTo>
                  <a:pt x="82830" y="130620"/>
                  <a:pt x="83379" y="131966"/>
                  <a:pt x="84469" y="133020"/>
                </a:cubicBezTo>
                <a:cubicBezTo>
                  <a:pt x="85559" y="134095"/>
                  <a:pt x="86912" y="134629"/>
                  <a:pt x="88536" y="134629"/>
                </a:cubicBezTo>
                <a:close/>
                <a:moveTo>
                  <a:pt x="59772" y="216259"/>
                </a:moveTo>
                <a:cubicBezTo>
                  <a:pt x="55830" y="216259"/>
                  <a:pt x="52428" y="214825"/>
                  <a:pt x="49560" y="211958"/>
                </a:cubicBezTo>
                <a:cubicBezTo>
                  <a:pt x="46693" y="209090"/>
                  <a:pt x="45266" y="205689"/>
                  <a:pt x="45266" y="201746"/>
                </a:cubicBezTo>
                <a:lnTo>
                  <a:pt x="45266" y="39656"/>
                </a:lnTo>
                <a:cubicBezTo>
                  <a:pt x="45266" y="35713"/>
                  <a:pt x="46693" y="32311"/>
                  <a:pt x="49560" y="29444"/>
                </a:cubicBezTo>
                <a:cubicBezTo>
                  <a:pt x="52428" y="26576"/>
                  <a:pt x="55830" y="25150"/>
                  <a:pt x="59772" y="25150"/>
                </a:cubicBezTo>
                <a:lnTo>
                  <a:pt x="141169" y="25150"/>
                </a:lnTo>
                <a:cubicBezTo>
                  <a:pt x="143195" y="25150"/>
                  <a:pt x="145112" y="25552"/>
                  <a:pt x="146904" y="26349"/>
                </a:cubicBezTo>
                <a:cubicBezTo>
                  <a:pt x="148696" y="27154"/>
                  <a:pt x="150262" y="28200"/>
                  <a:pt x="151608" y="29473"/>
                </a:cubicBezTo>
                <a:lnTo>
                  <a:pt x="191812" y="69677"/>
                </a:lnTo>
                <a:cubicBezTo>
                  <a:pt x="193085" y="71023"/>
                  <a:pt x="194131" y="72589"/>
                  <a:pt x="194928" y="74381"/>
                </a:cubicBezTo>
                <a:cubicBezTo>
                  <a:pt x="195733" y="76173"/>
                  <a:pt x="196142" y="78090"/>
                  <a:pt x="196142" y="80116"/>
                </a:cubicBezTo>
                <a:lnTo>
                  <a:pt x="196142" y="201746"/>
                </a:lnTo>
                <a:cubicBezTo>
                  <a:pt x="196142" y="205689"/>
                  <a:pt x="194709" y="209090"/>
                  <a:pt x="191841" y="211958"/>
                </a:cubicBezTo>
                <a:cubicBezTo>
                  <a:pt x="188974" y="214825"/>
                  <a:pt x="185572" y="216259"/>
                  <a:pt x="181629" y="216259"/>
                </a:cubicBezTo>
                <a:lnTo>
                  <a:pt x="59772" y="216259"/>
                </a:lnTo>
                <a:close/>
                <a:moveTo>
                  <a:pt x="141469" y="72018"/>
                </a:moveTo>
                <a:lnTo>
                  <a:pt x="141469" y="36561"/>
                </a:lnTo>
                <a:lnTo>
                  <a:pt x="59772" y="36561"/>
                </a:lnTo>
                <a:cubicBezTo>
                  <a:pt x="59004" y="36561"/>
                  <a:pt x="58288" y="36883"/>
                  <a:pt x="57636" y="37520"/>
                </a:cubicBezTo>
                <a:cubicBezTo>
                  <a:pt x="57000" y="38171"/>
                  <a:pt x="56678" y="38888"/>
                  <a:pt x="56678" y="39656"/>
                </a:cubicBezTo>
                <a:lnTo>
                  <a:pt x="56678" y="201746"/>
                </a:lnTo>
                <a:cubicBezTo>
                  <a:pt x="56678" y="202514"/>
                  <a:pt x="57000" y="203231"/>
                  <a:pt x="57636" y="203882"/>
                </a:cubicBezTo>
                <a:cubicBezTo>
                  <a:pt x="58288" y="204518"/>
                  <a:pt x="59004" y="204840"/>
                  <a:pt x="59772" y="204840"/>
                </a:cubicBezTo>
                <a:lnTo>
                  <a:pt x="181629" y="204840"/>
                </a:lnTo>
                <a:cubicBezTo>
                  <a:pt x="182397" y="204840"/>
                  <a:pt x="183114" y="204518"/>
                  <a:pt x="183765" y="203882"/>
                </a:cubicBezTo>
                <a:cubicBezTo>
                  <a:pt x="184402" y="203231"/>
                  <a:pt x="184723" y="202514"/>
                  <a:pt x="184723" y="201746"/>
                </a:cubicBezTo>
                <a:lnTo>
                  <a:pt x="184723" y="79260"/>
                </a:lnTo>
                <a:lnTo>
                  <a:pt x="148711" y="79260"/>
                </a:lnTo>
                <a:cubicBezTo>
                  <a:pt x="146699" y="79260"/>
                  <a:pt x="144995" y="78558"/>
                  <a:pt x="143583" y="77146"/>
                </a:cubicBezTo>
                <a:cubicBezTo>
                  <a:pt x="142178" y="75742"/>
                  <a:pt x="141469" y="74030"/>
                  <a:pt x="141469" y="72018"/>
                </a:cubicBezTo>
                <a:close/>
                <a:moveTo>
                  <a:pt x="56678" y="36561"/>
                </a:moveTo>
                <a:lnTo>
                  <a:pt x="56678" y="79260"/>
                </a:lnTo>
                <a:lnTo>
                  <a:pt x="56678" y="36561"/>
                </a:lnTo>
                <a:lnTo>
                  <a:pt x="56678" y="204840"/>
                </a:lnTo>
                <a:lnTo>
                  <a:pt x="56678" y="3656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4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46620" y="46620"/>
                </a:moveTo>
                <a:lnTo>
                  <a:pt x="46620" y="194782"/>
                </a:lnTo>
                <a:lnTo>
                  <a:pt x="46620" y="46620"/>
                </a:lnTo>
                <a:close/>
                <a:moveTo>
                  <a:pt x="78075" y="168630"/>
                </a:moveTo>
                <a:lnTo>
                  <a:pt x="131183" y="168630"/>
                </a:lnTo>
                <a:cubicBezTo>
                  <a:pt x="132815" y="168630"/>
                  <a:pt x="134168" y="168074"/>
                  <a:pt x="135258" y="166969"/>
                </a:cubicBezTo>
                <a:cubicBezTo>
                  <a:pt x="136348" y="165865"/>
                  <a:pt x="136897" y="164497"/>
                  <a:pt x="136897" y="162873"/>
                </a:cubicBezTo>
                <a:cubicBezTo>
                  <a:pt x="136897" y="161242"/>
                  <a:pt x="136348" y="159896"/>
                  <a:pt x="135258" y="158820"/>
                </a:cubicBezTo>
                <a:cubicBezTo>
                  <a:pt x="134168" y="157752"/>
                  <a:pt x="132815" y="157211"/>
                  <a:pt x="131183" y="157211"/>
                </a:cubicBezTo>
                <a:lnTo>
                  <a:pt x="78075" y="157211"/>
                </a:lnTo>
                <a:cubicBezTo>
                  <a:pt x="76451" y="157211"/>
                  <a:pt x="75098" y="157767"/>
                  <a:pt x="74008" y="158872"/>
                </a:cubicBezTo>
                <a:cubicBezTo>
                  <a:pt x="72918" y="159976"/>
                  <a:pt x="72369" y="161344"/>
                  <a:pt x="72369" y="162968"/>
                </a:cubicBezTo>
                <a:cubicBezTo>
                  <a:pt x="72369" y="164599"/>
                  <a:pt x="72918" y="165945"/>
                  <a:pt x="74008" y="167021"/>
                </a:cubicBezTo>
                <a:cubicBezTo>
                  <a:pt x="75098" y="168096"/>
                  <a:pt x="76451" y="168630"/>
                  <a:pt x="78075" y="168630"/>
                </a:cubicBezTo>
                <a:close/>
                <a:moveTo>
                  <a:pt x="78075" y="126407"/>
                </a:moveTo>
                <a:lnTo>
                  <a:pt x="163348" y="126407"/>
                </a:lnTo>
                <a:cubicBezTo>
                  <a:pt x="164972" y="126407"/>
                  <a:pt x="166333" y="125858"/>
                  <a:pt x="167423" y="124746"/>
                </a:cubicBezTo>
                <a:cubicBezTo>
                  <a:pt x="168513" y="123642"/>
                  <a:pt x="169054" y="122274"/>
                  <a:pt x="169054" y="120650"/>
                </a:cubicBezTo>
                <a:cubicBezTo>
                  <a:pt x="169054" y="119026"/>
                  <a:pt x="168513" y="117672"/>
                  <a:pt x="167423" y="116604"/>
                </a:cubicBezTo>
                <a:cubicBezTo>
                  <a:pt x="166333" y="115529"/>
                  <a:pt x="164972" y="114995"/>
                  <a:pt x="163348" y="114995"/>
                </a:cubicBezTo>
                <a:lnTo>
                  <a:pt x="78075" y="114995"/>
                </a:lnTo>
                <a:cubicBezTo>
                  <a:pt x="76451" y="114995"/>
                  <a:pt x="75098" y="115544"/>
                  <a:pt x="74008" y="116655"/>
                </a:cubicBezTo>
                <a:cubicBezTo>
                  <a:pt x="72918" y="117760"/>
                  <a:pt x="72369" y="119128"/>
                  <a:pt x="72369" y="120752"/>
                </a:cubicBezTo>
                <a:cubicBezTo>
                  <a:pt x="72369" y="122376"/>
                  <a:pt x="72918" y="123729"/>
                  <a:pt x="74008" y="124797"/>
                </a:cubicBezTo>
                <a:cubicBezTo>
                  <a:pt x="75098" y="125873"/>
                  <a:pt x="76451" y="126407"/>
                  <a:pt x="78075" y="126407"/>
                </a:cubicBezTo>
                <a:close/>
                <a:moveTo>
                  <a:pt x="78075" y="84191"/>
                </a:moveTo>
                <a:lnTo>
                  <a:pt x="163348" y="84191"/>
                </a:lnTo>
                <a:cubicBezTo>
                  <a:pt x="164972" y="84191"/>
                  <a:pt x="166333" y="83635"/>
                  <a:pt x="167423" y="82530"/>
                </a:cubicBezTo>
                <a:cubicBezTo>
                  <a:pt x="168513" y="81425"/>
                  <a:pt x="169054" y="80058"/>
                  <a:pt x="169054" y="78434"/>
                </a:cubicBezTo>
                <a:cubicBezTo>
                  <a:pt x="169054" y="76802"/>
                  <a:pt x="168513" y="75456"/>
                  <a:pt x="167423" y="74381"/>
                </a:cubicBezTo>
                <a:cubicBezTo>
                  <a:pt x="166333" y="73306"/>
                  <a:pt x="164972" y="72772"/>
                  <a:pt x="163348" y="72772"/>
                </a:cubicBezTo>
                <a:lnTo>
                  <a:pt x="78075" y="72772"/>
                </a:lnTo>
                <a:cubicBezTo>
                  <a:pt x="76451" y="72772"/>
                  <a:pt x="75098" y="73328"/>
                  <a:pt x="74008" y="74432"/>
                </a:cubicBezTo>
                <a:cubicBezTo>
                  <a:pt x="72918" y="75537"/>
                  <a:pt x="72369" y="76905"/>
                  <a:pt x="72369" y="78529"/>
                </a:cubicBezTo>
                <a:cubicBezTo>
                  <a:pt x="72369" y="80160"/>
                  <a:pt x="72918" y="81506"/>
                  <a:pt x="74008" y="82581"/>
                </a:cubicBezTo>
                <a:cubicBezTo>
                  <a:pt x="75098" y="83649"/>
                  <a:pt x="76451" y="84191"/>
                  <a:pt x="78075" y="8419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6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01264" y="35208"/>
                </a:lnTo>
                <a:cubicBezTo>
                  <a:pt x="100942" y="29787"/>
                  <a:pt x="102698" y="25084"/>
                  <a:pt x="106517" y="21097"/>
                </a:cubicBezTo>
                <a:cubicBezTo>
                  <a:pt x="110321" y="17088"/>
                  <a:pt x="115068" y="15091"/>
                  <a:pt x="120752" y="15091"/>
                </a:cubicBezTo>
                <a:cubicBezTo>
                  <a:pt x="126436" y="15091"/>
                  <a:pt x="131183" y="17088"/>
                  <a:pt x="135009" y="21097"/>
                </a:cubicBezTo>
                <a:cubicBezTo>
                  <a:pt x="138828" y="25084"/>
                  <a:pt x="140547" y="29787"/>
                  <a:pt x="140167" y="35208"/>
                </a:cubicBezTo>
                <a:lnTo>
                  <a:pt x="191717" y="35208"/>
                </a:lnTo>
                <a:cubicBezTo>
                  <a:pt x="195652" y="35208"/>
                  <a:pt x="199054" y="36635"/>
                  <a:pt x="201921" y="39502"/>
                </a:cubicBezTo>
                <a:cubicBezTo>
                  <a:pt x="204789" y="42370"/>
                  <a:pt x="206223" y="45771"/>
                  <a:pt x="206223" y="49714"/>
                </a:cubicBezTo>
                <a:lnTo>
                  <a:pt x="206223" y="191688"/>
                </a:lnTo>
                <a:cubicBezTo>
                  <a:pt x="206223" y="195630"/>
                  <a:pt x="204789" y="199032"/>
                  <a:pt x="201921" y="201900"/>
                </a:cubicBezTo>
                <a:cubicBezTo>
                  <a:pt x="199054" y="204767"/>
                  <a:pt x="195652" y="206201"/>
                  <a:pt x="191717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78631" y="167321"/>
                </a:moveTo>
                <a:lnTo>
                  <a:pt x="131315" y="167321"/>
                </a:lnTo>
                <a:cubicBezTo>
                  <a:pt x="132924" y="167321"/>
                  <a:pt x="134278" y="166772"/>
                  <a:pt x="135390" y="165660"/>
                </a:cubicBezTo>
                <a:cubicBezTo>
                  <a:pt x="136472" y="164555"/>
                  <a:pt x="137021" y="163187"/>
                  <a:pt x="137021" y="161564"/>
                </a:cubicBezTo>
                <a:cubicBezTo>
                  <a:pt x="137021" y="159940"/>
                  <a:pt x="136472" y="158586"/>
                  <a:pt x="135390" y="157511"/>
                </a:cubicBezTo>
                <a:cubicBezTo>
                  <a:pt x="134300" y="156443"/>
                  <a:pt x="132939" y="155909"/>
                  <a:pt x="131315" y="155909"/>
                </a:cubicBezTo>
                <a:lnTo>
                  <a:pt x="78631" y="155909"/>
                </a:lnTo>
                <a:cubicBezTo>
                  <a:pt x="77022" y="155909"/>
                  <a:pt x="75661" y="156457"/>
                  <a:pt x="74557" y="157562"/>
                </a:cubicBezTo>
                <a:cubicBezTo>
                  <a:pt x="73467" y="158674"/>
                  <a:pt x="72925" y="160035"/>
                  <a:pt x="72925" y="161666"/>
                </a:cubicBezTo>
                <a:cubicBezTo>
                  <a:pt x="72925" y="163290"/>
                  <a:pt x="73467" y="164636"/>
                  <a:pt x="74557" y="165711"/>
                </a:cubicBezTo>
                <a:cubicBezTo>
                  <a:pt x="75646" y="166787"/>
                  <a:pt x="77007" y="167321"/>
                  <a:pt x="78631" y="167321"/>
                </a:cubicBezTo>
                <a:close/>
                <a:moveTo>
                  <a:pt x="78631" y="126407"/>
                </a:moveTo>
                <a:lnTo>
                  <a:pt x="162771" y="126407"/>
                </a:lnTo>
                <a:cubicBezTo>
                  <a:pt x="164380" y="126407"/>
                  <a:pt x="165740" y="125858"/>
                  <a:pt x="166845" y="124746"/>
                </a:cubicBezTo>
                <a:cubicBezTo>
                  <a:pt x="167935" y="123642"/>
                  <a:pt x="168476" y="122274"/>
                  <a:pt x="168476" y="120650"/>
                </a:cubicBezTo>
                <a:cubicBezTo>
                  <a:pt x="168476" y="119026"/>
                  <a:pt x="167935" y="117672"/>
                  <a:pt x="166845" y="116604"/>
                </a:cubicBezTo>
                <a:cubicBezTo>
                  <a:pt x="165755" y="115529"/>
                  <a:pt x="164394" y="114995"/>
                  <a:pt x="162771" y="114995"/>
                </a:cubicBezTo>
                <a:lnTo>
                  <a:pt x="78631" y="114995"/>
                </a:lnTo>
                <a:cubicBezTo>
                  <a:pt x="77022" y="114995"/>
                  <a:pt x="75661" y="115544"/>
                  <a:pt x="74557" y="116655"/>
                </a:cubicBezTo>
                <a:cubicBezTo>
                  <a:pt x="73467" y="117760"/>
                  <a:pt x="72925" y="119128"/>
                  <a:pt x="72925" y="120752"/>
                </a:cubicBezTo>
                <a:cubicBezTo>
                  <a:pt x="72925" y="122376"/>
                  <a:pt x="73467" y="123729"/>
                  <a:pt x="74557" y="124797"/>
                </a:cubicBezTo>
                <a:cubicBezTo>
                  <a:pt x="75646" y="125873"/>
                  <a:pt x="77007" y="126407"/>
                  <a:pt x="78631" y="126407"/>
                </a:cubicBezTo>
                <a:close/>
                <a:moveTo>
                  <a:pt x="78631" y="85500"/>
                </a:moveTo>
                <a:lnTo>
                  <a:pt x="162771" y="85500"/>
                </a:lnTo>
                <a:cubicBezTo>
                  <a:pt x="164380" y="85500"/>
                  <a:pt x="165740" y="84944"/>
                  <a:pt x="166845" y="83840"/>
                </a:cubicBezTo>
                <a:cubicBezTo>
                  <a:pt x="167935" y="82728"/>
                  <a:pt x="168476" y="81367"/>
                  <a:pt x="168476" y="79736"/>
                </a:cubicBezTo>
                <a:cubicBezTo>
                  <a:pt x="168476" y="78112"/>
                  <a:pt x="167935" y="76766"/>
                  <a:pt x="166845" y="75690"/>
                </a:cubicBezTo>
                <a:cubicBezTo>
                  <a:pt x="165755" y="74615"/>
                  <a:pt x="164394" y="74081"/>
                  <a:pt x="162771" y="74081"/>
                </a:cubicBezTo>
                <a:lnTo>
                  <a:pt x="78631" y="74081"/>
                </a:lnTo>
                <a:cubicBezTo>
                  <a:pt x="77022" y="74081"/>
                  <a:pt x="75661" y="74637"/>
                  <a:pt x="74557" y="75742"/>
                </a:cubicBezTo>
                <a:cubicBezTo>
                  <a:pt x="73467" y="76846"/>
                  <a:pt x="72925" y="78214"/>
                  <a:pt x="72925" y="79838"/>
                </a:cubicBezTo>
                <a:cubicBezTo>
                  <a:pt x="72925" y="81462"/>
                  <a:pt x="73467" y="82815"/>
                  <a:pt x="74557" y="83891"/>
                </a:cubicBezTo>
                <a:cubicBezTo>
                  <a:pt x="75646" y="84959"/>
                  <a:pt x="77007" y="85500"/>
                  <a:pt x="78631" y="85500"/>
                </a:cubicBezTo>
                <a:close/>
                <a:moveTo>
                  <a:pt x="126663" y="39934"/>
                </a:moveTo>
                <a:cubicBezTo>
                  <a:pt x="128367" y="38273"/>
                  <a:pt x="129223" y="36283"/>
                  <a:pt x="129223" y="33972"/>
                </a:cubicBezTo>
                <a:cubicBezTo>
                  <a:pt x="129223" y="31660"/>
                  <a:pt x="128367" y="29670"/>
                  <a:pt x="126663" y="28010"/>
                </a:cubicBezTo>
                <a:cubicBezTo>
                  <a:pt x="124951" y="26349"/>
                  <a:pt x="122961" y="25523"/>
                  <a:pt x="120701" y="25523"/>
                </a:cubicBezTo>
                <a:cubicBezTo>
                  <a:pt x="118440" y="25523"/>
                  <a:pt x="116465" y="26349"/>
                  <a:pt x="114790" y="28010"/>
                </a:cubicBezTo>
                <a:cubicBezTo>
                  <a:pt x="113130" y="29670"/>
                  <a:pt x="112303" y="31660"/>
                  <a:pt x="112303" y="33972"/>
                </a:cubicBezTo>
                <a:cubicBezTo>
                  <a:pt x="112303" y="36283"/>
                  <a:pt x="113130" y="38273"/>
                  <a:pt x="114790" y="39934"/>
                </a:cubicBezTo>
                <a:cubicBezTo>
                  <a:pt x="116451" y="41594"/>
                  <a:pt x="118418" y="42421"/>
                  <a:pt x="120701" y="42421"/>
                </a:cubicBezTo>
                <a:cubicBezTo>
                  <a:pt x="122961" y="42421"/>
                  <a:pt x="124951" y="41594"/>
                  <a:pt x="126663" y="39934"/>
                </a:cubicBezTo>
                <a:close/>
                <a:moveTo>
                  <a:pt x="46620" y="194782"/>
                </a:moveTo>
                <a:lnTo>
                  <a:pt x="46620" y="46620"/>
                </a:lnTo>
                <a:lnTo>
                  <a:pt x="46620" y="19478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8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68" y="139662"/>
                </a:moveTo>
                <a:lnTo>
                  <a:pt x="80343" y="113737"/>
                </a:lnTo>
                <a:cubicBezTo>
                  <a:pt x="79136" y="112610"/>
                  <a:pt x="77790" y="112032"/>
                  <a:pt x="76319" y="112003"/>
                </a:cubicBezTo>
                <a:cubicBezTo>
                  <a:pt x="74827" y="111966"/>
                  <a:pt x="73488" y="112544"/>
                  <a:pt x="72296" y="113737"/>
                </a:cubicBezTo>
                <a:cubicBezTo>
                  <a:pt x="71104" y="114929"/>
                  <a:pt x="70533" y="116268"/>
                  <a:pt x="70584" y="117760"/>
                </a:cubicBezTo>
                <a:cubicBezTo>
                  <a:pt x="70636" y="119252"/>
                  <a:pt x="71206" y="120591"/>
                  <a:pt x="72296" y="121783"/>
                </a:cubicBezTo>
                <a:lnTo>
                  <a:pt x="101162" y="151081"/>
                </a:lnTo>
                <a:cubicBezTo>
                  <a:pt x="102603" y="152522"/>
                  <a:pt x="104278" y="153239"/>
                  <a:pt x="106195" y="153239"/>
                </a:cubicBezTo>
                <a:cubicBezTo>
                  <a:pt x="108104" y="153239"/>
                  <a:pt x="109816" y="152522"/>
                  <a:pt x="111323" y="151081"/>
                </a:cubicBezTo>
                <a:lnTo>
                  <a:pt x="168857" y="93444"/>
                </a:lnTo>
                <a:cubicBezTo>
                  <a:pt x="169976" y="92318"/>
                  <a:pt x="170554" y="90972"/>
                  <a:pt x="170590" y="89392"/>
                </a:cubicBezTo>
                <a:cubicBezTo>
                  <a:pt x="170627" y="87819"/>
                  <a:pt x="170049" y="86436"/>
                  <a:pt x="168857" y="85244"/>
                </a:cubicBezTo>
                <a:cubicBezTo>
                  <a:pt x="167664" y="84052"/>
                  <a:pt x="166296" y="83459"/>
                  <a:pt x="164760" y="83459"/>
                </a:cubicBezTo>
                <a:cubicBezTo>
                  <a:pt x="163217" y="83459"/>
                  <a:pt x="161849" y="84052"/>
                  <a:pt x="160656" y="85244"/>
                </a:cubicBezTo>
                <a:lnTo>
                  <a:pt x="106268" y="139662"/>
                </a:lnTo>
                <a:close/>
                <a:moveTo>
                  <a:pt x="49714" y="206201"/>
                </a:moveTo>
                <a:cubicBezTo>
                  <a:pt x="45757" y="206201"/>
                  <a:pt x="42355" y="204767"/>
                  <a:pt x="39502" y="201900"/>
                </a:cubicBezTo>
                <a:cubicBezTo>
                  <a:pt x="36656" y="199032"/>
                  <a:pt x="35223" y="195630"/>
                  <a:pt x="35208" y="191688"/>
                </a:cubicBezTo>
                <a:lnTo>
                  <a:pt x="35208" y="49714"/>
                </a:lnTo>
                <a:cubicBezTo>
                  <a:pt x="35208" y="45757"/>
                  <a:pt x="36635" y="42355"/>
                  <a:pt x="39502" y="39502"/>
                </a:cubicBezTo>
                <a:cubicBezTo>
                  <a:pt x="42370" y="36656"/>
                  <a:pt x="45771" y="35223"/>
                  <a:pt x="49714" y="35208"/>
                </a:cubicBezTo>
                <a:lnTo>
                  <a:pt x="101264" y="35208"/>
                </a:lnTo>
                <a:cubicBezTo>
                  <a:pt x="100942" y="29787"/>
                  <a:pt x="102698" y="25084"/>
                  <a:pt x="106517" y="21097"/>
                </a:cubicBezTo>
                <a:cubicBezTo>
                  <a:pt x="110321" y="17088"/>
                  <a:pt x="115053" y="15091"/>
                  <a:pt x="120701" y="15091"/>
                </a:cubicBezTo>
                <a:cubicBezTo>
                  <a:pt x="126414" y="15091"/>
                  <a:pt x="131183" y="17088"/>
                  <a:pt x="135009" y="21097"/>
                </a:cubicBezTo>
                <a:cubicBezTo>
                  <a:pt x="138828" y="25084"/>
                  <a:pt x="140547" y="29787"/>
                  <a:pt x="140167" y="35208"/>
                </a:cubicBezTo>
                <a:lnTo>
                  <a:pt x="191717" y="35208"/>
                </a:lnTo>
                <a:cubicBezTo>
                  <a:pt x="195667" y="35208"/>
                  <a:pt x="199076" y="36635"/>
                  <a:pt x="201921" y="39502"/>
                </a:cubicBezTo>
                <a:cubicBezTo>
                  <a:pt x="204774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45"/>
                  <a:pt x="204767" y="199047"/>
                  <a:pt x="201900" y="201900"/>
                </a:cubicBezTo>
                <a:cubicBezTo>
                  <a:pt x="199032" y="204745"/>
                  <a:pt x="195630" y="206179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126663" y="39934"/>
                </a:moveTo>
                <a:cubicBezTo>
                  <a:pt x="128367" y="38273"/>
                  <a:pt x="129223" y="36283"/>
                  <a:pt x="129223" y="33972"/>
                </a:cubicBezTo>
                <a:cubicBezTo>
                  <a:pt x="129223" y="31660"/>
                  <a:pt x="128367" y="29670"/>
                  <a:pt x="126663" y="28010"/>
                </a:cubicBezTo>
                <a:cubicBezTo>
                  <a:pt x="124951" y="26349"/>
                  <a:pt x="122961" y="25523"/>
                  <a:pt x="120701" y="25523"/>
                </a:cubicBezTo>
                <a:cubicBezTo>
                  <a:pt x="118440" y="25523"/>
                  <a:pt x="116465" y="26349"/>
                  <a:pt x="114790" y="28010"/>
                </a:cubicBezTo>
                <a:cubicBezTo>
                  <a:pt x="113130" y="29670"/>
                  <a:pt x="112303" y="31660"/>
                  <a:pt x="112303" y="33972"/>
                </a:cubicBezTo>
                <a:cubicBezTo>
                  <a:pt x="112303" y="36283"/>
                  <a:pt x="113130" y="38273"/>
                  <a:pt x="114790" y="39934"/>
                </a:cubicBezTo>
                <a:cubicBezTo>
                  <a:pt x="116451" y="41594"/>
                  <a:pt x="118418" y="42421"/>
                  <a:pt x="120701" y="42421"/>
                </a:cubicBezTo>
                <a:cubicBezTo>
                  <a:pt x="122961" y="42421"/>
                  <a:pt x="124951" y="41594"/>
                  <a:pt x="126663" y="39934"/>
                </a:cubicBezTo>
                <a:close/>
                <a:moveTo>
                  <a:pt x="46620" y="194782"/>
                </a:moveTo>
                <a:lnTo>
                  <a:pt x="46620" y="46620"/>
                </a:lnTo>
                <a:lnTo>
                  <a:pt x="46620" y="19478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40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183" y="166896"/>
                </a:moveTo>
                <a:lnTo>
                  <a:pt x="97592" y="126487"/>
                </a:lnTo>
                <a:cubicBezTo>
                  <a:pt x="98711" y="125426"/>
                  <a:pt x="100057" y="124907"/>
                  <a:pt x="101615" y="124929"/>
                </a:cubicBezTo>
                <a:cubicBezTo>
                  <a:pt x="103174" y="124944"/>
                  <a:pt x="104549" y="125514"/>
                  <a:pt x="105741" y="126633"/>
                </a:cubicBezTo>
                <a:cubicBezTo>
                  <a:pt x="106795" y="127760"/>
                  <a:pt x="107321" y="129099"/>
                  <a:pt x="107321" y="130657"/>
                </a:cubicBezTo>
                <a:cubicBezTo>
                  <a:pt x="107321" y="132215"/>
                  <a:pt x="106758" y="133561"/>
                  <a:pt x="105639" y="134680"/>
                </a:cubicBezTo>
                <a:lnTo>
                  <a:pt x="62362" y="177957"/>
                </a:lnTo>
                <a:cubicBezTo>
                  <a:pt x="60921" y="179398"/>
                  <a:pt x="59224" y="180122"/>
                  <a:pt x="57285" y="180122"/>
                </a:cubicBezTo>
                <a:cubicBezTo>
                  <a:pt x="55339" y="180122"/>
                  <a:pt x="53642" y="179398"/>
                  <a:pt x="52201" y="177957"/>
                </a:cubicBezTo>
                <a:lnTo>
                  <a:pt x="29093" y="154848"/>
                </a:lnTo>
                <a:cubicBezTo>
                  <a:pt x="27973" y="153729"/>
                  <a:pt x="27425" y="152405"/>
                  <a:pt x="27461" y="150876"/>
                </a:cubicBezTo>
                <a:cubicBezTo>
                  <a:pt x="27491" y="149347"/>
                  <a:pt x="28068" y="148023"/>
                  <a:pt x="29195" y="146904"/>
                </a:cubicBezTo>
                <a:cubicBezTo>
                  <a:pt x="30314" y="145777"/>
                  <a:pt x="31646" y="145243"/>
                  <a:pt x="33167" y="145295"/>
                </a:cubicBezTo>
                <a:cubicBezTo>
                  <a:pt x="34696" y="145346"/>
                  <a:pt x="36020" y="145880"/>
                  <a:pt x="37139" y="146904"/>
                </a:cubicBezTo>
                <a:lnTo>
                  <a:pt x="57205" y="166896"/>
                </a:lnTo>
                <a:close/>
                <a:moveTo>
                  <a:pt x="57183" y="90299"/>
                </a:moveTo>
                <a:lnTo>
                  <a:pt x="97592" y="49890"/>
                </a:lnTo>
                <a:cubicBezTo>
                  <a:pt x="98711" y="48836"/>
                  <a:pt x="100057" y="48317"/>
                  <a:pt x="101615" y="48332"/>
                </a:cubicBezTo>
                <a:cubicBezTo>
                  <a:pt x="103174" y="48346"/>
                  <a:pt x="104549" y="48917"/>
                  <a:pt x="105741" y="50043"/>
                </a:cubicBezTo>
                <a:cubicBezTo>
                  <a:pt x="106795" y="51163"/>
                  <a:pt x="107321" y="52501"/>
                  <a:pt x="107321" y="54067"/>
                </a:cubicBezTo>
                <a:cubicBezTo>
                  <a:pt x="107321" y="55625"/>
                  <a:pt x="106758" y="56963"/>
                  <a:pt x="105639" y="58090"/>
                </a:cubicBezTo>
                <a:lnTo>
                  <a:pt x="62362" y="101367"/>
                </a:lnTo>
                <a:cubicBezTo>
                  <a:pt x="60921" y="102808"/>
                  <a:pt x="59224" y="103525"/>
                  <a:pt x="57285" y="103525"/>
                </a:cubicBezTo>
                <a:cubicBezTo>
                  <a:pt x="55339" y="103525"/>
                  <a:pt x="53642" y="102808"/>
                  <a:pt x="52201" y="101367"/>
                </a:cubicBezTo>
                <a:lnTo>
                  <a:pt x="29093" y="78258"/>
                </a:lnTo>
                <a:cubicBezTo>
                  <a:pt x="27973" y="77131"/>
                  <a:pt x="27425" y="75807"/>
                  <a:pt x="27461" y="74279"/>
                </a:cubicBezTo>
                <a:cubicBezTo>
                  <a:pt x="27491" y="72757"/>
                  <a:pt x="28068" y="71433"/>
                  <a:pt x="29195" y="70306"/>
                </a:cubicBezTo>
                <a:cubicBezTo>
                  <a:pt x="30314" y="69187"/>
                  <a:pt x="31646" y="68646"/>
                  <a:pt x="33167" y="68697"/>
                </a:cubicBezTo>
                <a:cubicBezTo>
                  <a:pt x="34696" y="68748"/>
                  <a:pt x="36020" y="69282"/>
                  <a:pt x="37139" y="70306"/>
                </a:cubicBezTo>
                <a:lnTo>
                  <a:pt x="57205" y="90299"/>
                </a:lnTo>
                <a:close/>
                <a:moveTo>
                  <a:pt x="136567" y="164709"/>
                </a:moveTo>
                <a:cubicBezTo>
                  <a:pt x="134943" y="164709"/>
                  <a:pt x="133583" y="164153"/>
                  <a:pt x="132493" y="163048"/>
                </a:cubicBezTo>
                <a:cubicBezTo>
                  <a:pt x="131403" y="161944"/>
                  <a:pt x="130862" y="160576"/>
                  <a:pt x="130862" y="158945"/>
                </a:cubicBezTo>
                <a:cubicBezTo>
                  <a:pt x="130862" y="157321"/>
                  <a:pt x="131403" y="155975"/>
                  <a:pt x="132493" y="154899"/>
                </a:cubicBezTo>
                <a:cubicBezTo>
                  <a:pt x="133583" y="153824"/>
                  <a:pt x="134943" y="153290"/>
                  <a:pt x="136567" y="153290"/>
                </a:cubicBezTo>
                <a:lnTo>
                  <a:pt x="210648" y="153290"/>
                </a:lnTo>
                <a:cubicBezTo>
                  <a:pt x="212272" y="153290"/>
                  <a:pt x="213633" y="153846"/>
                  <a:pt x="214723" y="154951"/>
                </a:cubicBezTo>
                <a:cubicBezTo>
                  <a:pt x="215813" y="156055"/>
                  <a:pt x="216354" y="157423"/>
                  <a:pt x="216354" y="159047"/>
                </a:cubicBezTo>
                <a:cubicBezTo>
                  <a:pt x="216354" y="160693"/>
                  <a:pt x="215813" y="162039"/>
                  <a:pt x="214723" y="163100"/>
                </a:cubicBezTo>
                <a:cubicBezTo>
                  <a:pt x="213633" y="164168"/>
                  <a:pt x="212272" y="164709"/>
                  <a:pt x="210648" y="164709"/>
                </a:cubicBezTo>
                <a:lnTo>
                  <a:pt x="136567" y="164709"/>
                </a:lnTo>
                <a:close/>
                <a:moveTo>
                  <a:pt x="136567" y="88112"/>
                </a:moveTo>
                <a:cubicBezTo>
                  <a:pt x="134943" y="88112"/>
                  <a:pt x="133583" y="87556"/>
                  <a:pt x="132493" y="86451"/>
                </a:cubicBezTo>
                <a:cubicBezTo>
                  <a:pt x="131403" y="85346"/>
                  <a:pt x="130862" y="83978"/>
                  <a:pt x="130862" y="82355"/>
                </a:cubicBezTo>
                <a:cubicBezTo>
                  <a:pt x="130862" y="80709"/>
                  <a:pt x="131403" y="79363"/>
                  <a:pt x="132493" y="78302"/>
                </a:cubicBezTo>
                <a:cubicBezTo>
                  <a:pt x="133583" y="77234"/>
                  <a:pt x="134943" y="76693"/>
                  <a:pt x="136567" y="76693"/>
                </a:cubicBezTo>
                <a:lnTo>
                  <a:pt x="210648" y="76693"/>
                </a:lnTo>
                <a:cubicBezTo>
                  <a:pt x="212272" y="76693"/>
                  <a:pt x="213633" y="77249"/>
                  <a:pt x="214723" y="78353"/>
                </a:cubicBezTo>
                <a:cubicBezTo>
                  <a:pt x="215813" y="79465"/>
                  <a:pt x="216354" y="80826"/>
                  <a:pt x="216354" y="82457"/>
                </a:cubicBezTo>
                <a:cubicBezTo>
                  <a:pt x="216354" y="84096"/>
                  <a:pt x="215813" y="85449"/>
                  <a:pt x="214723" y="86502"/>
                </a:cubicBezTo>
                <a:cubicBezTo>
                  <a:pt x="213633" y="87578"/>
                  <a:pt x="212272" y="88112"/>
                  <a:pt x="210648" y="88112"/>
                </a:cubicBezTo>
                <a:lnTo>
                  <a:pt x="136567" y="8811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2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222" y="206201"/>
                </a:moveTo>
                <a:cubicBezTo>
                  <a:pt x="34279" y="206201"/>
                  <a:pt x="30877" y="204767"/>
                  <a:pt x="28010" y="201900"/>
                </a:cubicBezTo>
                <a:cubicBezTo>
                  <a:pt x="25150" y="199032"/>
                  <a:pt x="23716" y="195630"/>
                  <a:pt x="23716" y="191688"/>
                </a:cubicBezTo>
                <a:lnTo>
                  <a:pt x="23716" y="49714"/>
                </a:lnTo>
                <a:cubicBezTo>
                  <a:pt x="23716" y="45771"/>
                  <a:pt x="25150" y="42370"/>
                  <a:pt x="28010" y="39502"/>
                </a:cubicBezTo>
                <a:cubicBezTo>
                  <a:pt x="30877" y="36635"/>
                  <a:pt x="34279" y="35208"/>
                  <a:pt x="38222" y="35208"/>
                </a:cubicBezTo>
                <a:lnTo>
                  <a:pt x="203180" y="35208"/>
                </a:lnTo>
                <a:cubicBezTo>
                  <a:pt x="207123" y="35208"/>
                  <a:pt x="210524" y="36635"/>
                  <a:pt x="213392" y="39502"/>
                </a:cubicBezTo>
                <a:cubicBezTo>
                  <a:pt x="216259" y="42370"/>
                  <a:pt x="217686" y="45771"/>
                  <a:pt x="217686" y="49714"/>
                </a:cubicBezTo>
                <a:lnTo>
                  <a:pt x="217686" y="191688"/>
                </a:lnTo>
                <a:cubicBezTo>
                  <a:pt x="217686" y="195630"/>
                  <a:pt x="216259" y="199032"/>
                  <a:pt x="213392" y="201900"/>
                </a:cubicBezTo>
                <a:cubicBezTo>
                  <a:pt x="210524" y="204767"/>
                  <a:pt x="207123" y="206201"/>
                  <a:pt x="203180" y="206201"/>
                </a:cubicBezTo>
                <a:lnTo>
                  <a:pt x="38222" y="206201"/>
                </a:lnTo>
                <a:close/>
                <a:moveTo>
                  <a:pt x="38222" y="194782"/>
                </a:moveTo>
                <a:lnTo>
                  <a:pt x="203180" y="194782"/>
                </a:lnTo>
                <a:cubicBezTo>
                  <a:pt x="203948" y="194782"/>
                  <a:pt x="204665" y="194460"/>
                  <a:pt x="205316" y="193824"/>
                </a:cubicBezTo>
                <a:cubicBezTo>
                  <a:pt x="205974" y="193172"/>
                  <a:pt x="206296" y="192456"/>
                  <a:pt x="206296" y="191688"/>
                </a:cubicBezTo>
                <a:lnTo>
                  <a:pt x="206296" y="49714"/>
                </a:lnTo>
                <a:cubicBezTo>
                  <a:pt x="206296" y="48946"/>
                  <a:pt x="205974" y="48229"/>
                  <a:pt x="205316" y="47578"/>
                </a:cubicBezTo>
                <a:cubicBezTo>
                  <a:pt x="204665" y="46942"/>
                  <a:pt x="203948" y="46620"/>
                  <a:pt x="203180" y="46620"/>
                </a:cubicBezTo>
                <a:lnTo>
                  <a:pt x="38222" y="46620"/>
                </a:lnTo>
                <a:cubicBezTo>
                  <a:pt x="37454" y="46620"/>
                  <a:pt x="36737" y="46942"/>
                  <a:pt x="36086" y="47578"/>
                </a:cubicBezTo>
                <a:cubicBezTo>
                  <a:pt x="35428" y="48229"/>
                  <a:pt x="35106" y="48946"/>
                  <a:pt x="35106" y="49714"/>
                </a:cubicBezTo>
                <a:lnTo>
                  <a:pt x="35106" y="191688"/>
                </a:lnTo>
                <a:cubicBezTo>
                  <a:pt x="35106" y="192456"/>
                  <a:pt x="35428" y="193172"/>
                  <a:pt x="36086" y="193824"/>
                </a:cubicBezTo>
                <a:cubicBezTo>
                  <a:pt x="36737" y="194460"/>
                  <a:pt x="37454" y="194782"/>
                  <a:pt x="38222" y="194782"/>
                </a:cubicBezTo>
                <a:close/>
                <a:moveTo>
                  <a:pt x="90526" y="168476"/>
                </a:moveTo>
                <a:cubicBezTo>
                  <a:pt x="92669" y="168476"/>
                  <a:pt x="94468" y="167759"/>
                  <a:pt x="95910" y="166318"/>
                </a:cubicBezTo>
                <a:cubicBezTo>
                  <a:pt x="97351" y="164877"/>
                  <a:pt x="98068" y="163078"/>
                  <a:pt x="98068" y="160934"/>
                </a:cubicBezTo>
                <a:cubicBezTo>
                  <a:pt x="98068" y="158791"/>
                  <a:pt x="97351" y="156992"/>
                  <a:pt x="95910" y="155550"/>
                </a:cubicBezTo>
                <a:cubicBezTo>
                  <a:pt x="94468" y="154109"/>
                  <a:pt x="92669" y="153392"/>
                  <a:pt x="90526" y="153392"/>
                </a:cubicBezTo>
                <a:lnTo>
                  <a:pt x="60350" y="153392"/>
                </a:lnTo>
                <a:cubicBezTo>
                  <a:pt x="58207" y="153392"/>
                  <a:pt x="56408" y="154109"/>
                  <a:pt x="54966" y="155550"/>
                </a:cubicBezTo>
                <a:cubicBezTo>
                  <a:pt x="53525" y="156992"/>
                  <a:pt x="52808" y="158791"/>
                  <a:pt x="52808" y="160934"/>
                </a:cubicBezTo>
                <a:cubicBezTo>
                  <a:pt x="52808" y="163078"/>
                  <a:pt x="53525" y="164877"/>
                  <a:pt x="54966" y="166318"/>
                </a:cubicBezTo>
                <a:cubicBezTo>
                  <a:pt x="56408" y="167759"/>
                  <a:pt x="58207" y="168476"/>
                  <a:pt x="60350" y="168476"/>
                </a:cubicBezTo>
                <a:lnTo>
                  <a:pt x="90526" y="168476"/>
                </a:lnTo>
                <a:close/>
                <a:moveTo>
                  <a:pt x="146348" y="126034"/>
                </a:moveTo>
                <a:lnTo>
                  <a:pt x="137321" y="117007"/>
                </a:lnTo>
                <a:cubicBezTo>
                  <a:pt x="135829" y="115514"/>
                  <a:pt x="134058" y="114775"/>
                  <a:pt x="132017" y="114790"/>
                </a:cubicBezTo>
                <a:cubicBezTo>
                  <a:pt x="129969" y="114805"/>
                  <a:pt x="128206" y="115595"/>
                  <a:pt x="126714" y="117153"/>
                </a:cubicBezTo>
                <a:cubicBezTo>
                  <a:pt x="125317" y="118645"/>
                  <a:pt x="124614" y="120416"/>
                  <a:pt x="124600" y="122464"/>
                </a:cubicBezTo>
                <a:cubicBezTo>
                  <a:pt x="124585" y="124505"/>
                  <a:pt x="125317" y="126275"/>
                  <a:pt x="126809" y="127767"/>
                </a:cubicBezTo>
                <a:lnTo>
                  <a:pt x="141271" y="142229"/>
                </a:lnTo>
                <a:cubicBezTo>
                  <a:pt x="142727" y="143671"/>
                  <a:pt x="144431" y="144387"/>
                  <a:pt x="146377" y="144387"/>
                </a:cubicBezTo>
                <a:cubicBezTo>
                  <a:pt x="148323" y="144387"/>
                  <a:pt x="150013" y="143671"/>
                  <a:pt x="151454" y="142229"/>
                </a:cubicBezTo>
                <a:lnTo>
                  <a:pt x="187291" y="106392"/>
                </a:lnTo>
                <a:cubicBezTo>
                  <a:pt x="188776" y="104900"/>
                  <a:pt x="189544" y="103152"/>
                  <a:pt x="189573" y="101140"/>
                </a:cubicBezTo>
                <a:cubicBezTo>
                  <a:pt x="189610" y="99128"/>
                  <a:pt x="188849" y="97343"/>
                  <a:pt x="187291" y="95778"/>
                </a:cubicBezTo>
                <a:cubicBezTo>
                  <a:pt x="185726" y="94220"/>
                  <a:pt x="183933" y="93444"/>
                  <a:pt x="181907" y="93444"/>
                </a:cubicBezTo>
                <a:cubicBezTo>
                  <a:pt x="179881" y="93444"/>
                  <a:pt x="178081" y="94220"/>
                  <a:pt x="176523" y="95778"/>
                </a:cubicBezTo>
                <a:lnTo>
                  <a:pt x="146348" y="126034"/>
                </a:lnTo>
                <a:close/>
                <a:moveTo>
                  <a:pt x="90526" y="128243"/>
                </a:moveTo>
                <a:cubicBezTo>
                  <a:pt x="92669" y="128243"/>
                  <a:pt x="94468" y="127526"/>
                  <a:pt x="95910" y="126085"/>
                </a:cubicBezTo>
                <a:cubicBezTo>
                  <a:pt x="97351" y="124644"/>
                  <a:pt x="98068" y="122844"/>
                  <a:pt x="98068" y="120701"/>
                </a:cubicBezTo>
                <a:cubicBezTo>
                  <a:pt x="98068" y="118557"/>
                  <a:pt x="97351" y="116758"/>
                  <a:pt x="95910" y="115317"/>
                </a:cubicBezTo>
                <a:cubicBezTo>
                  <a:pt x="94468" y="113876"/>
                  <a:pt x="92669" y="113159"/>
                  <a:pt x="90526" y="113159"/>
                </a:cubicBezTo>
                <a:lnTo>
                  <a:pt x="60350" y="113159"/>
                </a:lnTo>
                <a:cubicBezTo>
                  <a:pt x="58207" y="113159"/>
                  <a:pt x="56408" y="113876"/>
                  <a:pt x="54966" y="115317"/>
                </a:cubicBezTo>
                <a:cubicBezTo>
                  <a:pt x="53525" y="116758"/>
                  <a:pt x="52808" y="118557"/>
                  <a:pt x="52808" y="120701"/>
                </a:cubicBezTo>
                <a:cubicBezTo>
                  <a:pt x="52808" y="122844"/>
                  <a:pt x="53525" y="124644"/>
                  <a:pt x="54966" y="126085"/>
                </a:cubicBezTo>
                <a:cubicBezTo>
                  <a:pt x="56408" y="127526"/>
                  <a:pt x="58207" y="128243"/>
                  <a:pt x="60350" y="128243"/>
                </a:cubicBezTo>
                <a:lnTo>
                  <a:pt x="90526" y="128243"/>
                </a:lnTo>
                <a:close/>
                <a:moveTo>
                  <a:pt x="90526" y="88009"/>
                </a:moveTo>
                <a:cubicBezTo>
                  <a:pt x="92669" y="88009"/>
                  <a:pt x="94468" y="87292"/>
                  <a:pt x="95910" y="85851"/>
                </a:cubicBezTo>
                <a:cubicBezTo>
                  <a:pt x="97351" y="84410"/>
                  <a:pt x="98068" y="82611"/>
                  <a:pt x="98068" y="80467"/>
                </a:cubicBezTo>
                <a:cubicBezTo>
                  <a:pt x="98068" y="78324"/>
                  <a:pt x="97351" y="76524"/>
                  <a:pt x="95910" y="75083"/>
                </a:cubicBezTo>
                <a:cubicBezTo>
                  <a:pt x="94468" y="73642"/>
                  <a:pt x="92669" y="72925"/>
                  <a:pt x="90526" y="72925"/>
                </a:cubicBezTo>
                <a:lnTo>
                  <a:pt x="60350" y="72925"/>
                </a:lnTo>
                <a:cubicBezTo>
                  <a:pt x="58207" y="72925"/>
                  <a:pt x="56408" y="73642"/>
                  <a:pt x="54966" y="75083"/>
                </a:cubicBezTo>
                <a:cubicBezTo>
                  <a:pt x="53525" y="76524"/>
                  <a:pt x="52808" y="78324"/>
                  <a:pt x="52808" y="80467"/>
                </a:cubicBezTo>
                <a:cubicBezTo>
                  <a:pt x="52808" y="82611"/>
                  <a:pt x="53525" y="84410"/>
                  <a:pt x="54966" y="85851"/>
                </a:cubicBezTo>
                <a:cubicBezTo>
                  <a:pt x="56408" y="87292"/>
                  <a:pt x="58207" y="88009"/>
                  <a:pt x="60350" y="88009"/>
                </a:cubicBezTo>
                <a:lnTo>
                  <a:pt x="90526" y="88009"/>
                </a:lnTo>
                <a:close/>
                <a:moveTo>
                  <a:pt x="35128" y="194782"/>
                </a:moveTo>
                <a:lnTo>
                  <a:pt x="35128" y="46620"/>
                </a:lnTo>
                <a:lnTo>
                  <a:pt x="35128" y="19478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4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196142"/>
                </a:moveTo>
                <a:cubicBezTo>
                  <a:pt x="35713" y="196142"/>
                  <a:pt x="32311" y="194679"/>
                  <a:pt x="29444" y="191761"/>
                </a:cubicBezTo>
                <a:cubicBezTo>
                  <a:pt x="26576" y="188864"/>
                  <a:pt x="25150" y="185484"/>
                  <a:pt x="25150" y="181629"/>
                </a:cubicBezTo>
                <a:lnTo>
                  <a:pt x="25150" y="59772"/>
                </a:lnTo>
                <a:cubicBezTo>
                  <a:pt x="25150" y="55917"/>
                  <a:pt x="26576" y="52538"/>
                  <a:pt x="29444" y="49641"/>
                </a:cubicBezTo>
                <a:cubicBezTo>
                  <a:pt x="32311" y="46722"/>
                  <a:pt x="35713" y="45266"/>
                  <a:pt x="39656" y="45266"/>
                </a:cubicBezTo>
                <a:lnTo>
                  <a:pt x="96385" y="45266"/>
                </a:lnTo>
                <a:cubicBezTo>
                  <a:pt x="98411" y="45266"/>
                  <a:pt x="100321" y="45669"/>
                  <a:pt x="102120" y="46466"/>
                </a:cubicBezTo>
                <a:cubicBezTo>
                  <a:pt x="103912" y="47271"/>
                  <a:pt x="105485" y="48324"/>
                  <a:pt x="106846" y="49612"/>
                </a:cubicBezTo>
                <a:lnTo>
                  <a:pt x="118843" y="61711"/>
                </a:lnTo>
                <a:lnTo>
                  <a:pt x="201775" y="61711"/>
                </a:lnTo>
                <a:cubicBezTo>
                  <a:pt x="205630" y="61711"/>
                  <a:pt x="209003" y="63159"/>
                  <a:pt x="211907" y="66056"/>
                </a:cubicBezTo>
                <a:cubicBezTo>
                  <a:pt x="214804" y="68975"/>
                  <a:pt x="216259" y="72362"/>
                  <a:pt x="216259" y="76217"/>
                </a:cubicBezTo>
                <a:lnTo>
                  <a:pt x="216259" y="181629"/>
                </a:lnTo>
                <a:cubicBezTo>
                  <a:pt x="216259" y="185484"/>
                  <a:pt x="214796" y="188864"/>
                  <a:pt x="211877" y="191761"/>
                </a:cubicBezTo>
                <a:cubicBezTo>
                  <a:pt x="208981" y="194679"/>
                  <a:pt x="205601" y="196142"/>
                  <a:pt x="201746" y="196142"/>
                </a:cubicBezTo>
                <a:lnTo>
                  <a:pt x="39656" y="196142"/>
                </a:lnTo>
                <a:close/>
                <a:moveTo>
                  <a:pt x="39656" y="184723"/>
                </a:moveTo>
                <a:lnTo>
                  <a:pt x="201746" y="184723"/>
                </a:lnTo>
                <a:cubicBezTo>
                  <a:pt x="202653" y="184723"/>
                  <a:pt x="203392" y="184431"/>
                  <a:pt x="203962" y="183846"/>
                </a:cubicBezTo>
                <a:cubicBezTo>
                  <a:pt x="204526" y="183253"/>
                  <a:pt x="204826" y="182522"/>
                  <a:pt x="204840" y="181629"/>
                </a:cubicBezTo>
                <a:lnTo>
                  <a:pt x="204840" y="76217"/>
                </a:lnTo>
                <a:cubicBezTo>
                  <a:pt x="204840" y="75310"/>
                  <a:pt x="204548" y="74571"/>
                  <a:pt x="203962" y="74008"/>
                </a:cubicBezTo>
                <a:cubicBezTo>
                  <a:pt x="203370" y="73437"/>
                  <a:pt x="202638" y="73145"/>
                  <a:pt x="201746" y="73123"/>
                </a:cubicBezTo>
                <a:lnTo>
                  <a:pt x="114190" y="73123"/>
                </a:lnTo>
                <a:lnTo>
                  <a:pt x="98624" y="57556"/>
                </a:lnTo>
                <a:cubicBezTo>
                  <a:pt x="98302" y="57241"/>
                  <a:pt x="97972" y="57015"/>
                  <a:pt x="97614" y="56883"/>
                </a:cubicBezTo>
                <a:cubicBezTo>
                  <a:pt x="97263" y="56744"/>
                  <a:pt x="96897" y="56678"/>
                  <a:pt x="96509" y="56678"/>
                </a:cubicBezTo>
                <a:lnTo>
                  <a:pt x="39678" y="56678"/>
                </a:lnTo>
                <a:cubicBezTo>
                  <a:pt x="38778" y="56678"/>
                  <a:pt x="38039" y="56971"/>
                  <a:pt x="37468" y="57556"/>
                </a:cubicBezTo>
                <a:cubicBezTo>
                  <a:pt x="36898" y="58149"/>
                  <a:pt x="36605" y="58880"/>
                  <a:pt x="36591" y="59772"/>
                </a:cubicBezTo>
                <a:lnTo>
                  <a:pt x="36591" y="181629"/>
                </a:lnTo>
                <a:cubicBezTo>
                  <a:pt x="36591" y="182536"/>
                  <a:pt x="36883" y="183275"/>
                  <a:pt x="37468" y="183846"/>
                </a:cubicBezTo>
                <a:cubicBezTo>
                  <a:pt x="38054" y="184409"/>
                  <a:pt x="38793" y="184709"/>
                  <a:pt x="39678" y="184723"/>
                </a:cubicBezTo>
                <a:close/>
                <a:moveTo>
                  <a:pt x="36561" y="184723"/>
                </a:moveTo>
                <a:lnTo>
                  <a:pt x="36561" y="56678"/>
                </a:lnTo>
                <a:lnTo>
                  <a:pt x="36561" y="1847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6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972" y="138981"/>
                </a:moveTo>
                <a:cubicBezTo>
                  <a:pt x="49363" y="138981"/>
                  <a:pt x="48002" y="138426"/>
                  <a:pt x="46898" y="137321"/>
                </a:cubicBezTo>
                <a:cubicBezTo>
                  <a:pt x="45808" y="136216"/>
                  <a:pt x="45266" y="134848"/>
                  <a:pt x="45266" y="133224"/>
                </a:cubicBezTo>
                <a:cubicBezTo>
                  <a:pt x="45266" y="131600"/>
                  <a:pt x="45808" y="130247"/>
                  <a:pt x="46898" y="129172"/>
                </a:cubicBezTo>
                <a:cubicBezTo>
                  <a:pt x="47988" y="128104"/>
                  <a:pt x="49348" y="127562"/>
                  <a:pt x="50972" y="127562"/>
                </a:cubicBezTo>
                <a:lnTo>
                  <a:pt x="113634" y="127562"/>
                </a:lnTo>
                <a:cubicBezTo>
                  <a:pt x="115258" y="127562"/>
                  <a:pt x="116619" y="128118"/>
                  <a:pt x="117709" y="129223"/>
                </a:cubicBezTo>
                <a:cubicBezTo>
                  <a:pt x="118799" y="130335"/>
                  <a:pt x="119340" y="131696"/>
                  <a:pt x="119340" y="133327"/>
                </a:cubicBezTo>
                <a:cubicBezTo>
                  <a:pt x="119340" y="134951"/>
                  <a:pt x="118799" y="136297"/>
                  <a:pt x="117709" y="137372"/>
                </a:cubicBezTo>
                <a:cubicBezTo>
                  <a:pt x="116619" y="138447"/>
                  <a:pt x="115258" y="138981"/>
                  <a:pt x="113634" y="138981"/>
                </a:cubicBezTo>
                <a:lnTo>
                  <a:pt x="50972" y="138981"/>
                </a:lnTo>
                <a:close/>
                <a:moveTo>
                  <a:pt x="50972" y="97790"/>
                </a:moveTo>
                <a:cubicBezTo>
                  <a:pt x="49363" y="97790"/>
                  <a:pt x="48002" y="97248"/>
                  <a:pt x="46898" y="96158"/>
                </a:cubicBezTo>
                <a:cubicBezTo>
                  <a:pt x="45808" y="95068"/>
                  <a:pt x="45266" y="93722"/>
                  <a:pt x="45266" y="92113"/>
                </a:cubicBezTo>
                <a:cubicBezTo>
                  <a:pt x="45266" y="90504"/>
                  <a:pt x="45808" y="89143"/>
                  <a:pt x="46898" y="88038"/>
                </a:cubicBezTo>
                <a:cubicBezTo>
                  <a:pt x="47988" y="86927"/>
                  <a:pt x="49348" y="86378"/>
                  <a:pt x="50972" y="86378"/>
                </a:cubicBezTo>
                <a:lnTo>
                  <a:pt x="155704" y="86378"/>
                </a:lnTo>
                <a:cubicBezTo>
                  <a:pt x="157328" y="86378"/>
                  <a:pt x="158689" y="86948"/>
                  <a:pt x="159779" y="88090"/>
                </a:cubicBezTo>
                <a:cubicBezTo>
                  <a:pt x="160869" y="89223"/>
                  <a:pt x="161410" y="90599"/>
                  <a:pt x="161410" y="92208"/>
                </a:cubicBezTo>
                <a:cubicBezTo>
                  <a:pt x="161410" y="93817"/>
                  <a:pt x="160869" y="95149"/>
                  <a:pt x="159779" y="96210"/>
                </a:cubicBezTo>
                <a:cubicBezTo>
                  <a:pt x="158689" y="97263"/>
                  <a:pt x="157328" y="97790"/>
                  <a:pt x="155704" y="97790"/>
                </a:cubicBezTo>
                <a:lnTo>
                  <a:pt x="50972" y="97790"/>
                </a:lnTo>
                <a:close/>
                <a:moveTo>
                  <a:pt x="50972" y="56678"/>
                </a:moveTo>
                <a:cubicBezTo>
                  <a:pt x="49363" y="56678"/>
                  <a:pt x="48002" y="56122"/>
                  <a:pt x="46898" y="55018"/>
                </a:cubicBezTo>
                <a:cubicBezTo>
                  <a:pt x="45808" y="53913"/>
                  <a:pt x="45266" y="52545"/>
                  <a:pt x="45266" y="50921"/>
                </a:cubicBezTo>
                <a:cubicBezTo>
                  <a:pt x="45266" y="49297"/>
                  <a:pt x="45808" y="47944"/>
                  <a:pt x="46898" y="46868"/>
                </a:cubicBezTo>
                <a:cubicBezTo>
                  <a:pt x="47988" y="45800"/>
                  <a:pt x="49348" y="45266"/>
                  <a:pt x="50972" y="45266"/>
                </a:cubicBezTo>
                <a:lnTo>
                  <a:pt x="155704" y="45266"/>
                </a:lnTo>
                <a:cubicBezTo>
                  <a:pt x="157328" y="45266"/>
                  <a:pt x="158689" y="45815"/>
                  <a:pt x="159779" y="46920"/>
                </a:cubicBezTo>
                <a:cubicBezTo>
                  <a:pt x="160869" y="48032"/>
                  <a:pt x="161410" y="49392"/>
                  <a:pt x="161410" y="51024"/>
                </a:cubicBezTo>
                <a:cubicBezTo>
                  <a:pt x="161410" y="52647"/>
                  <a:pt x="160869" y="53993"/>
                  <a:pt x="159779" y="55069"/>
                </a:cubicBezTo>
                <a:cubicBezTo>
                  <a:pt x="158689" y="56144"/>
                  <a:pt x="157328" y="56678"/>
                  <a:pt x="155704" y="56678"/>
                </a:cubicBezTo>
                <a:lnTo>
                  <a:pt x="50972" y="56678"/>
                </a:lnTo>
                <a:close/>
                <a:moveTo>
                  <a:pt x="131915" y="188900"/>
                </a:moveTo>
                <a:lnTo>
                  <a:pt x="131915" y="172397"/>
                </a:lnTo>
                <a:cubicBezTo>
                  <a:pt x="131915" y="171563"/>
                  <a:pt x="132083" y="170715"/>
                  <a:pt x="132420" y="169859"/>
                </a:cubicBezTo>
                <a:cubicBezTo>
                  <a:pt x="132756" y="169003"/>
                  <a:pt x="133305" y="168191"/>
                  <a:pt x="134080" y="167423"/>
                </a:cubicBezTo>
                <a:lnTo>
                  <a:pt x="186457" y="115266"/>
                </a:lnTo>
                <a:cubicBezTo>
                  <a:pt x="187715" y="114015"/>
                  <a:pt x="189083" y="113122"/>
                  <a:pt x="190554" y="112603"/>
                </a:cubicBezTo>
                <a:cubicBezTo>
                  <a:pt x="192031" y="112083"/>
                  <a:pt x="193487" y="111827"/>
                  <a:pt x="194928" y="111827"/>
                </a:cubicBezTo>
                <a:cubicBezTo>
                  <a:pt x="196508" y="111827"/>
                  <a:pt x="198030" y="112120"/>
                  <a:pt x="199507" y="112705"/>
                </a:cubicBezTo>
                <a:cubicBezTo>
                  <a:pt x="200985" y="113291"/>
                  <a:pt x="202324" y="114183"/>
                  <a:pt x="203531" y="115368"/>
                </a:cubicBezTo>
                <a:lnTo>
                  <a:pt x="212836" y="124775"/>
                </a:lnTo>
                <a:cubicBezTo>
                  <a:pt x="214028" y="126034"/>
                  <a:pt x="214891" y="127387"/>
                  <a:pt x="215425" y="128850"/>
                </a:cubicBezTo>
                <a:cubicBezTo>
                  <a:pt x="215981" y="130291"/>
                  <a:pt x="216259" y="131739"/>
                  <a:pt x="216259" y="133195"/>
                </a:cubicBezTo>
                <a:cubicBezTo>
                  <a:pt x="216259" y="134658"/>
                  <a:pt x="215945" y="136143"/>
                  <a:pt x="215323" y="137650"/>
                </a:cubicBezTo>
                <a:cubicBezTo>
                  <a:pt x="214708" y="139157"/>
                  <a:pt x="213823" y="140547"/>
                  <a:pt x="212682" y="141827"/>
                </a:cubicBezTo>
                <a:lnTo>
                  <a:pt x="160656" y="193977"/>
                </a:lnTo>
                <a:cubicBezTo>
                  <a:pt x="159888" y="194745"/>
                  <a:pt x="159076" y="195301"/>
                  <a:pt x="158220" y="195638"/>
                </a:cubicBezTo>
                <a:cubicBezTo>
                  <a:pt x="157365" y="195974"/>
                  <a:pt x="156516" y="196142"/>
                  <a:pt x="155682" y="196142"/>
                </a:cubicBezTo>
                <a:lnTo>
                  <a:pt x="139186" y="196142"/>
                </a:lnTo>
                <a:cubicBezTo>
                  <a:pt x="137123" y="196142"/>
                  <a:pt x="135397" y="195440"/>
                  <a:pt x="134000" y="194050"/>
                </a:cubicBezTo>
                <a:cubicBezTo>
                  <a:pt x="132610" y="192660"/>
                  <a:pt x="131915" y="190934"/>
                  <a:pt x="131915" y="188871"/>
                </a:cubicBezTo>
                <a:close/>
                <a:moveTo>
                  <a:pt x="204262" y="133195"/>
                </a:moveTo>
                <a:lnTo>
                  <a:pt x="194957" y="123795"/>
                </a:lnTo>
                <a:lnTo>
                  <a:pt x="204262" y="133195"/>
                </a:lnTo>
                <a:close/>
                <a:moveTo>
                  <a:pt x="143912" y="184146"/>
                </a:moveTo>
                <a:lnTo>
                  <a:pt x="153466" y="184146"/>
                </a:lnTo>
                <a:lnTo>
                  <a:pt x="186106" y="151330"/>
                </a:lnTo>
                <a:lnTo>
                  <a:pt x="181475" y="146553"/>
                </a:lnTo>
                <a:lnTo>
                  <a:pt x="176801" y="141827"/>
                </a:lnTo>
                <a:lnTo>
                  <a:pt x="143912" y="174563"/>
                </a:lnTo>
                <a:lnTo>
                  <a:pt x="143912" y="184116"/>
                </a:lnTo>
                <a:close/>
                <a:moveTo>
                  <a:pt x="181505" y="146553"/>
                </a:moveTo>
                <a:lnTo>
                  <a:pt x="176830" y="141827"/>
                </a:lnTo>
                <a:lnTo>
                  <a:pt x="186128" y="151330"/>
                </a:lnTo>
                <a:lnTo>
                  <a:pt x="181505" y="14655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8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45" y="164804"/>
                </a:moveTo>
                <a:cubicBezTo>
                  <a:pt x="72311" y="164804"/>
                  <a:pt x="81213" y="165887"/>
                  <a:pt x="89845" y="168052"/>
                </a:cubicBezTo>
                <a:cubicBezTo>
                  <a:pt x="98477" y="170210"/>
                  <a:pt x="106999" y="173517"/>
                  <a:pt x="115397" y="177957"/>
                </a:cubicBezTo>
                <a:lnTo>
                  <a:pt x="115397" y="72998"/>
                </a:lnTo>
                <a:cubicBezTo>
                  <a:pt x="107848" y="67651"/>
                  <a:pt x="99553" y="63562"/>
                  <a:pt x="90504" y="60731"/>
                </a:cubicBezTo>
                <a:cubicBezTo>
                  <a:pt x="81447" y="57892"/>
                  <a:pt x="72318" y="56481"/>
                  <a:pt x="63116" y="56481"/>
                </a:cubicBezTo>
                <a:cubicBezTo>
                  <a:pt x="56810" y="56481"/>
                  <a:pt x="50987" y="57095"/>
                  <a:pt x="45640" y="58339"/>
                </a:cubicBezTo>
                <a:cubicBezTo>
                  <a:pt x="40292" y="59582"/>
                  <a:pt x="34616" y="61272"/>
                  <a:pt x="28617" y="63415"/>
                </a:cubicBezTo>
                <a:cubicBezTo>
                  <a:pt x="27842" y="63672"/>
                  <a:pt x="27300" y="64037"/>
                  <a:pt x="26978" y="64527"/>
                </a:cubicBezTo>
                <a:cubicBezTo>
                  <a:pt x="26664" y="65010"/>
                  <a:pt x="26503" y="65537"/>
                  <a:pt x="26503" y="66107"/>
                </a:cubicBezTo>
                <a:lnTo>
                  <a:pt x="26503" y="168279"/>
                </a:lnTo>
                <a:cubicBezTo>
                  <a:pt x="26503" y="169113"/>
                  <a:pt x="26825" y="169742"/>
                  <a:pt x="27461" y="170166"/>
                </a:cubicBezTo>
                <a:cubicBezTo>
                  <a:pt x="28112" y="170583"/>
                  <a:pt x="28829" y="170664"/>
                  <a:pt x="29597" y="170415"/>
                </a:cubicBezTo>
                <a:cubicBezTo>
                  <a:pt x="33891" y="168520"/>
                  <a:pt x="38975" y="167101"/>
                  <a:pt x="44864" y="166165"/>
                </a:cubicBezTo>
                <a:cubicBezTo>
                  <a:pt x="50746" y="165243"/>
                  <a:pt x="56839" y="164782"/>
                  <a:pt x="63145" y="164782"/>
                </a:cubicBezTo>
                <a:close/>
                <a:moveTo>
                  <a:pt x="126809" y="177957"/>
                </a:moveTo>
                <a:cubicBezTo>
                  <a:pt x="135258" y="173517"/>
                  <a:pt x="143634" y="170210"/>
                  <a:pt x="151929" y="168052"/>
                </a:cubicBezTo>
                <a:cubicBezTo>
                  <a:pt x="160232" y="165887"/>
                  <a:pt x="169003" y="164804"/>
                  <a:pt x="178257" y="164804"/>
                </a:cubicBezTo>
                <a:cubicBezTo>
                  <a:pt x="184562" y="164804"/>
                  <a:pt x="190722" y="165243"/>
                  <a:pt x="196742" y="166114"/>
                </a:cubicBezTo>
                <a:cubicBezTo>
                  <a:pt x="202763" y="166984"/>
                  <a:pt x="207781" y="168103"/>
                  <a:pt x="211804" y="169457"/>
                </a:cubicBezTo>
                <a:cubicBezTo>
                  <a:pt x="212572" y="169778"/>
                  <a:pt x="213289" y="169727"/>
                  <a:pt x="213940" y="169310"/>
                </a:cubicBezTo>
                <a:cubicBezTo>
                  <a:pt x="214577" y="168886"/>
                  <a:pt x="214899" y="168228"/>
                  <a:pt x="214899" y="167321"/>
                </a:cubicBezTo>
                <a:lnTo>
                  <a:pt x="214899" y="66137"/>
                </a:lnTo>
                <a:cubicBezTo>
                  <a:pt x="214899" y="65544"/>
                  <a:pt x="214738" y="65025"/>
                  <a:pt x="214423" y="64579"/>
                </a:cubicBezTo>
                <a:cubicBezTo>
                  <a:pt x="214101" y="64125"/>
                  <a:pt x="213560" y="63737"/>
                  <a:pt x="212785" y="63415"/>
                </a:cubicBezTo>
                <a:cubicBezTo>
                  <a:pt x="207152" y="60950"/>
                  <a:pt x="201585" y="59187"/>
                  <a:pt x="196091" y="58112"/>
                </a:cubicBezTo>
                <a:cubicBezTo>
                  <a:pt x="190590" y="57022"/>
                  <a:pt x="184658" y="56481"/>
                  <a:pt x="178286" y="56481"/>
                </a:cubicBezTo>
                <a:cubicBezTo>
                  <a:pt x="169047" y="56481"/>
                  <a:pt x="160027" y="57892"/>
                  <a:pt x="151227" y="60731"/>
                </a:cubicBezTo>
                <a:cubicBezTo>
                  <a:pt x="142442" y="63562"/>
                  <a:pt x="134314" y="67651"/>
                  <a:pt x="126838" y="72998"/>
                </a:cubicBezTo>
                <a:lnTo>
                  <a:pt x="126838" y="177957"/>
                </a:lnTo>
                <a:close/>
                <a:moveTo>
                  <a:pt x="117782" y="192214"/>
                </a:moveTo>
                <a:cubicBezTo>
                  <a:pt x="116794" y="191965"/>
                  <a:pt x="115917" y="191570"/>
                  <a:pt x="115141" y="191036"/>
                </a:cubicBezTo>
                <a:cubicBezTo>
                  <a:pt x="107263" y="186355"/>
                  <a:pt x="98923" y="182741"/>
                  <a:pt x="90123" y="180195"/>
                </a:cubicBezTo>
                <a:cubicBezTo>
                  <a:pt x="81323" y="177650"/>
                  <a:pt x="72318" y="176377"/>
                  <a:pt x="63116" y="176377"/>
                </a:cubicBezTo>
                <a:cubicBezTo>
                  <a:pt x="57702" y="176377"/>
                  <a:pt x="52362" y="176933"/>
                  <a:pt x="47095" y="178059"/>
                </a:cubicBezTo>
                <a:cubicBezTo>
                  <a:pt x="41836" y="179179"/>
                  <a:pt x="36561" y="180642"/>
                  <a:pt x="31280" y="182434"/>
                </a:cubicBezTo>
                <a:cubicBezTo>
                  <a:pt x="27410" y="184146"/>
                  <a:pt x="23738" y="183787"/>
                  <a:pt x="20270" y="181351"/>
                </a:cubicBezTo>
                <a:cubicBezTo>
                  <a:pt x="16818" y="178886"/>
                  <a:pt x="15091" y="175477"/>
                  <a:pt x="15091" y="171117"/>
                </a:cubicBezTo>
                <a:lnTo>
                  <a:pt x="15091" y="65427"/>
                </a:lnTo>
                <a:cubicBezTo>
                  <a:pt x="15091" y="62779"/>
                  <a:pt x="15742" y="60350"/>
                  <a:pt x="17052" y="58141"/>
                </a:cubicBezTo>
                <a:cubicBezTo>
                  <a:pt x="18354" y="55925"/>
                  <a:pt x="20241" y="54257"/>
                  <a:pt x="22706" y="53130"/>
                </a:cubicBezTo>
                <a:cubicBezTo>
                  <a:pt x="29041" y="50365"/>
                  <a:pt x="35610" y="48332"/>
                  <a:pt x="42399" y="47022"/>
                </a:cubicBezTo>
                <a:cubicBezTo>
                  <a:pt x="49202" y="45713"/>
                  <a:pt x="56108" y="45062"/>
                  <a:pt x="63116" y="45062"/>
                </a:cubicBezTo>
                <a:cubicBezTo>
                  <a:pt x="73547" y="45062"/>
                  <a:pt x="83671" y="46517"/>
                  <a:pt x="93496" y="49436"/>
                </a:cubicBezTo>
                <a:cubicBezTo>
                  <a:pt x="103320" y="52355"/>
                  <a:pt x="112522" y="56744"/>
                  <a:pt x="121103" y="62611"/>
                </a:cubicBezTo>
                <a:cubicBezTo>
                  <a:pt x="129516" y="56744"/>
                  <a:pt x="138586" y="52355"/>
                  <a:pt x="148308" y="49436"/>
                </a:cubicBezTo>
                <a:cubicBezTo>
                  <a:pt x="158016" y="46517"/>
                  <a:pt x="168008" y="45062"/>
                  <a:pt x="178286" y="45062"/>
                </a:cubicBezTo>
                <a:cubicBezTo>
                  <a:pt x="185243" y="45062"/>
                  <a:pt x="192104" y="45713"/>
                  <a:pt x="198878" y="47022"/>
                </a:cubicBezTo>
                <a:cubicBezTo>
                  <a:pt x="205667" y="48332"/>
                  <a:pt x="212221" y="50365"/>
                  <a:pt x="218542" y="53130"/>
                </a:cubicBezTo>
                <a:cubicBezTo>
                  <a:pt x="221021" y="54242"/>
                  <a:pt x="222938" y="55910"/>
                  <a:pt x="224277" y="58134"/>
                </a:cubicBezTo>
                <a:cubicBezTo>
                  <a:pt x="225615" y="60365"/>
                  <a:pt x="226296" y="62801"/>
                  <a:pt x="226318" y="65427"/>
                </a:cubicBezTo>
                <a:lnTo>
                  <a:pt x="226318" y="171117"/>
                </a:lnTo>
                <a:cubicBezTo>
                  <a:pt x="226318" y="175660"/>
                  <a:pt x="224445" y="179157"/>
                  <a:pt x="220707" y="181607"/>
                </a:cubicBezTo>
                <a:cubicBezTo>
                  <a:pt x="216969" y="184050"/>
                  <a:pt x="213187" y="184263"/>
                  <a:pt x="209368" y="182236"/>
                </a:cubicBezTo>
                <a:cubicBezTo>
                  <a:pt x="204321" y="180407"/>
                  <a:pt x="199200" y="178974"/>
                  <a:pt x="193999" y="177935"/>
                </a:cubicBezTo>
                <a:cubicBezTo>
                  <a:pt x="188805" y="176896"/>
                  <a:pt x="183568" y="176377"/>
                  <a:pt x="178286" y="176377"/>
                </a:cubicBezTo>
                <a:cubicBezTo>
                  <a:pt x="169186" y="176377"/>
                  <a:pt x="160305" y="177650"/>
                  <a:pt x="151659" y="180195"/>
                </a:cubicBezTo>
                <a:cubicBezTo>
                  <a:pt x="142990" y="182741"/>
                  <a:pt x="134768" y="186355"/>
                  <a:pt x="126985" y="191036"/>
                </a:cubicBezTo>
                <a:cubicBezTo>
                  <a:pt x="126216" y="191570"/>
                  <a:pt x="125339" y="191965"/>
                  <a:pt x="124344" y="192214"/>
                </a:cubicBezTo>
                <a:cubicBezTo>
                  <a:pt x="123356" y="192470"/>
                  <a:pt x="122266" y="192595"/>
                  <a:pt x="121081" y="192595"/>
                </a:cubicBezTo>
                <a:cubicBezTo>
                  <a:pt x="119903" y="192595"/>
                  <a:pt x="118813" y="192470"/>
                  <a:pt x="117811" y="192214"/>
                </a:cubicBezTo>
                <a:close/>
                <a:moveTo>
                  <a:pt x="70935" y="117380"/>
                </a:moveTo>
                <a:close/>
                <a:moveTo>
                  <a:pt x="140218" y="89297"/>
                </a:moveTo>
                <a:cubicBezTo>
                  <a:pt x="140218" y="88624"/>
                  <a:pt x="140459" y="87914"/>
                  <a:pt x="140942" y="87153"/>
                </a:cubicBezTo>
                <a:cubicBezTo>
                  <a:pt x="141432" y="86400"/>
                  <a:pt x="142017" y="85910"/>
                  <a:pt x="142705" y="85676"/>
                </a:cubicBezTo>
                <a:cubicBezTo>
                  <a:pt x="147818" y="83510"/>
                  <a:pt x="153151" y="81857"/>
                  <a:pt x="158696" y="80716"/>
                </a:cubicBezTo>
                <a:cubicBezTo>
                  <a:pt x="164248" y="79582"/>
                  <a:pt x="170049" y="79011"/>
                  <a:pt x="176099" y="79011"/>
                </a:cubicBezTo>
                <a:cubicBezTo>
                  <a:pt x="179581" y="79011"/>
                  <a:pt x="182953" y="79202"/>
                  <a:pt x="186208" y="79589"/>
                </a:cubicBezTo>
                <a:cubicBezTo>
                  <a:pt x="189456" y="79970"/>
                  <a:pt x="192726" y="80548"/>
                  <a:pt x="196011" y="81323"/>
                </a:cubicBezTo>
                <a:cubicBezTo>
                  <a:pt x="196815" y="81594"/>
                  <a:pt x="197562" y="82084"/>
                  <a:pt x="198249" y="82808"/>
                </a:cubicBezTo>
                <a:cubicBezTo>
                  <a:pt x="198922" y="83510"/>
                  <a:pt x="199259" y="84330"/>
                  <a:pt x="199259" y="85273"/>
                </a:cubicBezTo>
                <a:cubicBezTo>
                  <a:pt x="199259" y="86861"/>
                  <a:pt x="198754" y="88053"/>
                  <a:pt x="197752" y="88843"/>
                </a:cubicBezTo>
                <a:cubicBezTo>
                  <a:pt x="196742" y="89626"/>
                  <a:pt x="195484" y="89831"/>
                  <a:pt x="193977" y="89443"/>
                </a:cubicBezTo>
                <a:cubicBezTo>
                  <a:pt x="191227" y="88741"/>
                  <a:pt x="188352" y="88214"/>
                  <a:pt x="185353" y="87863"/>
                </a:cubicBezTo>
                <a:cubicBezTo>
                  <a:pt x="182368" y="87512"/>
                  <a:pt x="179259" y="87329"/>
                  <a:pt x="176026" y="87329"/>
                </a:cubicBezTo>
                <a:cubicBezTo>
                  <a:pt x="170773" y="87329"/>
                  <a:pt x="165682" y="87826"/>
                  <a:pt x="160737" y="88814"/>
                </a:cubicBezTo>
                <a:cubicBezTo>
                  <a:pt x="155784" y="89801"/>
                  <a:pt x="151044" y="91286"/>
                  <a:pt x="146502" y="93269"/>
                </a:cubicBezTo>
                <a:cubicBezTo>
                  <a:pt x="144673" y="93971"/>
                  <a:pt x="143173" y="93964"/>
                  <a:pt x="142003" y="93240"/>
                </a:cubicBezTo>
                <a:cubicBezTo>
                  <a:pt x="140825" y="92523"/>
                  <a:pt x="140240" y="91206"/>
                  <a:pt x="140240" y="89297"/>
                </a:cubicBezTo>
                <a:close/>
                <a:moveTo>
                  <a:pt x="140218" y="144241"/>
                </a:moveTo>
                <a:cubicBezTo>
                  <a:pt x="140218" y="143517"/>
                  <a:pt x="140459" y="142756"/>
                  <a:pt x="140942" y="141951"/>
                </a:cubicBezTo>
                <a:cubicBezTo>
                  <a:pt x="141432" y="141147"/>
                  <a:pt x="142017" y="140620"/>
                  <a:pt x="142705" y="140364"/>
                </a:cubicBezTo>
                <a:cubicBezTo>
                  <a:pt x="147665" y="138206"/>
                  <a:pt x="152990" y="136597"/>
                  <a:pt x="158674" y="135536"/>
                </a:cubicBezTo>
                <a:cubicBezTo>
                  <a:pt x="164336" y="134483"/>
                  <a:pt x="170137" y="133956"/>
                  <a:pt x="176070" y="133956"/>
                </a:cubicBezTo>
                <a:cubicBezTo>
                  <a:pt x="179559" y="133956"/>
                  <a:pt x="182931" y="134146"/>
                  <a:pt x="186179" y="134534"/>
                </a:cubicBezTo>
                <a:cubicBezTo>
                  <a:pt x="189434" y="134914"/>
                  <a:pt x="192704" y="135492"/>
                  <a:pt x="195989" y="136268"/>
                </a:cubicBezTo>
                <a:cubicBezTo>
                  <a:pt x="196794" y="136531"/>
                  <a:pt x="197540" y="137028"/>
                  <a:pt x="198227" y="137753"/>
                </a:cubicBezTo>
                <a:cubicBezTo>
                  <a:pt x="198893" y="138455"/>
                  <a:pt x="199229" y="139274"/>
                  <a:pt x="199229" y="140210"/>
                </a:cubicBezTo>
                <a:cubicBezTo>
                  <a:pt x="199229" y="141805"/>
                  <a:pt x="198732" y="142998"/>
                  <a:pt x="197723" y="143788"/>
                </a:cubicBezTo>
                <a:cubicBezTo>
                  <a:pt x="196720" y="144570"/>
                  <a:pt x="195462" y="144775"/>
                  <a:pt x="193948" y="144387"/>
                </a:cubicBezTo>
                <a:cubicBezTo>
                  <a:pt x="191205" y="143685"/>
                  <a:pt x="188330" y="143158"/>
                  <a:pt x="185323" y="142807"/>
                </a:cubicBezTo>
                <a:cubicBezTo>
                  <a:pt x="182339" y="142449"/>
                  <a:pt x="179230" y="142273"/>
                  <a:pt x="175996" y="142273"/>
                </a:cubicBezTo>
                <a:cubicBezTo>
                  <a:pt x="170817" y="142273"/>
                  <a:pt x="165770" y="142778"/>
                  <a:pt x="160861" y="143788"/>
                </a:cubicBezTo>
                <a:cubicBezTo>
                  <a:pt x="155945" y="144790"/>
                  <a:pt x="151212" y="146275"/>
                  <a:pt x="146655" y="148235"/>
                </a:cubicBezTo>
                <a:cubicBezTo>
                  <a:pt x="144760" y="149003"/>
                  <a:pt x="143210" y="149025"/>
                  <a:pt x="142003" y="148286"/>
                </a:cubicBezTo>
                <a:cubicBezTo>
                  <a:pt x="140796" y="147548"/>
                  <a:pt x="140188" y="146202"/>
                  <a:pt x="140188" y="144241"/>
                </a:cubicBezTo>
                <a:close/>
                <a:moveTo>
                  <a:pt x="140218" y="116882"/>
                </a:moveTo>
                <a:cubicBezTo>
                  <a:pt x="140218" y="116209"/>
                  <a:pt x="140459" y="115507"/>
                  <a:pt x="140942" y="114768"/>
                </a:cubicBezTo>
                <a:cubicBezTo>
                  <a:pt x="141432" y="114015"/>
                  <a:pt x="142017" y="113517"/>
                  <a:pt x="142705" y="113283"/>
                </a:cubicBezTo>
                <a:cubicBezTo>
                  <a:pt x="147796" y="111118"/>
                  <a:pt x="153122" y="109472"/>
                  <a:pt x="158674" y="108331"/>
                </a:cubicBezTo>
                <a:cubicBezTo>
                  <a:pt x="164219" y="107190"/>
                  <a:pt x="170020" y="106619"/>
                  <a:pt x="176070" y="106619"/>
                </a:cubicBezTo>
                <a:cubicBezTo>
                  <a:pt x="179559" y="106619"/>
                  <a:pt x="182931" y="106809"/>
                  <a:pt x="186179" y="107197"/>
                </a:cubicBezTo>
                <a:cubicBezTo>
                  <a:pt x="189420" y="107585"/>
                  <a:pt x="192682" y="108163"/>
                  <a:pt x="195989" y="108931"/>
                </a:cubicBezTo>
                <a:cubicBezTo>
                  <a:pt x="196794" y="109201"/>
                  <a:pt x="197540" y="109684"/>
                  <a:pt x="198227" y="110394"/>
                </a:cubicBezTo>
                <a:cubicBezTo>
                  <a:pt x="198893" y="111111"/>
                  <a:pt x="199229" y="111930"/>
                  <a:pt x="199229" y="112859"/>
                </a:cubicBezTo>
                <a:cubicBezTo>
                  <a:pt x="199229" y="114446"/>
                  <a:pt x="198732" y="115639"/>
                  <a:pt x="197723" y="116429"/>
                </a:cubicBezTo>
                <a:cubicBezTo>
                  <a:pt x="196720" y="117211"/>
                  <a:pt x="195462" y="117416"/>
                  <a:pt x="193948" y="117029"/>
                </a:cubicBezTo>
                <a:cubicBezTo>
                  <a:pt x="191205" y="116326"/>
                  <a:pt x="188330" y="115800"/>
                  <a:pt x="185323" y="115448"/>
                </a:cubicBezTo>
                <a:cubicBezTo>
                  <a:pt x="182339" y="115090"/>
                  <a:pt x="179230" y="114914"/>
                  <a:pt x="175996" y="114914"/>
                </a:cubicBezTo>
                <a:cubicBezTo>
                  <a:pt x="170751" y="114914"/>
                  <a:pt x="165653" y="115412"/>
                  <a:pt x="160708" y="116399"/>
                </a:cubicBezTo>
                <a:cubicBezTo>
                  <a:pt x="155763" y="117387"/>
                  <a:pt x="151015" y="118865"/>
                  <a:pt x="146472" y="120825"/>
                </a:cubicBezTo>
                <a:cubicBezTo>
                  <a:pt x="144651" y="121527"/>
                  <a:pt x="143151" y="121520"/>
                  <a:pt x="141973" y="120803"/>
                </a:cubicBezTo>
                <a:cubicBezTo>
                  <a:pt x="140803" y="120079"/>
                  <a:pt x="140218" y="118762"/>
                  <a:pt x="140218" y="11685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50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7321" y="216259"/>
                </a:moveTo>
                <a:cubicBezTo>
                  <a:pt x="105492" y="216259"/>
                  <a:pt x="103854" y="215659"/>
                  <a:pt x="102391" y="214467"/>
                </a:cubicBezTo>
                <a:cubicBezTo>
                  <a:pt x="100935" y="213282"/>
                  <a:pt x="100072" y="211768"/>
                  <a:pt x="99801" y="209946"/>
                </a:cubicBezTo>
                <a:lnTo>
                  <a:pt x="96231" y="186004"/>
                </a:lnTo>
                <a:cubicBezTo>
                  <a:pt x="92801" y="184833"/>
                  <a:pt x="89092" y="183121"/>
                  <a:pt x="85120" y="180876"/>
                </a:cubicBezTo>
                <a:cubicBezTo>
                  <a:pt x="81148" y="178644"/>
                  <a:pt x="77717" y="176274"/>
                  <a:pt x="74834" y="173758"/>
                </a:cubicBezTo>
                <a:lnTo>
                  <a:pt x="53006" y="183816"/>
                </a:lnTo>
                <a:cubicBezTo>
                  <a:pt x="51177" y="184570"/>
                  <a:pt x="49348" y="184665"/>
                  <a:pt x="47498" y="184094"/>
                </a:cubicBezTo>
                <a:cubicBezTo>
                  <a:pt x="45676" y="183524"/>
                  <a:pt x="44250" y="182375"/>
                  <a:pt x="43226" y="180649"/>
                </a:cubicBezTo>
                <a:lnTo>
                  <a:pt x="29795" y="156911"/>
                </a:lnTo>
                <a:cubicBezTo>
                  <a:pt x="28778" y="155185"/>
                  <a:pt x="28485" y="153422"/>
                  <a:pt x="28917" y="151629"/>
                </a:cubicBezTo>
                <a:cubicBezTo>
                  <a:pt x="29334" y="149837"/>
                  <a:pt x="30358" y="148345"/>
                  <a:pt x="31989" y="147153"/>
                </a:cubicBezTo>
                <a:lnTo>
                  <a:pt x="52004" y="132317"/>
                </a:lnTo>
                <a:cubicBezTo>
                  <a:pt x="51667" y="130562"/>
                  <a:pt x="51426" y="128630"/>
                  <a:pt x="51272" y="126538"/>
                </a:cubicBezTo>
                <a:cubicBezTo>
                  <a:pt x="51119" y="124439"/>
                  <a:pt x="51045" y="122515"/>
                  <a:pt x="51045" y="120752"/>
                </a:cubicBezTo>
                <a:cubicBezTo>
                  <a:pt x="51045" y="119040"/>
                  <a:pt x="51119" y="117146"/>
                  <a:pt x="51272" y="115068"/>
                </a:cubicBezTo>
                <a:cubicBezTo>
                  <a:pt x="51426" y="112976"/>
                  <a:pt x="51667" y="110942"/>
                  <a:pt x="52004" y="108982"/>
                </a:cubicBezTo>
                <a:lnTo>
                  <a:pt x="31989" y="94147"/>
                </a:lnTo>
                <a:cubicBezTo>
                  <a:pt x="30358" y="92954"/>
                  <a:pt x="29356" y="91447"/>
                  <a:pt x="28968" y="89619"/>
                </a:cubicBezTo>
                <a:cubicBezTo>
                  <a:pt x="28580" y="87790"/>
                  <a:pt x="28895" y="86019"/>
                  <a:pt x="29897" y="84286"/>
                </a:cubicBezTo>
                <a:lnTo>
                  <a:pt x="43226" y="60855"/>
                </a:lnTo>
                <a:cubicBezTo>
                  <a:pt x="44250" y="59195"/>
                  <a:pt x="45676" y="58061"/>
                  <a:pt x="47498" y="57461"/>
                </a:cubicBezTo>
                <a:cubicBezTo>
                  <a:pt x="49326" y="56868"/>
                  <a:pt x="51163" y="56949"/>
                  <a:pt x="53006" y="57688"/>
                </a:cubicBezTo>
                <a:lnTo>
                  <a:pt x="74732" y="67541"/>
                </a:lnTo>
                <a:cubicBezTo>
                  <a:pt x="77804" y="65047"/>
                  <a:pt x="81257" y="62691"/>
                  <a:pt x="85098" y="60475"/>
                </a:cubicBezTo>
                <a:cubicBezTo>
                  <a:pt x="88931" y="58266"/>
                  <a:pt x="92603" y="56627"/>
                  <a:pt x="96107" y="55574"/>
                </a:cubicBezTo>
                <a:lnTo>
                  <a:pt x="99779" y="31382"/>
                </a:lnTo>
                <a:cubicBezTo>
                  <a:pt x="100050" y="29553"/>
                  <a:pt x="100913" y="28046"/>
                  <a:pt x="102369" y="26854"/>
                </a:cubicBezTo>
                <a:cubicBezTo>
                  <a:pt x="103825" y="25669"/>
                  <a:pt x="105471" y="25069"/>
                  <a:pt x="107299" y="25069"/>
                </a:cubicBezTo>
                <a:lnTo>
                  <a:pt x="134080" y="25069"/>
                </a:lnTo>
                <a:cubicBezTo>
                  <a:pt x="135909" y="25069"/>
                  <a:pt x="137548" y="25669"/>
                  <a:pt x="139011" y="26854"/>
                </a:cubicBezTo>
                <a:cubicBezTo>
                  <a:pt x="140466" y="28046"/>
                  <a:pt x="141330" y="29553"/>
                  <a:pt x="141600" y="31382"/>
                </a:cubicBezTo>
                <a:lnTo>
                  <a:pt x="145170" y="55398"/>
                </a:lnTo>
                <a:cubicBezTo>
                  <a:pt x="148872" y="56773"/>
                  <a:pt x="152580" y="58463"/>
                  <a:pt x="156282" y="60475"/>
                </a:cubicBezTo>
                <a:cubicBezTo>
                  <a:pt x="159991" y="62501"/>
                  <a:pt x="163326" y="64849"/>
                  <a:pt x="166289" y="67519"/>
                </a:cubicBezTo>
                <a:lnTo>
                  <a:pt x="188498" y="57658"/>
                </a:lnTo>
                <a:cubicBezTo>
                  <a:pt x="190320" y="56905"/>
                  <a:pt x="192126" y="56832"/>
                  <a:pt x="193904" y="57432"/>
                </a:cubicBezTo>
                <a:cubicBezTo>
                  <a:pt x="195674" y="58017"/>
                  <a:pt x="197079" y="59151"/>
                  <a:pt x="198103" y="60826"/>
                </a:cubicBezTo>
                <a:lnTo>
                  <a:pt x="211578" y="84366"/>
                </a:lnTo>
                <a:cubicBezTo>
                  <a:pt x="212602" y="86093"/>
                  <a:pt x="212894" y="87892"/>
                  <a:pt x="212455" y="89772"/>
                </a:cubicBezTo>
                <a:cubicBezTo>
                  <a:pt x="212038" y="91652"/>
                  <a:pt x="211014" y="93101"/>
                  <a:pt x="209390" y="94125"/>
                </a:cubicBezTo>
                <a:lnTo>
                  <a:pt x="188974" y="108828"/>
                </a:lnTo>
                <a:cubicBezTo>
                  <a:pt x="189442" y="110825"/>
                  <a:pt x="189734" y="112837"/>
                  <a:pt x="189851" y="114863"/>
                </a:cubicBezTo>
                <a:cubicBezTo>
                  <a:pt x="189968" y="116897"/>
                  <a:pt x="190027" y="118813"/>
                  <a:pt x="190027" y="120628"/>
                </a:cubicBezTo>
                <a:cubicBezTo>
                  <a:pt x="190027" y="122369"/>
                  <a:pt x="189954" y="124219"/>
                  <a:pt x="189800" y="126180"/>
                </a:cubicBezTo>
                <a:cubicBezTo>
                  <a:pt x="189654" y="128162"/>
                  <a:pt x="189376" y="130218"/>
                  <a:pt x="188974" y="132347"/>
                </a:cubicBezTo>
                <a:lnTo>
                  <a:pt x="209090" y="147131"/>
                </a:lnTo>
                <a:cubicBezTo>
                  <a:pt x="210714" y="148155"/>
                  <a:pt x="211753" y="149603"/>
                  <a:pt x="212207" y="151476"/>
                </a:cubicBezTo>
                <a:cubicBezTo>
                  <a:pt x="212660" y="153356"/>
                  <a:pt x="212375" y="155163"/>
                  <a:pt x="211351" y="156889"/>
                </a:cubicBezTo>
                <a:lnTo>
                  <a:pt x="198125" y="180525"/>
                </a:lnTo>
                <a:cubicBezTo>
                  <a:pt x="197035" y="182251"/>
                  <a:pt x="195557" y="183399"/>
                  <a:pt x="193699" y="183970"/>
                </a:cubicBezTo>
                <a:cubicBezTo>
                  <a:pt x="191841" y="184541"/>
                  <a:pt x="190027" y="184445"/>
                  <a:pt x="188271" y="183692"/>
                </a:cubicBezTo>
                <a:lnTo>
                  <a:pt x="166267" y="173634"/>
                </a:lnTo>
                <a:cubicBezTo>
                  <a:pt x="163129" y="176267"/>
                  <a:pt x="159742" y="178696"/>
                  <a:pt x="156106" y="180927"/>
                </a:cubicBezTo>
                <a:cubicBezTo>
                  <a:pt x="152485" y="183158"/>
                  <a:pt x="148828" y="184797"/>
                  <a:pt x="145141" y="185857"/>
                </a:cubicBezTo>
                <a:lnTo>
                  <a:pt x="141571" y="209866"/>
                </a:lnTo>
                <a:cubicBezTo>
                  <a:pt x="141300" y="211695"/>
                  <a:pt x="140437" y="213202"/>
                  <a:pt x="138981" y="214394"/>
                </a:cubicBezTo>
                <a:cubicBezTo>
                  <a:pt x="137526" y="215586"/>
                  <a:pt x="135880" y="216179"/>
                  <a:pt x="134051" y="216179"/>
                </a:cubicBezTo>
                <a:lnTo>
                  <a:pt x="107321" y="216179"/>
                </a:lnTo>
                <a:close/>
                <a:moveTo>
                  <a:pt x="109940" y="204840"/>
                </a:moveTo>
                <a:lnTo>
                  <a:pt x="131388" y="204840"/>
                </a:lnTo>
                <a:lnTo>
                  <a:pt x="135009" y="176779"/>
                </a:lnTo>
                <a:cubicBezTo>
                  <a:pt x="140342" y="175433"/>
                  <a:pt x="145316" y="173429"/>
                  <a:pt x="149947" y="170766"/>
                </a:cubicBezTo>
                <a:cubicBezTo>
                  <a:pt x="154570" y="168118"/>
                  <a:pt x="158989" y="164746"/>
                  <a:pt x="163195" y="160656"/>
                </a:cubicBezTo>
                <a:lnTo>
                  <a:pt x="189478" y="172024"/>
                </a:lnTo>
                <a:lnTo>
                  <a:pt x="199537" y="154219"/>
                </a:lnTo>
                <a:lnTo>
                  <a:pt x="176274" y="137072"/>
                </a:lnTo>
                <a:cubicBezTo>
                  <a:pt x="176947" y="134088"/>
                  <a:pt x="177474" y="131279"/>
                  <a:pt x="177854" y="128645"/>
                </a:cubicBezTo>
                <a:cubicBezTo>
                  <a:pt x="178242" y="126012"/>
                  <a:pt x="178432" y="123364"/>
                  <a:pt x="178432" y="120701"/>
                </a:cubicBezTo>
                <a:cubicBezTo>
                  <a:pt x="178432" y="117921"/>
                  <a:pt x="178271" y="115236"/>
                  <a:pt x="177935" y="112654"/>
                </a:cubicBezTo>
                <a:cubicBezTo>
                  <a:pt x="177598" y="110086"/>
                  <a:pt x="177042" y="107373"/>
                  <a:pt x="176274" y="104505"/>
                </a:cubicBezTo>
                <a:lnTo>
                  <a:pt x="199712" y="87153"/>
                </a:lnTo>
                <a:lnTo>
                  <a:pt x="189654" y="69355"/>
                </a:lnTo>
                <a:lnTo>
                  <a:pt x="163100" y="80716"/>
                </a:lnTo>
                <a:cubicBezTo>
                  <a:pt x="159559" y="76744"/>
                  <a:pt x="155302" y="73240"/>
                  <a:pt x="150320" y="70211"/>
                </a:cubicBezTo>
                <a:cubicBezTo>
                  <a:pt x="145324" y="67190"/>
                  <a:pt x="140188" y="65332"/>
                  <a:pt x="134907" y="64622"/>
                </a:cubicBezTo>
                <a:lnTo>
                  <a:pt x="131491" y="36561"/>
                </a:lnTo>
                <a:lnTo>
                  <a:pt x="109940" y="36561"/>
                </a:lnTo>
                <a:lnTo>
                  <a:pt x="106619" y="64527"/>
                </a:lnTo>
                <a:cubicBezTo>
                  <a:pt x="101052" y="65632"/>
                  <a:pt x="95924" y="67527"/>
                  <a:pt x="91228" y="70211"/>
                </a:cubicBezTo>
                <a:cubicBezTo>
                  <a:pt x="86539" y="72889"/>
                  <a:pt x="82172" y="76363"/>
                  <a:pt x="78126" y="80621"/>
                </a:cubicBezTo>
                <a:lnTo>
                  <a:pt x="51777" y="69355"/>
                </a:lnTo>
                <a:lnTo>
                  <a:pt x="41719" y="87153"/>
                </a:lnTo>
                <a:lnTo>
                  <a:pt x="64981" y="104205"/>
                </a:lnTo>
                <a:cubicBezTo>
                  <a:pt x="64242" y="106853"/>
                  <a:pt x="63679" y="109545"/>
                  <a:pt x="63291" y="112274"/>
                </a:cubicBezTo>
                <a:cubicBezTo>
                  <a:pt x="62903" y="115010"/>
                  <a:pt x="62713" y="117833"/>
                  <a:pt x="62713" y="120752"/>
                </a:cubicBezTo>
                <a:cubicBezTo>
                  <a:pt x="62713" y="123532"/>
                  <a:pt x="62903" y="126260"/>
                  <a:pt x="63291" y="128923"/>
                </a:cubicBezTo>
                <a:cubicBezTo>
                  <a:pt x="63679" y="131586"/>
                  <a:pt x="64206" y="134285"/>
                  <a:pt x="64879" y="137021"/>
                </a:cubicBezTo>
                <a:lnTo>
                  <a:pt x="41719" y="154168"/>
                </a:lnTo>
                <a:lnTo>
                  <a:pt x="51777" y="171973"/>
                </a:lnTo>
                <a:lnTo>
                  <a:pt x="78053" y="160708"/>
                </a:lnTo>
                <a:cubicBezTo>
                  <a:pt x="82077" y="164797"/>
                  <a:pt x="86444" y="168169"/>
                  <a:pt x="91155" y="170817"/>
                </a:cubicBezTo>
                <a:cubicBezTo>
                  <a:pt x="95880" y="173465"/>
                  <a:pt x="101008" y="175462"/>
                  <a:pt x="106546" y="176801"/>
                </a:cubicBezTo>
                <a:lnTo>
                  <a:pt x="109962" y="204767"/>
                </a:lnTo>
                <a:close/>
                <a:moveTo>
                  <a:pt x="120423" y="149040"/>
                </a:moveTo>
                <a:cubicBezTo>
                  <a:pt x="128323" y="149040"/>
                  <a:pt x="135017" y="146289"/>
                  <a:pt x="140518" y="140796"/>
                </a:cubicBezTo>
                <a:cubicBezTo>
                  <a:pt x="146011" y="135295"/>
                  <a:pt x="148762" y="128594"/>
                  <a:pt x="148762" y="120701"/>
                </a:cubicBezTo>
                <a:cubicBezTo>
                  <a:pt x="148762" y="112808"/>
                  <a:pt x="146011" y="106107"/>
                  <a:pt x="140518" y="100606"/>
                </a:cubicBezTo>
                <a:cubicBezTo>
                  <a:pt x="135017" y="95112"/>
                  <a:pt x="128323" y="92362"/>
                  <a:pt x="120423" y="92362"/>
                </a:cubicBezTo>
                <a:cubicBezTo>
                  <a:pt x="112596" y="92362"/>
                  <a:pt x="105917" y="95112"/>
                  <a:pt x="100386" y="100606"/>
                </a:cubicBezTo>
                <a:cubicBezTo>
                  <a:pt x="94849" y="106107"/>
                  <a:pt x="92084" y="112808"/>
                  <a:pt x="92084" y="120701"/>
                </a:cubicBezTo>
                <a:cubicBezTo>
                  <a:pt x="92084" y="128594"/>
                  <a:pt x="94849" y="135295"/>
                  <a:pt x="100386" y="140796"/>
                </a:cubicBezTo>
                <a:cubicBezTo>
                  <a:pt x="105917" y="146289"/>
                  <a:pt x="112596" y="149040"/>
                  <a:pt x="120423" y="1490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2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376" y="207079"/>
                </a:moveTo>
                <a:cubicBezTo>
                  <a:pt x="111308" y="205989"/>
                  <a:pt x="110767" y="204628"/>
                  <a:pt x="110767" y="203004"/>
                </a:cubicBezTo>
                <a:lnTo>
                  <a:pt x="110767" y="161812"/>
                </a:lnTo>
                <a:cubicBezTo>
                  <a:pt x="110767" y="160254"/>
                  <a:pt x="111323" y="158915"/>
                  <a:pt x="112427" y="157789"/>
                </a:cubicBezTo>
                <a:cubicBezTo>
                  <a:pt x="113532" y="156670"/>
                  <a:pt x="114900" y="156106"/>
                  <a:pt x="116524" y="156106"/>
                </a:cubicBezTo>
                <a:cubicBezTo>
                  <a:pt x="118155" y="156106"/>
                  <a:pt x="119501" y="156670"/>
                  <a:pt x="120576" y="157789"/>
                </a:cubicBezTo>
                <a:cubicBezTo>
                  <a:pt x="121644" y="158915"/>
                  <a:pt x="122186" y="160254"/>
                  <a:pt x="122186" y="161812"/>
                </a:cubicBezTo>
                <a:lnTo>
                  <a:pt x="122186" y="176779"/>
                </a:lnTo>
                <a:lnTo>
                  <a:pt x="203026" y="176779"/>
                </a:lnTo>
                <a:cubicBezTo>
                  <a:pt x="204635" y="176779"/>
                  <a:pt x="205996" y="177328"/>
                  <a:pt x="207101" y="178440"/>
                </a:cubicBezTo>
                <a:cubicBezTo>
                  <a:pt x="208191" y="179544"/>
                  <a:pt x="208739" y="180912"/>
                  <a:pt x="208739" y="182536"/>
                </a:cubicBezTo>
                <a:cubicBezTo>
                  <a:pt x="208739" y="184160"/>
                  <a:pt x="208191" y="185513"/>
                  <a:pt x="207101" y="186581"/>
                </a:cubicBezTo>
                <a:cubicBezTo>
                  <a:pt x="206011" y="187657"/>
                  <a:pt x="204657" y="188191"/>
                  <a:pt x="203026" y="188191"/>
                </a:cubicBezTo>
                <a:lnTo>
                  <a:pt x="122186" y="188191"/>
                </a:lnTo>
                <a:lnTo>
                  <a:pt x="122186" y="203004"/>
                </a:lnTo>
                <a:cubicBezTo>
                  <a:pt x="122186" y="204613"/>
                  <a:pt x="121630" y="205974"/>
                  <a:pt x="120525" y="207079"/>
                </a:cubicBezTo>
                <a:cubicBezTo>
                  <a:pt x="119421" y="208169"/>
                  <a:pt x="118053" y="208710"/>
                  <a:pt x="116429" y="208710"/>
                </a:cubicBezTo>
                <a:cubicBezTo>
                  <a:pt x="114797" y="208710"/>
                  <a:pt x="113451" y="208169"/>
                  <a:pt x="112376" y="207079"/>
                </a:cubicBezTo>
                <a:close/>
                <a:moveTo>
                  <a:pt x="38397" y="188191"/>
                </a:moveTo>
                <a:cubicBezTo>
                  <a:pt x="36788" y="188191"/>
                  <a:pt x="35428" y="187642"/>
                  <a:pt x="34323" y="186530"/>
                </a:cubicBezTo>
                <a:cubicBezTo>
                  <a:pt x="33233" y="185426"/>
                  <a:pt x="32692" y="184058"/>
                  <a:pt x="32692" y="182434"/>
                </a:cubicBezTo>
                <a:cubicBezTo>
                  <a:pt x="32692" y="180810"/>
                  <a:pt x="33233" y="179456"/>
                  <a:pt x="34323" y="178388"/>
                </a:cubicBezTo>
                <a:cubicBezTo>
                  <a:pt x="35413" y="177313"/>
                  <a:pt x="36774" y="176779"/>
                  <a:pt x="38397" y="176779"/>
                </a:cubicBezTo>
                <a:lnTo>
                  <a:pt x="83583" y="176779"/>
                </a:lnTo>
                <a:cubicBezTo>
                  <a:pt x="85215" y="176779"/>
                  <a:pt x="86568" y="177328"/>
                  <a:pt x="87658" y="178440"/>
                </a:cubicBezTo>
                <a:cubicBezTo>
                  <a:pt x="88748" y="179544"/>
                  <a:pt x="89297" y="180912"/>
                  <a:pt x="89297" y="182536"/>
                </a:cubicBezTo>
                <a:cubicBezTo>
                  <a:pt x="89297" y="184160"/>
                  <a:pt x="88748" y="185513"/>
                  <a:pt x="87658" y="186581"/>
                </a:cubicBezTo>
                <a:cubicBezTo>
                  <a:pt x="86568" y="187657"/>
                  <a:pt x="85215" y="188191"/>
                  <a:pt x="83583" y="188191"/>
                </a:cubicBezTo>
                <a:lnTo>
                  <a:pt x="38397" y="188191"/>
                </a:lnTo>
                <a:close/>
                <a:moveTo>
                  <a:pt x="79487" y="145295"/>
                </a:moveTo>
                <a:cubicBezTo>
                  <a:pt x="78412" y="144205"/>
                  <a:pt x="77878" y="142844"/>
                  <a:pt x="77878" y="141220"/>
                </a:cubicBezTo>
                <a:lnTo>
                  <a:pt x="77878" y="126407"/>
                </a:lnTo>
                <a:lnTo>
                  <a:pt x="38397" y="126407"/>
                </a:lnTo>
                <a:cubicBezTo>
                  <a:pt x="36788" y="126407"/>
                  <a:pt x="35428" y="125858"/>
                  <a:pt x="34323" y="124746"/>
                </a:cubicBezTo>
                <a:cubicBezTo>
                  <a:pt x="33233" y="123642"/>
                  <a:pt x="32692" y="122274"/>
                  <a:pt x="32692" y="120650"/>
                </a:cubicBezTo>
                <a:cubicBezTo>
                  <a:pt x="32692" y="119026"/>
                  <a:pt x="33233" y="117672"/>
                  <a:pt x="34323" y="116604"/>
                </a:cubicBezTo>
                <a:cubicBezTo>
                  <a:pt x="35413" y="115529"/>
                  <a:pt x="36774" y="114995"/>
                  <a:pt x="38397" y="114995"/>
                </a:cubicBezTo>
                <a:lnTo>
                  <a:pt x="77878" y="114995"/>
                </a:lnTo>
                <a:lnTo>
                  <a:pt x="77878" y="99852"/>
                </a:lnTo>
                <a:cubicBezTo>
                  <a:pt x="77878" y="98243"/>
                  <a:pt x="78434" y="96890"/>
                  <a:pt x="79538" y="95778"/>
                </a:cubicBezTo>
                <a:cubicBezTo>
                  <a:pt x="80643" y="94688"/>
                  <a:pt x="82011" y="94147"/>
                  <a:pt x="83635" y="94147"/>
                </a:cubicBezTo>
                <a:cubicBezTo>
                  <a:pt x="85259" y="94147"/>
                  <a:pt x="86612" y="94688"/>
                  <a:pt x="87687" y="95778"/>
                </a:cubicBezTo>
                <a:cubicBezTo>
                  <a:pt x="88755" y="96868"/>
                  <a:pt x="89297" y="98229"/>
                  <a:pt x="89297" y="99852"/>
                </a:cubicBezTo>
                <a:lnTo>
                  <a:pt x="89297" y="141220"/>
                </a:lnTo>
                <a:cubicBezTo>
                  <a:pt x="89297" y="142829"/>
                  <a:pt x="88741" y="144190"/>
                  <a:pt x="87636" y="145295"/>
                </a:cubicBezTo>
                <a:cubicBezTo>
                  <a:pt x="86524" y="146384"/>
                  <a:pt x="85164" y="146926"/>
                  <a:pt x="83532" y="146926"/>
                </a:cubicBezTo>
                <a:cubicBezTo>
                  <a:pt x="81908" y="146926"/>
                  <a:pt x="80562" y="146384"/>
                  <a:pt x="79487" y="145295"/>
                </a:cubicBezTo>
                <a:close/>
                <a:moveTo>
                  <a:pt x="116480" y="126407"/>
                </a:moveTo>
                <a:cubicBezTo>
                  <a:pt x="114871" y="126407"/>
                  <a:pt x="113510" y="125858"/>
                  <a:pt x="112405" y="124746"/>
                </a:cubicBezTo>
                <a:cubicBezTo>
                  <a:pt x="111315" y="123642"/>
                  <a:pt x="110767" y="122274"/>
                  <a:pt x="110767" y="120650"/>
                </a:cubicBezTo>
                <a:cubicBezTo>
                  <a:pt x="110767" y="119026"/>
                  <a:pt x="111315" y="117672"/>
                  <a:pt x="112405" y="116604"/>
                </a:cubicBezTo>
                <a:cubicBezTo>
                  <a:pt x="113495" y="115529"/>
                  <a:pt x="114849" y="114995"/>
                  <a:pt x="116480" y="114995"/>
                </a:cubicBezTo>
                <a:lnTo>
                  <a:pt x="203026" y="114995"/>
                </a:lnTo>
                <a:cubicBezTo>
                  <a:pt x="204635" y="114995"/>
                  <a:pt x="205996" y="115544"/>
                  <a:pt x="207101" y="116655"/>
                </a:cubicBezTo>
                <a:cubicBezTo>
                  <a:pt x="208191" y="117760"/>
                  <a:pt x="208739" y="119128"/>
                  <a:pt x="208739" y="120752"/>
                </a:cubicBezTo>
                <a:cubicBezTo>
                  <a:pt x="208739" y="122376"/>
                  <a:pt x="208191" y="123729"/>
                  <a:pt x="207101" y="124797"/>
                </a:cubicBezTo>
                <a:cubicBezTo>
                  <a:pt x="206011" y="125873"/>
                  <a:pt x="204657" y="126407"/>
                  <a:pt x="203026" y="126407"/>
                </a:cubicBezTo>
                <a:lnTo>
                  <a:pt x="116451" y="126407"/>
                </a:lnTo>
                <a:close/>
                <a:moveTo>
                  <a:pt x="153744" y="83562"/>
                </a:moveTo>
                <a:cubicBezTo>
                  <a:pt x="152668" y="82472"/>
                  <a:pt x="152134" y="81111"/>
                  <a:pt x="152134" y="79487"/>
                </a:cubicBezTo>
                <a:lnTo>
                  <a:pt x="152134" y="38376"/>
                </a:lnTo>
                <a:cubicBezTo>
                  <a:pt x="152134" y="36766"/>
                  <a:pt x="152690" y="35406"/>
                  <a:pt x="153795" y="34301"/>
                </a:cubicBezTo>
                <a:cubicBezTo>
                  <a:pt x="154899" y="33211"/>
                  <a:pt x="156267" y="32662"/>
                  <a:pt x="157891" y="32662"/>
                </a:cubicBezTo>
                <a:cubicBezTo>
                  <a:pt x="159515" y="32662"/>
                  <a:pt x="160869" y="33211"/>
                  <a:pt x="161944" y="34301"/>
                </a:cubicBezTo>
                <a:cubicBezTo>
                  <a:pt x="163012" y="35391"/>
                  <a:pt x="163553" y="36744"/>
                  <a:pt x="163553" y="38376"/>
                </a:cubicBezTo>
                <a:lnTo>
                  <a:pt x="163553" y="53182"/>
                </a:lnTo>
                <a:lnTo>
                  <a:pt x="203026" y="53182"/>
                </a:lnTo>
                <a:cubicBezTo>
                  <a:pt x="204635" y="53182"/>
                  <a:pt x="205996" y="53737"/>
                  <a:pt x="207101" y="54842"/>
                </a:cubicBezTo>
                <a:cubicBezTo>
                  <a:pt x="208191" y="55947"/>
                  <a:pt x="208739" y="57315"/>
                  <a:pt x="208739" y="58939"/>
                </a:cubicBezTo>
                <a:cubicBezTo>
                  <a:pt x="208739" y="60570"/>
                  <a:pt x="208191" y="61916"/>
                  <a:pt x="207101" y="62991"/>
                </a:cubicBezTo>
                <a:cubicBezTo>
                  <a:pt x="206011" y="64067"/>
                  <a:pt x="204657" y="64601"/>
                  <a:pt x="203026" y="64601"/>
                </a:cubicBezTo>
                <a:lnTo>
                  <a:pt x="163553" y="64601"/>
                </a:lnTo>
                <a:lnTo>
                  <a:pt x="163553" y="79465"/>
                </a:lnTo>
                <a:cubicBezTo>
                  <a:pt x="163553" y="81089"/>
                  <a:pt x="162997" y="82442"/>
                  <a:pt x="161893" y="83532"/>
                </a:cubicBezTo>
                <a:cubicBezTo>
                  <a:pt x="160781" y="84622"/>
                  <a:pt x="159420" y="85171"/>
                  <a:pt x="157789" y="85171"/>
                </a:cubicBezTo>
                <a:cubicBezTo>
                  <a:pt x="156165" y="85171"/>
                  <a:pt x="154819" y="84622"/>
                  <a:pt x="153744" y="83532"/>
                </a:cubicBezTo>
                <a:close/>
                <a:moveTo>
                  <a:pt x="38397" y="64622"/>
                </a:moveTo>
                <a:cubicBezTo>
                  <a:pt x="36788" y="64622"/>
                  <a:pt x="35428" y="64074"/>
                  <a:pt x="34323" y="62969"/>
                </a:cubicBezTo>
                <a:cubicBezTo>
                  <a:pt x="33233" y="61857"/>
                  <a:pt x="32692" y="60489"/>
                  <a:pt x="32692" y="58865"/>
                </a:cubicBezTo>
                <a:cubicBezTo>
                  <a:pt x="32692" y="57241"/>
                  <a:pt x="33233" y="55888"/>
                  <a:pt x="34323" y="54820"/>
                </a:cubicBezTo>
                <a:cubicBezTo>
                  <a:pt x="35413" y="53745"/>
                  <a:pt x="36774" y="53211"/>
                  <a:pt x="38397" y="53211"/>
                </a:cubicBezTo>
                <a:lnTo>
                  <a:pt x="124951" y="53211"/>
                </a:lnTo>
                <a:cubicBezTo>
                  <a:pt x="126560" y="53211"/>
                  <a:pt x="127921" y="53759"/>
                  <a:pt x="129025" y="54871"/>
                </a:cubicBezTo>
                <a:cubicBezTo>
                  <a:pt x="130115" y="55976"/>
                  <a:pt x="130657" y="57344"/>
                  <a:pt x="130657" y="58968"/>
                </a:cubicBezTo>
                <a:cubicBezTo>
                  <a:pt x="130657" y="60592"/>
                  <a:pt x="130115" y="61945"/>
                  <a:pt x="129025" y="63013"/>
                </a:cubicBezTo>
                <a:cubicBezTo>
                  <a:pt x="127936" y="64088"/>
                  <a:pt x="126575" y="64622"/>
                  <a:pt x="124951" y="64622"/>
                </a:cubicBezTo>
                <a:lnTo>
                  <a:pt x="38397" y="6462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4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512" y="196142"/>
                </a:moveTo>
                <a:cubicBezTo>
                  <a:pt x="111981" y="196142"/>
                  <a:pt x="109874" y="195287"/>
                  <a:pt x="108177" y="193575"/>
                </a:cubicBezTo>
                <a:cubicBezTo>
                  <a:pt x="106465" y="191878"/>
                  <a:pt x="105617" y="189771"/>
                  <a:pt x="105617" y="187240"/>
                </a:cubicBezTo>
                <a:lnTo>
                  <a:pt x="105617" y="129025"/>
                </a:lnTo>
                <a:lnTo>
                  <a:pt x="48032" y="55800"/>
                </a:lnTo>
                <a:cubicBezTo>
                  <a:pt x="46203" y="53650"/>
                  <a:pt x="45947" y="51367"/>
                  <a:pt x="47278" y="48931"/>
                </a:cubicBezTo>
                <a:cubicBezTo>
                  <a:pt x="48602" y="46488"/>
                  <a:pt x="50570" y="45266"/>
                  <a:pt x="53182" y="45266"/>
                </a:cubicBezTo>
                <a:lnTo>
                  <a:pt x="188242" y="45266"/>
                </a:lnTo>
                <a:cubicBezTo>
                  <a:pt x="190861" y="45266"/>
                  <a:pt x="192829" y="46488"/>
                  <a:pt x="194153" y="48931"/>
                </a:cubicBezTo>
                <a:cubicBezTo>
                  <a:pt x="195477" y="51382"/>
                  <a:pt x="195228" y="53672"/>
                  <a:pt x="193399" y="55800"/>
                </a:cubicBezTo>
                <a:lnTo>
                  <a:pt x="135792" y="129025"/>
                </a:lnTo>
                <a:lnTo>
                  <a:pt x="135792" y="187240"/>
                </a:lnTo>
                <a:cubicBezTo>
                  <a:pt x="135792" y="189771"/>
                  <a:pt x="134936" y="191878"/>
                  <a:pt x="133224" y="193575"/>
                </a:cubicBezTo>
                <a:cubicBezTo>
                  <a:pt x="131527" y="195287"/>
                  <a:pt x="129421" y="196142"/>
                  <a:pt x="126889" y="196142"/>
                </a:cubicBezTo>
                <a:lnTo>
                  <a:pt x="114512" y="196142"/>
                </a:lnTo>
                <a:close/>
                <a:moveTo>
                  <a:pt x="120701" y="129625"/>
                </a:moveTo>
                <a:lnTo>
                  <a:pt x="178235" y="56678"/>
                </a:lnTo>
                <a:lnTo>
                  <a:pt x="63145" y="56678"/>
                </a:lnTo>
                <a:lnTo>
                  <a:pt x="120701" y="129625"/>
                </a:lnTo>
                <a:close/>
                <a:moveTo>
                  <a:pt x="120701" y="12962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6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332" y="155375"/>
                </a:moveTo>
                <a:cubicBezTo>
                  <a:pt x="78265" y="155375"/>
                  <a:pt x="63810" y="149457"/>
                  <a:pt x="51974" y="137621"/>
                </a:cubicBezTo>
                <a:cubicBezTo>
                  <a:pt x="40139" y="125792"/>
                  <a:pt x="34221" y="111454"/>
                  <a:pt x="34221" y="94622"/>
                </a:cubicBezTo>
                <a:cubicBezTo>
                  <a:pt x="34221" y="77790"/>
                  <a:pt x="40139" y="63459"/>
                  <a:pt x="51974" y="51623"/>
                </a:cubicBezTo>
                <a:cubicBezTo>
                  <a:pt x="63810" y="39787"/>
                  <a:pt x="78163" y="33869"/>
                  <a:pt x="95024" y="33869"/>
                </a:cubicBezTo>
                <a:cubicBezTo>
                  <a:pt x="111893" y="33869"/>
                  <a:pt x="126238" y="39787"/>
                  <a:pt x="138074" y="51623"/>
                </a:cubicBezTo>
                <a:cubicBezTo>
                  <a:pt x="149896" y="63459"/>
                  <a:pt x="155806" y="77790"/>
                  <a:pt x="155806" y="94622"/>
                </a:cubicBezTo>
                <a:cubicBezTo>
                  <a:pt x="155806" y="101667"/>
                  <a:pt x="154599" y="108521"/>
                  <a:pt x="152185" y="115192"/>
                </a:cubicBezTo>
                <a:cubicBezTo>
                  <a:pt x="149771" y="121864"/>
                  <a:pt x="146282" y="127906"/>
                  <a:pt x="141725" y="133327"/>
                </a:cubicBezTo>
                <a:lnTo>
                  <a:pt x="202953" y="194153"/>
                </a:lnTo>
                <a:cubicBezTo>
                  <a:pt x="204079" y="195206"/>
                  <a:pt x="204657" y="196581"/>
                  <a:pt x="204687" y="198278"/>
                </a:cubicBezTo>
                <a:cubicBezTo>
                  <a:pt x="204723" y="199983"/>
                  <a:pt x="204145" y="201409"/>
                  <a:pt x="202953" y="202551"/>
                </a:cubicBezTo>
                <a:cubicBezTo>
                  <a:pt x="201761" y="203706"/>
                  <a:pt x="200341" y="204284"/>
                  <a:pt x="198681" y="204284"/>
                </a:cubicBezTo>
                <a:cubicBezTo>
                  <a:pt x="197020" y="204284"/>
                  <a:pt x="195630" y="203692"/>
                  <a:pt x="194504" y="202499"/>
                </a:cubicBezTo>
                <a:lnTo>
                  <a:pt x="133554" y="141549"/>
                </a:lnTo>
                <a:cubicBezTo>
                  <a:pt x="128535" y="145975"/>
                  <a:pt x="122705" y="149384"/>
                  <a:pt x="116048" y="151783"/>
                </a:cubicBezTo>
                <a:cubicBezTo>
                  <a:pt x="109392" y="154175"/>
                  <a:pt x="102493" y="155375"/>
                  <a:pt x="95354" y="155375"/>
                </a:cubicBezTo>
                <a:close/>
                <a:moveTo>
                  <a:pt x="95178" y="143963"/>
                </a:moveTo>
                <a:cubicBezTo>
                  <a:pt x="108923" y="143963"/>
                  <a:pt x="120569" y="139172"/>
                  <a:pt x="130108" y="129603"/>
                </a:cubicBezTo>
                <a:cubicBezTo>
                  <a:pt x="139647" y="120028"/>
                  <a:pt x="144417" y="108367"/>
                  <a:pt x="144417" y="94622"/>
                </a:cubicBezTo>
                <a:cubicBezTo>
                  <a:pt x="144417" y="80877"/>
                  <a:pt x="139647" y="69216"/>
                  <a:pt x="130108" y="59648"/>
                </a:cubicBezTo>
                <a:cubicBezTo>
                  <a:pt x="120569" y="50073"/>
                  <a:pt x="108923" y="45288"/>
                  <a:pt x="95178" y="45288"/>
                </a:cubicBezTo>
                <a:cubicBezTo>
                  <a:pt x="81345" y="45288"/>
                  <a:pt x="69641" y="50073"/>
                  <a:pt x="60050" y="59648"/>
                </a:cubicBezTo>
                <a:cubicBezTo>
                  <a:pt x="50446" y="69216"/>
                  <a:pt x="45640" y="80877"/>
                  <a:pt x="45640" y="94622"/>
                </a:cubicBezTo>
                <a:cubicBezTo>
                  <a:pt x="45640" y="108367"/>
                  <a:pt x="50446" y="120028"/>
                  <a:pt x="60050" y="129603"/>
                </a:cubicBezTo>
                <a:cubicBezTo>
                  <a:pt x="69655" y="139172"/>
                  <a:pt x="81367" y="143963"/>
                  <a:pt x="95178" y="14396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8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7351" y="211753"/>
                </a:moveTo>
                <a:cubicBezTo>
                  <a:pt x="103642" y="208234"/>
                  <a:pt x="101659" y="203882"/>
                  <a:pt x="101389" y="198703"/>
                </a:cubicBezTo>
                <a:lnTo>
                  <a:pt x="139991" y="198703"/>
                </a:lnTo>
                <a:cubicBezTo>
                  <a:pt x="139735" y="203882"/>
                  <a:pt x="137753" y="208234"/>
                  <a:pt x="134029" y="211753"/>
                </a:cubicBezTo>
                <a:cubicBezTo>
                  <a:pt x="130306" y="215272"/>
                  <a:pt x="125858" y="217035"/>
                  <a:pt x="120679" y="217035"/>
                </a:cubicBezTo>
                <a:cubicBezTo>
                  <a:pt x="115492" y="217035"/>
                  <a:pt x="111045" y="215272"/>
                  <a:pt x="107321" y="211753"/>
                </a:cubicBezTo>
                <a:close/>
                <a:moveTo>
                  <a:pt x="88287" y="180700"/>
                </a:moveTo>
                <a:cubicBezTo>
                  <a:pt x="86627" y="180700"/>
                  <a:pt x="85259" y="180166"/>
                  <a:pt x="84191" y="179091"/>
                </a:cubicBezTo>
                <a:cubicBezTo>
                  <a:pt x="83115" y="178015"/>
                  <a:pt x="82581" y="176647"/>
                  <a:pt x="82581" y="174994"/>
                </a:cubicBezTo>
                <a:cubicBezTo>
                  <a:pt x="82581" y="173334"/>
                  <a:pt x="83115" y="171966"/>
                  <a:pt x="84191" y="170890"/>
                </a:cubicBezTo>
                <a:cubicBezTo>
                  <a:pt x="85259" y="169822"/>
                  <a:pt x="86627" y="169281"/>
                  <a:pt x="88287" y="169281"/>
                </a:cubicBezTo>
                <a:lnTo>
                  <a:pt x="153114" y="169281"/>
                </a:lnTo>
                <a:cubicBezTo>
                  <a:pt x="154775" y="169281"/>
                  <a:pt x="156143" y="169822"/>
                  <a:pt x="157211" y="170890"/>
                </a:cubicBezTo>
                <a:cubicBezTo>
                  <a:pt x="158286" y="171966"/>
                  <a:pt x="158820" y="173334"/>
                  <a:pt x="158820" y="174994"/>
                </a:cubicBezTo>
                <a:cubicBezTo>
                  <a:pt x="158820" y="176647"/>
                  <a:pt x="158286" y="178015"/>
                  <a:pt x="157211" y="179091"/>
                </a:cubicBezTo>
                <a:cubicBezTo>
                  <a:pt x="156143" y="180166"/>
                  <a:pt x="154775" y="180700"/>
                  <a:pt x="153114" y="180700"/>
                </a:cubicBezTo>
                <a:lnTo>
                  <a:pt x="88287" y="180700"/>
                </a:lnTo>
                <a:close/>
                <a:moveTo>
                  <a:pt x="83262" y="151527"/>
                </a:moveTo>
                <a:cubicBezTo>
                  <a:pt x="73101" y="144709"/>
                  <a:pt x="65069" y="136289"/>
                  <a:pt x="59165" y="126282"/>
                </a:cubicBezTo>
                <a:cubicBezTo>
                  <a:pt x="53247" y="116275"/>
                  <a:pt x="50292" y="104995"/>
                  <a:pt x="50292" y="92435"/>
                </a:cubicBezTo>
                <a:cubicBezTo>
                  <a:pt x="50292" y="73211"/>
                  <a:pt x="57227" y="56671"/>
                  <a:pt x="71089" y="42823"/>
                </a:cubicBezTo>
                <a:cubicBezTo>
                  <a:pt x="84951" y="28961"/>
                  <a:pt x="101491" y="22026"/>
                  <a:pt x="120701" y="22026"/>
                </a:cubicBezTo>
                <a:cubicBezTo>
                  <a:pt x="139911" y="22026"/>
                  <a:pt x="156450" y="28961"/>
                  <a:pt x="170312" y="42823"/>
                </a:cubicBezTo>
                <a:cubicBezTo>
                  <a:pt x="184175" y="56671"/>
                  <a:pt x="191110" y="73211"/>
                  <a:pt x="191110" y="92435"/>
                </a:cubicBezTo>
                <a:cubicBezTo>
                  <a:pt x="191110" y="104973"/>
                  <a:pt x="188184" y="116253"/>
                  <a:pt x="182331" y="126260"/>
                </a:cubicBezTo>
                <a:cubicBezTo>
                  <a:pt x="176487" y="136268"/>
                  <a:pt x="168418" y="144680"/>
                  <a:pt x="158140" y="151505"/>
                </a:cubicBezTo>
                <a:lnTo>
                  <a:pt x="83262" y="151505"/>
                </a:lnTo>
                <a:close/>
                <a:moveTo>
                  <a:pt x="87329" y="140115"/>
                </a:moveTo>
                <a:lnTo>
                  <a:pt x="154219" y="140115"/>
                </a:lnTo>
                <a:cubicBezTo>
                  <a:pt x="162134" y="134746"/>
                  <a:pt x="168359" y="127892"/>
                  <a:pt x="172902" y="119545"/>
                </a:cubicBezTo>
                <a:cubicBezTo>
                  <a:pt x="177430" y="111176"/>
                  <a:pt x="179691" y="102149"/>
                  <a:pt x="179691" y="92464"/>
                </a:cubicBezTo>
                <a:cubicBezTo>
                  <a:pt x="179691" y="76180"/>
                  <a:pt x="173926" y="62289"/>
                  <a:pt x="162390" y="50767"/>
                </a:cubicBezTo>
                <a:cubicBezTo>
                  <a:pt x="150876" y="39217"/>
                  <a:pt x="136977" y="33445"/>
                  <a:pt x="120701" y="33445"/>
                </a:cubicBezTo>
                <a:cubicBezTo>
                  <a:pt x="104424" y="33445"/>
                  <a:pt x="90526" y="39209"/>
                  <a:pt x="79011" y="50746"/>
                </a:cubicBezTo>
                <a:cubicBezTo>
                  <a:pt x="67475" y="62282"/>
                  <a:pt x="61711" y="76173"/>
                  <a:pt x="61711" y="92435"/>
                </a:cubicBezTo>
                <a:cubicBezTo>
                  <a:pt x="61711" y="102128"/>
                  <a:pt x="63971" y="111154"/>
                  <a:pt x="68500" y="119516"/>
                </a:cubicBezTo>
                <a:cubicBezTo>
                  <a:pt x="73028" y="127870"/>
                  <a:pt x="79304" y="134724"/>
                  <a:pt x="87329" y="140086"/>
                </a:cubicBezTo>
                <a:close/>
                <a:moveTo>
                  <a:pt x="120701" y="14011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60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80349" y="180349"/>
                </a:moveTo>
                <a:cubicBezTo>
                  <a:pt x="196691" y="164021"/>
                  <a:pt x="204862" y="144139"/>
                  <a:pt x="204862" y="120701"/>
                </a:cubicBezTo>
                <a:cubicBezTo>
                  <a:pt x="204862" y="97285"/>
                  <a:pt x="196698" y="77402"/>
                  <a:pt x="180371" y="61053"/>
                </a:cubicBezTo>
                <a:cubicBezTo>
                  <a:pt x="164043" y="44711"/>
                  <a:pt x="144161" y="36539"/>
                  <a:pt x="120723" y="36539"/>
                </a:cubicBezTo>
                <a:cubicBezTo>
                  <a:pt x="97307" y="36539"/>
                  <a:pt x="77424" y="44703"/>
                  <a:pt x="61082" y="61031"/>
                </a:cubicBezTo>
                <a:cubicBezTo>
                  <a:pt x="44732" y="77358"/>
                  <a:pt x="36561" y="97241"/>
                  <a:pt x="36561" y="120679"/>
                </a:cubicBezTo>
                <a:cubicBezTo>
                  <a:pt x="36561" y="144095"/>
                  <a:pt x="44725" y="163978"/>
                  <a:pt x="61053" y="180320"/>
                </a:cubicBezTo>
                <a:cubicBezTo>
                  <a:pt x="77380" y="196669"/>
                  <a:pt x="97263" y="204840"/>
                  <a:pt x="120701" y="204840"/>
                </a:cubicBezTo>
                <a:cubicBezTo>
                  <a:pt x="144117" y="204840"/>
                  <a:pt x="163999" y="196676"/>
                  <a:pt x="180349" y="180349"/>
                </a:cubicBezTo>
                <a:close/>
                <a:moveTo>
                  <a:pt x="81550" y="159903"/>
                </a:moveTo>
                <a:cubicBezTo>
                  <a:pt x="70767" y="149142"/>
                  <a:pt x="65383" y="136085"/>
                  <a:pt x="65383" y="120723"/>
                </a:cubicBezTo>
                <a:cubicBezTo>
                  <a:pt x="65383" y="105368"/>
                  <a:pt x="70753" y="92303"/>
                  <a:pt x="81499" y="81521"/>
                </a:cubicBezTo>
                <a:cubicBezTo>
                  <a:pt x="92259" y="70760"/>
                  <a:pt x="105317" y="65383"/>
                  <a:pt x="120679" y="65383"/>
                </a:cubicBezTo>
                <a:cubicBezTo>
                  <a:pt x="136033" y="65383"/>
                  <a:pt x="149098" y="70753"/>
                  <a:pt x="159881" y="81499"/>
                </a:cubicBezTo>
                <a:cubicBezTo>
                  <a:pt x="170642" y="92259"/>
                  <a:pt x="176026" y="105317"/>
                  <a:pt x="176026" y="120679"/>
                </a:cubicBezTo>
                <a:cubicBezTo>
                  <a:pt x="176026" y="136033"/>
                  <a:pt x="170649" y="149098"/>
                  <a:pt x="159903" y="159881"/>
                </a:cubicBezTo>
                <a:cubicBezTo>
                  <a:pt x="149142" y="170642"/>
                  <a:pt x="136085" y="176026"/>
                  <a:pt x="120723" y="176026"/>
                </a:cubicBezTo>
                <a:cubicBezTo>
                  <a:pt x="105368" y="176026"/>
                  <a:pt x="92303" y="170649"/>
                  <a:pt x="81521" y="159903"/>
                </a:cubicBezTo>
                <a:close/>
                <a:moveTo>
                  <a:pt x="151805" y="151834"/>
                </a:moveTo>
                <a:cubicBezTo>
                  <a:pt x="160356" y="143297"/>
                  <a:pt x="164629" y="132932"/>
                  <a:pt x="164629" y="120723"/>
                </a:cubicBezTo>
                <a:cubicBezTo>
                  <a:pt x="164629" y="108521"/>
                  <a:pt x="160364" y="98155"/>
                  <a:pt x="151834" y="89619"/>
                </a:cubicBezTo>
                <a:cubicBezTo>
                  <a:pt x="143297" y="81074"/>
                  <a:pt x="132932" y="76795"/>
                  <a:pt x="120723" y="76795"/>
                </a:cubicBezTo>
                <a:cubicBezTo>
                  <a:pt x="108521" y="76795"/>
                  <a:pt x="98155" y="81060"/>
                  <a:pt x="89619" y="89597"/>
                </a:cubicBezTo>
                <a:cubicBezTo>
                  <a:pt x="81074" y="98126"/>
                  <a:pt x="76795" y="108499"/>
                  <a:pt x="76795" y="120701"/>
                </a:cubicBezTo>
                <a:cubicBezTo>
                  <a:pt x="76795" y="132903"/>
                  <a:pt x="81060" y="143276"/>
                  <a:pt x="89597" y="151805"/>
                </a:cubicBezTo>
                <a:cubicBezTo>
                  <a:pt x="98126" y="160356"/>
                  <a:pt x="108499" y="164629"/>
                  <a:pt x="120701" y="164629"/>
                </a:cubicBezTo>
                <a:cubicBezTo>
                  <a:pt x="132903" y="164629"/>
                  <a:pt x="143276" y="160364"/>
                  <a:pt x="151805" y="151834"/>
                </a:cubicBezTo>
                <a:close/>
                <a:moveTo>
                  <a:pt x="110086" y="131366"/>
                </a:moveTo>
                <a:cubicBezTo>
                  <a:pt x="107102" y="128360"/>
                  <a:pt x="105617" y="124805"/>
                  <a:pt x="105617" y="120701"/>
                </a:cubicBezTo>
                <a:cubicBezTo>
                  <a:pt x="105617" y="116597"/>
                  <a:pt x="107095" y="113049"/>
                  <a:pt x="110064" y="110064"/>
                </a:cubicBezTo>
                <a:cubicBezTo>
                  <a:pt x="113049" y="107095"/>
                  <a:pt x="116597" y="105617"/>
                  <a:pt x="120701" y="105617"/>
                </a:cubicBezTo>
                <a:cubicBezTo>
                  <a:pt x="124805" y="105617"/>
                  <a:pt x="128352" y="107095"/>
                  <a:pt x="131337" y="110064"/>
                </a:cubicBezTo>
                <a:cubicBezTo>
                  <a:pt x="134307" y="113049"/>
                  <a:pt x="135792" y="116597"/>
                  <a:pt x="135792" y="120701"/>
                </a:cubicBezTo>
                <a:cubicBezTo>
                  <a:pt x="135792" y="124805"/>
                  <a:pt x="134307" y="128352"/>
                  <a:pt x="131337" y="131337"/>
                </a:cubicBezTo>
                <a:cubicBezTo>
                  <a:pt x="128352" y="134307"/>
                  <a:pt x="124805" y="135792"/>
                  <a:pt x="120701" y="135792"/>
                </a:cubicBezTo>
                <a:cubicBezTo>
                  <a:pt x="116597" y="135792"/>
                  <a:pt x="113049" y="134307"/>
                  <a:pt x="110064" y="13133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2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6737" y="130430"/>
                </a:moveTo>
                <a:lnTo>
                  <a:pt x="66737" y="203004"/>
                </a:lnTo>
                <a:cubicBezTo>
                  <a:pt x="66737" y="204613"/>
                  <a:pt x="66188" y="205974"/>
                  <a:pt x="65076" y="207079"/>
                </a:cubicBezTo>
                <a:cubicBezTo>
                  <a:pt x="63971" y="208169"/>
                  <a:pt x="62603" y="208710"/>
                  <a:pt x="60980" y="208710"/>
                </a:cubicBezTo>
                <a:cubicBezTo>
                  <a:pt x="59356" y="208710"/>
                  <a:pt x="58002" y="208169"/>
                  <a:pt x="56927" y="207079"/>
                </a:cubicBezTo>
                <a:cubicBezTo>
                  <a:pt x="55859" y="205989"/>
                  <a:pt x="55318" y="204628"/>
                  <a:pt x="55318" y="203004"/>
                </a:cubicBezTo>
                <a:lnTo>
                  <a:pt x="55318" y="52501"/>
                </a:lnTo>
                <a:cubicBezTo>
                  <a:pt x="55318" y="50446"/>
                  <a:pt x="56020" y="48719"/>
                  <a:pt x="57410" y="47322"/>
                </a:cubicBezTo>
                <a:cubicBezTo>
                  <a:pt x="58800" y="45932"/>
                  <a:pt x="60526" y="45237"/>
                  <a:pt x="62589" y="45237"/>
                </a:cubicBezTo>
                <a:lnTo>
                  <a:pt x="127818" y="45237"/>
                </a:lnTo>
                <a:cubicBezTo>
                  <a:pt x="129442" y="45237"/>
                  <a:pt x="130949" y="45764"/>
                  <a:pt x="132347" y="46825"/>
                </a:cubicBezTo>
                <a:cubicBezTo>
                  <a:pt x="133736" y="47878"/>
                  <a:pt x="134600" y="49297"/>
                  <a:pt x="134936" y="51075"/>
                </a:cubicBezTo>
                <a:lnTo>
                  <a:pt x="138250" y="66459"/>
                </a:lnTo>
                <a:lnTo>
                  <a:pt x="188922" y="66459"/>
                </a:lnTo>
                <a:cubicBezTo>
                  <a:pt x="190985" y="66459"/>
                  <a:pt x="192712" y="67154"/>
                  <a:pt x="194102" y="68551"/>
                </a:cubicBezTo>
                <a:cubicBezTo>
                  <a:pt x="195491" y="69941"/>
                  <a:pt x="196186" y="71652"/>
                  <a:pt x="196186" y="73679"/>
                </a:cubicBezTo>
                <a:lnTo>
                  <a:pt x="196186" y="144263"/>
                </a:lnTo>
                <a:cubicBezTo>
                  <a:pt x="196186" y="146238"/>
                  <a:pt x="195491" y="147943"/>
                  <a:pt x="194102" y="149369"/>
                </a:cubicBezTo>
                <a:cubicBezTo>
                  <a:pt x="192712" y="150774"/>
                  <a:pt x="190985" y="151476"/>
                  <a:pt x="188922" y="151476"/>
                </a:cubicBezTo>
                <a:lnTo>
                  <a:pt x="145141" y="151476"/>
                </a:lnTo>
                <a:cubicBezTo>
                  <a:pt x="143436" y="151476"/>
                  <a:pt x="141908" y="150978"/>
                  <a:pt x="140569" y="149969"/>
                </a:cubicBezTo>
                <a:cubicBezTo>
                  <a:pt x="139223" y="148967"/>
                  <a:pt x="138389" y="147577"/>
                  <a:pt x="138052" y="145799"/>
                </a:cubicBezTo>
                <a:lnTo>
                  <a:pt x="134629" y="130408"/>
                </a:lnTo>
                <a:lnTo>
                  <a:pt x="66737" y="130408"/>
                </a:lnTo>
                <a:close/>
                <a:moveTo>
                  <a:pt x="149040" y="140115"/>
                </a:moveTo>
                <a:lnTo>
                  <a:pt x="184723" y="140115"/>
                </a:lnTo>
                <a:lnTo>
                  <a:pt x="184723" y="77929"/>
                </a:lnTo>
                <a:lnTo>
                  <a:pt x="134329" y="77929"/>
                </a:lnTo>
                <a:cubicBezTo>
                  <a:pt x="132617" y="77929"/>
                  <a:pt x="131096" y="77402"/>
                  <a:pt x="129757" y="76341"/>
                </a:cubicBezTo>
                <a:cubicBezTo>
                  <a:pt x="128411" y="75288"/>
                  <a:pt x="127577" y="73869"/>
                  <a:pt x="127241" y="72091"/>
                </a:cubicBezTo>
                <a:lnTo>
                  <a:pt x="123817" y="56707"/>
                </a:lnTo>
                <a:lnTo>
                  <a:pt x="66737" y="56707"/>
                </a:lnTo>
                <a:lnTo>
                  <a:pt x="66737" y="119040"/>
                </a:lnTo>
                <a:lnTo>
                  <a:pt x="138608" y="119040"/>
                </a:lnTo>
                <a:cubicBezTo>
                  <a:pt x="140232" y="119040"/>
                  <a:pt x="141725" y="119545"/>
                  <a:pt x="143078" y="120547"/>
                </a:cubicBezTo>
                <a:cubicBezTo>
                  <a:pt x="144439" y="121557"/>
                  <a:pt x="145316" y="122947"/>
                  <a:pt x="145719" y="124724"/>
                </a:cubicBezTo>
                <a:lnTo>
                  <a:pt x="149040" y="140115"/>
                </a:lnTo>
                <a:close/>
                <a:moveTo>
                  <a:pt x="125734" y="9834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4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194782"/>
                </a:moveTo>
                <a:lnTo>
                  <a:pt x="114995" y="155931"/>
                </a:lnTo>
                <a:cubicBezTo>
                  <a:pt x="105624" y="154673"/>
                  <a:pt x="97402" y="150935"/>
                  <a:pt x="90328" y="144717"/>
                </a:cubicBezTo>
                <a:cubicBezTo>
                  <a:pt x="83247" y="138513"/>
                  <a:pt x="78668" y="130803"/>
                  <a:pt x="76568" y="121579"/>
                </a:cubicBezTo>
                <a:cubicBezTo>
                  <a:pt x="65069" y="120306"/>
                  <a:pt x="55303" y="115712"/>
                  <a:pt x="47278" y="107804"/>
                </a:cubicBezTo>
                <a:cubicBezTo>
                  <a:pt x="39231" y="99889"/>
                  <a:pt x="35208" y="90299"/>
                  <a:pt x="35208" y="79033"/>
                </a:cubicBezTo>
                <a:lnTo>
                  <a:pt x="35208" y="71265"/>
                </a:lnTo>
                <a:cubicBezTo>
                  <a:pt x="35208" y="67307"/>
                  <a:pt x="36635" y="63906"/>
                  <a:pt x="39502" y="61053"/>
                </a:cubicBezTo>
                <a:cubicBezTo>
                  <a:pt x="42370" y="58185"/>
                  <a:pt x="45771" y="56751"/>
                  <a:pt x="49714" y="56751"/>
                </a:cubicBezTo>
                <a:lnTo>
                  <a:pt x="74410" y="56751"/>
                </a:lnTo>
                <a:lnTo>
                  <a:pt x="74410" y="49714"/>
                </a:lnTo>
                <a:cubicBezTo>
                  <a:pt x="74410" y="45757"/>
                  <a:pt x="75844" y="42355"/>
                  <a:pt x="78704" y="39502"/>
                </a:cubicBezTo>
                <a:cubicBezTo>
                  <a:pt x="81572" y="36656"/>
                  <a:pt x="84973" y="35223"/>
                  <a:pt x="88916" y="35208"/>
                </a:cubicBezTo>
                <a:lnTo>
                  <a:pt x="152485" y="35208"/>
                </a:lnTo>
                <a:cubicBezTo>
                  <a:pt x="156443" y="35208"/>
                  <a:pt x="159844" y="36635"/>
                  <a:pt x="162697" y="39502"/>
                </a:cubicBezTo>
                <a:cubicBezTo>
                  <a:pt x="165565" y="42370"/>
                  <a:pt x="166991" y="45771"/>
                  <a:pt x="166991" y="49714"/>
                </a:cubicBezTo>
                <a:lnTo>
                  <a:pt x="166991" y="56751"/>
                </a:lnTo>
                <a:lnTo>
                  <a:pt x="191688" y="56751"/>
                </a:lnTo>
                <a:cubicBezTo>
                  <a:pt x="195645" y="56751"/>
                  <a:pt x="199047" y="58185"/>
                  <a:pt x="201900" y="61053"/>
                </a:cubicBezTo>
                <a:cubicBezTo>
                  <a:pt x="204745" y="63920"/>
                  <a:pt x="206179" y="67322"/>
                  <a:pt x="206201" y="71265"/>
                </a:cubicBezTo>
                <a:lnTo>
                  <a:pt x="206201" y="79033"/>
                </a:lnTo>
                <a:cubicBezTo>
                  <a:pt x="206201" y="90299"/>
                  <a:pt x="202185" y="99889"/>
                  <a:pt x="194153" y="107804"/>
                </a:cubicBezTo>
                <a:cubicBezTo>
                  <a:pt x="186121" y="115712"/>
                  <a:pt x="176355" y="120306"/>
                  <a:pt x="164855" y="121579"/>
                </a:cubicBezTo>
                <a:cubicBezTo>
                  <a:pt x="162763" y="130781"/>
                  <a:pt x="158177" y="138499"/>
                  <a:pt x="151103" y="144717"/>
                </a:cubicBezTo>
                <a:cubicBezTo>
                  <a:pt x="144029" y="150920"/>
                  <a:pt x="135807" y="154658"/>
                  <a:pt x="126436" y="155931"/>
                </a:cubicBezTo>
                <a:lnTo>
                  <a:pt x="126436" y="194782"/>
                </a:lnTo>
                <a:lnTo>
                  <a:pt x="155075" y="194782"/>
                </a:lnTo>
                <a:cubicBezTo>
                  <a:pt x="156699" y="194782"/>
                  <a:pt x="158060" y="195338"/>
                  <a:pt x="159149" y="196442"/>
                </a:cubicBezTo>
                <a:cubicBezTo>
                  <a:pt x="160239" y="197547"/>
                  <a:pt x="160781" y="198915"/>
                  <a:pt x="160781" y="200539"/>
                </a:cubicBezTo>
                <a:cubicBezTo>
                  <a:pt x="160781" y="202163"/>
                  <a:pt x="160239" y="203516"/>
                  <a:pt x="159149" y="204592"/>
                </a:cubicBezTo>
                <a:cubicBezTo>
                  <a:pt x="158060" y="205660"/>
                  <a:pt x="156699" y="206201"/>
                  <a:pt x="155075" y="206201"/>
                </a:cubicBezTo>
                <a:lnTo>
                  <a:pt x="86349" y="206201"/>
                </a:lnTo>
                <a:cubicBezTo>
                  <a:pt x="84725" y="206201"/>
                  <a:pt x="83364" y="205645"/>
                  <a:pt x="82281" y="204540"/>
                </a:cubicBezTo>
                <a:cubicBezTo>
                  <a:pt x="81191" y="203428"/>
                  <a:pt x="80643" y="202068"/>
                  <a:pt x="80643" y="200436"/>
                </a:cubicBezTo>
                <a:cubicBezTo>
                  <a:pt x="80643" y="198813"/>
                  <a:pt x="81191" y="197467"/>
                  <a:pt x="82281" y="196391"/>
                </a:cubicBezTo>
                <a:cubicBezTo>
                  <a:pt x="83364" y="195316"/>
                  <a:pt x="84725" y="194782"/>
                  <a:pt x="86349" y="194782"/>
                </a:cubicBezTo>
                <a:lnTo>
                  <a:pt x="114995" y="194782"/>
                </a:lnTo>
                <a:close/>
                <a:moveTo>
                  <a:pt x="74410" y="109611"/>
                </a:moveTo>
                <a:lnTo>
                  <a:pt x="74410" y="68170"/>
                </a:lnTo>
                <a:lnTo>
                  <a:pt x="49714" y="68170"/>
                </a:lnTo>
                <a:cubicBezTo>
                  <a:pt x="48807" y="68170"/>
                  <a:pt x="48068" y="68470"/>
                  <a:pt x="47498" y="69077"/>
                </a:cubicBezTo>
                <a:cubicBezTo>
                  <a:pt x="46912" y="69699"/>
                  <a:pt x="46620" y="70423"/>
                  <a:pt x="46620" y="71265"/>
                </a:cubicBezTo>
                <a:lnTo>
                  <a:pt x="46620" y="79033"/>
                </a:lnTo>
                <a:cubicBezTo>
                  <a:pt x="46620" y="86831"/>
                  <a:pt x="49268" y="93569"/>
                  <a:pt x="54564" y="99253"/>
                </a:cubicBezTo>
                <a:cubicBezTo>
                  <a:pt x="59868" y="104937"/>
                  <a:pt x="66481" y="108389"/>
                  <a:pt x="74410" y="109611"/>
                </a:cubicBezTo>
                <a:close/>
                <a:moveTo>
                  <a:pt x="145295" y="134731"/>
                </a:moveTo>
                <a:cubicBezTo>
                  <a:pt x="152017" y="127979"/>
                  <a:pt x="155375" y="119743"/>
                  <a:pt x="155375" y="110035"/>
                </a:cubicBezTo>
                <a:lnTo>
                  <a:pt x="155375" y="49714"/>
                </a:lnTo>
                <a:cubicBezTo>
                  <a:pt x="155375" y="48807"/>
                  <a:pt x="155075" y="48068"/>
                  <a:pt x="154475" y="47498"/>
                </a:cubicBezTo>
                <a:cubicBezTo>
                  <a:pt x="153853" y="46912"/>
                  <a:pt x="153122" y="46620"/>
                  <a:pt x="152288" y="46620"/>
                </a:cubicBezTo>
                <a:lnTo>
                  <a:pt x="89121" y="46620"/>
                </a:lnTo>
                <a:cubicBezTo>
                  <a:pt x="88280" y="46620"/>
                  <a:pt x="87548" y="46912"/>
                  <a:pt x="86927" y="47498"/>
                </a:cubicBezTo>
                <a:cubicBezTo>
                  <a:pt x="86327" y="48090"/>
                  <a:pt x="86027" y="48822"/>
                  <a:pt x="86027" y="49714"/>
                </a:cubicBezTo>
                <a:lnTo>
                  <a:pt x="86027" y="110035"/>
                </a:lnTo>
                <a:cubicBezTo>
                  <a:pt x="86027" y="119743"/>
                  <a:pt x="89399" y="127979"/>
                  <a:pt x="96158" y="134731"/>
                </a:cubicBezTo>
                <a:cubicBezTo>
                  <a:pt x="102918" y="141491"/>
                  <a:pt x="111111" y="144863"/>
                  <a:pt x="120752" y="144863"/>
                </a:cubicBezTo>
                <a:cubicBezTo>
                  <a:pt x="130393" y="144863"/>
                  <a:pt x="138572" y="141491"/>
                  <a:pt x="145295" y="134731"/>
                </a:cubicBezTo>
                <a:close/>
                <a:moveTo>
                  <a:pt x="166969" y="109611"/>
                </a:moveTo>
                <a:cubicBezTo>
                  <a:pt x="174899" y="108389"/>
                  <a:pt x="181512" y="104937"/>
                  <a:pt x="186808" y="99253"/>
                </a:cubicBezTo>
                <a:cubicBezTo>
                  <a:pt x="192104" y="93569"/>
                  <a:pt x="194753" y="86831"/>
                  <a:pt x="194753" y="79033"/>
                </a:cubicBezTo>
                <a:lnTo>
                  <a:pt x="194753" y="71265"/>
                </a:lnTo>
                <a:cubicBezTo>
                  <a:pt x="194753" y="70423"/>
                  <a:pt x="194460" y="69699"/>
                  <a:pt x="193875" y="69077"/>
                </a:cubicBezTo>
                <a:cubicBezTo>
                  <a:pt x="193290" y="68470"/>
                  <a:pt x="192551" y="68170"/>
                  <a:pt x="191666" y="68170"/>
                </a:cubicBezTo>
                <a:lnTo>
                  <a:pt x="166969" y="68170"/>
                </a:lnTo>
                <a:lnTo>
                  <a:pt x="166969" y="109611"/>
                </a:lnTo>
                <a:close/>
                <a:moveTo>
                  <a:pt x="120701" y="9568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6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357" y="177006"/>
                </a:moveTo>
                <a:lnTo>
                  <a:pt x="120701" y="154519"/>
                </a:lnTo>
                <a:lnTo>
                  <a:pt x="158045" y="177255"/>
                </a:lnTo>
                <a:lnTo>
                  <a:pt x="148162" y="134709"/>
                </a:lnTo>
                <a:lnTo>
                  <a:pt x="181029" y="106165"/>
                </a:lnTo>
                <a:lnTo>
                  <a:pt x="137672" y="102347"/>
                </a:lnTo>
                <a:lnTo>
                  <a:pt x="120701" y="62340"/>
                </a:lnTo>
                <a:lnTo>
                  <a:pt x="103730" y="102091"/>
                </a:lnTo>
                <a:lnTo>
                  <a:pt x="60372" y="105917"/>
                </a:lnTo>
                <a:lnTo>
                  <a:pt x="93240" y="134534"/>
                </a:lnTo>
                <a:lnTo>
                  <a:pt x="83357" y="176977"/>
                </a:lnTo>
                <a:close/>
                <a:moveTo>
                  <a:pt x="120701" y="167847"/>
                </a:moveTo>
                <a:lnTo>
                  <a:pt x="77900" y="193699"/>
                </a:lnTo>
                <a:cubicBezTo>
                  <a:pt x="76810" y="194284"/>
                  <a:pt x="75705" y="194548"/>
                  <a:pt x="74586" y="194482"/>
                </a:cubicBezTo>
                <a:cubicBezTo>
                  <a:pt x="73459" y="194431"/>
                  <a:pt x="72435" y="194080"/>
                  <a:pt x="71513" y="193421"/>
                </a:cubicBezTo>
                <a:cubicBezTo>
                  <a:pt x="70592" y="192770"/>
                  <a:pt x="69904" y="191922"/>
                  <a:pt x="69451" y="190883"/>
                </a:cubicBezTo>
                <a:cubicBezTo>
                  <a:pt x="69004" y="189829"/>
                  <a:pt x="68938" y="188652"/>
                  <a:pt x="69275" y="187364"/>
                </a:cubicBezTo>
                <a:lnTo>
                  <a:pt x="80540" y="138704"/>
                </a:lnTo>
                <a:lnTo>
                  <a:pt x="42874" y="105866"/>
                </a:lnTo>
                <a:cubicBezTo>
                  <a:pt x="41850" y="105010"/>
                  <a:pt x="41214" y="104029"/>
                  <a:pt x="40965" y="102925"/>
                </a:cubicBezTo>
                <a:cubicBezTo>
                  <a:pt x="40709" y="101813"/>
                  <a:pt x="40738" y="100745"/>
                  <a:pt x="41038" y="99706"/>
                </a:cubicBezTo>
                <a:cubicBezTo>
                  <a:pt x="41338" y="98667"/>
                  <a:pt x="41938" y="97790"/>
                  <a:pt x="42823" y="97087"/>
                </a:cubicBezTo>
                <a:cubicBezTo>
                  <a:pt x="43716" y="96385"/>
                  <a:pt x="44798" y="95983"/>
                  <a:pt x="46093" y="95880"/>
                </a:cubicBezTo>
                <a:lnTo>
                  <a:pt x="95932" y="91484"/>
                </a:lnTo>
                <a:lnTo>
                  <a:pt x="115317" y="45442"/>
                </a:lnTo>
                <a:cubicBezTo>
                  <a:pt x="115858" y="44315"/>
                  <a:pt x="116619" y="43460"/>
                  <a:pt x="117606" y="42874"/>
                </a:cubicBezTo>
                <a:cubicBezTo>
                  <a:pt x="118579" y="42289"/>
                  <a:pt x="119611" y="41997"/>
                  <a:pt x="120701" y="41997"/>
                </a:cubicBezTo>
                <a:cubicBezTo>
                  <a:pt x="121791" y="41997"/>
                  <a:pt x="122822" y="42289"/>
                  <a:pt x="123795" y="42874"/>
                </a:cubicBezTo>
                <a:cubicBezTo>
                  <a:pt x="124783" y="43460"/>
                  <a:pt x="125543" y="44315"/>
                  <a:pt x="126085" y="45442"/>
                </a:cubicBezTo>
                <a:lnTo>
                  <a:pt x="145470" y="91484"/>
                </a:lnTo>
                <a:lnTo>
                  <a:pt x="195309" y="95880"/>
                </a:lnTo>
                <a:cubicBezTo>
                  <a:pt x="196603" y="95983"/>
                  <a:pt x="197686" y="96385"/>
                  <a:pt x="198578" y="97087"/>
                </a:cubicBezTo>
                <a:cubicBezTo>
                  <a:pt x="199464" y="97790"/>
                  <a:pt x="200063" y="98667"/>
                  <a:pt x="200363" y="99706"/>
                </a:cubicBezTo>
                <a:cubicBezTo>
                  <a:pt x="200663" y="100760"/>
                  <a:pt x="200693" y="101835"/>
                  <a:pt x="200436" y="102925"/>
                </a:cubicBezTo>
                <a:cubicBezTo>
                  <a:pt x="200188" y="104029"/>
                  <a:pt x="199551" y="105010"/>
                  <a:pt x="198527" y="105866"/>
                </a:cubicBezTo>
                <a:lnTo>
                  <a:pt x="160861" y="138733"/>
                </a:lnTo>
                <a:lnTo>
                  <a:pt x="172200" y="187386"/>
                </a:lnTo>
                <a:cubicBezTo>
                  <a:pt x="172470" y="188681"/>
                  <a:pt x="172375" y="189851"/>
                  <a:pt x="171922" y="190912"/>
                </a:cubicBezTo>
                <a:cubicBezTo>
                  <a:pt x="171468" y="191965"/>
                  <a:pt x="170781" y="192814"/>
                  <a:pt x="169859" y="193450"/>
                </a:cubicBezTo>
                <a:cubicBezTo>
                  <a:pt x="168937" y="194087"/>
                  <a:pt x="167913" y="194438"/>
                  <a:pt x="166794" y="194504"/>
                </a:cubicBezTo>
                <a:cubicBezTo>
                  <a:pt x="165667" y="194555"/>
                  <a:pt x="164563" y="194292"/>
                  <a:pt x="163473" y="193728"/>
                </a:cubicBezTo>
                <a:lnTo>
                  <a:pt x="120701" y="167847"/>
                </a:lnTo>
                <a:close/>
                <a:moveTo>
                  <a:pt x="120701" y="12223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8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985" y="136392"/>
                </a:moveTo>
                <a:lnTo>
                  <a:pt x="114285" y="142778"/>
                </a:lnTo>
                <a:cubicBezTo>
                  <a:pt x="114337" y="143817"/>
                  <a:pt x="114710" y="144651"/>
                  <a:pt x="115397" y="145265"/>
                </a:cubicBezTo>
                <a:cubicBezTo>
                  <a:pt x="116063" y="145887"/>
                  <a:pt x="116890" y="146202"/>
                  <a:pt x="117863" y="146202"/>
                </a:cubicBezTo>
                <a:lnTo>
                  <a:pt x="123137" y="146202"/>
                </a:lnTo>
                <a:cubicBezTo>
                  <a:pt x="124095" y="146202"/>
                  <a:pt x="124907" y="145887"/>
                  <a:pt x="125580" y="145265"/>
                </a:cubicBezTo>
                <a:cubicBezTo>
                  <a:pt x="126253" y="144651"/>
                  <a:pt x="126619" y="143817"/>
                  <a:pt x="126685" y="142778"/>
                </a:cubicBezTo>
                <a:lnTo>
                  <a:pt x="127087" y="136392"/>
                </a:lnTo>
                <a:cubicBezTo>
                  <a:pt x="129552" y="135990"/>
                  <a:pt x="131893" y="135148"/>
                  <a:pt x="134102" y="133875"/>
                </a:cubicBezTo>
                <a:cubicBezTo>
                  <a:pt x="136319" y="132603"/>
                  <a:pt x="138221" y="131059"/>
                  <a:pt x="139815" y="129252"/>
                </a:cubicBezTo>
                <a:lnTo>
                  <a:pt x="145894" y="131564"/>
                </a:lnTo>
                <a:cubicBezTo>
                  <a:pt x="146736" y="131900"/>
                  <a:pt x="147562" y="131930"/>
                  <a:pt x="148389" y="131666"/>
                </a:cubicBezTo>
                <a:cubicBezTo>
                  <a:pt x="149208" y="131396"/>
                  <a:pt x="149859" y="130862"/>
                  <a:pt x="150349" y="130057"/>
                </a:cubicBezTo>
                <a:lnTo>
                  <a:pt x="152866" y="125734"/>
                </a:lnTo>
                <a:cubicBezTo>
                  <a:pt x="153334" y="124973"/>
                  <a:pt x="153502" y="124183"/>
                  <a:pt x="153363" y="123342"/>
                </a:cubicBezTo>
                <a:cubicBezTo>
                  <a:pt x="153231" y="122500"/>
                  <a:pt x="152822" y="121769"/>
                  <a:pt x="152134" y="121125"/>
                </a:cubicBezTo>
                <a:lnTo>
                  <a:pt x="147709" y="117636"/>
                </a:lnTo>
                <a:cubicBezTo>
                  <a:pt x="148747" y="114885"/>
                  <a:pt x="149267" y="112040"/>
                  <a:pt x="149267" y="109106"/>
                </a:cubicBezTo>
                <a:cubicBezTo>
                  <a:pt x="149267" y="106195"/>
                  <a:pt x="148747" y="103364"/>
                  <a:pt x="147709" y="100635"/>
                </a:cubicBezTo>
                <a:lnTo>
                  <a:pt x="152134" y="97241"/>
                </a:lnTo>
                <a:cubicBezTo>
                  <a:pt x="152836" y="96553"/>
                  <a:pt x="153246" y="95778"/>
                  <a:pt x="153363" y="94929"/>
                </a:cubicBezTo>
                <a:cubicBezTo>
                  <a:pt x="153502" y="94088"/>
                  <a:pt x="153334" y="93276"/>
                  <a:pt x="152866" y="92486"/>
                </a:cubicBezTo>
                <a:lnTo>
                  <a:pt x="150320" y="88287"/>
                </a:lnTo>
                <a:cubicBezTo>
                  <a:pt x="149837" y="87497"/>
                  <a:pt x="149186" y="86956"/>
                  <a:pt x="148360" y="86656"/>
                </a:cubicBezTo>
                <a:cubicBezTo>
                  <a:pt x="147540" y="86349"/>
                  <a:pt x="146714" y="86400"/>
                  <a:pt x="145872" y="86802"/>
                </a:cubicBezTo>
                <a:lnTo>
                  <a:pt x="139786" y="89019"/>
                </a:lnTo>
                <a:cubicBezTo>
                  <a:pt x="138126" y="87270"/>
                  <a:pt x="136180" y="85793"/>
                  <a:pt x="133956" y="84564"/>
                </a:cubicBezTo>
                <a:cubicBezTo>
                  <a:pt x="131725" y="83342"/>
                  <a:pt x="129428" y="82479"/>
                  <a:pt x="127065" y="81974"/>
                </a:cubicBezTo>
                <a:lnTo>
                  <a:pt x="126663" y="75486"/>
                </a:lnTo>
                <a:cubicBezTo>
                  <a:pt x="126597" y="74483"/>
                  <a:pt x="126224" y="73664"/>
                  <a:pt x="125551" y="73020"/>
                </a:cubicBezTo>
                <a:cubicBezTo>
                  <a:pt x="124885" y="72384"/>
                  <a:pt x="124073" y="72069"/>
                  <a:pt x="123115" y="72069"/>
                </a:cubicBezTo>
                <a:lnTo>
                  <a:pt x="117906" y="72069"/>
                </a:lnTo>
                <a:cubicBezTo>
                  <a:pt x="116941" y="72069"/>
                  <a:pt x="116100" y="72384"/>
                  <a:pt x="115397" y="73020"/>
                </a:cubicBezTo>
                <a:cubicBezTo>
                  <a:pt x="114710" y="73664"/>
                  <a:pt x="114329" y="74483"/>
                  <a:pt x="114263" y="75486"/>
                </a:cubicBezTo>
                <a:lnTo>
                  <a:pt x="113964" y="81974"/>
                </a:lnTo>
                <a:cubicBezTo>
                  <a:pt x="111528" y="82479"/>
                  <a:pt x="109201" y="83342"/>
                  <a:pt x="106970" y="84564"/>
                </a:cubicBezTo>
                <a:cubicBezTo>
                  <a:pt x="104739" y="85793"/>
                  <a:pt x="102793" y="87270"/>
                  <a:pt x="101140" y="89019"/>
                </a:cubicBezTo>
                <a:lnTo>
                  <a:pt x="95054" y="86802"/>
                </a:lnTo>
                <a:cubicBezTo>
                  <a:pt x="94212" y="86400"/>
                  <a:pt x="93379" y="86363"/>
                  <a:pt x="92537" y="86678"/>
                </a:cubicBezTo>
                <a:cubicBezTo>
                  <a:pt x="91696" y="87000"/>
                  <a:pt x="91045" y="87519"/>
                  <a:pt x="90577" y="88236"/>
                </a:cubicBezTo>
                <a:lnTo>
                  <a:pt x="88060" y="92537"/>
                </a:lnTo>
                <a:cubicBezTo>
                  <a:pt x="87658" y="93291"/>
                  <a:pt x="87519" y="94088"/>
                  <a:pt x="87636" y="94929"/>
                </a:cubicBezTo>
                <a:cubicBezTo>
                  <a:pt x="87768" y="95763"/>
                  <a:pt x="88177" y="96539"/>
                  <a:pt x="88865" y="97241"/>
                </a:cubicBezTo>
                <a:lnTo>
                  <a:pt x="93291" y="100635"/>
                </a:lnTo>
                <a:cubicBezTo>
                  <a:pt x="92201" y="103386"/>
                  <a:pt x="91659" y="106224"/>
                  <a:pt x="91659" y="109157"/>
                </a:cubicBezTo>
                <a:cubicBezTo>
                  <a:pt x="91659" y="112076"/>
                  <a:pt x="92201" y="114900"/>
                  <a:pt x="93291" y="117636"/>
                </a:cubicBezTo>
                <a:lnTo>
                  <a:pt x="88865" y="121125"/>
                </a:lnTo>
                <a:cubicBezTo>
                  <a:pt x="88163" y="121769"/>
                  <a:pt x="87753" y="122500"/>
                  <a:pt x="87636" y="123342"/>
                </a:cubicBezTo>
                <a:cubicBezTo>
                  <a:pt x="87497" y="124183"/>
                  <a:pt x="87643" y="124973"/>
                  <a:pt x="88060" y="125734"/>
                </a:cubicBezTo>
                <a:lnTo>
                  <a:pt x="90599" y="130057"/>
                </a:lnTo>
                <a:cubicBezTo>
                  <a:pt x="91089" y="130862"/>
                  <a:pt x="91740" y="131396"/>
                  <a:pt x="92559" y="131666"/>
                </a:cubicBezTo>
                <a:cubicBezTo>
                  <a:pt x="93386" y="131930"/>
                  <a:pt x="94212" y="131900"/>
                  <a:pt x="95054" y="131564"/>
                </a:cubicBezTo>
                <a:lnTo>
                  <a:pt x="101140" y="129252"/>
                </a:lnTo>
                <a:cubicBezTo>
                  <a:pt x="102727" y="131059"/>
                  <a:pt x="104629" y="132603"/>
                  <a:pt x="106846" y="133875"/>
                </a:cubicBezTo>
                <a:cubicBezTo>
                  <a:pt x="109055" y="135148"/>
                  <a:pt x="111432" y="135990"/>
                  <a:pt x="113964" y="136392"/>
                </a:cubicBezTo>
                <a:close/>
                <a:moveTo>
                  <a:pt x="107226" y="122486"/>
                </a:moveTo>
                <a:cubicBezTo>
                  <a:pt x="103605" y="118828"/>
                  <a:pt x="101791" y="114388"/>
                  <a:pt x="101791" y="109157"/>
                </a:cubicBezTo>
                <a:cubicBezTo>
                  <a:pt x="101791" y="103942"/>
                  <a:pt x="103605" y="99516"/>
                  <a:pt x="107226" y="95880"/>
                </a:cubicBezTo>
                <a:cubicBezTo>
                  <a:pt x="110847" y="92245"/>
                  <a:pt x="115258" y="90423"/>
                  <a:pt x="120474" y="90423"/>
                </a:cubicBezTo>
                <a:cubicBezTo>
                  <a:pt x="125690" y="90423"/>
                  <a:pt x="130137" y="92237"/>
                  <a:pt x="133824" y="95858"/>
                </a:cubicBezTo>
                <a:cubicBezTo>
                  <a:pt x="137496" y="99479"/>
                  <a:pt x="139333" y="103898"/>
                  <a:pt x="139333" y="109106"/>
                </a:cubicBezTo>
                <a:cubicBezTo>
                  <a:pt x="139333" y="114337"/>
                  <a:pt x="137504" y="118792"/>
                  <a:pt x="133854" y="122464"/>
                </a:cubicBezTo>
                <a:cubicBezTo>
                  <a:pt x="130196" y="126136"/>
                  <a:pt x="125756" y="127965"/>
                  <a:pt x="120525" y="127965"/>
                </a:cubicBezTo>
                <a:cubicBezTo>
                  <a:pt x="115309" y="127965"/>
                  <a:pt x="110884" y="126143"/>
                  <a:pt x="107248" y="122486"/>
                </a:cubicBezTo>
                <a:close/>
                <a:moveTo>
                  <a:pt x="65383" y="175718"/>
                </a:moveTo>
                <a:cubicBezTo>
                  <a:pt x="55822" y="167006"/>
                  <a:pt x="48405" y="157013"/>
                  <a:pt x="43123" y="145748"/>
                </a:cubicBezTo>
                <a:cubicBezTo>
                  <a:pt x="37842" y="134483"/>
                  <a:pt x="35208" y="122756"/>
                  <a:pt x="35208" y="110569"/>
                </a:cubicBezTo>
                <a:cubicBezTo>
                  <a:pt x="35208" y="86831"/>
                  <a:pt x="43518" y="66663"/>
                  <a:pt x="60153" y="50065"/>
                </a:cubicBezTo>
                <a:cubicBezTo>
                  <a:pt x="76766" y="33452"/>
                  <a:pt x="96948" y="25150"/>
                  <a:pt x="120701" y="25150"/>
                </a:cubicBezTo>
                <a:cubicBezTo>
                  <a:pt x="140232" y="25150"/>
                  <a:pt x="157701" y="30987"/>
                  <a:pt x="173107" y="42670"/>
                </a:cubicBezTo>
                <a:cubicBezTo>
                  <a:pt x="188513" y="54359"/>
                  <a:pt x="198513" y="69502"/>
                  <a:pt x="203107" y="88112"/>
                </a:cubicBezTo>
                <a:lnTo>
                  <a:pt x="215425" y="136919"/>
                </a:lnTo>
                <a:cubicBezTo>
                  <a:pt x="216011" y="139201"/>
                  <a:pt x="215601" y="141264"/>
                  <a:pt x="214196" y="143107"/>
                </a:cubicBezTo>
                <a:cubicBezTo>
                  <a:pt x="212785" y="144936"/>
                  <a:pt x="210861" y="145850"/>
                  <a:pt x="208410" y="145850"/>
                </a:cubicBezTo>
                <a:lnTo>
                  <a:pt x="186084" y="145850"/>
                </a:lnTo>
                <a:lnTo>
                  <a:pt x="186084" y="181629"/>
                </a:lnTo>
                <a:cubicBezTo>
                  <a:pt x="186084" y="185572"/>
                  <a:pt x="184650" y="188974"/>
                  <a:pt x="181783" y="191841"/>
                </a:cubicBezTo>
                <a:cubicBezTo>
                  <a:pt x="178915" y="194709"/>
                  <a:pt x="175514" y="196142"/>
                  <a:pt x="171571" y="196142"/>
                </a:cubicBezTo>
                <a:lnTo>
                  <a:pt x="145850" y="196142"/>
                </a:lnTo>
                <a:lnTo>
                  <a:pt x="145850" y="210546"/>
                </a:lnTo>
                <a:cubicBezTo>
                  <a:pt x="145850" y="212155"/>
                  <a:pt x="145295" y="213516"/>
                  <a:pt x="144190" y="214621"/>
                </a:cubicBezTo>
                <a:cubicBezTo>
                  <a:pt x="143078" y="215711"/>
                  <a:pt x="141717" y="216259"/>
                  <a:pt x="140086" y="216259"/>
                </a:cubicBezTo>
                <a:cubicBezTo>
                  <a:pt x="138462" y="216259"/>
                  <a:pt x="137116" y="215711"/>
                  <a:pt x="136041" y="214621"/>
                </a:cubicBezTo>
                <a:cubicBezTo>
                  <a:pt x="134965" y="213531"/>
                  <a:pt x="134431" y="212170"/>
                  <a:pt x="134431" y="210546"/>
                </a:cubicBezTo>
                <a:lnTo>
                  <a:pt x="134431" y="192017"/>
                </a:lnTo>
                <a:cubicBezTo>
                  <a:pt x="134431" y="189917"/>
                  <a:pt x="135126" y="188176"/>
                  <a:pt x="136516" y="186786"/>
                </a:cubicBezTo>
                <a:cubicBezTo>
                  <a:pt x="137906" y="185396"/>
                  <a:pt x="139633" y="184694"/>
                  <a:pt x="141695" y="184694"/>
                </a:cubicBezTo>
                <a:lnTo>
                  <a:pt x="171571" y="184694"/>
                </a:lnTo>
                <a:cubicBezTo>
                  <a:pt x="172478" y="184694"/>
                  <a:pt x="173217" y="184402"/>
                  <a:pt x="173787" y="183816"/>
                </a:cubicBezTo>
                <a:cubicBezTo>
                  <a:pt x="174350" y="183231"/>
                  <a:pt x="174650" y="182492"/>
                  <a:pt x="174665" y="181607"/>
                </a:cubicBezTo>
                <a:lnTo>
                  <a:pt x="174665" y="141673"/>
                </a:lnTo>
                <a:cubicBezTo>
                  <a:pt x="174665" y="139611"/>
                  <a:pt x="175360" y="137884"/>
                  <a:pt x="176750" y="136494"/>
                </a:cubicBezTo>
                <a:cubicBezTo>
                  <a:pt x="178140" y="135104"/>
                  <a:pt x="179866" y="134402"/>
                  <a:pt x="181929" y="134402"/>
                </a:cubicBezTo>
                <a:lnTo>
                  <a:pt x="202953" y="134402"/>
                </a:lnTo>
                <a:lnTo>
                  <a:pt x="192119" y="90804"/>
                </a:lnTo>
                <a:cubicBezTo>
                  <a:pt x="188162" y="74739"/>
                  <a:pt x="179486" y="61682"/>
                  <a:pt x="166092" y="51623"/>
                </a:cubicBezTo>
                <a:cubicBezTo>
                  <a:pt x="152712" y="41565"/>
                  <a:pt x="137584" y="36539"/>
                  <a:pt x="120701" y="36539"/>
                </a:cubicBezTo>
                <a:cubicBezTo>
                  <a:pt x="100116" y="36539"/>
                  <a:pt x="82618" y="43664"/>
                  <a:pt x="68222" y="57914"/>
                </a:cubicBezTo>
                <a:cubicBezTo>
                  <a:pt x="53818" y="72157"/>
                  <a:pt x="46620" y="89553"/>
                  <a:pt x="46620" y="110086"/>
                </a:cubicBezTo>
                <a:cubicBezTo>
                  <a:pt x="46620" y="120737"/>
                  <a:pt x="48792" y="130818"/>
                  <a:pt x="53130" y="140342"/>
                </a:cubicBezTo>
                <a:cubicBezTo>
                  <a:pt x="57476" y="149845"/>
                  <a:pt x="63606" y="158279"/>
                  <a:pt x="71513" y="165638"/>
                </a:cubicBezTo>
                <a:lnTo>
                  <a:pt x="76773" y="170642"/>
                </a:lnTo>
                <a:lnTo>
                  <a:pt x="76773" y="210524"/>
                </a:lnTo>
                <a:cubicBezTo>
                  <a:pt x="76773" y="212133"/>
                  <a:pt x="76217" y="213487"/>
                  <a:pt x="75112" y="214599"/>
                </a:cubicBezTo>
                <a:cubicBezTo>
                  <a:pt x="74008" y="215689"/>
                  <a:pt x="72640" y="216230"/>
                  <a:pt x="71009" y="216230"/>
                </a:cubicBezTo>
                <a:cubicBezTo>
                  <a:pt x="69385" y="216230"/>
                  <a:pt x="68039" y="215689"/>
                  <a:pt x="66963" y="214599"/>
                </a:cubicBezTo>
                <a:cubicBezTo>
                  <a:pt x="65888" y="213509"/>
                  <a:pt x="65354" y="212148"/>
                  <a:pt x="65354" y="210524"/>
                </a:cubicBezTo>
                <a:lnTo>
                  <a:pt x="65354" y="175696"/>
                </a:lnTo>
                <a:close/>
                <a:moveTo>
                  <a:pt x="124775" y="12640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70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4886" y="119194"/>
                </a:moveTo>
                <a:cubicBezTo>
                  <a:pt x="78156" y="112771"/>
                  <a:pt x="81674" y="106465"/>
                  <a:pt x="85449" y="100284"/>
                </a:cubicBezTo>
                <a:cubicBezTo>
                  <a:pt x="89216" y="94095"/>
                  <a:pt x="93247" y="88163"/>
                  <a:pt x="97541" y="82479"/>
                </a:cubicBezTo>
                <a:lnTo>
                  <a:pt x="78631" y="78660"/>
                </a:lnTo>
                <a:cubicBezTo>
                  <a:pt x="78112" y="78521"/>
                  <a:pt x="77607" y="78536"/>
                  <a:pt x="77124" y="78704"/>
                </a:cubicBezTo>
                <a:cubicBezTo>
                  <a:pt x="76634" y="78872"/>
                  <a:pt x="76202" y="79150"/>
                  <a:pt x="75815" y="79538"/>
                </a:cubicBezTo>
                <a:lnTo>
                  <a:pt x="48405" y="106846"/>
                </a:lnTo>
                <a:cubicBezTo>
                  <a:pt x="48222" y="107029"/>
                  <a:pt x="48156" y="107270"/>
                  <a:pt x="48207" y="107577"/>
                </a:cubicBezTo>
                <a:cubicBezTo>
                  <a:pt x="48273" y="107863"/>
                  <a:pt x="48434" y="108038"/>
                  <a:pt x="48683" y="108104"/>
                </a:cubicBezTo>
                <a:lnTo>
                  <a:pt x="74886" y="119194"/>
                </a:lnTo>
                <a:close/>
                <a:moveTo>
                  <a:pt x="199156" y="40256"/>
                </a:moveTo>
                <a:cubicBezTo>
                  <a:pt x="181673" y="41346"/>
                  <a:pt x="166494" y="44908"/>
                  <a:pt x="153619" y="50943"/>
                </a:cubicBezTo>
                <a:cubicBezTo>
                  <a:pt x="140744" y="56978"/>
                  <a:pt x="128184" y="66115"/>
                  <a:pt x="115946" y="78353"/>
                </a:cubicBezTo>
                <a:cubicBezTo>
                  <a:pt x="110050" y="84256"/>
                  <a:pt x="104329" y="91352"/>
                  <a:pt x="98799" y="99655"/>
                </a:cubicBezTo>
                <a:cubicBezTo>
                  <a:pt x="93269" y="107936"/>
                  <a:pt x="88353" y="116758"/>
                  <a:pt x="84066" y="126136"/>
                </a:cubicBezTo>
                <a:lnTo>
                  <a:pt x="116048" y="158220"/>
                </a:lnTo>
                <a:cubicBezTo>
                  <a:pt x="125419" y="153861"/>
                  <a:pt x="134263" y="148916"/>
                  <a:pt x="142581" y="143385"/>
                </a:cubicBezTo>
                <a:cubicBezTo>
                  <a:pt x="150891" y="137848"/>
                  <a:pt x="158001" y="132134"/>
                  <a:pt x="163904" y="126231"/>
                </a:cubicBezTo>
                <a:cubicBezTo>
                  <a:pt x="176143" y="113993"/>
                  <a:pt x="185272" y="101484"/>
                  <a:pt x="191314" y="88689"/>
                </a:cubicBezTo>
                <a:cubicBezTo>
                  <a:pt x="197349" y="75903"/>
                  <a:pt x="200905" y="60760"/>
                  <a:pt x="201995" y="43277"/>
                </a:cubicBezTo>
                <a:cubicBezTo>
                  <a:pt x="201995" y="42911"/>
                  <a:pt x="201951" y="42516"/>
                  <a:pt x="201848" y="42092"/>
                </a:cubicBezTo>
                <a:cubicBezTo>
                  <a:pt x="201746" y="41689"/>
                  <a:pt x="201563" y="41324"/>
                  <a:pt x="201292" y="40987"/>
                </a:cubicBezTo>
                <a:cubicBezTo>
                  <a:pt x="201029" y="40716"/>
                  <a:pt x="200714" y="40534"/>
                  <a:pt x="200363" y="40431"/>
                </a:cubicBezTo>
                <a:cubicBezTo>
                  <a:pt x="200012" y="40336"/>
                  <a:pt x="199617" y="40285"/>
                  <a:pt x="199178" y="40285"/>
                </a:cubicBezTo>
                <a:close/>
                <a:moveTo>
                  <a:pt x="136948" y="89875"/>
                </a:moveTo>
                <a:cubicBezTo>
                  <a:pt x="136948" y="85478"/>
                  <a:pt x="138462" y="81769"/>
                  <a:pt x="141498" y="78733"/>
                </a:cubicBezTo>
                <a:cubicBezTo>
                  <a:pt x="144534" y="75698"/>
                  <a:pt x="148243" y="74183"/>
                  <a:pt x="152639" y="74183"/>
                </a:cubicBezTo>
                <a:cubicBezTo>
                  <a:pt x="157028" y="74183"/>
                  <a:pt x="160744" y="75698"/>
                  <a:pt x="163773" y="78733"/>
                </a:cubicBezTo>
                <a:cubicBezTo>
                  <a:pt x="166809" y="81769"/>
                  <a:pt x="168330" y="85478"/>
                  <a:pt x="168330" y="89875"/>
                </a:cubicBezTo>
                <a:cubicBezTo>
                  <a:pt x="168330" y="94264"/>
                  <a:pt x="166809" y="97958"/>
                  <a:pt x="163773" y="100964"/>
                </a:cubicBezTo>
                <a:cubicBezTo>
                  <a:pt x="160744" y="103964"/>
                  <a:pt x="157028" y="105463"/>
                  <a:pt x="152639" y="105463"/>
                </a:cubicBezTo>
                <a:cubicBezTo>
                  <a:pt x="148243" y="105463"/>
                  <a:pt x="144534" y="103964"/>
                  <a:pt x="141498" y="100964"/>
                </a:cubicBezTo>
                <a:cubicBezTo>
                  <a:pt x="138462" y="97958"/>
                  <a:pt x="136948" y="94264"/>
                  <a:pt x="136948" y="89875"/>
                </a:cubicBezTo>
                <a:close/>
                <a:moveTo>
                  <a:pt x="122961" y="167525"/>
                </a:moveTo>
                <a:lnTo>
                  <a:pt x="134080" y="193546"/>
                </a:lnTo>
                <a:cubicBezTo>
                  <a:pt x="134146" y="193802"/>
                  <a:pt x="134322" y="193941"/>
                  <a:pt x="134607" y="193977"/>
                </a:cubicBezTo>
                <a:cubicBezTo>
                  <a:pt x="134892" y="194006"/>
                  <a:pt x="135134" y="193926"/>
                  <a:pt x="135339" y="193728"/>
                </a:cubicBezTo>
                <a:lnTo>
                  <a:pt x="162646" y="166516"/>
                </a:lnTo>
                <a:cubicBezTo>
                  <a:pt x="163027" y="166128"/>
                  <a:pt x="163305" y="165682"/>
                  <a:pt x="163473" y="165155"/>
                </a:cubicBezTo>
                <a:cubicBezTo>
                  <a:pt x="163641" y="164636"/>
                  <a:pt x="163656" y="164153"/>
                  <a:pt x="163524" y="163700"/>
                </a:cubicBezTo>
                <a:lnTo>
                  <a:pt x="159852" y="144717"/>
                </a:lnTo>
                <a:cubicBezTo>
                  <a:pt x="154168" y="149025"/>
                  <a:pt x="148221" y="153100"/>
                  <a:pt x="142003" y="156933"/>
                </a:cubicBezTo>
                <a:cubicBezTo>
                  <a:pt x="135799" y="160773"/>
                  <a:pt x="129450" y="164307"/>
                  <a:pt x="122961" y="167525"/>
                </a:cubicBezTo>
                <a:close/>
                <a:moveTo>
                  <a:pt x="213662" y="36057"/>
                </a:moveTo>
                <a:cubicBezTo>
                  <a:pt x="213648" y="55471"/>
                  <a:pt x="210253" y="73167"/>
                  <a:pt x="203480" y="89143"/>
                </a:cubicBezTo>
                <a:cubicBezTo>
                  <a:pt x="196706" y="105119"/>
                  <a:pt x="186318" y="120145"/>
                  <a:pt x="172302" y="134227"/>
                </a:cubicBezTo>
                <a:cubicBezTo>
                  <a:pt x="171878" y="134585"/>
                  <a:pt x="171454" y="134951"/>
                  <a:pt x="171015" y="135339"/>
                </a:cubicBezTo>
                <a:cubicBezTo>
                  <a:pt x="170598" y="135704"/>
                  <a:pt x="170173" y="136070"/>
                  <a:pt x="169735" y="136443"/>
                </a:cubicBezTo>
                <a:lnTo>
                  <a:pt x="174687" y="161388"/>
                </a:lnTo>
                <a:cubicBezTo>
                  <a:pt x="175192" y="163831"/>
                  <a:pt x="175089" y="166179"/>
                  <a:pt x="174387" y="168425"/>
                </a:cubicBezTo>
                <a:cubicBezTo>
                  <a:pt x="173685" y="170671"/>
                  <a:pt x="172478" y="172653"/>
                  <a:pt x="170766" y="174365"/>
                </a:cubicBezTo>
                <a:lnTo>
                  <a:pt x="138206" y="207027"/>
                </a:lnTo>
                <a:cubicBezTo>
                  <a:pt x="136355" y="208805"/>
                  <a:pt x="134190" y="209441"/>
                  <a:pt x="131688" y="208937"/>
                </a:cubicBezTo>
                <a:cubicBezTo>
                  <a:pt x="129194" y="208432"/>
                  <a:pt x="127475" y="206962"/>
                  <a:pt x="126538" y="204511"/>
                </a:cubicBezTo>
                <a:lnTo>
                  <a:pt x="111571" y="169764"/>
                </a:lnTo>
                <a:lnTo>
                  <a:pt x="72545" y="130584"/>
                </a:lnTo>
                <a:lnTo>
                  <a:pt x="37644" y="115770"/>
                </a:lnTo>
                <a:cubicBezTo>
                  <a:pt x="35193" y="114768"/>
                  <a:pt x="33782" y="112991"/>
                  <a:pt x="33394" y="110445"/>
                </a:cubicBezTo>
                <a:cubicBezTo>
                  <a:pt x="33006" y="107892"/>
                  <a:pt x="33701" y="105734"/>
                  <a:pt x="35479" y="103956"/>
                </a:cubicBezTo>
                <a:lnTo>
                  <a:pt x="67870" y="71462"/>
                </a:lnTo>
                <a:cubicBezTo>
                  <a:pt x="69582" y="69758"/>
                  <a:pt x="71579" y="68536"/>
                  <a:pt x="73876" y="67819"/>
                </a:cubicBezTo>
                <a:cubicBezTo>
                  <a:pt x="76159" y="67095"/>
                  <a:pt x="78499" y="66993"/>
                  <a:pt x="80891" y="67490"/>
                </a:cubicBezTo>
                <a:lnTo>
                  <a:pt x="105836" y="72420"/>
                </a:lnTo>
                <a:cubicBezTo>
                  <a:pt x="106195" y="72069"/>
                  <a:pt x="106568" y="71696"/>
                  <a:pt x="106970" y="71316"/>
                </a:cubicBezTo>
                <a:cubicBezTo>
                  <a:pt x="107358" y="70943"/>
                  <a:pt x="107768" y="70577"/>
                  <a:pt x="108206" y="70211"/>
                </a:cubicBezTo>
                <a:cubicBezTo>
                  <a:pt x="122215" y="56130"/>
                  <a:pt x="137189" y="45683"/>
                  <a:pt x="153114" y="38873"/>
                </a:cubicBezTo>
                <a:cubicBezTo>
                  <a:pt x="169040" y="32070"/>
                  <a:pt x="186706" y="28690"/>
                  <a:pt x="206120" y="28741"/>
                </a:cubicBezTo>
                <a:cubicBezTo>
                  <a:pt x="207130" y="28676"/>
                  <a:pt x="208074" y="28837"/>
                  <a:pt x="208966" y="29217"/>
                </a:cubicBezTo>
                <a:cubicBezTo>
                  <a:pt x="209851" y="29605"/>
                  <a:pt x="210685" y="30197"/>
                  <a:pt x="211453" y="31002"/>
                </a:cubicBezTo>
                <a:cubicBezTo>
                  <a:pt x="212221" y="31806"/>
                  <a:pt x="212785" y="32597"/>
                  <a:pt x="213136" y="33372"/>
                </a:cubicBezTo>
                <a:cubicBezTo>
                  <a:pt x="213487" y="34140"/>
                  <a:pt x="213662" y="35025"/>
                  <a:pt x="213662" y="36035"/>
                </a:cubicBezTo>
                <a:close/>
                <a:moveTo>
                  <a:pt x="44059" y="160934"/>
                </a:moveTo>
                <a:cubicBezTo>
                  <a:pt x="48953" y="155975"/>
                  <a:pt x="54908" y="153480"/>
                  <a:pt x="61938" y="153466"/>
                </a:cubicBezTo>
                <a:cubicBezTo>
                  <a:pt x="68960" y="153451"/>
                  <a:pt x="74952" y="155923"/>
                  <a:pt x="79911" y="160883"/>
                </a:cubicBezTo>
                <a:cubicBezTo>
                  <a:pt x="84812" y="165777"/>
                  <a:pt x="87234" y="171739"/>
                  <a:pt x="87183" y="178762"/>
                </a:cubicBezTo>
                <a:cubicBezTo>
                  <a:pt x="87131" y="185770"/>
                  <a:pt x="84659" y="191761"/>
                  <a:pt x="79765" y="196742"/>
                </a:cubicBezTo>
                <a:cubicBezTo>
                  <a:pt x="73042" y="203399"/>
                  <a:pt x="65047" y="207503"/>
                  <a:pt x="55771" y="209061"/>
                </a:cubicBezTo>
                <a:cubicBezTo>
                  <a:pt x="46503" y="210627"/>
                  <a:pt x="37176" y="211965"/>
                  <a:pt x="27783" y="213084"/>
                </a:cubicBezTo>
                <a:cubicBezTo>
                  <a:pt x="28910" y="203633"/>
                  <a:pt x="30226" y="194248"/>
                  <a:pt x="31733" y="184921"/>
                </a:cubicBezTo>
                <a:cubicBezTo>
                  <a:pt x="33240" y="175601"/>
                  <a:pt x="37359" y="167613"/>
                  <a:pt x="44081" y="160956"/>
                </a:cubicBezTo>
                <a:close/>
                <a:moveTo>
                  <a:pt x="52004" y="169230"/>
                </a:moveTo>
                <a:cubicBezTo>
                  <a:pt x="48229" y="173209"/>
                  <a:pt x="45757" y="177833"/>
                  <a:pt x="44586" y="183114"/>
                </a:cubicBezTo>
                <a:cubicBezTo>
                  <a:pt x="43408" y="188396"/>
                  <a:pt x="42384" y="193772"/>
                  <a:pt x="41514" y="199259"/>
                </a:cubicBezTo>
                <a:cubicBezTo>
                  <a:pt x="47000" y="198388"/>
                  <a:pt x="52362" y="197328"/>
                  <a:pt x="57607" y="196091"/>
                </a:cubicBezTo>
                <a:cubicBezTo>
                  <a:pt x="62860" y="194848"/>
                  <a:pt x="67497" y="192339"/>
                  <a:pt x="71543" y="188571"/>
                </a:cubicBezTo>
                <a:cubicBezTo>
                  <a:pt x="74505" y="185974"/>
                  <a:pt x="75990" y="182741"/>
                  <a:pt x="75990" y="178886"/>
                </a:cubicBezTo>
                <a:cubicBezTo>
                  <a:pt x="75990" y="175031"/>
                  <a:pt x="74608" y="171673"/>
                  <a:pt x="71843" y="168806"/>
                </a:cubicBezTo>
                <a:cubicBezTo>
                  <a:pt x="68975" y="166040"/>
                  <a:pt x="65617" y="164672"/>
                  <a:pt x="61762" y="164709"/>
                </a:cubicBezTo>
                <a:cubicBezTo>
                  <a:pt x="57900" y="164738"/>
                  <a:pt x="54645" y="166238"/>
                  <a:pt x="51974" y="16920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2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267" y="161790"/>
                </a:moveTo>
                <a:cubicBezTo>
                  <a:pt x="125587" y="161468"/>
                  <a:pt x="130167" y="159135"/>
                  <a:pt x="132998" y="154775"/>
                </a:cubicBezTo>
                <a:lnTo>
                  <a:pt x="175397" y="91052"/>
                </a:lnTo>
                <a:cubicBezTo>
                  <a:pt x="176567" y="89326"/>
                  <a:pt x="176457" y="87768"/>
                  <a:pt x="175067" y="86378"/>
                </a:cubicBezTo>
                <a:cubicBezTo>
                  <a:pt x="173677" y="84988"/>
                  <a:pt x="172075" y="84842"/>
                  <a:pt x="170261" y="85946"/>
                </a:cubicBezTo>
                <a:lnTo>
                  <a:pt x="107073" y="128645"/>
                </a:lnTo>
                <a:cubicBezTo>
                  <a:pt x="102749" y="131564"/>
                  <a:pt x="100416" y="136172"/>
                  <a:pt x="100079" y="142478"/>
                </a:cubicBezTo>
                <a:cubicBezTo>
                  <a:pt x="99743" y="148798"/>
                  <a:pt x="101279" y="153678"/>
                  <a:pt x="104681" y="157116"/>
                </a:cubicBezTo>
                <a:cubicBezTo>
                  <a:pt x="108089" y="160547"/>
                  <a:pt x="112947" y="162105"/>
                  <a:pt x="119267" y="161790"/>
                </a:cubicBezTo>
                <a:close/>
                <a:moveTo>
                  <a:pt x="120298" y="45413"/>
                </a:moveTo>
                <a:cubicBezTo>
                  <a:pt x="128045" y="45413"/>
                  <a:pt x="135821" y="46386"/>
                  <a:pt x="143634" y="48332"/>
                </a:cubicBezTo>
                <a:cubicBezTo>
                  <a:pt x="151447" y="50277"/>
                  <a:pt x="159113" y="53350"/>
                  <a:pt x="166640" y="57556"/>
                </a:cubicBezTo>
                <a:cubicBezTo>
                  <a:pt x="168103" y="58478"/>
                  <a:pt x="168974" y="59729"/>
                  <a:pt x="169259" y="61309"/>
                </a:cubicBezTo>
                <a:cubicBezTo>
                  <a:pt x="169544" y="62896"/>
                  <a:pt x="169193" y="64396"/>
                  <a:pt x="168198" y="65808"/>
                </a:cubicBezTo>
                <a:cubicBezTo>
                  <a:pt x="167211" y="67212"/>
                  <a:pt x="166040" y="68017"/>
                  <a:pt x="164680" y="68222"/>
                </a:cubicBezTo>
                <a:cubicBezTo>
                  <a:pt x="163326" y="68404"/>
                  <a:pt x="161863" y="68061"/>
                  <a:pt x="160305" y="67190"/>
                </a:cubicBezTo>
                <a:cubicBezTo>
                  <a:pt x="153634" y="63635"/>
                  <a:pt x="146809" y="61023"/>
                  <a:pt x="139837" y="59348"/>
                </a:cubicBezTo>
                <a:cubicBezTo>
                  <a:pt x="132881" y="57666"/>
                  <a:pt x="126355" y="56832"/>
                  <a:pt x="120277" y="56832"/>
                </a:cubicBezTo>
                <a:cubicBezTo>
                  <a:pt x="97073" y="56832"/>
                  <a:pt x="77314" y="65076"/>
                  <a:pt x="61001" y="81572"/>
                </a:cubicBezTo>
                <a:cubicBezTo>
                  <a:pt x="44696" y="98068"/>
                  <a:pt x="36539" y="118053"/>
                  <a:pt x="36539" y="141520"/>
                </a:cubicBezTo>
                <a:cubicBezTo>
                  <a:pt x="36539" y="148930"/>
                  <a:pt x="37549" y="156384"/>
                  <a:pt x="39583" y="163875"/>
                </a:cubicBezTo>
                <a:cubicBezTo>
                  <a:pt x="41609" y="171351"/>
                  <a:pt x="44528" y="178301"/>
                  <a:pt x="48332" y="184723"/>
                </a:cubicBezTo>
                <a:lnTo>
                  <a:pt x="192068" y="184723"/>
                </a:lnTo>
                <a:cubicBezTo>
                  <a:pt x="195821" y="178623"/>
                  <a:pt x="198739" y="171688"/>
                  <a:pt x="200817" y="163926"/>
                </a:cubicBezTo>
                <a:cubicBezTo>
                  <a:pt x="202894" y="156165"/>
                  <a:pt x="203933" y="148499"/>
                  <a:pt x="203933" y="140920"/>
                </a:cubicBezTo>
                <a:cubicBezTo>
                  <a:pt x="203933" y="134987"/>
                  <a:pt x="203165" y="128587"/>
                  <a:pt x="201622" y="121732"/>
                </a:cubicBezTo>
                <a:cubicBezTo>
                  <a:pt x="200078" y="114878"/>
                  <a:pt x="197584" y="108345"/>
                  <a:pt x="194123" y="102142"/>
                </a:cubicBezTo>
                <a:cubicBezTo>
                  <a:pt x="193202" y="100686"/>
                  <a:pt x="192829" y="99143"/>
                  <a:pt x="192997" y="97519"/>
                </a:cubicBezTo>
                <a:cubicBezTo>
                  <a:pt x="193143" y="95888"/>
                  <a:pt x="193963" y="94644"/>
                  <a:pt x="195433" y="93766"/>
                </a:cubicBezTo>
                <a:cubicBezTo>
                  <a:pt x="196794" y="92764"/>
                  <a:pt x="198271" y="92530"/>
                  <a:pt x="199859" y="93064"/>
                </a:cubicBezTo>
                <a:cubicBezTo>
                  <a:pt x="201453" y="93605"/>
                  <a:pt x="202660" y="94681"/>
                  <a:pt x="203480" y="96312"/>
                </a:cubicBezTo>
                <a:cubicBezTo>
                  <a:pt x="207408" y="103854"/>
                  <a:pt x="210297" y="111176"/>
                  <a:pt x="212155" y="118287"/>
                </a:cubicBezTo>
                <a:cubicBezTo>
                  <a:pt x="214035" y="125397"/>
                  <a:pt x="215111" y="132588"/>
                  <a:pt x="215374" y="139859"/>
                </a:cubicBezTo>
                <a:cubicBezTo>
                  <a:pt x="215579" y="149281"/>
                  <a:pt x="214606" y="158111"/>
                  <a:pt x="212455" y="166340"/>
                </a:cubicBezTo>
                <a:cubicBezTo>
                  <a:pt x="210312" y="174592"/>
                  <a:pt x="207071" y="182448"/>
                  <a:pt x="202726" y="189925"/>
                </a:cubicBezTo>
                <a:cubicBezTo>
                  <a:pt x="201234" y="192697"/>
                  <a:pt x="199632" y="194409"/>
                  <a:pt x="197927" y="195082"/>
                </a:cubicBezTo>
                <a:cubicBezTo>
                  <a:pt x="196216" y="195755"/>
                  <a:pt x="194036" y="196091"/>
                  <a:pt x="191388" y="196091"/>
                </a:cubicBezTo>
                <a:lnTo>
                  <a:pt x="49063" y="196091"/>
                </a:lnTo>
                <a:cubicBezTo>
                  <a:pt x="46912" y="196091"/>
                  <a:pt x="44791" y="195521"/>
                  <a:pt x="42699" y="194379"/>
                </a:cubicBezTo>
                <a:cubicBezTo>
                  <a:pt x="40621" y="193238"/>
                  <a:pt x="39034" y="191622"/>
                  <a:pt x="37944" y="189522"/>
                </a:cubicBezTo>
                <a:cubicBezTo>
                  <a:pt x="34103" y="182551"/>
                  <a:pt x="31016" y="175155"/>
                  <a:pt x="28668" y="167350"/>
                </a:cubicBezTo>
                <a:cubicBezTo>
                  <a:pt x="26320" y="159537"/>
                  <a:pt x="25150" y="150935"/>
                  <a:pt x="25150" y="141549"/>
                </a:cubicBezTo>
                <a:cubicBezTo>
                  <a:pt x="25150" y="128404"/>
                  <a:pt x="27637" y="115997"/>
                  <a:pt x="32611" y="104329"/>
                </a:cubicBezTo>
                <a:cubicBezTo>
                  <a:pt x="37593" y="92662"/>
                  <a:pt x="44374" y="82479"/>
                  <a:pt x="52955" y="73781"/>
                </a:cubicBezTo>
                <a:cubicBezTo>
                  <a:pt x="61521" y="65076"/>
                  <a:pt x="71616" y="58178"/>
                  <a:pt x="83232" y="53086"/>
                </a:cubicBezTo>
                <a:cubicBezTo>
                  <a:pt x="94834" y="47973"/>
                  <a:pt x="107190" y="45413"/>
                  <a:pt x="120298" y="45413"/>
                </a:cubicBezTo>
                <a:close/>
                <a:moveTo>
                  <a:pt x="118514" y="12313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4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0760" y="195360"/>
                </a:moveTo>
                <a:lnTo>
                  <a:pt x="166092" y="117029"/>
                </a:lnTo>
                <a:lnTo>
                  <a:pt x="122186" y="117029"/>
                </a:lnTo>
                <a:lnTo>
                  <a:pt x="130759" y="49085"/>
                </a:lnTo>
                <a:lnTo>
                  <a:pt x="71791" y="134431"/>
                </a:lnTo>
                <a:lnTo>
                  <a:pt x="109457" y="134431"/>
                </a:lnTo>
                <a:lnTo>
                  <a:pt x="100789" y="195360"/>
                </a:lnTo>
                <a:close/>
                <a:moveTo>
                  <a:pt x="96334" y="145850"/>
                </a:moveTo>
                <a:lnTo>
                  <a:pt x="62208" y="145850"/>
                </a:lnTo>
                <a:cubicBezTo>
                  <a:pt x="59648" y="145850"/>
                  <a:pt x="57746" y="144702"/>
                  <a:pt x="56503" y="142405"/>
                </a:cubicBezTo>
                <a:cubicBezTo>
                  <a:pt x="55281" y="140108"/>
                  <a:pt x="55457" y="137862"/>
                  <a:pt x="57029" y="135660"/>
                </a:cubicBezTo>
                <a:lnTo>
                  <a:pt x="130130" y="29875"/>
                </a:lnTo>
                <a:cubicBezTo>
                  <a:pt x="131220" y="28412"/>
                  <a:pt x="132573" y="27417"/>
                  <a:pt x="134183" y="26883"/>
                </a:cubicBezTo>
                <a:cubicBezTo>
                  <a:pt x="135807" y="26342"/>
                  <a:pt x="137431" y="26415"/>
                  <a:pt x="139055" y="27081"/>
                </a:cubicBezTo>
                <a:cubicBezTo>
                  <a:pt x="140686" y="27754"/>
                  <a:pt x="141966" y="28851"/>
                  <a:pt x="142902" y="30373"/>
                </a:cubicBezTo>
                <a:cubicBezTo>
                  <a:pt x="143861" y="31902"/>
                  <a:pt x="144197" y="33526"/>
                  <a:pt x="143912" y="35252"/>
                </a:cubicBezTo>
                <a:lnTo>
                  <a:pt x="135112" y="105617"/>
                </a:lnTo>
                <a:lnTo>
                  <a:pt x="176472" y="105617"/>
                </a:lnTo>
                <a:cubicBezTo>
                  <a:pt x="179274" y="105617"/>
                  <a:pt x="181241" y="106846"/>
                  <a:pt x="182383" y="109311"/>
                </a:cubicBezTo>
                <a:cubicBezTo>
                  <a:pt x="183524" y="111776"/>
                  <a:pt x="183224" y="114102"/>
                  <a:pt x="181475" y="116297"/>
                </a:cubicBezTo>
                <a:lnTo>
                  <a:pt x="100964" y="212909"/>
                </a:lnTo>
                <a:cubicBezTo>
                  <a:pt x="99874" y="214270"/>
                  <a:pt x="98477" y="215147"/>
                  <a:pt x="96787" y="215550"/>
                </a:cubicBezTo>
                <a:cubicBezTo>
                  <a:pt x="95076" y="215952"/>
                  <a:pt x="93474" y="215820"/>
                  <a:pt x="91981" y="215147"/>
                </a:cubicBezTo>
                <a:cubicBezTo>
                  <a:pt x="90489" y="214482"/>
                  <a:pt x="89333" y="213414"/>
                  <a:pt x="88514" y="211958"/>
                </a:cubicBezTo>
                <a:cubicBezTo>
                  <a:pt x="87673" y="210495"/>
                  <a:pt x="87365" y="208871"/>
                  <a:pt x="87585" y="207079"/>
                </a:cubicBezTo>
                <a:lnTo>
                  <a:pt x="96334" y="145850"/>
                </a:lnTo>
                <a:close/>
                <a:moveTo>
                  <a:pt x="118843" y="12225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6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9772" y="216259"/>
                </a:moveTo>
                <a:cubicBezTo>
                  <a:pt x="55815" y="216259"/>
                  <a:pt x="52413" y="214825"/>
                  <a:pt x="49560" y="211958"/>
                </a:cubicBezTo>
                <a:cubicBezTo>
                  <a:pt x="46715" y="209090"/>
                  <a:pt x="45281" y="205689"/>
                  <a:pt x="45266" y="201746"/>
                </a:cubicBezTo>
                <a:lnTo>
                  <a:pt x="45266" y="101140"/>
                </a:lnTo>
                <a:cubicBezTo>
                  <a:pt x="45266" y="97131"/>
                  <a:pt x="46693" y="93708"/>
                  <a:pt x="49560" y="90877"/>
                </a:cubicBezTo>
                <a:cubicBezTo>
                  <a:pt x="52428" y="88046"/>
                  <a:pt x="55830" y="86627"/>
                  <a:pt x="59772" y="86627"/>
                </a:cubicBezTo>
                <a:lnTo>
                  <a:pt x="77270" y="86627"/>
                </a:lnTo>
                <a:lnTo>
                  <a:pt x="77270" y="63547"/>
                </a:lnTo>
                <a:cubicBezTo>
                  <a:pt x="77270" y="51492"/>
                  <a:pt x="81499" y="41243"/>
                  <a:pt x="89948" y="32794"/>
                </a:cubicBezTo>
                <a:cubicBezTo>
                  <a:pt x="98411" y="24345"/>
                  <a:pt x="108675" y="20117"/>
                  <a:pt x="120723" y="20117"/>
                </a:cubicBezTo>
                <a:cubicBezTo>
                  <a:pt x="132793" y="20117"/>
                  <a:pt x="143049" y="24338"/>
                  <a:pt x="151483" y="32794"/>
                </a:cubicBezTo>
                <a:cubicBezTo>
                  <a:pt x="159910" y="41243"/>
                  <a:pt x="164131" y="51492"/>
                  <a:pt x="164131" y="63547"/>
                </a:cubicBezTo>
                <a:lnTo>
                  <a:pt x="164131" y="86627"/>
                </a:lnTo>
                <a:lnTo>
                  <a:pt x="181629" y="86627"/>
                </a:lnTo>
                <a:cubicBezTo>
                  <a:pt x="185587" y="86627"/>
                  <a:pt x="188988" y="88046"/>
                  <a:pt x="191841" y="90877"/>
                </a:cubicBezTo>
                <a:cubicBezTo>
                  <a:pt x="194687" y="93708"/>
                  <a:pt x="196121" y="97131"/>
                  <a:pt x="196142" y="101140"/>
                </a:cubicBezTo>
                <a:lnTo>
                  <a:pt x="196142" y="201746"/>
                </a:lnTo>
                <a:cubicBezTo>
                  <a:pt x="196142" y="205703"/>
                  <a:pt x="194709" y="209105"/>
                  <a:pt x="191841" y="211958"/>
                </a:cubicBezTo>
                <a:cubicBezTo>
                  <a:pt x="188974" y="214804"/>
                  <a:pt x="185572" y="216237"/>
                  <a:pt x="181629" y="216259"/>
                </a:cubicBezTo>
                <a:lnTo>
                  <a:pt x="59772" y="216259"/>
                </a:lnTo>
                <a:close/>
                <a:moveTo>
                  <a:pt x="59772" y="204840"/>
                </a:moveTo>
                <a:lnTo>
                  <a:pt x="181629" y="204840"/>
                </a:lnTo>
                <a:cubicBezTo>
                  <a:pt x="182536" y="204840"/>
                  <a:pt x="183275" y="204548"/>
                  <a:pt x="183846" y="203962"/>
                </a:cubicBezTo>
                <a:cubicBezTo>
                  <a:pt x="184409" y="203370"/>
                  <a:pt x="184709" y="202638"/>
                  <a:pt x="184723" y="201746"/>
                </a:cubicBezTo>
                <a:lnTo>
                  <a:pt x="184723" y="101140"/>
                </a:lnTo>
                <a:cubicBezTo>
                  <a:pt x="184723" y="100233"/>
                  <a:pt x="184431" y="99494"/>
                  <a:pt x="183846" y="98923"/>
                </a:cubicBezTo>
                <a:cubicBezTo>
                  <a:pt x="183253" y="98353"/>
                  <a:pt x="182522" y="98060"/>
                  <a:pt x="181629" y="98046"/>
                </a:cubicBezTo>
                <a:lnTo>
                  <a:pt x="59772" y="98046"/>
                </a:lnTo>
                <a:cubicBezTo>
                  <a:pt x="58865" y="98046"/>
                  <a:pt x="58127" y="98338"/>
                  <a:pt x="57556" y="98923"/>
                </a:cubicBezTo>
                <a:cubicBezTo>
                  <a:pt x="56993" y="99509"/>
                  <a:pt x="56693" y="100248"/>
                  <a:pt x="56678" y="101140"/>
                </a:cubicBezTo>
                <a:lnTo>
                  <a:pt x="56678" y="201746"/>
                </a:lnTo>
                <a:cubicBezTo>
                  <a:pt x="56678" y="202653"/>
                  <a:pt x="56971" y="203392"/>
                  <a:pt x="57556" y="203962"/>
                </a:cubicBezTo>
                <a:cubicBezTo>
                  <a:pt x="58149" y="204526"/>
                  <a:pt x="58880" y="204826"/>
                  <a:pt x="59772" y="204840"/>
                </a:cubicBezTo>
                <a:close/>
                <a:moveTo>
                  <a:pt x="132771" y="163575"/>
                </a:moveTo>
                <a:cubicBezTo>
                  <a:pt x="136092" y="160305"/>
                  <a:pt x="137753" y="156370"/>
                  <a:pt x="137753" y="151754"/>
                </a:cubicBezTo>
                <a:cubicBezTo>
                  <a:pt x="137753" y="147313"/>
                  <a:pt x="136070" y="143305"/>
                  <a:pt x="132720" y="139735"/>
                </a:cubicBezTo>
                <a:cubicBezTo>
                  <a:pt x="129369" y="136180"/>
                  <a:pt x="125346" y="134402"/>
                  <a:pt x="120650" y="134402"/>
                </a:cubicBezTo>
                <a:cubicBezTo>
                  <a:pt x="115953" y="134402"/>
                  <a:pt x="111952" y="136180"/>
                  <a:pt x="108631" y="139735"/>
                </a:cubicBezTo>
                <a:cubicBezTo>
                  <a:pt x="105310" y="143290"/>
                  <a:pt x="103649" y="147335"/>
                  <a:pt x="103649" y="151885"/>
                </a:cubicBezTo>
                <a:cubicBezTo>
                  <a:pt x="103649" y="156406"/>
                  <a:pt x="105332" y="160305"/>
                  <a:pt x="108682" y="163575"/>
                </a:cubicBezTo>
                <a:cubicBezTo>
                  <a:pt x="112032" y="166845"/>
                  <a:pt x="116056" y="168476"/>
                  <a:pt x="120752" y="168476"/>
                </a:cubicBezTo>
                <a:cubicBezTo>
                  <a:pt x="125448" y="168476"/>
                  <a:pt x="129450" y="166845"/>
                  <a:pt x="132771" y="163575"/>
                </a:cubicBezTo>
                <a:close/>
                <a:moveTo>
                  <a:pt x="88689" y="86627"/>
                </a:moveTo>
                <a:lnTo>
                  <a:pt x="152712" y="86627"/>
                </a:lnTo>
                <a:lnTo>
                  <a:pt x="152712" y="63547"/>
                </a:lnTo>
                <a:cubicBezTo>
                  <a:pt x="152712" y="54659"/>
                  <a:pt x="149603" y="47095"/>
                  <a:pt x="143385" y="40863"/>
                </a:cubicBezTo>
                <a:cubicBezTo>
                  <a:pt x="137160" y="34623"/>
                  <a:pt x="129611" y="31514"/>
                  <a:pt x="120723" y="31536"/>
                </a:cubicBezTo>
                <a:cubicBezTo>
                  <a:pt x="111842" y="31536"/>
                  <a:pt x="104278" y="34645"/>
                  <a:pt x="98046" y="40863"/>
                </a:cubicBezTo>
                <a:cubicBezTo>
                  <a:pt x="91806" y="47081"/>
                  <a:pt x="88689" y="54645"/>
                  <a:pt x="88689" y="63547"/>
                </a:cubicBezTo>
                <a:lnTo>
                  <a:pt x="88689" y="86627"/>
                </a:lnTo>
                <a:close/>
                <a:moveTo>
                  <a:pt x="56678" y="204840"/>
                </a:moveTo>
                <a:lnTo>
                  <a:pt x="56678" y="98016"/>
                </a:lnTo>
                <a:lnTo>
                  <a:pt x="56678" y="2048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8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4233"/>
                </a:moveTo>
                <a:cubicBezTo>
                  <a:pt x="138016" y="198556"/>
                  <a:pt x="152420" y="187993"/>
                  <a:pt x="163904" y="172551"/>
                </a:cubicBezTo>
                <a:cubicBezTo>
                  <a:pt x="175404" y="157116"/>
                  <a:pt x="182127" y="139830"/>
                  <a:pt x="184072" y="120701"/>
                </a:cubicBezTo>
                <a:lnTo>
                  <a:pt x="120701" y="120701"/>
                </a:lnTo>
                <a:lnTo>
                  <a:pt x="120701" y="37922"/>
                </a:lnTo>
                <a:lnTo>
                  <a:pt x="58719" y="60958"/>
                </a:lnTo>
                <a:cubicBezTo>
                  <a:pt x="58075" y="61206"/>
                  <a:pt x="57578" y="61594"/>
                  <a:pt x="57205" y="62113"/>
                </a:cubicBezTo>
                <a:cubicBezTo>
                  <a:pt x="56854" y="62633"/>
                  <a:pt x="56678" y="63211"/>
                  <a:pt x="56678" y="63847"/>
                </a:cubicBezTo>
                <a:lnTo>
                  <a:pt x="56678" y="110518"/>
                </a:lnTo>
                <a:cubicBezTo>
                  <a:pt x="56678" y="112391"/>
                  <a:pt x="56722" y="114044"/>
                  <a:pt x="56803" y="115470"/>
                </a:cubicBezTo>
                <a:cubicBezTo>
                  <a:pt x="56890" y="116897"/>
                  <a:pt x="57066" y="118638"/>
                  <a:pt x="57337" y="120701"/>
                </a:cubicBezTo>
                <a:lnTo>
                  <a:pt x="120701" y="120701"/>
                </a:lnTo>
                <a:lnTo>
                  <a:pt x="120701" y="204233"/>
                </a:lnTo>
                <a:close/>
                <a:moveTo>
                  <a:pt x="118265" y="214694"/>
                </a:moveTo>
                <a:cubicBezTo>
                  <a:pt x="117475" y="214526"/>
                  <a:pt x="116663" y="214277"/>
                  <a:pt x="115822" y="213940"/>
                </a:cubicBezTo>
                <a:cubicBezTo>
                  <a:pt x="94066" y="206201"/>
                  <a:pt x="76861" y="192704"/>
                  <a:pt x="64220" y="173458"/>
                </a:cubicBezTo>
                <a:cubicBezTo>
                  <a:pt x="51579" y="154226"/>
                  <a:pt x="45266" y="133195"/>
                  <a:pt x="45266" y="110364"/>
                </a:cubicBezTo>
                <a:lnTo>
                  <a:pt x="45266" y="63796"/>
                </a:lnTo>
                <a:cubicBezTo>
                  <a:pt x="45266" y="60745"/>
                  <a:pt x="46152" y="57951"/>
                  <a:pt x="47929" y="55420"/>
                </a:cubicBezTo>
                <a:cubicBezTo>
                  <a:pt x="49707" y="52889"/>
                  <a:pt x="51953" y="51075"/>
                  <a:pt x="54666" y="49963"/>
                </a:cubicBezTo>
                <a:lnTo>
                  <a:pt x="115595" y="27308"/>
                </a:lnTo>
                <a:cubicBezTo>
                  <a:pt x="117372" y="26635"/>
                  <a:pt x="119070" y="26305"/>
                  <a:pt x="120679" y="26305"/>
                </a:cubicBezTo>
                <a:cubicBezTo>
                  <a:pt x="122288" y="26305"/>
                  <a:pt x="123978" y="26635"/>
                  <a:pt x="125756" y="27308"/>
                </a:cubicBezTo>
                <a:lnTo>
                  <a:pt x="186684" y="49963"/>
                </a:lnTo>
                <a:cubicBezTo>
                  <a:pt x="189398" y="51075"/>
                  <a:pt x="191644" y="52889"/>
                  <a:pt x="193421" y="55420"/>
                </a:cubicBezTo>
                <a:cubicBezTo>
                  <a:pt x="195235" y="57951"/>
                  <a:pt x="196142" y="60745"/>
                  <a:pt x="196142" y="63796"/>
                </a:cubicBezTo>
                <a:lnTo>
                  <a:pt x="196142" y="110364"/>
                </a:lnTo>
                <a:cubicBezTo>
                  <a:pt x="196142" y="133195"/>
                  <a:pt x="189822" y="154226"/>
                  <a:pt x="177181" y="173458"/>
                </a:cubicBezTo>
                <a:cubicBezTo>
                  <a:pt x="164541" y="192704"/>
                  <a:pt x="147335" y="206201"/>
                  <a:pt x="125580" y="213940"/>
                </a:cubicBezTo>
                <a:cubicBezTo>
                  <a:pt x="124739" y="214277"/>
                  <a:pt x="123927" y="214526"/>
                  <a:pt x="123137" y="214694"/>
                </a:cubicBezTo>
                <a:cubicBezTo>
                  <a:pt x="122354" y="214862"/>
                  <a:pt x="121542" y="214950"/>
                  <a:pt x="120701" y="214950"/>
                </a:cubicBezTo>
                <a:cubicBezTo>
                  <a:pt x="119860" y="214950"/>
                  <a:pt x="119048" y="214862"/>
                  <a:pt x="118265" y="21469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0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291" y="134936"/>
                </a:moveTo>
                <a:lnTo>
                  <a:pt x="90050" y="114688"/>
                </a:lnTo>
                <a:cubicBezTo>
                  <a:pt x="88989" y="113568"/>
                  <a:pt x="87636" y="112991"/>
                  <a:pt x="85976" y="112954"/>
                </a:cubicBezTo>
                <a:cubicBezTo>
                  <a:pt x="84315" y="112925"/>
                  <a:pt x="82889" y="113503"/>
                  <a:pt x="81696" y="114688"/>
                </a:cubicBezTo>
                <a:cubicBezTo>
                  <a:pt x="80511" y="115814"/>
                  <a:pt x="79911" y="117182"/>
                  <a:pt x="79911" y="118792"/>
                </a:cubicBezTo>
                <a:cubicBezTo>
                  <a:pt x="79911" y="120401"/>
                  <a:pt x="80511" y="121827"/>
                  <a:pt x="81696" y="123064"/>
                </a:cubicBezTo>
                <a:lnTo>
                  <a:pt x="104761" y="146172"/>
                </a:lnTo>
                <a:cubicBezTo>
                  <a:pt x="106202" y="147679"/>
                  <a:pt x="107877" y="148440"/>
                  <a:pt x="109787" y="148440"/>
                </a:cubicBezTo>
                <a:cubicBezTo>
                  <a:pt x="111696" y="148440"/>
                  <a:pt x="113378" y="147679"/>
                  <a:pt x="114819" y="146172"/>
                </a:cubicBezTo>
                <a:lnTo>
                  <a:pt x="159449" y="101615"/>
                </a:lnTo>
                <a:cubicBezTo>
                  <a:pt x="160576" y="100474"/>
                  <a:pt x="161154" y="99106"/>
                  <a:pt x="161183" y="97519"/>
                </a:cubicBezTo>
                <a:cubicBezTo>
                  <a:pt x="161220" y="95910"/>
                  <a:pt x="160686" y="94593"/>
                  <a:pt x="159574" y="93569"/>
                </a:cubicBezTo>
                <a:cubicBezTo>
                  <a:pt x="158469" y="92545"/>
                  <a:pt x="157101" y="92062"/>
                  <a:pt x="155477" y="92113"/>
                </a:cubicBezTo>
                <a:cubicBezTo>
                  <a:pt x="153853" y="92157"/>
                  <a:pt x="152529" y="92698"/>
                  <a:pt x="151505" y="93722"/>
                </a:cubicBezTo>
                <a:lnTo>
                  <a:pt x="110291" y="134936"/>
                </a:lnTo>
                <a:close/>
                <a:moveTo>
                  <a:pt x="118162" y="214694"/>
                </a:moveTo>
                <a:cubicBezTo>
                  <a:pt x="117358" y="214526"/>
                  <a:pt x="116575" y="214277"/>
                  <a:pt x="115822" y="213940"/>
                </a:cubicBezTo>
                <a:cubicBezTo>
                  <a:pt x="94066" y="206201"/>
                  <a:pt x="76861" y="192704"/>
                  <a:pt x="64220" y="173458"/>
                </a:cubicBezTo>
                <a:cubicBezTo>
                  <a:pt x="51579" y="154226"/>
                  <a:pt x="45266" y="133188"/>
                  <a:pt x="45266" y="110342"/>
                </a:cubicBezTo>
                <a:lnTo>
                  <a:pt x="45266" y="63796"/>
                </a:lnTo>
                <a:cubicBezTo>
                  <a:pt x="45266" y="60694"/>
                  <a:pt x="46144" y="57885"/>
                  <a:pt x="47900" y="55369"/>
                </a:cubicBezTo>
                <a:cubicBezTo>
                  <a:pt x="49663" y="52860"/>
                  <a:pt x="51923" y="51045"/>
                  <a:pt x="54696" y="49941"/>
                </a:cubicBezTo>
                <a:lnTo>
                  <a:pt x="115624" y="27286"/>
                </a:lnTo>
                <a:cubicBezTo>
                  <a:pt x="117402" y="26613"/>
                  <a:pt x="119091" y="26276"/>
                  <a:pt x="120701" y="26276"/>
                </a:cubicBezTo>
                <a:cubicBezTo>
                  <a:pt x="122310" y="26276"/>
                  <a:pt x="124000" y="26613"/>
                  <a:pt x="125778" y="27286"/>
                </a:cubicBezTo>
                <a:lnTo>
                  <a:pt x="186706" y="49941"/>
                </a:lnTo>
                <a:cubicBezTo>
                  <a:pt x="189478" y="51031"/>
                  <a:pt x="191739" y="52838"/>
                  <a:pt x="193502" y="55369"/>
                </a:cubicBezTo>
                <a:cubicBezTo>
                  <a:pt x="195257" y="57885"/>
                  <a:pt x="196142" y="60694"/>
                  <a:pt x="196142" y="63796"/>
                </a:cubicBezTo>
                <a:lnTo>
                  <a:pt x="196142" y="110342"/>
                </a:lnTo>
                <a:cubicBezTo>
                  <a:pt x="196142" y="133188"/>
                  <a:pt x="189822" y="154226"/>
                  <a:pt x="177181" y="173458"/>
                </a:cubicBezTo>
                <a:cubicBezTo>
                  <a:pt x="164541" y="192704"/>
                  <a:pt x="147335" y="206201"/>
                  <a:pt x="125580" y="213940"/>
                </a:cubicBezTo>
                <a:cubicBezTo>
                  <a:pt x="124805" y="214277"/>
                  <a:pt x="124029" y="214526"/>
                  <a:pt x="123239" y="214694"/>
                </a:cubicBezTo>
                <a:cubicBezTo>
                  <a:pt x="122435" y="214862"/>
                  <a:pt x="121586" y="214950"/>
                  <a:pt x="120701" y="214950"/>
                </a:cubicBezTo>
                <a:cubicBezTo>
                  <a:pt x="119816" y="214950"/>
                  <a:pt x="118967" y="214862"/>
                  <a:pt x="118162" y="214694"/>
                </a:cubicBezTo>
                <a:close/>
                <a:moveTo>
                  <a:pt x="120701" y="203984"/>
                </a:moveTo>
                <a:cubicBezTo>
                  <a:pt x="139457" y="197883"/>
                  <a:pt x="154826" y="186128"/>
                  <a:pt x="166794" y="168732"/>
                </a:cubicBezTo>
                <a:cubicBezTo>
                  <a:pt x="178747" y="151330"/>
                  <a:pt x="184723" y="131871"/>
                  <a:pt x="184723" y="110364"/>
                </a:cubicBezTo>
                <a:lnTo>
                  <a:pt x="184723" y="63693"/>
                </a:lnTo>
                <a:cubicBezTo>
                  <a:pt x="184723" y="63042"/>
                  <a:pt x="184548" y="62464"/>
                  <a:pt x="184197" y="61960"/>
                </a:cubicBezTo>
                <a:cubicBezTo>
                  <a:pt x="183846" y="61440"/>
                  <a:pt x="183341" y="61053"/>
                  <a:pt x="182682" y="60804"/>
                </a:cubicBezTo>
                <a:lnTo>
                  <a:pt x="121754" y="37893"/>
                </a:lnTo>
                <a:cubicBezTo>
                  <a:pt x="121440" y="37761"/>
                  <a:pt x="121089" y="37695"/>
                  <a:pt x="120701" y="37695"/>
                </a:cubicBezTo>
                <a:cubicBezTo>
                  <a:pt x="120313" y="37695"/>
                  <a:pt x="119962" y="37761"/>
                  <a:pt x="119647" y="37893"/>
                </a:cubicBezTo>
                <a:lnTo>
                  <a:pt x="58719" y="60804"/>
                </a:lnTo>
                <a:cubicBezTo>
                  <a:pt x="58075" y="61053"/>
                  <a:pt x="57578" y="61440"/>
                  <a:pt x="57205" y="61960"/>
                </a:cubicBezTo>
                <a:cubicBezTo>
                  <a:pt x="56854" y="62479"/>
                  <a:pt x="56678" y="63057"/>
                  <a:pt x="56678" y="63693"/>
                </a:cubicBezTo>
                <a:lnTo>
                  <a:pt x="56678" y="110364"/>
                </a:lnTo>
                <a:cubicBezTo>
                  <a:pt x="56678" y="131871"/>
                  <a:pt x="62655" y="151330"/>
                  <a:pt x="74608" y="168732"/>
                </a:cubicBezTo>
                <a:cubicBezTo>
                  <a:pt x="86575" y="186128"/>
                  <a:pt x="101945" y="197883"/>
                  <a:pt x="120701" y="203984"/>
                </a:cubicBezTo>
                <a:close/>
                <a:moveTo>
                  <a:pt x="120701" y="12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2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526" y="130606"/>
                </a:moveTo>
                <a:cubicBezTo>
                  <a:pt x="57775" y="127862"/>
                  <a:pt x="56400" y="124556"/>
                  <a:pt x="56400" y="120701"/>
                </a:cubicBezTo>
                <a:cubicBezTo>
                  <a:pt x="56400" y="116846"/>
                  <a:pt x="57768" y="113539"/>
                  <a:pt x="60504" y="110796"/>
                </a:cubicBezTo>
                <a:cubicBezTo>
                  <a:pt x="63247" y="108060"/>
                  <a:pt x="66554" y="106692"/>
                  <a:pt x="70409" y="106692"/>
                </a:cubicBezTo>
                <a:cubicBezTo>
                  <a:pt x="74264" y="106692"/>
                  <a:pt x="77570" y="108060"/>
                  <a:pt x="80314" y="110796"/>
                </a:cubicBezTo>
                <a:cubicBezTo>
                  <a:pt x="83049" y="113539"/>
                  <a:pt x="84417" y="116846"/>
                  <a:pt x="84417" y="120701"/>
                </a:cubicBezTo>
                <a:cubicBezTo>
                  <a:pt x="84417" y="124556"/>
                  <a:pt x="83049" y="127862"/>
                  <a:pt x="80314" y="130606"/>
                </a:cubicBezTo>
                <a:cubicBezTo>
                  <a:pt x="77570" y="133341"/>
                  <a:pt x="74264" y="134709"/>
                  <a:pt x="70409" y="134709"/>
                </a:cubicBezTo>
                <a:cubicBezTo>
                  <a:pt x="66554" y="134709"/>
                  <a:pt x="63247" y="133341"/>
                  <a:pt x="60504" y="130606"/>
                </a:cubicBezTo>
                <a:close/>
                <a:moveTo>
                  <a:pt x="70409" y="176026"/>
                </a:moveTo>
                <a:cubicBezTo>
                  <a:pt x="55069" y="176026"/>
                  <a:pt x="42011" y="170642"/>
                  <a:pt x="31229" y="159881"/>
                </a:cubicBezTo>
                <a:cubicBezTo>
                  <a:pt x="20453" y="149113"/>
                  <a:pt x="15069" y="136055"/>
                  <a:pt x="15091" y="120701"/>
                </a:cubicBezTo>
                <a:cubicBezTo>
                  <a:pt x="15091" y="105361"/>
                  <a:pt x="20468" y="92303"/>
                  <a:pt x="31229" y="81521"/>
                </a:cubicBezTo>
                <a:cubicBezTo>
                  <a:pt x="41997" y="70745"/>
                  <a:pt x="55054" y="65361"/>
                  <a:pt x="70409" y="65383"/>
                </a:cubicBezTo>
                <a:cubicBezTo>
                  <a:pt x="81777" y="65383"/>
                  <a:pt x="91806" y="68229"/>
                  <a:pt x="100511" y="73927"/>
                </a:cubicBezTo>
                <a:cubicBezTo>
                  <a:pt x="109209" y="79626"/>
                  <a:pt x="115770" y="87877"/>
                  <a:pt x="120196" y="98675"/>
                </a:cubicBezTo>
                <a:lnTo>
                  <a:pt x="208637" y="98675"/>
                </a:lnTo>
                <a:cubicBezTo>
                  <a:pt x="209573" y="98675"/>
                  <a:pt x="210444" y="98843"/>
                  <a:pt x="211248" y="99179"/>
                </a:cubicBezTo>
                <a:cubicBezTo>
                  <a:pt x="212053" y="99509"/>
                  <a:pt x="212843" y="100065"/>
                  <a:pt x="213618" y="100833"/>
                </a:cubicBezTo>
                <a:lnTo>
                  <a:pt x="230085" y="117307"/>
                </a:lnTo>
                <a:cubicBezTo>
                  <a:pt x="230860" y="118075"/>
                  <a:pt x="231409" y="118894"/>
                  <a:pt x="231746" y="119743"/>
                </a:cubicBezTo>
                <a:cubicBezTo>
                  <a:pt x="232082" y="120598"/>
                  <a:pt x="232250" y="121527"/>
                  <a:pt x="232250" y="122537"/>
                </a:cubicBezTo>
                <a:cubicBezTo>
                  <a:pt x="232250" y="123539"/>
                  <a:pt x="232053" y="124446"/>
                  <a:pt x="231672" y="125251"/>
                </a:cubicBezTo>
                <a:cubicBezTo>
                  <a:pt x="231285" y="126056"/>
                  <a:pt x="230707" y="126846"/>
                  <a:pt x="229939" y="127614"/>
                </a:cubicBezTo>
                <a:lnTo>
                  <a:pt x="203633" y="151885"/>
                </a:lnTo>
                <a:cubicBezTo>
                  <a:pt x="203026" y="152551"/>
                  <a:pt x="202324" y="153056"/>
                  <a:pt x="201519" y="153392"/>
                </a:cubicBezTo>
                <a:cubicBezTo>
                  <a:pt x="200714" y="153729"/>
                  <a:pt x="199895" y="153897"/>
                  <a:pt x="199054" y="153897"/>
                </a:cubicBezTo>
                <a:cubicBezTo>
                  <a:pt x="198220" y="153897"/>
                  <a:pt x="197437" y="153809"/>
                  <a:pt x="196720" y="153641"/>
                </a:cubicBezTo>
                <a:cubicBezTo>
                  <a:pt x="195996" y="153473"/>
                  <a:pt x="195250" y="153136"/>
                  <a:pt x="194482" y="152639"/>
                </a:cubicBezTo>
                <a:lnTo>
                  <a:pt x="178966" y="141322"/>
                </a:lnTo>
                <a:lnTo>
                  <a:pt x="162522" y="153166"/>
                </a:lnTo>
                <a:cubicBezTo>
                  <a:pt x="161849" y="153670"/>
                  <a:pt x="161154" y="153985"/>
                  <a:pt x="160430" y="154117"/>
                </a:cubicBezTo>
                <a:cubicBezTo>
                  <a:pt x="159713" y="154256"/>
                  <a:pt x="158967" y="154321"/>
                  <a:pt x="158191" y="154321"/>
                </a:cubicBezTo>
                <a:cubicBezTo>
                  <a:pt x="157423" y="154321"/>
                  <a:pt x="156677" y="154212"/>
                  <a:pt x="155953" y="153992"/>
                </a:cubicBezTo>
                <a:cubicBezTo>
                  <a:pt x="155236" y="153773"/>
                  <a:pt x="154570" y="153451"/>
                  <a:pt x="153970" y="153012"/>
                </a:cubicBezTo>
                <a:lnTo>
                  <a:pt x="140518" y="142705"/>
                </a:lnTo>
                <a:lnTo>
                  <a:pt x="120247" y="142705"/>
                </a:lnTo>
                <a:cubicBezTo>
                  <a:pt x="116509" y="152376"/>
                  <a:pt x="110335" y="160342"/>
                  <a:pt x="101718" y="166589"/>
                </a:cubicBezTo>
                <a:cubicBezTo>
                  <a:pt x="93064" y="172880"/>
                  <a:pt x="82632" y="176026"/>
                  <a:pt x="70409" y="176026"/>
                </a:cubicBezTo>
                <a:close/>
                <a:moveTo>
                  <a:pt x="70409" y="164607"/>
                </a:moveTo>
                <a:cubicBezTo>
                  <a:pt x="80270" y="164607"/>
                  <a:pt x="89128" y="161410"/>
                  <a:pt x="96985" y="155024"/>
                </a:cubicBezTo>
                <a:cubicBezTo>
                  <a:pt x="104849" y="148638"/>
                  <a:pt x="109889" y="140737"/>
                  <a:pt x="112098" y="131315"/>
                </a:cubicBezTo>
                <a:lnTo>
                  <a:pt x="144643" y="131315"/>
                </a:lnTo>
                <a:lnTo>
                  <a:pt x="158418" y="142047"/>
                </a:lnTo>
                <a:lnTo>
                  <a:pt x="158367" y="142047"/>
                </a:lnTo>
                <a:lnTo>
                  <a:pt x="158498" y="142047"/>
                </a:lnTo>
                <a:lnTo>
                  <a:pt x="158418" y="142047"/>
                </a:lnTo>
                <a:lnTo>
                  <a:pt x="179193" y="127263"/>
                </a:lnTo>
                <a:lnTo>
                  <a:pt x="198249" y="141695"/>
                </a:lnTo>
                <a:lnTo>
                  <a:pt x="198176" y="141695"/>
                </a:lnTo>
                <a:lnTo>
                  <a:pt x="198249" y="141695"/>
                </a:lnTo>
                <a:lnTo>
                  <a:pt x="198249" y="141644"/>
                </a:lnTo>
                <a:lnTo>
                  <a:pt x="198249" y="141695"/>
                </a:lnTo>
                <a:lnTo>
                  <a:pt x="218849" y="122135"/>
                </a:lnTo>
                <a:lnTo>
                  <a:pt x="218922" y="122259"/>
                </a:lnTo>
                <a:cubicBezTo>
                  <a:pt x="218973" y="122347"/>
                  <a:pt x="218944" y="122303"/>
                  <a:pt x="218849" y="122135"/>
                </a:cubicBezTo>
                <a:lnTo>
                  <a:pt x="218922" y="122135"/>
                </a:lnTo>
                <a:lnTo>
                  <a:pt x="218849" y="122135"/>
                </a:lnTo>
                <a:lnTo>
                  <a:pt x="206801" y="110086"/>
                </a:lnTo>
                <a:lnTo>
                  <a:pt x="112098" y="110086"/>
                </a:lnTo>
                <a:cubicBezTo>
                  <a:pt x="110160" y="101155"/>
                  <a:pt x="105302" y="93379"/>
                  <a:pt x="97541" y="86751"/>
                </a:cubicBezTo>
                <a:cubicBezTo>
                  <a:pt x="89779" y="80131"/>
                  <a:pt x="80738" y="76824"/>
                  <a:pt x="70409" y="76824"/>
                </a:cubicBezTo>
                <a:cubicBezTo>
                  <a:pt x="58222" y="76824"/>
                  <a:pt x="47856" y="81096"/>
                  <a:pt x="39305" y="89648"/>
                </a:cubicBezTo>
                <a:cubicBezTo>
                  <a:pt x="30753" y="98192"/>
                  <a:pt x="26481" y="108565"/>
                  <a:pt x="26481" y="120752"/>
                </a:cubicBezTo>
                <a:cubicBezTo>
                  <a:pt x="26481" y="132939"/>
                  <a:pt x="30753" y="143305"/>
                  <a:pt x="39305" y="151856"/>
                </a:cubicBezTo>
                <a:cubicBezTo>
                  <a:pt x="47856" y="160408"/>
                  <a:pt x="58222" y="164680"/>
                  <a:pt x="70409" y="16468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4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33" y="214774"/>
                </a:moveTo>
                <a:cubicBezTo>
                  <a:pt x="117263" y="214584"/>
                  <a:pt x="116443" y="214372"/>
                  <a:pt x="115675" y="214116"/>
                </a:cubicBezTo>
                <a:cubicBezTo>
                  <a:pt x="94015" y="206354"/>
                  <a:pt x="76861" y="192880"/>
                  <a:pt x="64220" y="173685"/>
                </a:cubicBezTo>
                <a:cubicBezTo>
                  <a:pt x="51579" y="154475"/>
                  <a:pt x="45266" y="133422"/>
                  <a:pt x="45266" y="110540"/>
                </a:cubicBezTo>
                <a:lnTo>
                  <a:pt x="45266" y="63949"/>
                </a:lnTo>
                <a:cubicBezTo>
                  <a:pt x="45266" y="60826"/>
                  <a:pt x="46137" y="58017"/>
                  <a:pt x="47878" y="55522"/>
                </a:cubicBezTo>
                <a:cubicBezTo>
                  <a:pt x="49619" y="53028"/>
                  <a:pt x="51887" y="51214"/>
                  <a:pt x="54666" y="50087"/>
                </a:cubicBezTo>
                <a:lnTo>
                  <a:pt x="115595" y="27432"/>
                </a:lnTo>
                <a:cubicBezTo>
                  <a:pt x="117409" y="26832"/>
                  <a:pt x="119099" y="26532"/>
                  <a:pt x="120679" y="26532"/>
                </a:cubicBezTo>
                <a:cubicBezTo>
                  <a:pt x="122252" y="26532"/>
                  <a:pt x="123941" y="26832"/>
                  <a:pt x="125756" y="27432"/>
                </a:cubicBezTo>
                <a:lnTo>
                  <a:pt x="186684" y="50087"/>
                </a:lnTo>
                <a:cubicBezTo>
                  <a:pt x="189464" y="51214"/>
                  <a:pt x="191731" y="53028"/>
                  <a:pt x="193472" y="55522"/>
                </a:cubicBezTo>
                <a:cubicBezTo>
                  <a:pt x="195250" y="58017"/>
                  <a:pt x="196142" y="60826"/>
                  <a:pt x="196142" y="63949"/>
                </a:cubicBezTo>
                <a:lnTo>
                  <a:pt x="196142" y="110518"/>
                </a:lnTo>
                <a:cubicBezTo>
                  <a:pt x="196142" y="121213"/>
                  <a:pt x="194840" y="131864"/>
                  <a:pt x="192243" y="142478"/>
                </a:cubicBezTo>
                <a:cubicBezTo>
                  <a:pt x="189639" y="153071"/>
                  <a:pt x="185177" y="163253"/>
                  <a:pt x="178842" y="173026"/>
                </a:cubicBezTo>
                <a:cubicBezTo>
                  <a:pt x="177562" y="174826"/>
                  <a:pt x="175887" y="175828"/>
                  <a:pt x="173809" y="176048"/>
                </a:cubicBezTo>
                <a:cubicBezTo>
                  <a:pt x="171717" y="176267"/>
                  <a:pt x="169881" y="175653"/>
                  <a:pt x="168301" y="174211"/>
                </a:cubicBezTo>
                <a:lnTo>
                  <a:pt x="140218" y="147057"/>
                </a:lnTo>
                <a:cubicBezTo>
                  <a:pt x="137277" y="148967"/>
                  <a:pt x="134161" y="150488"/>
                  <a:pt x="130862" y="151629"/>
                </a:cubicBezTo>
                <a:cubicBezTo>
                  <a:pt x="127541" y="152771"/>
                  <a:pt x="124154" y="153341"/>
                  <a:pt x="120701" y="153341"/>
                </a:cubicBezTo>
                <a:cubicBezTo>
                  <a:pt x="111484" y="153341"/>
                  <a:pt x="103642" y="150130"/>
                  <a:pt x="97190" y="143707"/>
                </a:cubicBezTo>
                <a:cubicBezTo>
                  <a:pt x="90738" y="137292"/>
                  <a:pt x="87512" y="129450"/>
                  <a:pt x="87512" y="120196"/>
                </a:cubicBezTo>
                <a:cubicBezTo>
                  <a:pt x="87512" y="110942"/>
                  <a:pt x="90730" y="103078"/>
                  <a:pt x="97168" y="96612"/>
                </a:cubicBezTo>
                <a:cubicBezTo>
                  <a:pt x="103605" y="90138"/>
                  <a:pt x="111447" y="86905"/>
                  <a:pt x="120701" y="86905"/>
                </a:cubicBezTo>
                <a:cubicBezTo>
                  <a:pt x="129955" y="86905"/>
                  <a:pt x="137811" y="90138"/>
                  <a:pt x="144263" y="96612"/>
                </a:cubicBezTo>
                <a:cubicBezTo>
                  <a:pt x="150715" y="103078"/>
                  <a:pt x="153941" y="110972"/>
                  <a:pt x="153941" y="120277"/>
                </a:cubicBezTo>
                <a:cubicBezTo>
                  <a:pt x="153941" y="123627"/>
                  <a:pt x="153444" y="126897"/>
                  <a:pt x="152434" y="130079"/>
                </a:cubicBezTo>
                <a:cubicBezTo>
                  <a:pt x="151432" y="133268"/>
                  <a:pt x="149962" y="136180"/>
                  <a:pt x="148038" y="138828"/>
                </a:cubicBezTo>
                <a:lnTo>
                  <a:pt x="171900" y="161988"/>
                </a:lnTo>
                <a:cubicBezTo>
                  <a:pt x="176055" y="154716"/>
                  <a:pt x="179230" y="146677"/>
                  <a:pt x="181432" y="137877"/>
                </a:cubicBezTo>
                <a:cubicBezTo>
                  <a:pt x="183641" y="129077"/>
                  <a:pt x="184745" y="119955"/>
                  <a:pt x="184745" y="110518"/>
                </a:cubicBezTo>
                <a:lnTo>
                  <a:pt x="184745" y="63320"/>
                </a:lnTo>
                <a:cubicBezTo>
                  <a:pt x="184745" y="62728"/>
                  <a:pt x="184570" y="62172"/>
                  <a:pt x="184219" y="61631"/>
                </a:cubicBezTo>
                <a:cubicBezTo>
                  <a:pt x="183868" y="61082"/>
                  <a:pt x="183363" y="60680"/>
                  <a:pt x="182712" y="60424"/>
                </a:cubicBezTo>
                <a:lnTo>
                  <a:pt x="121783" y="38295"/>
                </a:lnTo>
                <a:cubicBezTo>
                  <a:pt x="121462" y="38163"/>
                  <a:pt x="121110" y="38098"/>
                  <a:pt x="120723" y="38098"/>
                </a:cubicBezTo>
                <a:cubicBezTo>
                  <a:pt x="120342" y="38098"/>
                  <a:pt x="119991" y="38163"/>
                  <a:pt x="119669" y="38295"/>
                </a:cubicBezTo>
                <a:lnTo>
                  <a:pt x="58741" y="60424"/>
                </a:lnTo>
                <a:cubicBezTo>
                  <a:pt x="58105" y="60680"/>
                  <a:pt x="57600" y="61082"/>
                  <a:pt x="57234" y="61631"/>
                </a:cubicBezTo>
                <a:cubicBezTo>
                  <a:pt x="56883" y="62187"/>
                  <a:pt x="56707" y="62750"/>
                  <a:pt x="56707" y="63320"/>
                </a:cubicBezTo>
                <a:lnTo>
                  <a:pt x="56707" y="110518"/>
                </a:lnTo>
                <a:cubicBezTo>
                  <a:pt x="56707" y="132025"/>
                  <a:pt x="62684" y="151483"/>
                  <a:pt x="74637" y="168879"/>
                </a:cubicBezTo>
                <a:cubicBezTo>
                  <a:pt x="86583" y="186282"/>
                  <a:pt x="101945" y="198066"/>
                  <a:pt x="120701" y="204233"/>
                </a:cubicBezTo>
                <a:cubicBezTo>
                  <a:pt x="124622" y="203099"/>
                  <a:pt x="129033" y="201190"/>
                  <a:pt x="133927" y="198527"/>
                </a:cubicBezTo>
                <a:cubicBezTo>
                  <a:pt x="138821" y="195843"/>
                  <a:pt x="143349" y="192960"/>
                  <a:pt x="147504" y="189881"/>
                </a:cubicBezTo>
                <a:cubicBezTo>
                  <a:pt x="148798" y="188791"/>
                  <a:pt x="150210" y="188315"/>
                  <a:pt x="151754" y="188469"/>
                </a:cubicBezTo>
                <a:cubicBezTo>
                  <a:pt x="153297" y="188622"/>
                  <a:pt x="154577" y="189339"/>
                  <a:pt x="155602" y="190634"/>
                </a:cubicBezTo>
                <a:cubicBezTo>
                  <a:pt x="156589" y="191936"/>
                  <a:pt x="156962" y="193407"/>
                  <a:pt x="156714" y="195031"/>
                </a:cubicBezTo>
                <a:cubicBezTo>
                  <a:pt x="156457" y="196662"/>
                  <a:pt x="155646" y="197986"/>
                  <a:pt x="154270" y="199003"/>
                </a:cubicBezTo>
                <a:cubicBezTo>
                  <a:pt x="149859" y="202243"/>
                  <a:pt x="145302" y="205089"/>
                  <a:pt x="140591" y="207554"/>
                </a:cubicBezTo>
                <a:cubicBezTo>
                  <a:pt x="135894" y="210019"/>
                  <a:pt x="130979" y="212243"/>
                  <a:pt x="125829" y="214218"/>
                </a:cubicBezTo>
                <a:cubicBezTo>
                  <a:pt x="124958" y="214467"/>
                  <a:pt x="124095" y="214679"/>
                  <a:pt x="123239" y="214847"/>
                </a:cubicBezTo>
                <a:cubicBezTo>
                  <a:pt x="122369" y="215001"/>
                  <a:pt x="121513" y="215074"/>
                  <a:pt x="120679" y="215074"/>
                </a:cubicBezTo>
                <a:cubicBezTo>
                  <a:pt x="119838" y="215074"/>
                  <a:pt x="118982" y="214979"/>
                  <a:pt x="118111" y="214796"/>
                </a:cubicBezTo>
                <a:close/>
                <a:moveTo>
                  <a:pt x="136114" y="135660"/>
                </a:moveTo>
                <a:cubicBezTo>
                  <a:pt x="140371" y="131491"/>
                  <a:pt x="142500" y="126326"/>
                  <a:pt x="142500" y="120174"/>
                </a:cubicBezTo>
                <a:cubicBezTo>
                  <a:pt x="142500" y="114139"/>
                  <a:pt x="140357" y="108989"/>
                  <a:pt x="136063" y="104732"/>
                </a:cubicBezTo>
                <a:cubicBezTo>
                  <a:pt x="131776" y="100474"/>
                  <a:pt x="126633" y="98346"/>
                  <a:pt x="120650" y="98346"/>
                </a:cubicBezTo>
                <a:cubicBezTo>
                  <a:pt x="114680" y="98346"/>
                  <a:pt x="109560" y="100474"/>
                  <a:pt x="105288" y="104732"/>
                </a:cubicBezTo>
                <a:cubicBezTo>
                  <a:pt x="101008" y="108989"/>
                  <a:pt x="98880" y="114139"/>
                  <a:pt x="98902" y="120174"/>
                </a:cubicBezTo>
                <a:cubicBezTo>
                  <a:pt x="98902" y="126326"/>
                  <a:pt x="101045" y="131491"/>
                  <a:pt x="105339" y="135660"/>
                </a:cubicBezTo>
                <a:cubicBezTo>
                  <a:pt x="109626" y="139837"/>
                  <a:pt x="114768" y="141922"/>
                  <a:pt x="120752" y="141922"/>
                </a:cubicBezTo>
                <a:cubicBezTo>
                  <a:pt x="126721" y="141922"/>
                  <a:pt x="131842" y="139837"/>
                  <a:pt x="136114" y="135660"/>
                </a:cubicBezTo>
                <a:close/>
                <a:moveTo>
                  <a:pt x="120503" y="12095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6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6847" y="156209"/>
                </a:moveTo>
                <a:lnTo>
                  <a:pt x="74710" y="184072"/>
                </a:lnTo>
                <a:cubicBezTo>
                  <a:pt x="75829" y="185192"/>
                  <a:pt x="76407" y="186516"/>
                  <a:pt x="76444" y="188045"/>
                </a:cubicBezTo>
                <a:cubicBezTo>
                  <a:pt x="76480" y="189566"/>
                  <a:pt x="75903" y="190890"/>
                  <a:pt x="74710" y="192017"/>
                </a:cubicBezTo>
                <a:cubicBezTo>
                  <a:pt x="73518" y="193202"/>
                  <a:pt x="72179" y="193802"/>
                  <a:pt x="70687" y="193802"/>
                </a:cubicBezTo>
                <a:cubicBezTo>
                  <a:pt x="69194" y="193802"/>
                  <a:pt x="67856" y="193202"/>
                  <a:pt x="66663" y="192017"/>
                </a:cubicBezTo>
                <a:lnTo>
                  <a:pt x="30226" y="155602"/>
                </a:lnTo>
                <a:cubicBezTo>
                  <a:pt x="29451" y="154834"/>
                  <a:pt x="28902" y="154043"/>
                  <a:pt x="28566" y="153239"/>
                </a:cubicBezTo>
                <a:cubicBezTo>
                  <a:pt x="28229" y="152434"/>
                  <a:pt x="28061" y="151549"/>
                  <a:pt x="28061" y="150576"/>
                </a:cubicBezTo>
                <a:cubicBezTo>
                  <a:pt x="28061" y="149603"/>
                  <a:pt x="28229" y="148696"/>
                  <a:pt x="28566" y="147862"/>
                </a:cubicBezTo>
                <a:cubicBezTo>
                  <a:pt x="28902" y="147021"/>
                  <a:pt x="29451" y="146216"/>
                  <a:pt x="30226" y="145448"/>
                </a:cubicBezTo>
                <a:lnTo>
                  <a:pt x="66634" y="109033"/>
                </a:lnTo>
                <a:cubicBezTo>
                  <a:pt x="67761" y="107907"/>
                  <a:pt x="69085" y="107329"/>
                  <a:pt x="70614" y="107299"/>
                </a:cubicBezTo>
                <a:cubicBezTo>
                  <a:pt x="72135" y="107263"/>
                  <a:pt x="73496" y="107841"/>
                  <a:pt x="74681" y="109033"/>
                </a:cubicBezTo>
                <a:cubicBezTo>
                  <a:pt x="75873" y="110160"/>
                  <a:pt x="76451" y="111484"/>
                  <a:pt x="76422" y="113005"/>
                </a:cubicBezTo>
                <a:cubicBezTo>
                  <a:pt x="76385" y="114534"/>
                  <a:pt x="75807" y="115887"/>
                  <a:pt x="74681" y="117080"/>
                </a:cubicBezTo>
                <a:lnTo>
                  <a:pt x="46847" y="144819"/>
                </a:lnTo>
                <a:lnTo>
                  <a:pt x="119721" y="144819"/>
                </a:lnTo>
                <a:cubicBezTo>
                  <a:pt x="121381" y="144819"/>
                  <a:pt x="122749" y="145353"/>
                  <a:pt x="123817" y="146428"/>
                </a:cubicBezTo>
                <a:cubicBezTo>
                  <a:pt x="124892" y="147496"/>
                  <a:pt x="125426" y="148864"/>
                  <a:pt x="125426" y="150525"/>
                </a:cubicBezTo>
                <a:cubicBezTo>
                  <a:pt x="125426" y="152185"/>
                  <a:pt x="124892" y="153553"/>
                  <a:pt x="123817" y="154621"/>
                </a:cubicBezTo>
                <a:cubicBezTo>
                  <a:pt x="122749" y="155697"/>
                  <a:pt x="121381" y="156231"/>
                  <a:pt x="119721" y="156231"/>
                </a:cubicBezTo>
                <a:lnTo>
                  <a:pt x="46847" y="156231"/>
                </a:lnTo>
                <a:close/>
                <a:moveTo>
                  <a:pt x="194555" y="96487"/>
                </a:moveTo>
                <a:lnTo>
                  <a:pt x="121681" y="96487"/>
                </a:lnTo>
                <a:cubicBezTo>
                  <a:pt x="120020" y="96487"/>
                  <a:pt x="118653" y="95946"/>
                  <a:pt x="117585" y="94878"/>
                </a:cubicBezTo>
                <a:cubicBezTo>
                  <a:pt x="116509" y="93803"/>
                  <a:pt x="115975" y="92435"/>
                  <a:pt x="115975" y="90774"/>
                </a:cubicBezTo>
                <a:cubicBezTo>
                  <a:pt x="115975" y="89121"/>
                  <a:pt x="116509" y="87753"/>
                  <a:pt x="117585" y="86678"/>
                </a:cubicBezTo>
                <a:cubicBezTo>
                  <a:pt x="118653" y="85602"/>
                  <a:pt x="120020" y="85068"/>
                  <a:pt x="121681" y="85068"/>
                </a:cubicBezTo>
                <a:lnTo>
                  <a:pt x="194555" y="85068"/>
                </a:lnTo>
                <a:lnTo>
                  <a:pt x="166691" y="57234"/>
                </a:lnTo>
                <a:cubicBezTo>
                  <a:pt x="165572" y="56108"/>
                  <a:pt x="164994" y="54784"/>
                  <a:pt x="164958" y="53262"/>
                </a:cubicBezTo>
                <a:cubicBezTo>
                  <a:pt x="164921" y="51733"/>
                  <a:pt x="165499" y="50409"/>
                  <a:pt x="166691" y="49290"/>
                </a:cubicBezTo>
                <a:cubicBezTo>
                  <a:pt x="167884" y="48097"/>
                  <a:pt x="169223" y="47498"/>
                  <a:pt x="170715" y="47498"/>
                </a:cubicBezTo>
                <a:cubicBezTo>
                  <a:pt x="172207" y="47498"/>
                  <a:pt x="173546" y="48097"/>
                  <a:pt x="174738" y="49290"/>
                </a:cubicBezTo>
                <a:lnTo>
                  <a:pt x="211153" y="85698"/>
                </a:lnTo>
                <a:cubicBezTo>
                  <a:pt x="211921" y="86466"/>
                  <a:pt x="212492" y="87256"/>
                  <a:pt x="212858" y="88060"/>
                </a:cubicBezTo>
                <a:cubicBezTo>
                  <a:pt x="213231" y="88865"/>
                  <a:pt x="213414" y="89758"/>
                  <a:pt x="213414" y="90730"/>
                </a:cubicBezTo>
                <a:cubicBezTo>
                  <a:pt x="213414" y="91696"/>
                  <a:pt x="213231" y="92603"/>
                  <a:pt x="212858" y="93444"/>
                </a:cubicBezTo>
                <a:cubicBezTo>
                  <a:pt x="212492" y="94278"/>
                  <a:pt x="211921" y="95083"/>
                  <a:pt x="211153" y="95858"/>
                </a:cubicBezTo>
                <a:lnTo>
                  <a:pt x="174738" y="132295"/>
                </a:lnTo>
                <a:cubicBezTo>
                  <a:pt x="173619" y="133415"/>
                  <a:pt x="172295" y="133993"/>
                  <a:pt x="170766" y="134029"/>
                </a:cubicBezTo>
                <a:cubicBezTo>
                  <a:pt x="169244" y="134058"/>
                  <a:pt x="167884" y="133480"/>
                  <a:pt x="166691" y="132295"/>
                </a:cubicBezTo>
                <a:cubicBezTo>
                  <a:pt x="165499" y="131169"/>
                  <a:pt x="164921" y="129845"/>
                  <a:pt x="164958" y="128323"/>
                </a:cubicBezTo>
                <a:cubicBezTo>
                  <a:pt x="164994" y="126794"/>
                  <a:pt x="165572" y="125434"/>
                  <a:pt x="166691" y="124249"/>
                </a:cubicBezTo>
                <a:lnTo>
                  <a:pt x="194555" y="9648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8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162" y="121557"/>
                </a:moveTo>
                <a:cubicBezTo>
                  <a:pt x="54162" y="131666"/>
                  <a:pt x="56049" y="140664"/>
                  <a:pt x="59824" y="148564"/>
                </a:cubicBezTo>
                <a:cubicBezTo>
                  <a:pt x="63591" y="156457"/>
                  <a:pt x="68873" y="163414"/>
                  <a:pt x="75661" y="169435"/>
                </a:cubicBezTo>
                <a:lnTo>
                  <a:pt x="85720" y="177906"/>
                </a:lnTo>
                <a:lnTo>
                  <a:pt x="85720" y="151278"/>
                </a:lnTo>
                <a:cubicBezTo>
                  <a:pt x="85720" y="149618"/>
                  <a:pt x="86261" y="148250"/>
                  <a:pt x="87329" y="147182"/>
                </a:cubicBezTo>
                <a:cubicBezTo>
                  <a:pt x="88404" y="146106"/>
                  <a:pt x="89772" y="145572"/>
                  <a:pt x="91433" y="145572"/>
                </a:cubicBezTo>
                <a:cubicBezTo>
                  <a:pt x="93093" y="145572"/>
                  <a:pt x="94454" y="146106"/>
                  <a:pt x="95529" y="147182"/>
                </a:cubicBezTo>
                <a:cubicBezTo>
                  <a:pt x="96605" y="148250"/>
                  <a:pt x="97139" y="149618"/>
                  <a:pt x="97139" y="151278"/>
                </a:cubicBezTo>
                <a:lnTo>
                  <a:pt x="97139" y="190634"/>
                </a:lnTo>
                <a:cubicBezTo>
                  <a:pt x="97139" y="192726"/>
                  <a:pt x="96451" y="194460"/>
                  <a:pt x="95076" y="195835"/>
                </a:cubicBezTo>
                <a:cubicBezTo>
                  <a:pt x="93700" y="197210"/>
                  <a:pt x="91967" y="197898"/>
                  <a:pt x="89875" y="197898"/>
                </a:cubicBezTo>
                <a:lnTo>
                  <a:pt x="50497" y="197898"/>
                </a:lnTo>
                <a:cubicBezTo>
                  <a:pt x="48836" y="197898"/>
                  <a:pt x="47468" y="197364"/>
                  <a:pt x="46393" y="196289"/>
                </a:cubicBezTo>
                <a:cubicBezTo>
                  <a:pt x="45325" y="195213"/>
                  <a:pt x="44784" y="193853"/>
                  <a:pt x="44784" y="192192"/>
                </a:cubicBezTo>
                <a:cubicBezTo>
                  <a:pt x="44784" y="190532"/>
                  <a:pt x="45325" y="189164"/>
                  <a:pt x="46393" y="188096"/>
                </a:cubicBezTo>
                <a:cubicBezTo>
                  <a:pt x="47468" y="187020"/>
                  <a:pt x="48836" y="186486"/>
                  <a:pt x="50497" y="186486"/>
                </a:cubicBezTo>
                <a:lnTo>
                  <a:pt x="77856" y="186486"/>
                </a:lnTo>
                <a:lnTo>
                  <a:pt x="70687" y="179895"/>
                </a:lnTo>
                <a:cubicBezTo>
                  <a:pt x="60994" y="171593"/>
                  <a:pt x="53913" y="162653"/>
                  <a:pt x="49436" y="153063"/>
                </a:cubicBezTo>
                <a:cubicBezTo>
                  <a:pt x="44981" y="143473"/>
                  <a:pt x="42750" y="132976"/>
                  <a:pt x="42750" y="121557"/>
                </a:cubicBezTo>
                <a:cubicBezTo>
                  <a:pt x="42750" y="106436"/>
                  <a:pt x="46737" y="92574"/>
                  <a:pt x="54718" y="79962"/>
                </a:cubicBezTo>
                <a:cubicBezTo>
                  <a:pt x="62699" y="67373"/>
                  <a:pt x="73386" y="57754"/>
                  <a:pt x="86780" y="51097"/>
                </a:cubicBezTo>
                <a:cubicBezTo>
                  <a:pt x="88170" y="50460"/>
                  <a:pt x="89538" y="50409"/>
                  <a:pt x="90877" y="50943"/>
                </a:cubicBezTo>
                <a:cubicBezTo>
                  <a:pt x="92215" y="51484"/>
                  <a:pt x="93174" y="52443"/>
                  <a:pt x="93744" y="53840"/>
                </a:cubicBezTo>
                <a:cubicBezTo>
                  <a:pt x="94381" y="55230"/>
                  <a:pt x="94373" y="56671"/>
                  <a:pt x="93722" y="58163"/>
                </a:cubicBezTo>
                <a:cubicBezTo>
                  <a:pt x="93049" y="59670"/>
                  <a:pt x="91974" y="60819"/>
                  <a:pt x="90504" y="61609"/>
                </a:cubicBezTo>
                <a:cubicBezTo>
                  <a:pt x="79450" y="67439"/>
                  <a:pt x="70636" y="75712"/>
                  <a:pt x="64045" y="86429"/>
                </a:cubicBezTo>
                <a:cubicBezTo>
                  <a:pt x="57461" y="97139"/>
                  <a:pt x="54162" y="108850"/>
                  <a:pt x="54162" y="121557"/>
                </a:cubicBezTo>
                <a:close/>
                <a:moveTo>
                  <a:pt x="187240" y="119845"/>
                </a:moveTo>
                <a:cubicBezTo>
                  <a:pt x="187240" y="111615"/>
                  <a:pt x="185353" y="103342"/>
                  <a:pt x="181578" y="95024"/>
                </a:cubicBezTo>
                <a:cubicBezTo>
                  <a:pt x="177811" y="86729"/>
                  <a:pt x="172668" y="79326"/>
                  <a:pt x="166165" y="72823"/>
                </a:cubicBezTo>
                <a:lnTo>
                  <a:pt x="156260" y="63496"/>
                </a:lnTo>
                <a:lnTo>
                  <a:pt x="156260" y="90123"/>
                </a:lnTo>
                <a:cubicBezTo>
                  <a:pt x="156260" y="91784"/>
                  <a:pt x="155719" y="93152"/>
                  <a:pt x="154651" y="94220"/>
                </a:cubicBezTo>
                <a:cubicBezTo>
                  <a:pt x="153575" y="95295"/>
                  <a:pt x="152207" y="95829"/>
                  <a:pt x="150547" y="95829"/>
                </a:cubicBezTo>
                <a:cubicBezTo>
                  <a:pt x="148886" y="95829"/>
                  <a:pt x="147526" y="95295"/>
                  <a:pt x="146450" y="94220"/>
                </a:cubicBezTo>
                <a:cubicBezTo>
                  <a:pt x="145375" y="93152"/>
                  <a:pt x="144841" y="91784"/>
                  <a:pt x="144841" y="90123"/>
                </a:cubicBezTo>
                <a:lnTo>
                  <a:pt x="144841" y="50767"/>
                </a:lnTo>
                <a:cubicBezTo>
                  <a:pt x="144841" y="48675"/>
                  <a:pt x="145529" y="46942"/>
                  <a:pt x="146904" y="45566"/>
                </a:cubicBezTo>
                <a:cubicBezTo>
                  <a:pt x="148279" y="44191"/>
                  <a:pt x="150013" y="43503"/>
                  <a:pt x="152105" y="43503"/>
                </a:cubicBezTo>
                <a:lnTo>
                  <a:pt x="191461" y="43503"/>
                </a:lnTo>
                <a:cubicBezTo>
                  <a:pt x="193121" y="43503"/>
                  <a:pt x="194489" y="44038"/>
                  <a:pt x="195557" y="45113"/>
                </a:cubicBezTo>
                <a:cubicBezTo>
                  <a:pt x="196633" y="46188"/>
                  <a:pt x="197167" y="47549"/>
                  <a:pt x="197167" y="49209"/>
                </a:cubicBezTo>
                <a:cubicBezTo>
                  <a:pt x="197167" y="50870"/>
                  <a:pt x="196633" y="52238"/>
                  <a:pt x="195557" y="53306"/>
                </a:cubicBezTo>
                <a:cubicBezTo>
                  <a:pt x="194489" y="54381"/>
                  <a:pt x="193121" y="54915"/>
                  <a:pt x="191461" y="54915"/>
                </a:cubicBezTo>
                <a:lnTo>
                  <a:pt x="163926" y="54915"/>
                </a:lnTo>
                <a:lnTo>
                  <a:pt x="170993" y="61938"/>
                </a:lnTo>
                <a:cubicBezTo>
                  <a:pt x="180261" y="70738"/>
                  <a:pt x="187196" y="80189"/>
                  <a:pt x="191790" y="90299"/>
                </a:cubicBezTo>
                <a:cubicBezTo>
                  <a:pt x="196362" y="100423"/>
                  <a:pt x="198652" y="110284"/>
                  <a:pt x="198652" y="119874"/>
                </a:cubicBezTo>
                <a:cubicBezTo>
                  <a:pt x="198652" y="134878"/>
                  <a:pt x="194775" y="148594"/>
                  <a:pt x="187013" y="161037"/>
                </a:cubicBezTo>
                <a:cubicBezTo>
                  <a:pt x="179252" y="173473"/>
                  <a:pt x="168806" y="183143"/>
                  <a:pt x="155682" y="190056"/>
                </a:cubicBezTo>
                <a:cubicBezTo>
                  <a:pt x="154219" y="190810"/>
                  <a:pt x="152719" y="190971"/>
                  <a:pt x="151176" y="190532"/>
                </a:cubicBezTo>
                <a:cubicBezTo>
                  <a:pt x="149632" y="190093"/>
                  <a:pt x="148542" y="189113"/>
                  <a:pt x="147906" y="187591"/>
                </a:cubicBezTo>
                <a:cubicBezTo>
                  <a:pt x="147270" y="186201"/>
                  <a:pt x="147292" y="184738"/>
                  <a:pt x="147957" y="183216"/>
                </a:cubicBezTo>
                <a:cubicBezTo>
                  <a:pt x="148630" y="181688"/>
                  <a:pt x="149662" y="180554"/>
                  <a:pt x="151052" y="179822"/>
                </a:cubicBezTo>
                <a:cubicBezTo>
                  <a:pt x="162200" y="174153"/>
                  <a:pt x="171015" y="165923"/>
                  <a:pt x="177503" y="155126"/>
                </a:cubicBezTo>
                <a:cubicBezTo>
                  <a:pt x="183992" y="144329"/>
                  <a:pt x="187240" y="132581"/>
                  <a:pt x="187240" y="11987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90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162" y="121206"/>
                </a:moveTo>
                <a:cubicBezTo>
                  <a:pt x="54162" y="124622"/>
                  <a:pt x="54410" y="128016"/>
                  <a:pt x="54893" y="131388"/>
                </a:cubicBezTo>
                <a:cubicBezTo>
                  <a:pt x="55383" y="134761"/>
                  <a:pt x="56078" y="137965"/>
                  <a:pt x="56978" y="141022"/>
                </a:cubicBezTo>
                <a:cubicBezTo>
                  <a:pt x="57417" y="142581"/>
                  <a:pt x="57344" y="144102"/>
                  <a:pt x="56751" y="145594"/>
                </a:cubicBezTo>
                <a:cubicBezTo>
                  <a:pt x="56166" y="147087"/>
                  <a:pt x="55179" y="148162"/>
                  <a:pt x="53789" y="148813"/>
                </a:cubicBezTo>
                <a:cubicBezTo>
                  <a:pt x="52399" y="149398"/>
                  <a:pt x="50980" y="149384"/>
                  <a:pt x="49539" y="148762"/>
                </a:cubicBezTo>
                <a:cubicBezTo>
                  <a:pt x="48097" y="148162"/>
                  <a:pt x="47110" y="147131"/>
                  <a:pt x="46569" y="145668"/>
                </a:cubicBezTo>
                <a:cubicBezTo>
                  <a:pt x="45230" y="141666"/>
                  <a:pt x="44264" y="137643"/>
                  <a:pt x="43679" y="133597"/>
                </a:cubicBezTo>
                <a:cubicBezTo>
                  <a:pt x="43057" y="129560"/>
                  <a:pt x="42750" y="125426"/>
                  <a:pt x="42750" y="121206"/>
                </a:cubicBezTo>
                <a:cubicBezTo>
                  <a:pt x="42750" y="99831"/>
                  <a:pt x="50394" y="81477"/>
                  <a:pt x="65683" y="66137"/>
                </a:cubicBezTo>
                <a:cubicBezTo>
                  <a:pt x="80972" y="50797"/>
                  <a:pt x="99311" y="43130"/>
                  <a:pt x="120701" y="43152"/>
                </a:cubicBezTo>
                <a:lnTo>
                  <a:pt x="135185" y="43152"/>
                </a:lnTo>
                <a:lnTo>
                  <a:pt x="117233" y="25194"/>
                </a:lnTo>
                <a:cubicBezTo>
                  <a:pt x="116209" y="24177"/>
                  <a:pt x="115697" y="22970"/>
                  <a:pt x="115697" y="21573"/>
                </a:cubicBezTo>
                <a:cubicBezTo>
                  <a:pt x="115697" y="20183"/>
                  <a:pt x="116209" y="18946"/>
                  <a:pt x="117233" y="17856"/>
                </a:cubicBezTo>
                <a:cubicBezTo>
                  <a:pt x="118323" y="16832"/>
                  <a:pt x="119589" y="16320"/>
                  <a:pt x="121030" y="16320"/>
                </a:cubicBezTo>
                <a:cubicBezTo>
                  <a:pt x="122471" y="16320"/>
                  <a:pt x="123700" y="16832"/>
                  <a:pt x="124724" y="17856"/>
                </a:cubicBezTo>
                <a:lnTo>
                  <a:pt x="150774" y="43752"/>
                </a:lnTo>
                <a:cubicBezTo>
                  <a:pt x="152215" y="45193"/>
                  <a:pt x="152939" y="46876"/>
                  <a:pt x="152939" y="48785"/>
                </a:cubicBezTo>
                <a:cubicBezTo>
                  <a:pt x="152939" y="50694"/>
                  <a:pt x="152215" y="52370"/>
                  <a:pt x="150774" y="53811"/>
                </a:cubicBezTo>
                <a:lnTo>
                  <a:pt x="124973" y="79736"/>
                </a:lnTo>
                <a:cubicBezTo>
                  <a:pt x="123956" y="80760"/>
                  <a:pt x="122676" y="81272"/>
                  <a:pt x="121154" y="81272"/>
                </a:cubicBezTo>
                <a:cubicBezTo>
                  <a:pt x="119625" y="81272"/>
                  <a:pt x="118323" y="80760"/>
                  <a:pt x="117233" y="79736"/>
                </a:cubicBezTo>
                <a:cubicBezTo>
                  <a:pt x="116209" y="78646"/>
                  <a:pt x="115697" y="77358"/>
                  <a:pt x="115697" y="75866"/>
                </a:cubicBezTo>
                <a:cubicBezTo>
                  <a:pt x="115697" y="74374"/>
                  <a:pt x="116209" y="73086"/>
                  <a:pt x="117233" y="71996"/>
                </a:cubicBezTo>
                <a:lnTo>
                  <a:pt x="134783" y="54564"/>
                </a:lnTo>
                <a:lnTo>
                  <a:pt x="120701" y="54564"/>
                </a:lnTo>
                <a:cubicBezTo>
                  <a:pt x="102376" y="54564"/>
                  <a:pt x="86707" y="61089"/>
                  <a:pt x="73679" y="74132"/>
                </a:cubicBezTo>
                <a:cubicBezTo>
                  <a:pt x="60650" y="87175"/>
                  <a:pt x="54140" y="102866"/>
                  <a:pt x="54140" y="121206"/>
                </a:cubicBezTo>
                <a:close/>
                <a:moveTo>
                  <a:pt x="187240" y="120752"/>
                </a:moveTo>
                <a:cubicBezTo>
                  <a:pt x="187240" y="117328"/>
                  <a:pt x="187013" y="113934"/>
                  <a:pt x="186560" y="110569"/>
                </a:cubicBezTo>
                <a:cubicBezTo>
                  <a:pt x="186106" y="107197"/>
                  <a:pt x="185396" y="103934"/>
                  <a:pt x="184424" y="100789"/>
                </a:cubicBezTo>
                <a:cubicBezTo>
                  <a:pt x="183882" y="99223"/>
                  <a:pt x="183911" y="97702"/>
                  <a:pt x="184497" y="96210"/>
                </a:cubicBezTo>
                <a:cubicBezTo>
                  <a:pt x="185082" y="94717"/>
                  <a:pt x="186069" y="93642"/>
                  <a:pt x="187467" y="92991"/>
                </a:cubicBezTo>
                <a:cubicBezTo>
                  <a:pt x="188857" y="92340"/>
                  <a:pt x="190232" y="92340"/>
                  <a:pt x="191585" y="92991"/>
                </a:cubicBezTo>
                <a:cubicBezTo>
                  <a:pt x="192946" y="93642"/>
                  <a:pt x="193867" y="94666"/>
                  <a:pt x="194350" y="96056"/>
                </a:cubicBezTo>
                <a:cubicBezTo>
                  <a:pt x="195799" y="100065"/>
                  <a:pt x="196867" y="104132"/>
                  <a:pt x="197569" y="108250"/>
                </a:cubicBezTo>
                <a:cubicBezTo>
                  <a:pt x="198293" y="112361"/>
                  <a:pt x="198652" y="116524"/>
                  <a:pt x="198652" y="120752"/>
                </a:cubicBezTo>
                <a:cubicBezTo>
                  <a:pt x="198652" y="142127"/>
                  <a:pt x="191007" y="160481"/>
                  <a:pt x="175718" y="175821"/>
                </a:cubicBezTo>
                <a:cubicBezTo>
                  <a:pt x="160430" y="191161"/>
                  <a:pt x="142090" y="198820"/>
                  <a:pt x="120701" y="198805"/>
                </a:cubicBezTo>
                <a:lnTo>
                  <a:pt x="105888" y="198805"/>
                </a:lnTo>
                <a:lnTo>
                  <a:pt x="123744" y="216757"/>
                </a:lnTo>
                <a:cubicBezTo>
                  <a:pt x="124768" y="217781"/>
                  <a:pt x="125295" y="218988"/>
                  <a:pt x="125331" y="220378"/>
                </a:cubicBezTo>
                <a:cubicBezTo>
                  <a:pt x="125361" y="221768"/>
                  <a:pt x="124834" y="222975"/>
                  <a:pt x="123744" y="223999"/>
                </a:cubicBezTo>
                <a:cubicBezTo>
                  <a:pt x="122654" y="225089"/>
                  <a:pt x="121403" y="225637"/>
                  <a:pt x="119999" y="225637"/>
                </a:cubicBezTo>
                <a:cubicBezTo>
                  <a:pt x="118587" y="225637"/>
                  <a:pt x="117343" y="225089"/>
                  <a:pt x="116253" y="223999"/>
                </a:cubicBezTo>
                <a:lnTo>
                  <a:pt x="90299" y="198198"/>
                </a:lnTo>
                <a:cubicBezTo>
                  <a:pt x="88858" y="196757"/>
                  <a:pt x="88134" y="195082"/>
                  <a:pt x="88134" y="193172"/>
                </a:cubicBezTo>
                <a:cubicBezTo>
                  <a:pt x="88134" y="191263"/>
                  <a:pt x="88858" y="189551"/>
                  <a:pt x="90299" y="188045"/>
                </a:cubicBezTo>
                <a:lnTo>
                  <a:pt x="116253" y="162090"/>
                </a:lnTo>
                <a:cubicBezTo>
                  <a:pt x="117270" y="161066"/>
                  <a:pt x="118506" y="160539"/>
                  <a:pt x="119947" y="160510"/>
                </a:cubicBezTo>
                <a:cubicBezTo>
                  <a:pt x="121388" y="160474"/>
                  <a:pt x="122654" y="161000"/>
                  <a:pt x="123744" y="162090"/>
                </a:cubicBezTo>
                <a:cubicBezTo>
                  <a:pt x="124834" y="163180"/>
                  <a:pt x="125375" y="164431"/>
                  <a:pt x="125375" y="165836"/>
                </a:cubicBezTo>
                <a:cubicBezTo>
                  <a:pt x="125375" y="167247"/>
                  <a:pt x="124834" y="168498"/>
                  <a:pt x="123744" y="169581"/>
                </a:cubicBezTo>
                <a:lnTo>
                  <a:pt x="105888" y="187437"/>
                </a:lnTo>
                <a:lnTo>
                  <a:pt x="120701" y="187437"/>
                </a:lnTo>
                <a:cubicBezTo>
                  <a:pt x="139025" y="187437"/>
                  <a:pt x="154702" y="180920"/>
                  <a:pt x="167723" y="167877"/>
                </a:cubicBezTo>
                <a:cubicBezTo>
                  <a:pt x="180751" y="154834"/>
                  <a:pt x="187262" y="139142"/>
                  <a:pt x="187262" y="1208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2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496" y="197927"/>
                </a:moveTo>
                <a:cubicBezTo>
                  <a:pt x="56371" y="190729"/>
                  <a:pt x="52808" y="182046"/>
                  <a:pt x="52808" y="171871"/>
                </a:cubicBezTo>
                <a:lnTo>
                  <a:pt x="52808" y="83913"/>
                </a:lnTo>
                <a:cubicBezTo>
                  <a:pt x="46942" y="81733"/>
                  <a:pt x="42121" y="78382"/>
                  <a:pt x="38346" y="73854"/>
                </a:cubicBezTo>
                <a:cubicBezTo>
                  <a:pt x="34579" y="69326"/>
                  <a:pt x="32692" y="64242"/>
                  <a:pt x="32692" y="58587"/>
                </a:cubicBezTo>
                <a:cubicBezTo>
                  <a:pt x="32692" y="51331"/>
                  <a:pt x="35215" y="45201"/>
                  <a:pt x="40256" y="40212"/>
                </a:cubicBezTo>
                <a:cubicBezTo>
                  <a:pt x="45325" y="35193"/>
                  <a:pt x="51426" y="32692"/>
                  <a:pt x="58565" y="32692"/>
                </a:cubicBezTo>
                <a:cubicBezTo>
                  <a:pt x="65720" y="32692"/>
                  <a:pt x="71799" y="35208"/>
                  <a:pt x="76795" y="40234"/>
                </a:cubicBezTo>
                <a:cubicBezTo>
                  <a:pt x="81806" y="45266"/>
                  <a:pt x="84315" y="51367"/>
                  <a:pt x="84315" y="58544"/>
                </a:cubicBezTo>
                <a:cubicBezTo>
                  <a:pt x="84315" y="64140"/>
                  <a:pt x="82428" y="69216"/>
                  <a:pt x="78660" y="73781"/>
                </a:cubicBezTo>
                <a:cubicBezTo>
                  <a:pt x="74886" y="78338"/>
                  <a:pt x="70065" y="81711"/>
                  <a:pt x="64198" y="83891"/>
                </a:cubicBezTo>
                <a:lnTo>
                  <a:pt x="64198" y="171849"/>
                </a:lnTo>
                <a:cubicBezTo>
                  <a:pt x="64198" y="178842"/>
                  <a:pt x="66671" y="184826"/>
                  <a:pt x="71616" y="189800"/>
                </a:cubicBezTo>
                <a:cubicBezTo>
                  <a:pt x="76561" y="194782"/>
                  <a:pt x="82596" y="197269"/>
                  <a:pt x="89721" y="197269"/>
                </a:cubicBezTo>
                <a:cubicBezTo>
                  <a:pt x="96846" y="197269"/>
                  <a:pt x="102837" y="194782"/>
                  <a:pt x="107702" y="189800"/>
                </a:cubicBezTo>
                <a:cubicBezTo>
                  <a:pt x="112544" y="184826"/>
                  <a:pt x="114966" y="178842"/>
                  <a:pt x="114966" y="171849"/>
                </a:cubicBezTo>
                <a:lnTo>
                  <a:pt x="114966" y="69429"/>
                </a:lnTo>
                <a:cubicBezTo>
                  <a:pt x="114966" y="59187"/>
                  <a:pt x="118528" y="50490"/>
                  <a:pt x="125653" y="43350"/>
                </a:cubicBezTo>
                <a:cubicBezTo>
                  <a:pt x="132778" y="36225"/>
                  <a:pt x="141483" y="32662"/>
                  <a:pt x="151754" y="32662"/>
                </a:cubicBezTo>
                <a:cubicBezTo>
                  <a:pt x="162046" y="32662"/>
                  <a:pt x="170751" y="36225"/>
                  <a:pt x="177854" y="43350"/>
                </a:cubicBezTo>
                <a:cubicBezTo>
                  <a:pt x="185016" y="50490"/>
                  <a:pt x="188593" y="59187"/>
                  <a:pt x="188593" y="69429"/>
                </a:cubicBezTo>
                <a:lnTo>
                  <a:pt x="188593" y="157489"/>
                </a:lnTo>
                <a:cubicBezTo>
                  <a:pt x="194460" y="159669"/>
                  <a:pt x="199281" y="163019"/>
                  <a:pt x="203055" y="167547"/>
                </a:cubicBezTo>
                <a:cubicBezTo>
                  <a:pt x="206823" y="172075"/>
                  <a:pt x="208710" y="177167"/>
                  <a:pt x="208710" y="182836"/>
                </a:cubicBezTo>
                <a:cubicBezTo>
                  <a:pt x="208710" y="189946"/>
                  <a:pt x="206208" y="196033"/>
                  <a:pt x="201190" y="201095"/>
                </a:cubicBezTo>
                <a:cubicBezTo>
                  <a:pt x="196179" y="206157"/>
                  <a:pt x="190085" y="208688"/>
                  <a:pt x="182909" y="208688"/>
                </a:cubicBezTo>
                <a:cubicBezTo>
                  <a:pt x="175806" y="208688"/>
                  <a:pt x="169727" y="206157"/>
                  <a:pt x="164680" y="201095"/>
                </a:cubicBezTo>
                <a:cubicBezTo>
                  <a:pt x="159618" y="196033"/>
                  <a:pt x="157087" y="189946"/>
                  <a:pt x="157087" y="182836"/>
                </a:cubicBezTo>
                <a:cubicBezTo>
                  <a:pt x="157087" y="177167"/>
                  <a:pt x="158974" y="172024"/>
                  <a:pt x="162749" y="167394"/>
                </a:cubicBezTo>
                <a:cubicBezTo>
                  <a:pt x="166516" y="162785"/>
                  <a:pt x="171337" y="159479"/>
                  <a:pt x="177203" y="157467"/>
                </a:cubicBezTo>
                <a:lnTo>
                  <a:pt x="177203" y="69407"/>
                </a:lnTo>
                <a:cubicBezTo>
                  <a:pt x="177203" y="62399"/>
                  <a:pt x="174731" y="56422"/>
                  <a:pt x="169786" y="51477"/>
                </a:cubicBezTo>
                <a:cubicBezTo>
                  <a:pt x="164841" y="46532"/>
                  <a:pt x="158850" y="44059"/>
                  <a:pt x="151805" y="44059"/>
                </a:cubicBezTo>
                <a:cubicBezTo>
                  <a:pt x="144768" y="44059"/>
                  <a:pt x="138769" y="46532"/>
                  <a:pt x="133824" y="51477"/>
                </a:cubicBezTo>
                <a:cubicBezTo>
                  <a:pt x="128901" y="56422"/>
                  <a:pt x="126436" y="62399"/>
                  <a:pt x="126436" y="69407"/>
                </a:cubicBezTo>
                <a:lnTo>
                  <a:pt x="126436" y="171819"/>
                </a:lnTo>
                <a:cubicBezTo>
                  <a:pt x="126436" y="181995"/>
                  <a:pt x="122873" y="190685"/>
                  <a:pt x="115748" y="197876"/>
                </a:cubicBezTo>
                <a:cubicBezTo>
                  <a:pt x="108609" y="205096"/>
                  <a:pt x="99896" y="208710"/>
                  <a:pt x="89619" y="208710"/>
                </a:cubicBezTo>
                <a:cubicBezTo>
                  <a:pt x="79326" y="208710"/>
                  <a:pt x="70621" y="205118"/>
                  <a:pt x="63496" y="197927"/>
                </a:cubicBezTo>
                <a:close/>
                <a:moveTo>
                  <a:pt x="58639" y="72925"/>
                </a:moveTo>
                <a:cubicBezTo>
                  <a:pt x="62596" y="72925"/>
                  <a:pt x="65968" y="71491"/>
                  <a:pt x="68748" y="68624"/>
                </a:cubicBezTo>
                <a:cubicBezTo>
                  <a:pt x="71535" y="65756"/>
                  <a:pt x="72925" y="62347"/>
                  <a:pt x="72925" y="58390"/>
                </a:cubicBezTo>
                <a:cubicBezTo>
                  <a:pt x="72925" y="54432"/>
                  <a:pt x="71543" y="51060"/>
                  <a:pt x="68778" y="48280"/>
                </a:cubicBezTo>
                <a:cubicBezTo>
                  <a:pt x="66005" y="45501"/>
                  <a:pt x="62589" y="44103"/>
                  <a:pt x="58514" y="44103"/>
                </a:cubicBezTo>
                <a:cubicBezTo>
                  <a:pt x="54645" y="44103"/>
                  <a:pt x="51272" y="45486"/>
                  <a:pt x="48405" y="48258"/>
                </a:cubicBezTo>
                <a:cubicBezTo>
                  <a:pt x="45537" y="51024"/>
                  <a:pt x="44103" y="54440"/>
                  <a:pt x="44103" y="58514"/>
                </a:cubicBezTo>
                <a:cubicBezTo>
                  <a:pt x="44103" y="62384"/>
                  <a:pt x="45537" y="65756"/>
                  <a:pt x="48405" y="68624"/>
                </a:cubicBezTo>
                <a:cubicBezTo>
                  <a:pt x="51272" y="71491"/>
                  <a:pt x="54681" y="72925"/>
                  <a:pt x="58639" y="72925"/>
                </a:cubicBezTo>
                <a:close/>
                <a:moveTo>
                  <a:pt x="183012" y="197298"/>
                </a:moveTo>
                <a:cubicBezTo>
                  <a:pt x="186969" y="197298"/>
                  <a:pt x="190342" y="195864"/>
                  <a:pt x="193121" y="192997"/>
                </a:cubicBezTo>
                <a:cubicBezTo>
                  <a:pt x="195901" y="190129"/>
                  <a:pt x="197298" y="186720"/>
                  <a:pt x="197298" y="182763"/>
                </a:cubicBezTo>
                <a:cubicBezTo>
                  <a:pt x="197298" y="178805"/>
                  <a:pt x="195916" y="175433"/>
                  <a:pt x="193143" y="172653"/>
                </a:cubicBezTo>
                <a:cubicBezTo>
                  <a:pt x="190378" y="169866"/>
                  <a:pt x="186962" y="168476"/>
                  <a:pt x="182887" y="168476"/>
                </a:cubicBezTo>
                <a:cubicBezTo>
                  <a:pt x="179018" y="168476"/>
                  <a:pt x="175645" y="169859"/>
                  <a:pt x="172778" y="172624"/>
                </a:cubicBezTo>
                <a:cubicBezTo>
                  <a:pt x="169910" y="175397"/>
                  <a:pt x="168476" y="178813"/>
                  <a:pt x="168476" y="182887"/>
                </a:cubicBezTo>
                <a:cubicBezTo>
                  <a:pt x="168476" y="186757"/>
                  <a:pt x="169910" y="190129"/>
                  <a:pt x="172778" y="192997"/>
                </a:cubicBezTo>
                <a:cubicBezTo>
                  <a:pt x="175645" y="195864"/>
                  <a:pt x="179054" y="197298"/>
                  <a:pt x="183012" y="197298"/>
                </a:cubicBezTo>
                <a:close/>
                <a:moveTo>
                  <a:pt x="58514" y="58514"/>
                </a:moveTo>
                <a:close/>
                <a:moveTo>
                  <a:pt x="182887" y="1828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4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10546"/>
                </a:moveTo>
                <a:lnTo>
                  <a:pt x="114995" y="172449"/>
                </a:lnTo>
                <a:cubicBezTo>
                  <a:pt x="114995" y="164219"/>
                  <a:pt x="113686" y="157387"/>
                  <a:pt x="111067" y="151959"/>
                </a:cubicBezTo>
                <a:cubicBezTo>
                  <a:pt x="108455" y="146523"/>
                  <a:pt x="104381" y="141176"/>
                  <a:pt x="98850" y="135916"/>
                </a:cubicBezTo>
                <a:lnTo>
                  <a:pt x="107043" y="127716"/>
                </a:lnTo>
                <a:cubicBezTo>
                  <a:pt x="109296" y="129691"/>
                  <a:pt x="111718" y="132383"/>
                  <a:pt x="114315" y="135792"/>
                </a:cubicBezTo>
                <a:cubicBezTo>
                  <a:pt x="116897" y="139194"/>
                  <a:pt x="119026" y="142493"/>
                  <a:pt x="120701" y="145697"/>
                </a:cubicBezTo>
                <a:cubicBezTo>
                  <a:pt x="123166" y="141139"/>
                  <a:pt x="125938" y="137036"/>
                  <a:pt x="129025" y="133400"/>
                </a:cubicBezTo>
                <a:cubicBezTo>
                  <a:pt x="132105" y="129764"/>
                  <a:pt x="135170" y="126663"/>
                  <a:pt x="138206" y="124095"/>
                </a:cubicBezTo>
                <a:cubicBezTo>
                  <a:pt x="148060" y="116034"/>
                  <a:pt x="155170" y="106063"/>
                  <a:pt x="159530" y="94198"/>
                </a:cubicBezTo>
                <a:cubicBezTo>
                  <a:pt x="163904" y="82347"/>
                  <a:pt x="165653" y="66583"/>
                  <a:pt x="164782" y="46920"/>
                </a:cubicBezTo>
                <a:lnTo>
                  <a:pt x="145492" y="66210"/>
                </a:lnTo>
                <a:cubicBezTo>
                  <a:pt x="144373" y="67402"/>
                  <a:pt x="143049" y="67995"/>
                  <a:pt x="141520" y="67995"/>
                </a:cubicBezTo>
                <a:cubicBezTo>
                  <a:pt x="139998" y="67995"/>
                  <a:pt x="138638" y="67402"/>
                  <a:pt x="137445" y="66210"/>
                </a:cubicBezTo>
                <a:cubicBezTo>
                  <a:pt x="136326" y="65083"/>
                  <a:pt x="135763" y="63781"/>
                  <a:pt x="135763" y="62289"/>
                </a:cubicBezTo>
                <a:cubicBezTo>
                  <a:pt x="135763" y="60797"/>
                  <a:pt x="136326" y="59451"/>
                  <a:pt x="137445" y="58266"/>
                </a:cubicBezTo>
                <a:lnTo>
                  <a:pt x="165587" y="30226"/>
                </a:lnTo>
                <a:cubicBezTo>
                  <a:pt x="166355" y="29451"/>
                  <a:pt x="167145" y="28888"/>
                  <a:pt x="167950" y="28515"/>
                </a:cubicBezTo>
                <a:cubicBezTo>
                  <a:pt x="168754" y="28149"/>
                  <a:pt x="169647" y="27966"/>
                  <a:pt x="170612" y="27966"/>
                </a:cubicBezTo>
                <a:cubicBezTo>
                  <a:pt x="171585" y="27966"/>
                  <a:pt x="172478" y="28149"/>
                  <a:pt x="173282" y="28515"/>
                </a:cubicBezTo>
                <a:cubicBezTo>
                  <a:pt x="174087" y="28888"/>
                  <a:pt x="174877" y="29451"/>
                  <a:pt x="175645" y="30226"/>
                </a:cubicBezTo>
                <a:lnTo>
                  <a:pt x="203684" y="58266"/>
                </a:lnTo>
                <a:cubicBezTo>
                  <a:pt x="204804" y="59385"/>
                  <a:pt x="205382" y="60709"/>
                  <a:pt x="205418" y="62238"/>
                </a:cubicBezTo>
                <a:cubicBezTo>
                  <a:pt x="205455" y="63759"/>
                  <a:pt x="204869" y="65083"/>
                  <a:pt x="203684" y="66210"/>
                </a:cubicBezTo>
                <a:cubicBezTo>
                  <a:pt x="202492" y="67402"/>
                  <a:pt x="201153" y="67995"/>
                  <a:pt x="199661" y="67995"/>
                </a:cubicBezTo>
                <a:cubicBezTo>
                  <a:pt x="198169" y="67995"/>
                  <a:pt x="196823" y="67402"/>
                  <a:pt x="195638" y="66210"/>
                </a:cubicBezTo>
                <a:lnTo>
                  <a:pt x="176150" y="46722"/>
                </a:lnTo>
                <a:cubicBezTo>
                  <a:pt x="176984" y="67914"/>
                  <a:pt x="175053" y="84886"/>
                  <a:pt x="170342" y="97643"/>
                </a:cubicBezTo>
                <a:cubicBezTo>
                  <a:pt x="165609" y="110416"/>
                  <a:pt x="157467" y="122113"/>
                  <a:pt x="145894" y="132720"/>
                </a:cubicBezTo>
                <a:cubicBezTo>
                  <a:pt x="138842" y="139172"/>
                  <a:pt x="133817" y="145170"/>
                  <a:pt x="130832" y="150700"/>
                </a:cubicBezTo>
                <a:cubicBezTo>
                  <a:pt x="127848" y="156231"/>
                  <a:pt x="126355" y="163465"/>
                  <a:pt x="126355" y="172397"/>
                </a:cubicBezTo>
                <a:lnTo>
                  <a:pt x="126355" y="210495"/>
                </a:lnTo>
                <a:cubicBezTo>
                  <a:pt x="126355" y="212155"/>
                  <a:pt x="125821" y="213523"/>
                  <a:pt x="124746" y="214599"/>
                </a:cubicBezTo>
                <a:cubicBezTo>
                  <a:pt x="123707" y="215703"/>
                  <a:pt x="122361" y="216259"/>
                  <a:pt x="120701" y="216259"/>
                </a:cubicBezTo>
                <a:cubicBezTo>
                  <a:pt x="119040" y="216259"/>
                  <a:pt x="117672" y="215718"/>
                  <a:pt x="116604" y="214650"/>
                </a:cubicBezTo>
                <a:cubicBezTo>
                  <a:pt x="115529" y="213575"/>
                  <a:pt x="114995" y="212207"/>
                  <a:pt x="114995" y="210546"/>
                </a:cubicBezTo>
                <a:close/>
                <a:moveTo>
                  <a:pt x="67015" y="81374"/>
                </a:moveTo>
                <a:cubicBezTo>
                  <a:pt x="66276" y="78221"/>
                  <a:pt x="65698" y="73488"/>
                  <a:pt x="65281" y="67168"/>
                </a:cubicBezTo>
                <a:cubicBezTo>
                  <a:pt x="64857" y="60826"/>
                  <a:pt x="64754" y="54103"/>
                  <a:pt x="64952" y="47000"/>
                </a:cubicBezTo>
                <a:lnTo>
                  <a:pt x="45713" y="66232"/>
                </a:lnTo>
                <a:cubicBezTo>
                  <a:pt x="44593" y="67358"/>
                  <a:pt x="43269" y="67936"/>
                  <a:pt x="41741" y="67973"/>
                </a:cubicBezTo>
                <a:cubicBezTo>
                  <a:pt x="40219" y="68002"/>
                  <a:pt x="38858" y="67424"/>
                  <a:pt x="37666" y="66232"/>
                </a:cubicBezTo>
                <a:cubicBezTo>
                  <a:pt x="36481" y="65113"/>
                  <a:pt x="35881" y="63803"/>
                  <a:pt x="35881" y="62311"/>
                </a:cubicBezTo>
                <a:cubicBezTo>
                  <a:pt x="35881" y="60819"/>
                  <a:pt x="36481" y="59480"/>
                  <a:pt x="37666" y="58288"/>
                </a:cubicBezTo>
                <a:lnTo>
                  <a:pt x="65705" y="30248"/>
                </a:lnTo>
                <a:cubicBezTo>
                  <a:pt x="66481" y="29480"/>
                  <a:pt x="67263" y="28910"/>
                  <a:pt x="68068" y="28544"/>
                </a:cubicBezTo>
                <a:cubicBezTo>
                  <a:pt x="68873" y="28171"/>
                  <a:pt x="69765" y="27988"/>
                  <a:pt x="70738" y="27988"/>
                </a:cubicBezTo>
                <a:cubicBezTo>
                  <a:pt x="71711" y="27988"/>
                  <a:pt x="72596" y="28171"/>
                  <a:pt x="73401" y="28544"/>
                </a:cubicBezTo>
                <a:cubicBezTo>
                  <a:pt x="74205" y="28910"/>
                  <a:pt x="75025" y="29480"/>
                  <a:pt x="75866" y="30248"/>
                </a:cubicBezTo>
                <a:lnTo>
                  <a:pt x="103854" y="58288"/>
                </a:lnTo>
                <a:cubicBezTo>
                  <a:pt x="104973" y="59414"/>
                  <a:pt x="105551" y="60738"/>
                  <a:pt x="105588" y="62260"/>
                </a:cubicBezTo>
                <a:cubicBezTo>
                  <a:pt x="105624" y="63789"/>
                  <a:pt x="105076" y="65113"/>
                  <a:pt x="103956" y="66232"/>
                </a:cubicBezTo>
                <a:cubicBezTo>
                  <a:pt x="102764" y="67424"/>
                  <a:pt x="101403" y="68017"/>
                  <a:pt x="99882" y="68017"/>
                </a:cubicBezTo>
                <a:cubicBezTo>
                  <a:pt x="98353" y="68017"/>
                  <a:pt x="97029" y="67424"/>
                  <a:pt x="95910" y="66232"/>
                </a:cubicBezTo>
                <a:lnTo>
                  <a:pt x="76619" y="46949"/>
                </a:lnTo>
                <a:cubicBezTo>
                  <a:pt x="76283" y="53569"/>
                  <a:pt x="76254" y="59612"/>
                  <a:pt x="76517" y="65076"/>
                </a:cubicBezTo>
                <a:cubicBezTo>
                  <a:pt x="76788" y="70540"/>
                  <a:pt x="77292" y="75127"/>
                  <a:pt x="78031" y="78836"/>
                </a:cubicBezTo>
                <a:lnTo>
                  <a:pt x="67015" y="81396"/>
                </a:lnTo>
                <a:close/>
                <a:moveTo>
                  <a:pt x="86780" y="123898"/>
                </a:moveTo>
                <a:cubicBezTo>
                  <a:pt x="84132" y="120876"/>
                  <a:pt x="81265" y="116999"/>
                  <a:pt x="78178" y="112252"/>
                </a:cubicBezTo>
                <a:cubicBezTo>
                  <a:pt x="75098" y="107490"/>
                  <a:pt x="72786" y="102727"/>
                  <a:pt x="71265" y="97972"/>
                </a:cubicBezTo>
                <a:lnTo>
                  <a:pt x="82530" y="95156"/>
                </a:lnTo>
                <a:cubicBezTo>
                  <a:pt x="83788" y="98755"/>
                  <a:pt x="85573" y="102486"/>
                  <a:pt x="87885" y="106341"/>
                </a:cubicBezTo>
                <a:cubicBezTo>
                  <a:pt x="90196" y="110196"/>
                  <a:pt x="92515" y="113364"/>
                  <a:pt x="94827" y="115851"/>
                </a:cubicBezTo>
                <a:lnTo>
                  <a:pt x="86780" y="12389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6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6678" y="64725"/>
                </a:moveTo>
                <a:lnTo>
                  <a:pt x="56678" y="92084"/>
                </a:lnTo>
                <a:cubicBezTo>
                  <a:pt x="56678" y="93708"/>
                  <a:pt x="56130" y="95068"/>
                  <a:pt x="55018" y="96158"/>
                </a:cubicBezTo>
                <a:cubicBezTo>
                  <a:pt x="53913" y="97248"/>
                  <a:pt x="52545" y="97790"/>
                  <a:pt x="50921" y="97790"/>
                </a:cubicBezTo>
                <a:cubicBezTo>
                  <a:pt x="49297" y="97790"/>
                  <a:pt x="47944" y="97248"/>
                  <a:pt x="46876" y="96158"/>
                </a:cubicBezTo>
                <a:cubicBezTo>
                  <a:pt x="45800" y="95068"/>
                  <a:pt x="45266" y="93708"/>
                  <a:pt x="45266" y="92084"/>
                </a:cubicBezTo>
                <a:lnTo>
                  <a:pt x="45266" y="52530"/>
                </a:lnTo>
                <a:cubicBezTo>
                  <a:pt x="45266" y="50453"/>
                  <a:pt x="45961" y="48727"/>
                  <a:pt x="47351" y="47351"/>
                </a:cubicBezTo>
                <a:cubicBezTo>
                  <a:pt x="48727" y="45961"/>
                  <a:pt x="50453" y="45259"/>
                  <a:pt x="52530" y="45259"/>
                </a:cubicBezTo>
                <a:lnTo>
                  <a:pt x="92186" y="45259"/>
                </a:lnTo>
                <a:cubicBezTo>
                  <a:pt x="93744" y="45259"/>
                  <a:pt x="95083" y="45815"/>
                  <a:pt x="96210" y="46920"/>
                </a:cubicBezTo>
                <a:cubicBezTo>
                  <a:pt x="97329" y="48032"/>
                  <a:pt x="97892" y="49392"/>
                  <a:pt x="97892" y="51024"/>
                </a:cubicBezTo>
                <a:cubicBezTo>
                  <a:pt x="97892" y="52647"/>
                  <a:pt x="97329" y="53993"/>
                  <a:pt x="96210" y="55069"/>
                </a:cubicBezTo>
                <a:cubicBezTo>
                  <a:pt x="95083" y="56144"/>
                  <a:pt x="93744" y="56678"/>
                  <a:pt x="92186" y="56678"/>
                </a:cubicBezTo>
                <a:lnTo>
                  <a:pt x="64879" y="56678"/>
                </a:lnTo>
                <a:lnTo>
                  <a:pt x="122383" y="114190"/>
                </a:lnTo>
                <a:cubicBezTo>
                  <a:pt x="123656" y="115448"/>
                  <a:pt x="124717" y="116999"/>
                  <a:pt x="125551" y="118843"/>
                </a:cubicBezTo>
                <a:cubicBezTo>
                  <a:pt x="126392" y="120686"/>
                  <a:pt x="126809" y="122603"/>
                  <a:pt x="126809" y="124600"/>
                </a:cubicBezTo>
                <a:lnTo>
                  <a:pt x="126809" y="190429"/>
                </a:lnTo>
                <a:cubicBezTo>
                  <a:pt x="126809" y="192053"/>
                  <a:pt x="126260" y="193414"/>
                  <a:pt x="125148" y="194504"/>
                </a:cubicBezTo>
                <a:cubicBezTo>
                  <a:pt x="124044" y="195594"/>
                  <a:pt x="122676" y="196135"/>
                  <a:pt x="121052" y="196135"/>
                </a:cubicBezTo>
                <a:cubicBezTo>
                  <a:pt x="119428" y="196135"/>
                  <a:pt x="118075" y="195594"/>
                  <a:pt x="117007" y="194504"/>
                </a:cubicBezTo>
                <a:cubicBezTo>
                  <a:pt x="115931" y="193414"/>
                  <a:pt x="115397" y="192053"/>
                  <a:pt x="115397" y="190429"/>
                </a:cubicBezTo>
                <a:lnTo>
                  <a:pt x="115397" y="124600"/>
                </a:lnTo>
                <a:cubicBezTo>
                  <a:pt x="115397" y="124212"/>
                  <a:pt x="115309" y="123846"/>
                  <a:pt x="115141" y="123495"/>
                </a:cubicBezTo>
                <a:cubicBezTo>
                  <a:pt x="114973" y="123137"/>
                  <a:pt x="114768" y="122808"/>
                  <a:pt x="114512" y="122486"/>
                </a:cubicBezTo>
                <a:lnTo>
                  <a:pt x="56656" y="64725"/>
                </a:lnTo>
                <a:close/>
                <a:moveTo>
                  <a:pt x="184723" y="64725"/>
                </a:moveTo>
                <a:lnTo>
                  <a:pt x="144563" y="104629"/>
                </a:lnTo>
                <a:cubicBezTo>
                  <a:pt x="143444" y="105756"/>
                  <a:pt x="142120" y="106334"/>
                  <a:pt x="140591" y="106370"/>
                </a:cubicBezTo>
                <a:cubicBezTo>
                  <a:pt x="139069" y="106400"/>
                  <a:pt x="137723" y="105822"/>
                  <a:pt x="136567" y="104629"/>
                </a:cubicBezTo>
                <a:cubicBezTo>
                  <a:pt x="135412" y="103444"/>
                  <a:pt x="134834" y="102084"/>
                  <a:pt x="134834" y="100562"/>
                </a:cubicBezTo>
                <a:cubicBezTo>
                  <a:pt x="134834" y="99033"/>
                  <a:pt x="135426" y="97746"/>
                  <a:pt x="136619" y="96685"/>
                </a:cubicBezTo>
                <a:lnTo>
                  <a:pt x="176523" y="56678"/>
                </a:lnTo>
                <a:lnTo>
                  <a:pt x="149340" y="56678"/>
                </a:lnTo>
                <a:cubicBezTo>
                  <a:pt x="147716" y="56678"/>
                  <a:pt x="146355" y="56122"/>
                  <a:pt x="145265" y="55018"/>
                </a:cubicBezTo>
                <a:cubicBezTo>
                  <a:pt x="144175" y="53913"/>
                  <a:pt x="143634" y="52545"/>
                  <a:pt x="143634" y="50921"/>
                </a:cubicBezTo>
                <a:cubicBezTo>
                  <a:pt x="143634" y="49297"/>
                  <a:pt x="144175" y="47944"/>
                  <a:pt x="145265" y="46868"/>
                </a:cubicBezTo>
                <a:cubicBezTo>
                  <a:pt x="146355" y="45800"/>
                  <a:pt x="147716" y="45266"/>
                  <a:pt x="149340" y="45266"/>
                </a:cubicBezTo>
                <a:lnTo>
                  <a:pt x="188900" y="45266"/>
                </a:lnTo>
                <a:cubicBezTo>
                  <a:pt x="190978" y="45266"/>
                  <a:pt x="192704" y="45961"/>
                  <a:pt x="194080" y="47351"/>
                </a:cubicBezTo>
                <a:cubicBezTo>
                  <a:pt x="195469" y="48727"/>
                  <a:pt x="196164" y="50453"/>
                  <a:pt x="196164" y="52530"/>
                </a:cubicBezTo>
                <a:lnTo>
                  <a:pt x="196164" y="92084"/>
                </a:lnTo>
                <a:cubicBezTo>
                  <a:pt x="196164" y="93708"/>
                  <a:pt x="195608" y="95068"/>
                  <a:pt x="194504" y="96158"/>
                </a:cubicBezTo>
                <a:cubicBezTo>
                  <a:pt x="193399" y="97248"/>
                  <a:pt x="192031" y="97790"/>
                  <a:pt x="190407" y="97790"/>
                </a:cubicBezTo>
                <a:cubicBezTo>
                  <a:pt x="188776" y="97790"/>
                  <a:pt x="187430" y="97248"/>
                  <a:pt x="186355" y="96158"/>
                </a:cubicBezTo>
                <a:cubicBezTo>
                  <a:pt x="185287" y="95068"/>
                  <a:pt x="184745" y="93708"/>
                  <a:pt x="184745" y="92084"/>
                </a:cubicBezTo>
                <a:lnTo>
                  <a:pt x="184745" y="6472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8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9874"/>
                </a:moveTo>
                <a:lnTo>
                  <a:pt x="68295" y="202273"/>
                </a:lnTo>
                <a:cubicBezTo>
                  <a:pt x="67175" y="203399"/>
                  <a:pt x="65866" y="203940"/>
                  <a:pt x="64374" y="203911"/>
                </a:cubicBezTo>
                <a:cubicBezTo>
                  <a:pt x="62881" y="203875"/>
                  <a:pt x="61572" y="203297"/>
                  <a:pt x="60453" y="202177"/>
                </a:cubicBezTo>
                <a:cubicBezTo>
                  <a:pt x="59326" y="201051"/>
                  <a:pt x="58763" y="199727"/>
                  <a:pt x="58763" y="198198"/>
                </a:cubicBezTo>
                <a:cubicBezTo>
                  <a:pt x="58763" y="196676"/>
                  <a:pt x="59326" y="195352"/>
                  <a:pt x="60453" y="194226"/>
                </a:cubicBezTo>
                <a:lnTo>
                  <a:pt x="104834" y="149918"/>
                </a:lnTo>
                <a:cubicBezTo>
                  <a:pt x="109055" y="145711"/>
                  <a:pt x="111806" y="142061"/>
                  <a:pt x="113078" y="138960"/>
                </a:cubicBezTo>
                <a:cubicBezTo>
                  <a:pt x="114359" y="135858"/>
                  <a:pt x="114995" y="131037"/>
                  <a:pt x="114995" y="124497"/>
                </a:cubicBezTo>
                <a:lnTo>
                  <a:pt x="114995" y="56707"/>
                </a:lnTo>
                <a:lnTo>
                  <a:pt x="95427" y="76268"/>
                </a:lnTo>
                <a:cubicBezTo>
                  <a:pt x="94308" y="77388"/>
                  <a:pt x="92998" y="77951"/>
                  <a:pt x="91506" y="77951"/>
                </a:cubicBezTo>
                <a:cubicBezTo>
                  <a:pt x="90014" y="77951"/>
                  <a:pt x="88704" y="77388"/>
                  <a:pt x="87585" y="76268"/>
                </a:cubicBezTo>
                <a:cubicBezTo>
                  <a:pt x="86458" y="75142"/>
                  <a:pt x="85902" y="73840"/>
                  <a:pt x="85902" y="72347"/>
                </a:cubicBezTo>
                <a:cubicBezTo>
                  <a:pt x="85902" y="70855"/>
                  <a:pt x="86458" y="69546"/>
                  <a:pt x="87585" y="68419"/>
                </a:cubicBezTo>
                <a:lnTo>
                  <a:pt x="115624" y="40285"/>
                </a:lnTo>
                <a:cubicBezTo>
                  <a:pt x="117065" y="38844"/>
                  <a:pt x="118755" y="38120"/>
                  <a:pt x="120701" y="38120"/>
                </a:cubicBezTo>
                <a:cubicBezTo>
                  <a:pt x="122647" y="38120"/>
                  <a:pt x="124336" y="38844"/>
                  <a:pt x="125778" y="40285"/>
                </a:cubicBezTo>
                <a:lnTo>
                  <a:pt x="153919" y="68419"/>
                </a:lnTo>
                <a:cubicBezTo>
                  <a:pt x="155038" y="69546"/>
                  <a:pt x="155602" y="70855"/>
                  <a:pt x="155602" y="72347"/>
                </a:cubicBezTo>
                <a:cubicBezTo>
                  <a:pt x="155602" y="73840"/>
                  <a:pt x="155038" y="75112"/>
                  <a:pt x="153919" y="76166"/>
                </a:cubicBezTo>
                <a:cubicBezTo>
                  <a:pt x="152793" y="77358"/>
                  <a:pt x="151469" y="77951"/>
                  <a:pt x="149947" y="77951"/>
                </a:cubicBezTo>
                <a:cubicBezTo>
                  <a:pt x="148418" y="77951"/>
                  <a:pt x="147094" y="77358"/>
                  <a:pt x="145975" y="76166"/>
                </a:cubicBezTo>
                <a:lnTo>
                  <a:pt x="126407" y="56678"/>
                </a:lnTo>
                <a:lnTo>
                  <a:pt x="126407" y="124475"/>
                </a:lnTo>
                <a:cubicBezTo>
                  <a:pt x="126407" y="131008"/>
                  <a:pt x="127080" y="135865"/>
                  <a:pt x="128418" y="139033"/>
                </a:cubicBezTo>
                <a:cubicBezTo>
                  <a:pt x="129764" y="142200"/>
                  <a:pt x="132544" y="145887"/>
                  <a:pt x="136772" y="150093"/>
                </a:cubicBezTo>
                <a:lnTo>
                  <a:pt x="181051" y="194328"/>
                </a:lnTo>
                <a:cubicBezTo>
                  <a:pt x="182178" y="195455"/>
                  <a:pt x="182734" y="196757"/>
                  <a:pt x="182734" y="198249"/>
                </a:cubicBezTo>
                <a:cubicBezTo>
                  <a:pt x="182734" y="199742"/>
                  <a:pt x="182178" y="201051"/>
                  <a:pt x="181051" y="202177"/>
                </a:cubicBezTo>
                <a:cubicBezTo>
                  <a:pt x="179925" y="203297"/>
                  <a:pt x="178601" y="203860"/>
                  <a:pt x="177079" y="203860"/>
                </a:cubicBezTo>
                <a:cubicBezTo>
                  <a:pt x="175550" y="203860"/>
                  <a:pt x="174226" y="203297"/>
                  <a:pt x="173107" y="202177"/>
                </a:cubicBezTo>
                <a:lnTo>
                  <a:pt x="120701" y="1498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0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0409" y="221109"/>
                </a:moveTo>
                <a:cubicBezTo>
                  <a:pt x="35267" y="215959"/>
                  <a:pt x="32692" y="209676"/>
                  <a:pt x="32692" y="202251"/>
                </a:cubicBezTo>
                <a:cubicBezTo>
                  <a:pt x="32692" y="194826"/>
                  <a:pt x="35281" y="188557"/>
                  <a:pt x="40460" y="183443"/>
                </a:cubicBezTo>
                <a:cubicBezTo>
                  <a:pt x="45640" y="178330"/>
                  <a:pt x="51909" y="175770"/>
                  <a:pt x="59268" y="175770"/>
                </a:cubicBezTo>
                <a:cubicBezTo>
                  <a:pt x="61462" y="175770"/>
                  <a:pt x="63489" y="175996"/>
                  <a:pt x="65332" y="176450"/>
                </a:cubicBezTo>
                <a:cubicBezTo>
                  <a:pt x="67175" y="176903"/>
                  <a:pt x="69026" y="177584"/>
                  <a:pt x="70884" y="178484"/>
                </a:cubicBezTo>
                <a:lnTo>
                  <a:pt x="96034" y="147277"/>
                </a:lnTo>
                <a:cubicBezTo>
                  <a:pt x="92984" y="143678"/>
                  <a:pt x="90730" y="139647"/>
                  <a:pt x="89267" y="135185"/>
                </a:cubicBezTo>
                <a:cubicBezTo>
                  <a:pt x="87812" y="130723"/>
                  <a:pt x="87475" y="126070"/>
                  <a:pt x="88265" y="121227"/>
                </a:cubicBezTo>
                <a:lnTo>
                  <a:pt x="51923" y="109084"/>
                </a:lnTo>
                <a:cubicBezTo>
                  <a:pt x="49612" y="113137"/>
                  <a:pt x="46481" y="116326"/>
                  <a:pt x="42523" y="118638"/>
                </a:cubicBezTo>
                <a:cubicBezTo>
                  <a:pt x="38580" y="120950"/>
                  <a:pt x="34074" y="122113"/>
                  <a:pt x="28990" y="122113"/>
                </a:cubicBezTo>
                <a:cubicBezTo>
                  <a:pt x="21704" y="122113"/>
                  <a:pt x="15457" y="119530"/>
                  <a:pt x="10263" y="114366"/>
                </a:cubicBezTo>
                <a:cubicBezTo>
                  <a:pt x="5099" y="109187"/>
                  <a:pt x="2516" y="102903"/>
                  <a:pt x="2516" y="95529"/>
                </a:cubicBezTo>
                <a:cubicBezTo>
                  <a:pt x="2516" y="88155"/>
                  <a:pt x="5106" y="81894"/>
                  <a:pt x="10285" y="76744"/>
                </a:cubicBezTo>
                <a:cubicBezTo>
                  <a:pt x="15464" y="71579"/>
                  <a:pt x="21733" y="69004"/>
                  <a:pt x="29093" y="69004"/>
                </a:cubicBezTo>
                <a:cubicBezTo>
                  <a:pt x="36452" y="69004"/>
                  <a:pt x="42706" y="71579"/>
                  <a:pt x="47856" y="76744"/>
                </a:cubicBezTo>
                <a:cubicBezTo>
                  <a:pt x="53013" y="81908"/>
                  <a:pt x="55596" y="88170"/>
                  <a:pt x="55596" y="95529"/>
                </a:cubicBezTo>
                <a:cubicBezTo>
                  <a:pt x="55596" y="95851"/>
                  <a:pt x="55581" y="96210"/>
                  <a:pt x="55544" y="96612"/>
                </a:cubicBezTo>
                <a:cubicBezTo>
                  <a:pt x="55515" y="97014"/>
                  <a:pt x="55500" y="97307"/>
                  <a:pt x="55500" y="97490"/>
                </a:cubicBezTo>
                <a:lnTo>
                  <a:pt x="91981" y="110086"/>
                </a:lnTo>
                <a:cubicBezTo>
                  <a:pt x="94549" y="105427"/>
                  <a:pt x="97746" y="101754"/>
                  <a:pt x="101564" y="99077"/>
                </a:cubicBezTo>
                <a:cubicBezTo>
                  <a:pt x="105390" y="96392"/>
                  <a:pt x="109772" y="94527"/>
                  <a:pt x="114717" y="93466"/>
                </a:cubicBezTo>
                <a:lnTo>
                  <a:pt x="114717" y="54842"/>
                </a:lnTo>
                <a:cubicBezTo>
                  <a:pt x="108243" y="53320"/>
                  <a:pt x="103210" y="50043"/>
                  <a:pt x="99604" y="45010"/>
                </a:cubicBezTo>
                <a:cubicBezTo>
                  <a:pt x="95997" y="39963"/>
                  <a:pt x="94198" y="34645"/>
                  <a:pt x="94198" y="29041"/>
                </a:cubicBezTo>
                <a:cubicBezTo>
                  <a:pt x="94198" y="21733"/>
                  <a:pt x="96765" y="15479"/>
                  <a:pt x="101893" y="10285"/>
                </a:cubicBezTo>
                <a:cubicBezTo>
                  <a:pt x="106985" y="5106"/>
                  <a:pt x="113269" y="2516"/>
                  <a:pt x="120723" y="2516"/>
                </a:cubicBezTo>
                <a:cubicBezTo>
                  <a:pt x="128184" y="2516"/>
                  <a:pt x="134475" y="5106"/>
                  <a:pt x="139589" y="10285"/>
                </a:cubicBezTo>
                <a:cubicBezTo>
                  <a:pt x="144702" y="15464"/>
                  <a:pt x="147255" y="21719"/>
                  <a:pt x="147255" y="29041"/>
                </a:cubicBezTo>
                <a:cubicBezTo>
                  <a:pt x="147255" y="34659"/>
                  <a:pt x="145419" y="39985"/>
                  <a:pt x="141747" y="45010"/>
                </a:cubicBezTo>
                <a:cubicBezTo>
                  <a:pt x="138096" y="50058"/>
                  <a:pt x="133078" y="53335"/>
                  <a:pt x="126714" y="54842"/>
                </a:cubicBezTo>
                <a:lnTo>
                  <a:pt x="126714" y="93466"/>
                </a:lnTo>
                <a:cubicBezTo>
                  <a:pt x="131659" y="94505"/>
                  <a:pt x="136063" y="96378"/>
                  <a:pt x="139940" y="99077"/>
                </a:cubicBezTo>
                <a:cubicBezTo>
                  <a:pt x="143810" y="101754"/>
                  <a:pt x="147065" y="105427"/>
                  <a:pt x="149691" y="110086"/>
                </a:cubicBezTo>
                <a:lnTo>
                  <a:pt x="185930" y="97490"/>
                </a:lnTo>
                <a:cubicBezTo>
                  <a:pt x="185865" y="97307"/>
                  <a:pt x="185828" y="97014"/>
                  <a:pt x="185828" y="96612"/>
                </a:cubicBezTo>
                <a:lnTo>
                  <a:pt x="185828" y="95558"/>
                </a:lnTo>
                <a:cubicBezTo>
                  <a:pt x="185828" y="88192"/>
                  <a:pt x="188410" y="81938"/>
                  <a:pt x="193575" y="76773"/>
                </a:cubicBezTo>
                <a:cubicBezTo>
                  <a:pt x="198739" y="71608"/>
                  <a:pt x="204994" y="69026"/>
                  <a:pt x="212331" y="69026"/>
                </a:cubicBezTo>
                <a:cubicBezTo>
                  <a:pt x="219675" y="69026"/>
                  <a:pt x="225945" y="71594"/>
                  <a:pt x="231146" y="76722"/>
                </a:cubicBezTo>
                <a:cubicBezTo>
                  <a:pt x="236303" y="81835"/>
                  <a:pt x="238885" y="88119"/>
                  <a:pt x="238885" y="95580"/>
                </a:cubicBezTo>
                <a:cubicBezTo>
                  <a:pt x="238885" y="103042"/>
                  <a:pt x="236296" y="109326"/>
                  <a:pt x="231116" y="114439"/>
                </a:cubicBezTo>
                <a:cubicBezTo>
                  <a:pt x="225937" y="119552"/>
                  <a:pt x="219690" y="122113"/>
                  <a:pt x="212382" y="122113"/>
                </a:cubicBezTo>
                <a:cubicBezTo>
                  <a:pt x="207320" y="122113"/>
                  <a:pt x="202785" y="120935"/>
                  <a:pt x="198776" y="118587"/>
                </a:cubicBezTo>
                <a:cubicBezTo>
                  <a:pt x="194775" y="116239"/>
                  <a:pt x="191666" y="113064"/>
                  <a:pt x="189449" y="109055"/>
                </a:cubicBezTo>
                <a:lnTo>
                  <a:pt x="153136" y="121206"/>
                </a:lnTo>
                <a:cubicBezTo>
                  <a:pt x="153978" y="126048"/>
                  <a:pt x="153685" y="130715"/>
                  <a:pt x="152259" y="135207"/>
                </a:cubicBezTo>
                <a:cubicBezTo>
                  <a:pt x="150832" y="139706"/>
                  <a:pt x="148535" y="143685"/>
                  <a:pt x="145368" y="147153"/>
                </a:cubicBezTo>
                <a:lnTo>
                  <a:pt x="170517" y="178462"/>
                </a:lnTo>
                <a:cubicBezTo>
                  <a:pt x="172295" y="177555"/>
                  <a:pt x="174131" y="176874"/>
                  <a:pt x="176026" y="176428"/>
                </a:cubicBezTo>
                <a:cubicBezTo>
                  <a:pt x="177913" y="175974"/>
                  <a:pt x="179917" y="175748"/>
                  <a:pt x="182031" y="175748"/>
                </a:cubicBezTo>
                <a:cubicBezTo>
                  <a:pt x="189559" y="175748"/>
                  <a:pt x="195886" y="178301"/>
                  <a:pt x="201014" y="183414"/>
                </a:cubicBezTo>
                <a:cubicBezTo>
                  <a:pt x="206150" y="188527"/>
                  <a:pt x="208710" y="194804"/>
                  <a:pt x="208710" y="202251"/>
                </a:cubicBezTo>
                <a:cubicBezTo>
                  <a:pt x="208710" y="209690"/>
                  <a:pt x="206135" y="215981"/>
                  <a:pt x="200992" y="221109"/>
                </a:cubicBezTo>
                <a:cubicBezTo>
                  <a:pt x="195843" y="226252"/>
                  <a:pt x="189559" y="228827"/>
                  <a:pt x="182134" y="228827"/>
                </a:cubicBezTo>
                <a:cubicBezTo>
                  <a:pt x="174709" y="228827"/>
                  <a:pt x="168440" y="226237"/>
                  <a:pt x="163326" y="221058"/>
                </a:cubicBezTo>
                <a:cubicBezTo>
                  <a:pt x="158213" y="215893"/>
                  <a:pt x="155653" y="209624"/>
                  <a:pt x="155653" y="202251"/>
                </a:cubicBezTo>
                <a:cubicBezTo>
                  <a:pt x="155653" y="199047"/>
                  <a:pt x="156099" y="196150"/>
                  <a:pt x="156984" y="193546"/>
                </a:cubicBezTo>
                <a:cubicBezTo>
                  <a:pt x="157877" y="190971"/>
                  <a:pt x="159281" y="188418"/>
                  <a:pt x="161212" y="185901"/>
                </a:cubicBezTo>
                <a:lnTo>
                  <a:pt x="136063" y="154519"/>
                </a:lnTo>
                <a:cubicBezTo>
                  <a:pt x="131388" y="157174"/>
                  <a:pt x="126231" y="158498"/>
                  <a:pt x="120598" y="158498"/>
                </a:cubicBezTo>
                <a:cubicBezTo>
                  <a:pt x="114966" y="158498"/>
                  <a:pt x="109830" y="157174"/>
                  <a:pt x="105185" y="154519"/>
                </a:cubicBezTo>
                <a:lnTo>
                  <a:pt x="80189" y="186157"/>
                </a:lnTo>
                <a:cubicBezTo>
                  <a:pt x="82069" y="188600"/>
                  <a:pt x="83466" y="191095"/>
                  <a:pt x="84388" y="193626"/>
                </a:cubicBezTo>
                <a:cubicBezTo>
                  <a:pt x="85310" y="196157"/>
                  <a:pt x="85771" y="199025"/>
                  <a:pt x="85771" y="202221"/>
                </a:cubicBezTo>
                <a:cubicBezTo>
                  <a:pt x="85771" y="209602"/>
                  <a:pt x="83218" y="215872"/>
                  <a:pt x="78104" y="221036"/>
                </a:cubicBezTo>
                <a:cubicBezTo>
                  <a:pt x="72991" y="226230"/>
                  <a:pt x="66715" y="228827"/>
                  <a:pt x="59268" y="228827"/>
                </a:cubicBezTo>
                <a:cubicBezTo>
                  <a:pt x="51828" y="228827"/>
                  <a:pt x="45537" y="226252"/>
                  <a:pt x="40409" y="221109"/>
                </a:cubicBezTo>
                <a:close/>
                <a:moveTo>
                  <a:pt x="29093" y="110664"/>
                </a:moveTo>
                <a:cubicBezTo>
                  <a:pt x="33321" y="110664"/>
                  <a:pt x="36891" y="109201"/>
                  <a:pt x="39809" y="106268"/>
                </a:cubicBezTo>
                <a:cubicBezTo>
                  <a:pt x="42721" y="103335"/>
                  <a:pt x="44184" y="99757"/>
                  <a:pt x="44184" y="95529"/>
                </a:cubicBezTo>
                <a:cubicBezTo>
                  <a:pt x="44184" y="91308"/>
                  <a:pt x="42713" y="87731"/>
                  <a:pt x="39780" y="84820"/>
                </a:cubicBezTo>
                <a:cubicBezTo>
                  <a:pt x="36847" y="81901"/>
                  <a:pt x="33270" y="80445"/>
                  <a:pt x="29041" y="80445"/>
                </a:cubicBezTo>
                <a:cubicBezTo>
                  <a:pt x="24820" y="80445"/>
                  <a:pt x="21251" y="81908"/>
                  <a:pt x="18332" y="84842"/>
                </a:cubicBezTo>
                <a:cubicBezTo>
                  <a:pt x="15413" y="87775"/>
                  <a:pt x="13957" y="91352"/>
                  <a:pt x="13957" y="95580"/>
                </a:cubicBezTo>
                <a:cubicBezTo>
                  <a:pt x="13957" y="99801"/>
                  <a:pt x="15420" y="103378"/>
                  <a:pt x="18354" y="106290"/>
                </a:cubicBezTo>
                <a:cubicBezTo>
                  <a:pt x="21287" y="109209"/>
                  <a:pt x="24872" y="110664"/>
                  <a:pt x="29093" y="110664"/>
                </a:cubicBezTo>
                <a:close/>
                <a:moveTo>
                  <a:pt x="69985" y="212989"/>
                </a:moveTo>
                <a:cubicBezTo>
                  <a:pt x="72896" y="210056"/>
                  <a:pt x="74359" y="206472"/>
                  <a:pt x="74359" y="202251"/>
                </a:cubicBezTo>
                <a:cubicBezTo>
                  <a:pt x="74359" y="198022"/>
                  <a:pt x="72889" y="194453"/>
                  <a:pt x="69955" y="191534"/>
                </a:cubicBezTo>
                <a:cubicBezTo>
                  <a:pt x="67022" y="188622"/>
                  <a:pt x="63445" y="187159"/>
                  <a:pt x="59217" y="187159"/>
                </a:cubicBezTo>
                <a:cubicBezTo>
                  <a:pt x="54996" y="187159"/>
                  <a:pt x="51426" y="188630"/>
                  <a:pt x="48507" y="191563"/>
                </a:cubicBezTo>
                <a:cubicBezTo>
                  <a:pt x="45588" y="194497"/>
                  <a:pt x="44133" y="198074"/>
                  <a:pt x="44133" y="202302"/>
                </a:cubicBezTo>
                <a:cubicBezTo>
                  <a:pt x="44133" y="206523"/>
                  <a:pt x="45596" y="210093"/>
                  <a:pt x="48529" y="213011"/>
                </a:cubicBezTo>
                <a:cubicBezTo>
                  <a:pt x="51462" y="215930"/>
                  <a:pt x="55047" y="217386"/>
                  <a:pt x="59268" y="217386"/>
                </a:cubicBezTo>
                <a:cubicBezTo>
                  <a:pt x="63496" y="217386"/>
                  <a:pt x="67066" y="215923"/>
                  <a:pt x="69985" y="212989"/>
                </a:cubicBezTo>
                <a:close/>
                <a:moveTo>
                  <a:pt x="131461" y="39758"/>
                </a:moveTo>
                <a:cubicBezTo>
                  <a:pt x="134380" y="36825"/>
                  <a:pt x="135836" y="33240"/>
                  <a:pt x="135836" y="29019"/>
                </a:cubicBezTo>
                <a:cubicBezTo>
                  <a:pt x="135836" y="24791"/>
                  <a:pt x="134373" y="21221"/>
                  <a:pt x="131440" y="18303"/>
                </a:cubicBezTo>
                <a:cubicBezTo>
                  <a:pt x="128506" y="15391"/>
                  <a:pt x="124929" y="13928"/>
                  <a:pt x="120701" y="13928"/>
                </a:cubicBezTo>
                <a:cubicBezTo>
                  <a:pt x="116473" y="13928"/>
                  <a:pt x="112903" y="15398"/>
                  <a:pt x="109991" y="18332"/>
                </a:cubicBezTo>
                <a:cubicBezTo>
                  <a:pt x="107073" y="21265"/>
                  <a:pt x="105610" y="24842"/>
                  <a:pt x="105617" y="29071"/>
                </a:cubicBezTo>
                <a:cubicBezTo>
                  <a:pt x="105617" y="33291"/>
                  <a:pt x="107080" y="36861"/>
                  <a:pt x="110013" y="39780"/>
                </a:cubicBezTo>
                <a:cubicBezTo>
                  <a:pt x="112947" y="42699"/>
                  <a:pt x="116524" y="44155"/>
                  <a:pt x="120752" y="44155"/>
                </a:cubicBezTo>
                <a:cubicBezTo>
                  <a:pt x="124973" y="44155"/>
                  <a:pt x="128550" y="42692"/>
                  <a:pt x="131461" y="39758"/>
                </a:cubicBezTo>
                <a:close/>
                <a:moveTo>
                  <a:pt x="120774" y="147101"/>
                </a:moveTo>
                <a:cubicBezTo>
                  <a:pt x="126714" y="147101"/>
                  <a:pt x="131739" y="145009"/>
                  <a:pt x="135865" y="140818"/>
                </a:cubicBezTo>
                <a:cubicBezTo>
                  <a:pt x="140006" y="136641"/>
                  <a:pt x="142076" y="131586"/>
                  <a:pt x="142076" y="125653"/>
                </a:cubicBezTo>
                <a:cubicBezTo>
                  <a:pt x="142076" y="119721"/>
                  <a:pt x="139998" y="114688"/>
                  <a:pt x="135836" y="110569"/>
                </a:cubicBezTo>
                <a:cubicBezTo>
                  <a:pt x="131696" y="106429"/>
                  <a:pt x="126655" y="104359"/>
                  <a:pt x="120701" y="104359"/>
                </a:cubicBezTo>
                <a:cubicBezTo>
                  <a:pt x="114819" y="104359"/>
                  <a:pt x="109787" y="106436"/>
                  <a:pt x="105617" y="110591"/>
                </a:cubicBezTo>
                <a:cubicBezTo>
                  <a:pt x="101425" y="114732"/>
                  <a:pt x="99326" y="119779"/>
                  <a:pt x="99326" y="125734"/>
                </a:cubicBezTo>
                <a:cubicBezTo>
                  <a:pt x="99326" y="131615"/>
                  <a:pt x="101425" y="136641"/>
                  <a:pt x="105617" y="140818"/>
                </a:cubicBezTo>
                <a:cubicBezTo>
                  <a:pt x="109801" y="144995"/>
                  <a:pt x="114856" y="147087"/>
                  <a:pt x="120774" y="147101"/>
                </a:cubicBezTo>
                <a:close/>
                <a:moveTo>
                  <a:pt x="192924" y="213011"/>
                </a:moveTo>
                <a:cubicBezTo>
                  <a:pt x="195835" y="210078"/>
                  <a:pt x="197298" y="206501"/>
                  <a:pt x="197298" y="202273"/>
                </a:cubicBezTo>
                <a:cubicBezTo>
                  <a:pt x="197298" y="198052"/>
                  <a:pt x="195828" y="194482"/>
                  <a:pt x="192895" y="191563"/>
                </a:cubicBezTo>
                <a:cubicBezTo>
                  <a:pt x="189961" y="188644"/>
                  <a:pt x="186384" y="187189"/>
                  <a:pt x="182156" y="187189"/>
                </a:cubicBezTo>
                <a:cubicBezTo>
                  <a:pt x="177935" y="187189"/>
                  <a:pt x="174365" y="188652"/>
                  <a:pt x="171446" y="191585"/>
                </a:cubicBezTo>
                <a:cubicBezTo>
                  <a:pt x="168528" y="194518"/>
                  <a:pt x="167072" y="198103"/>
                  <a:pt x="167072" y="202324"/>
                </a:cubicBezTo>
                <a:cubicBezTo>
                  <a:pt x="167072" y="206552"/>
                  <a:pt x="168535" y="210122"/>
                  <a:pt x="171468" y="213041"/>
                </a:cubicBezTo>
                <a:cubicBezTo>
                  <a:pt x="174402" y="215952"/>
                  <a:pt x="177986" y="217415"/>
                  <a:pt x="182207" y="217415"/>
                </a:cubicBezTo>
                <a:cubicBezTo>
                  <a:pt x="186435" y="217415"/>
                  <a:pt x="190005" y="215945"/>
                  <a:pt x="192924" y="213011"/>
                </a:cubicBezTo>
                <a:close/>
                <a:moveTo>
                  <a:pt x="223099" y="106268"/>
                </a:moveTo>
                <a:cubicBezTo>
                  <a:pt x="226010" y="103335"/>
                  <a:pt x="227473" y="99757"/>
                  <a:pt x="227473" y="95529"/>
                </a:cubicBezTo>
                <a:cubicBezTo>
                  <a:pt x="227473" y="91308"/>
                  <a:pt x="226003" y="87731"/>
                  <a:pt x="223070" y="84820"/>
                </a:cubicBezTo>
                <a:cubicBezTo>
                  <a:pt x="220136" y="81901"/>
                  <a:pt x="216559" y="80445"/>
                  <a:pt x="212331" y="80445"/>
                </a:cubicBezTo>
                <a:cubicBezTo>
                  <a:pt x="208110" y="80445"/>
                  <a:pt x="204540" y="81908"/>
                  <a:pt x="201622" y="84842"/>
                </a:cubicBezTo>
                <a:cubicBezTo>
                  <a:pt x="198703" y="87775"/>
                  <a:pt x="197247" y="91352"/>
                  <a:pt x="197247" y="95580"/>
                </a:cubicBezTo>
                <a:cubicBezTo>
                  <a:pt x="197247" y="99801"/>
                  <a:pt x="198710" y="103378"/>
                  <a:pt x="201643" y="106290"/>
                </a:cubicBezTo>
                <a:cubicBezTo>
                  <a:pt x="204577" y="109209"/>
                  <a:pt x="208161" y="110664"/>
                  <a:pt x="212382" y="110664"/>
                </a:cubicBezTo>
                <a:cubicBezTo>
                  <a:pt x="216610" y="110664"/>
                  <a:pt x="220180" y="109201"/>
                  <a:pt x="223099" y="106268"/>
                </a:cubicBezTo>
                <a:close/>
                <a:moveTo>
                  <a:pt x="120701" y="29041"/>
                </a:moveTo>
                <a:close/>
                <a:moveTo>
                  <a:pt x="29041" y="95558"/>
                </a:moveTo>
                <a:close/>
                <a:moveTo>
                  <a:pt x="120701" y="125734"/>
                </a:moveTo>
                <a:close/>
                <a:moveTo>
                  <a:pt x="212360" y="95558"/>
                </a:moveTo>
                <a:close/>
                <a:moveTo>
                  <a:pt x="59217" y="202302"/>
                </a:moveTo>
                <a:close/>
                <a:moveTo>
                  <a:pt x="182156" y="20230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2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4629" y="131542"/>
                </a:moveTo>
                <a:cubicBezTo>
                  <a:pt x="127606" y="131542"/>
                  <a:pt x="121659" y="129106"/>
                  <a:pt x="116780" y="124249"/>
                </a:cubicBezTo>
                <a:cubicBezTo>
                  <a:pt x="111915" y="119384"/>
                  <a:pt x="109487" y="113437"/>
                  <a:pt x="109487" y="106392"/>
                </a:cubicBezTo>
                <a:cubicBezTo>
                  <a:pt x="109487" y="99370"/>
                  <a:pt x="111915" y="93415"/>
                  <a:pt x="116780" y="88536"/>
                </a:cubicBezTo>
                <a:cubicBezTo>
                  <a:pt x="121637" y="83679"/>
                  <a:pt x="127592" y="81250"/>
                  <a:pt x="134629" y="81250"/>
                </a:cubicBezTo>
                <a:cubicBezTo>
                  <a:pt x="141659" y="81250"/>
                  <a:pt x="147606" y="83679"/>
                  <a:pt x="152485" y="88536"/>
                </a:cubicBezTo>
                <a:cubicBezTo>
                  <a:pt x="157350" y="93400"/>
                  <a:pt x="159779" y="99355"/>
                  <a:pt x="159779" y="106392"/>
                </a:cubicBezTo>
                <a:cubicBezTo>
                  <a:pt x="159779" y="113415"/>
                  <a:pt x="157350" y="119369"/>
                  <a:pt x="152485" y="124249"/>
                </a:cubicBezTo>
                <a:cubicBezTo>
                  <a:pt x="147621" y="129106"/>
                  <a:pt x="141673" y="131542"/>
                  <a:pt x="134629" y="131542"/>
                </a:cubicBezTo>
                <a:close/>
                <a:moveTo>
                  <a:pt x="60928" y="166340"/>
                </a:moveTo>
                <a:cubicBezTo>
                  <a:pt x="56993" y="166340"/>
                  <a:pt x="53584" y="164907"/>
                  <a:pt x="50716" y="162039"/>
                </a:cubicBezTo>
                <a:cubicBezTo>
                  <a:pt x="47856" y="159171"/>
                  <a:pt x="46422" y="155770"/>
                  <a:pt x="46422" y="151834"/>
                </a:cubicBezTo>
                <a:lnTo>
                  <a:pt x="46422" y="60928"/>
                </a:lnTo>
                <a:cubicBezTo>
                  <a:pt x="46422" y="56993"/>
                  <a:pt x="47856" y="53584"/>
                  <a:pt x="50716" y="50716"/>
                </a:cubicBezTo>
                <a:cubicBezTo>
                  <a:pt x="53584" y="47856"/>
                  <a:pt x="56993" y="46422"/>
                  <a:pt x="60928" y="46422"/>
                </a:cubicBezTo>
                <a:lnTo>
                  <a:pt x="208308" y="46422"/>
                </a:lnTo>
                <a:cubicBezTo>
                  <a:pt x="212251" y="46422"/>
                  <a:pt x="215652" y="47856"/>
                  <a:pt x="218520" y="50716"/>
                </a:cubicBezTo>
                <a:cubicBezTo>
                  <a:pt x="221387" y="53584"/>
                  <a:pt x="222821" y="56993"/>
                  <a:pt x="222821" y="60928"/>
                </a:cubicBezTo>
                <a:lnTo>
                  <a:pt x="222821" y="151834"/>
                </a:lnTo>
                <a:cubicBezTo>
                  <a:pt x="222821" y="155770"/>
                  <a:pt x="221387" y="159171"/>
                  <a:pt x="218520" y="162039"/>
                </a:cubicBezTo>
                <a:cubicBezTo>
                  <a:pt x="215652" y="164907"/>
                  <a:pt x="212251" y="166340"/>
                  <a:pt x="208308" y="166340"/>
                </a:cubicBezTo>
                <a:lnTo>
                  <a:pt x="60928" y="166340"/>
                </a:lnTo>
                <a:close/>
                <a:moveTo>
                  <a:pt x="79684" y="154921"/>
                </a:moveTo>
                <a:lnTo>
                  <a:pt x="189551" y="154921"/>
                </a:lnTo>
                <a:cubicBezTo>
                  <a:pt x="189551" y="148857"/>
                  <a:pt x="191680" y="143692"/>
                  <a:pt x="195938" y="139435"/>
                </a:cubicBezTo>
                <a:cubicBezTo>
                  <a:pt x="200195" y="135178"/>
                  <a:pt x="205352" y="133049"/>
                  <a:pt x="211402" y="133049"/>
                </a:cubicBezTo>
                <a:lnTo>
                  <a:pt x="211402" y="79663"/>
                </a:lnTo>
                <a:cubicBezTo>
                  <a:pt x="205330" y="79663"/>
                  <a:pt x="200173" y="77534"/>
                  <a:pt x="195916" y="73276"/>
                </a:cubicBezTo>
                <a:cubicBezTo>
                  <a:pt x="191673" y="69019"/>
                  <a:pt x="189551" y="63862"/>
                  <a:pt x="189551" y="57812"/>
                </a:cubicBezTo>
                <a:lnTo>
                  <a:pt x="79684" y="57812"/>
                </a:lnTo>
                <a:cubicBezTo>
                  <a:pt x="79684" y="63876"/>
                  <a:pt x="77556" y="69041"/>
                  <a:pt x="73298" y="73298"/>
                </a:cubicBezTo>
                <a:cubicBezTo>
                  <a:pt x="69041" y="77541"/>
                  <a:pt x="63891" y="79663"/>
                  <a:pt x="57834" y="79663"/>
                </a:cubicBezTo>
                <a:lnTo>
                  <a:pt x="57834" y="133049"/>
                </a:lnTo>
                <a:cubicBezTo>
                  <a:pt x="63906" y="133049"/>
                  <a:pt x="69070" y="135178"/>
                  <a:pt x="73328" y="139435"/>
                </a:cubicBezTo>
                <a:cubicBezTo>
                  <a:pt x="77570" y="143692"/>
                  <a:pt x="79684" y="148850"/>
                  <a:pt x="79684" y="154899"/>
                </a:cubicBezTo>
                <a:close/>
                <a:moveTo>
                  <a:pt x="187137" y="194204"/>
                </a:moveTo>
                <a:lnTo>
                  <a:pt x="33065" y="194204"/>
                </a:lnTo>
                <a:cubicBezTo>
                  <a:pt x="29129" y="194204"/>
                  <a:pt x="25728" y="192770"/>
                  <a:pt x="22860" y="189903"/>
                </a:cubicBezTo>
                <a:cubicBezTo>
                  <a:pt x="19992" y="187035"/>
                  <a:pt x="18559" y="183633"/>
                  <a:pt x="18559" y="179691"/>
                </a:cubicBezTo>
                <a:lnTo>
                  <a:pt x="18559" y="82098"/>
                </a:lnTo>
                <a:cubicBezTo>
                  <a:pt x="18559" y="80489"/>
                  <a:pt x="19115" y="79136"/>
                  <a:pt x="20219" y="78031"/>
                </a:cubicBezTo>
                <a:cubicBezTo>
                  <a:pt x="21324" y="76941"/>
                  <a:pt x="22692" y="76393"/>
                  <a:pt x="24316" y="76393"/>
                </a:cubicBezTo>
                <a:cubicBezTo>
                  <a:pt x="25940" y="76393"/>
                  <a:pt x="27293" y="76941"/>
                  <a:pt x="28368" y="78031"/>
                </a:cubicBezTo>
                <a:cubicBezTo>
                  <a:pt x="29436" y="79121"/>
                  <a:pt x="29978" y="80475"/>
                  <a:pt x="29978" y="82098"/>
                </a:cubicBezTo>
                <a:lnTo>
                  <a:pt x="29978" y="179691"/>
                </a:lnTo>
                <a:cubicBezTo>
                  <a:pt x="29978" y="180466"/>
                  <a:pt x="30300" y="181176"/>
                  <a:pt x="30958" y="181834"/>
                </a:cubicBezTo>
                <a:cubicBezTo>
                  <a:pt x="31609" y="182470"/>
                  <a:pt x="32319" y="182785"/>
                  <a:pt x="33094" y="182785"/>
                </a:cubicBezTo>
                <a:lnTo>
                  <a:pt x="187159" y="182785"/>
                </a:lnTo>
                <a:cubicBezTo>
                  <a:pt x="188769" y="182785"/>
                  <a:pt x="190129" y="183341"/>
                  <a:pt x="191234" y="184445"/>
                </a:cubicBezTo>
                <a:cubicBezTo>
                  <a:pt x="192324" y="185550"/>
                  <a:pt x="192873" y="186918"/>
                  <a:pt x="192873" y="188542"/>
                </a:cubicBezTo>
                <a:cubicBezTo>
                  <a:pt x="192873" y="190173"/>
                  <a:pt x="192324" y="191519"/>
                  <a:pt x="191234" y="192595"/>
                </a:cubicBezTo>
                <a:cubicBezTo>
                  <a:pt x="190144" y="193663"/>
                  <a:pt x="188791" y="194204"/>
                  <a:pt x="187159" y="194204"/>
                </a:cubicBezTo>
                <a:close/>
                <a:moveTo>
                  <a:pt x="60928" y="154921"/>
                </a:moveTo>
                <a:lnTo>
                  <a:pt x="57834" y="154921"/>
                </a:lnTo>
                <a:lnTo>
                  <a:pt x="57834" y="57834"/>
                </a:lnTo>
                <a:lnTo>
                  <a:pt x="60928" y="57834"/>
                </a:lnTo>
                <a:cubicBezTo>
                  <a:pt x="60087" y="57834"/>
                  <a:pt x="59363" y="58141"/>
                  <a:pt x="58741" y="58741"/>
                </a:cubicBezTo>
                <a:cubicBezTo>
                  <a:pt x="58141" y="59363"/>
                  <a:pt x="57834" y="60087"/>
                  <a:pt x="57834" y="60928"/>
                </a:cubicBezTo>
                <a:lnTo>
                  <a:pt x="57834" y="151834"/>
                </a:lnTo>
                <a:cubicBezTo>
                  <a:pt x="57834" y="152668"/>
                  <a:pt x="58141" y="153400"/>
                  <a:pt x="58741" y="154022"/>
                </a:cubicBezTo>
                <a:cubicBezTo>
                  <a:pt x="59363" y="154621"/>
                  <a:pt x="60087" y="154921"/>
                  <a:pt x="60928" y="15492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4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52" y="208710"/>
                </a:moveTo>
                <a:cubicBezTo>
                  <a:pt x="119091" y="208710"/>
                  <a:pt x="117724" y="208176"/>
                  <a:pt x="116655" y="207101"/>
                </a:cubicBezTo>
                <a:cubicBezTo>
                  <a:pt x="115580" y="206033"/>
                  <a:pt x="115046" y="204665"/>
                  <a:pt x="115046" y="203004"/>
                </a:cubicBezTo>
                <a:lnTo>
                  <a:pt x="115046" y="188066"/>
                </a:lnTo>
                <a:cubicBezTo>
                  <a:pt x="106926" y="186977"/>
                  <a:pt x="100006" y="184306"/>
                  <a:pt x="94271" y="180049"/>
                </a:cubicBezTo>
                <a:cubicBezTo>
                  <a:pt x="88536" y="175784"/>
                  <a:pt x="84081" y="170269"/>
                  <a:pt x="80891" y="163502"/>
                </a:cubicBezTo>
                <a:cubicBezTo>
                  <a:pt x="80240" y="162105"/>
                  <a:pt x="80240" y="160649"/>
                  <a:pt x="80891" y="159128"/>
                </a:cubicBezTo>
                <a:cubicBezTo>
                  <a:pt x="81550" y="157599"/>
                  <a:pt x="82618" y="156509"/>
                  <a:pt x="84110" y="155858"/>
                </a:cubicBezTo>
                <a:cubicBezTo>
                  <a:pt x="85507" y="155199"/>
                  <a:pt x="86956" y="155185"/>
                  <a:pt x="88463" y="155806"/>
                </a:cubicBezTo>
                <a:cubicBezTo>
                  <a:pt x="89970" y="156428"/>
                  <a:pt x="91067" y="157430"/>
                  <a:pt x="91755" y="158820"/>
                </a:cubicBezTo>
                <a:cubicBezTo>
                  <a:pt x="94842" y="164841"/>
                  <a:pt x="98850" y="169405"/>
                  <a:pt x="103781" y="172529"/>
                </a:cubicBezTo>
                <a:cubicBezTo>
                  <a:pt x="108704" y="175631"/>
                  <a:pt x="114710" y="177181"/>
                  <a:pt x="121783" y="177181"/>
                </a:cubicBezTo>
                <a:cubicBezTo>
                  <a:pt x="129896" y="177181"/>
                  <a:pt x="136889" y="175119"/>
                  <a:pt x="142756" y="170993"/>
                </a:cubicBezTo>
                <a:cubicBezTo>
                  <a:pt x="148623" y="166867"/>
                  <a:pt x="151556" y="160869"/>
                  <a:pt x="151556" y="152990"/>
                </a:cubicBezTo>
                <a:cubicBezTo>
                  <a:pt x="151556" y="145360"/>
                  <a:pt x="149135" y="139384"/>
                  <a:pt x="144285" y="135061"/>
                </a:cubicBezTo>
                <a:cubicBezTo>
                  <a:pt x="139457" y="130752"/>
                  <a:pt x="130737" y="126538"/>
                  <a:pt x="118111" y="122413"/>
                </a:cubicBezTo>
                <a:cubicBezTo>
                  <a:pt x="106107" y="118557"/>
                  <a:pt x="97226" y="113700"/>
                  <a:pt x="91455" y="107848"/>
                </a:cubicBezTo>
                <a:cubicBezTo>
                  <a:pt x="85690" y="102003"/>
                  <a:pt x="82808" y="94490"/>
                  <a:pt x="82808" y="85317"/>
                </a:cubicBezTo>
                <a:cubicBezTo>
                  <a:pt x="82808" y="76422"/>
                  <a:pt x="85961" y="69004"/>
                  <a:pt x="92259" y="63064"/>
                </a:cubicBezTo>
                <a:cubicBezTo>
                  <a:pt x="98565" y="57117"/>
                  <a:pt x="106144" y="53855"/>
                  <a:pt x="114995" y="53284"/>
                </a:cubicBezTo>
                <a:lnTo>
                  <a:pt x="114995" y="38397"/>
                </a:lnTo>
                <a:cubicBezTo>
                  <a:pt x="114995" y="36737"/>
                  <a:pt x="115529" y="35369"/>
                  <a:pt x="116604" y="34301"/>
                </a:cubicBezTo>
                <a:cubicBezTo>
                  <a:pt x="117672" y="33226"/>
                  <a:pt x="119040" y="32692"/>
                  <a:pt x="120701" y="32692"/>
                </a:cubicBezTo>
                <a:cubicBezTo>
                  <a:pt x="122361" y="32692"/>
                  <a:pt x="123729" y="33226"/>
                  <a:pt x="124797" y="34301"/>
                </a:cubicBezTo>
                <a:cubicBezTo>
                  <a:pt x="125873" y="35369"/>
                  <a:pt x="126407" y="36737"/>
                  <a:pt x="126407" y="38397"/>
                </a:cubicBezTo>
                <a:lnTo>
                  <a:pt x="126407" y="53284"/>
                </a:lnTo>
                <a:cubicBezTo>
                  <a:pt x="132376" y="53920"/>
                  <a:pt x="137701" y="55537"/>
                  <a:pt x="142376" y="58134"/>
                </a:cubicBezTo>
                <a:cubicBezTo>
                  <a:pt x="147057" y="60738"/>
                  <a:pt x="151052" y="64301"/>
                  <a:pt x="154373" y="68821"/>
                </a:cubicBezTo>
                <a:cubicBezTo>
                  <a:pt x="155229" y="70116"/>
                  <a:pt x="155441" y="71484"/>
                  <a:pt x="155024" y="72925"/>
                </a:cubicBezTo>
                <a:cubicBezTo>
                  <a:pt x="154607" y="74366"/>
                  <a:pt x="153648" y="75412"/>
                  <a:pt x="152156" y="76063"/>
                </a:cubicBezTo>
                <a:cubicBezTo>
                  <a:pt x="150766" y="76773"/>
                  <a:pt x="149289" y="76890"/>
                  <a:pt x="147730" y="76422"/>
                </a:cubicBezTo>
                <a:cubicBezTo>
                  <a:pt x="146172" y="75932"/>
                  <a:pt x="144914" y="75025"/>
                  <a:pt x="143963" y="73701"/>
                </a:cubicBezTo>
                <a:cubicBezTo>
                  <a:pt x="141483" y="70504"/>
                  <a:pt x="138396" y="68039"/>
                  <a:pt x="134709" y="66312"/>
                </a:cubicBezTo>
                <a:cubicBezTo>
                  <a:pt x="131023" y="64601"/>
                  <a:pt x="126516" y="63745"/>
                  <a:pt x="121206" y="63745"/>
                </a:cubicBezTo>
                <a:cubicBezTo>
                  <a:pt x="113422" y="63745"/>
                  <a:pt x="106985" y="65661"/>
                  <a:pt x="101893" y="69502"/>
                </a:cubicBezTo>
                <a:cubicBezTo>
                  <a:pt x="96780" y="73342"/>
                  <a:pt x="94220" y="78573"/>
                  <a:pt x="94220" y="85193"/>
                </a:cubicBezTo>
                <a:cubicBezTo>
                  <a:pt x="94220" y="91630"/>
                  <a:pt x="96575" y="96904"/>
                  <a:pt x="101286" y="101008"/>
                </a:cubicBezTo>
                <a:cubicBezTo>
                  <a:pt x="105997" y="105119"/>
                  <a:pt x="115178" y="109304"/>
                  <a:pt x="128821" y="113561"/>
                </a:cubicBezTo>
                <a:cubicBezTo>
                  <a:pt x="140605" y="117328"/>
                  <a:pt x="149245" y="122303"/>
                  <a:pt x="154724" y="128470"/>
                </a:cubicBezTo>
                <a:cubicBezTo>
                  <a:pt x="160203" y="134644"/>
                  <a:pt x="162946" y="142595"/>
                  <a:pt x="162946" y="152332"/>
                </a:cubicBezTo>
                <a:cubicBezTo>
                  <a:pt x="162946" y="162375"/>
                  <a:pt x="159720" y="170532"/>
                  <a:pt x="153268" y="176801"/>
                </a:cubicBezTo>
                <a:cubicBezTo>
                  <a:pt x="146809" y="183070"/>
                  <a:pt x="137870" y="186867"/>
                  <a:pt x="126436" y="188191"/>
                </a:cubicBezTo>
                <a:lnTo>
                  <a:pt x="126436" y="203077"/>
                </a:lnTo>
                <a:cubicBezTo>
                  <a:pt x="126436" y="204738"/>
                  <a:pt x="125895" y="206106"/>
                  <a:pt x="124827" y="207181"/>
                </a:cubicBezTo>
                <a:cubicBezTo>
                  <a:pt x="123751" y="208249"/>
                  <a:pt x="122383" y="208790"/>
                  <a:pt x="120723" y="20879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6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133" y="206201"/>
                </a:moveTo>
                <a:cubicBezTo>
                  <a:pt x="57746" y="206201"/>
                  <a:pt x="54579" y="205074"/>
                  <a:pt x="51623" y="202829"/>
                </a:cubicBezTo>
                <a:cubicBezTo>
                  <a:pt x="48675" y="200583"/>
                  <a:pt x="46737" y="197840"/>
                  <a:pt x="45815" y="194606"/>
                </a:cubicBezTo>
                <a:cubicBezTo>
                  <a:pt x="41623" y="179939"/>
                  <a:pt x="38185" y="167503"/>
                  <a:pt x="35508" y="157313"/>
                </a:cubicBezTo>
                <a:cubicBezTo>
                  <a:pt x="32823" y="147138"/>
                  <a:pt x="30731" y="138360"/>
                  <a:pt x="29217" y="130986"/>
                </a:cubicBezTo>
                <a:cubicBezTo>
                  <a:pt x="27695" y="123612"/>
                  <a:pt x="26635" y="117175"/>
                  <a:pt x="26049" y="111674"/>
                </a:cubicBezTo>
                <a:cubicBezTo>
                  <a:pt x="25450" y="106173"/>
                  <a:pt x="25150" y="100774"/>
                  <a:pt x="25150" y="95478"/>
                </a:cubicBezTo>
                <a:cubicBezTo>
                  <a:pt x="25150" y="81499"/>
                  <a:pt x="30022" y="69626"/>
                  <a:pt x="39780" y="59875"/>
                </a:cubicBezTo>
                <a:cubicBezTo>
                  <a:pt x="49553" y="50131"/>
                  <a:pt x="61440" y="45266"/>
                  <a:pt x="75442" y="45266"/>
                </a:cubicBezTo>
                <a:lnTo>
                  <a:pt x="128243" y="45266"/>
                </a:lnTo>
                <a:cubicBezTo>
                  <a:pt x="132771" y="39231"/>
                  <a:pt x="138301" y="34367"/>
                  <a:pt x="144841" y="30680"/>
                </a:cubicBezTo>
                <a:cubicBezTo>
                  <a:pt x="151381" y="26993"/>
                  <a:pt x="158418" y="25150"/>
                  <a:pt x="165967" y="25150"/>
                </a:cubicBezTo>
                <a:cubicBezTo>
                  <a:pt x="168732" y="25150"/>
                  <a:pt x="171103" y="26130"/>
                  <a:pt x="173078" y="28090"/>
                </a:cubicBezTo>
                <a:cubicBezTo>
                  <a:pt x="175060" y="30051"/>
                  <a:pt x="176040" y="32421"/>
                  <a:pt x="176026" y="35208"/>
                </a:cubicBezTo>
                <a:cubicBezTo>
                  <a:pt x="176026" y="35888"/>
                  <a:pt x="175931" y="36561"/>
                  <a:pt x="175748" y="37220"/>
                </a:cubicBezTo>
                <a:cubicBezTo>
                  <a:pt x="175557" y="37871"/>
                  <a:pt x="175367" y="38515"/>
                  <a:pt x="175170" y="39151"/>
                </a:cubicBezTo>
                <a:cubicBezTo>
                  <a:pt x="174431" y="41133"/>
                  <a:pt x="173714" y="43269"/>
                  <a:pt x="173026" y="45566"/>
                </a:cubicBezTo>
                <a:cubicBezTo>
                  <a:pt x="172339" y="47863"/>
                  <a:pt x="171702" y="50775"/>
                  <a:pt x="171117" y="54315"/>
                </a:cubicBezTo>
                <a:lnTo>
                  <a:pt x="197269" y="80467"/>
                </a:lnTo>
                <a:lnTo>
                  <a:pt x="208988" y="80467"/>
                </a:lnTo>
                <a:cubicBezTo>
                  <a:pt x="211065" y="80467"/>
                  <a:pt x="212792" y="81162"/>
                  <a:pt x="214167" y="82552"/>
                </a:cubicBezTo>
                <a:cubicBezTo>
                  <a:pt x="215557" y="83927"/>
                  <a:pt x="216259" y="85654"/>
                  <a:pt x="216259" y="87731"/>
                </a:cubicBezTo>
                <a:lnTo>
                  <a:pt x="216259" y="136597"/>
                </a:lnTo>
                <a:cubicBezTo>
                  <a:pt x="216259" y="138250"/>
                  <a:pt x="215813" y="139728"/>
                  <a:pt x="214921" y="141022"/>
                </a:cubicBezTo>
                <a:cubicBezTo>
                  <a:pt x="214050" y="142310"/>
                  <a:pt x="212792" y="143173"/>
                  <a:pt x="211153" y="143612"/>
                </a:cubicBezTo>
                <a:lnTo>
                  <a:pt x="188820" y="151030"/>
                </a:lnTo>
                <a:lnTo>
                  <a:pt x="175418" y="195784"/>
                </a:lnTo>
                <a:cubicBezTo>
                  <a:pt x="174416" y="198937"/>
                  <a:pt x="172646" y="201461"/>
                  <a:pt x="170115" y="203355"/>
                </a:cubicBezTo>
                <a:cubicBezTo>
                  <a:pt x="167599" y="205250"/>
                  <a:pt x="164694" y="206201"/>
                  <a:pt x="161410" y="206201"/>
                </a:cubicBezTo>
                <a:lnTo>
                  <a:pt x="140240" y="206201"/>
                </a:lnTo>
                <a:cubicBezTo>
                  <a:pt x="136282" y="206201"/>
                  <a:pt x="132881" y="204767"/>
                  <a:pt x="130028" y="201900"/>
                </a:cubicBezTo>
                <a:cubicBezTo>
                  <a:pt x="127182" y="199032"/>
                  <a:pt x="125748" y="195630"/>
                  <a:pt x="125734" y="191688"/>
                </a:cubicBezTo>
                <a:lnTo>
                  <a:pt x="125734" y="186084"/>
                </a:lnTo>
                <a:lnTo>
                  <a:pt x="95558" y="186084"/>
                </a:lnTo>
                <a:lnTo>
                  <a:pt x="95558" y="191688"/>
                </a:lnTo>
                <a:cubicBezTo>
                  <a:pt x="95558" y="195645"/>
                  <a:pt x="94125" y="199047"/>
                  <a:pt x="91257" y="201900"/>
                </a:cubicBezTo>
                <a:cubicBezTo>
                  <a:pt x="88390" y="204745"/>
                  <a:pt x="84988" y="206179"/>
                  <a:pt x="81045" y="206201"/>
                </a:cubicBezTo>
                <a:lnTo>
                  <a:pt x="61133" y="206201"/>
                </a:lnTo>
                <a:close/>
                <a:moveTo>
                  <a:pt x="60153" y="194782"/>
                </a:moveTo>
                <a:lnTo>
                  <a:pt x="81045" y="194782"/>
                </a:lnTo>
                <a:cubicBezTo>
                  <a:pt x="81952" y="194782"/>
                  <a:pt x="82691" y="194489"/>
                  <a:pt x="83262" y="193904"/>
                </a:cubicBezTo>
                <a:cubicBezTo>
                  <a:pt x="83825" y="193311"/>
                  <a:pt x="84125" y="192580"/>
                  <a:pt x="84139" y="191688"/>
                </a:cubicBezTo>
                <a:lnTo>
                  <a:pt x="84139" y="174665"/>
                </a:lnTo>
                <a:lnTo>
                  <a:pt x="137145" y="174665"/>
                </a:lnTo>
                <a:lnTo>
                  <a:pt x="137145" y="191688"/>
                </a:lnTo>
                <a:cubicBezTo>
                  <a:pt x="137145" y="192595"/>
                  <a:pt x="137438" y="193333"/>
                  <a:pt x="138023" y="193904"/>
                </a:cubicBezTo>
                <a:cubicBezTo>
                  <a:pt x="138616" y="194467"/>
                  <a:pt x="139347" y="194767"/>
                  <a:pt x="140240" y="194782"/>
                </a:cubicBezTo>
                <a:lnTo>
                  <a:pt x="161410" y="194782"/>
                </a:lnTo>
                <a:cubicBezTo>
                  <a:pt x="162068" y="194782"/>
                  <a:pt x="162661" y="194592"/>
                  <a:pt x="163195" y="194204"/>
                </a:cubicBezTo>
                <a:cubicBezTo>
                  <a:pt x="163751" y="193816"/>
                  <a:pt x="164153" y="193275"/>
                  <a:pt x="164402" y="192565"/>
                </a:cubicBezTo>
                <a:lnTo>
                  <a:pt x="179464" y="142273"/>
                </a:lnTo>
                <a:lnTo>
                  <a:pt x="204811" y="133576"/>
                </a:lnTo>
                <a:lnTo>
                  <a:pt x="204811" y="91886"/>
                </a:lnTo>
                <a:lnTo>
                  <a:pt x="192521" y="91886"/>
                </a:lnTo>
                <a:lnTo>
                  <a:pt x="159574" y="58917"/>
                </a:lnTo>
                <a:cubicBezTo>
                  <a:pt x="159676" y="56064"/>
                  <a:pt x="160071" y="52655"/>
                  <a:pt x="160759" y="48683"/>
                </a:cubicBezTo>
                <a:cubicBezTo>
                  <a:pt x="161446" y="44711"/>
                  <a:pt x="162427" y="40563"/>
                  <a:pt x="163700" y="36232"/>
                </a:cubicBezTo>
                <a:cubicBezTo>
                  <a:pt x="157328" y="37878"/>
                  <a:pt x="151586" y="40563"/>
                  <a:pt x="146472" y="44279"/>
                </a:cubicBezTo>
                <a:cubicBezTo>
                  <a:pt x="141359" y="48002"/>
                  <a:pt x="137584" y="52135"/>
                  <a:pt x="135134" y="56678"/>
                </a:cubicBezTo>
                <a:lnTo>
                  <a:pt x="75442" y="56678"/>
                </a:lnTo>
                <a:cubicBezTo>
                  <a:pt x="64644" y="56678"/>
                  <a:pt x="55464" y="60460"/>
                  <a:pt x="47900" y="68017"/>
                </a:cubicBezTo>
                <a:cubicBezTo>
                  <a:pt x="40343" y="75581"/>
                  <a:pt x="36561" y="84761"/>
                  <a:pt x="36561" y="95551"/>
                </a:cubicBezTo>
                <a:cubicBezTo>
                  <a:pt x="36561" y="102464"/>
                  <a:pt x="38324" y="114337"/>
                  <a:pt x="41843" y="131183"/>
                </a:cubicBezTo>
                <a:cubicBezTo>
                  <a:pt x="45384" y="148016"/>
                  <a:pt x="50416" y="168411"/>
                  <a:pt x="56956" y="192368"/>
                </a:cubicBezTo>
                <a:cubicBezTo>
                  <a:pt x="57139" y="193070"/>
                  <a:pt x="57541" y="193648"/>
                  <a:pt x="58163" y="194102"/>
                </a:cubicBezTo>
                <a:cubicBezTo>
                  <a:pt x="58763" y="194555"/>
                  <a:pt x="59429" y="194782"/>
                  <a:pt x="60153" y="194782"/>
                </a:cubicBezTo>
                <a:close/>
                <a:moveTo>
                  <a:pt x="167218" y="106868"/>
                </a:moveTo>
                <a:cubicBezTo>
                  <a:pt x="168945" y="105141"/>
                  <a:pt x="169808" y="103049"/>
                  <a:pt x="169808" y="100584"/>
                </a:cubicBezTo>
                <a:cubicBezTo>
                  <a:pt x="169808" y="98119"/>
                  <a:pt x="168945" y="96027"/>
                  <a:pt x="167218" y="94300"/>
                </a:cubicBezTo>
                <a:cubicBezTo>
                  <a:pt x="165492" y="92574"/>
                  <a:pt x="163400" y="91711"/>
                  <a:pt x="160934" y="91711"/>
                </a:cubicBezTo>
                <a:cubicBezTo>
                  <a:pt x="158469" y="91711"/>
                  <a:pt x="156377" y="92574"/>
                  <a:pt x="154651" y="94300"/>
                </a:cubicBezTo>
                <a:cubicBezTo>
                  <a:pt x="152924" y="96027"/>
                  <a:pt x="152061" y="98119"/>
                  <a:pt x="152061" y="100584"/>
                </a:cubicBezTo>
                <a:cubicBezTo>
                  <a:pt x="152061" y="103049"/>
                  <a:pt x="152924" y="105141"/>
                  <a:pt x="154651" y="106868"/>
                </a:cubicBezTo>
                <a:cubicBezTo>
                  <a:pt x="156377" y="108594"/>
                  <a:pt x="158469" y="109457"/>
                  <a:pt x="160934" y="109457"/>
                </a:cubicBezTo>
                <a:cubicBezTo>
                  <a:pt x="163400" y="109457"/>
                  <a:pt x="165492" y="108594"/>
                  <a:pt x="167218" y="106868"/>
                </a:cubicBezTo>
                <a:close/>
                <a:moveTo>
                  <a:pt x="125053" y="84315"/>
                </a:moveTo>
                <a:cubicBezTo>
                  <a:pt x="126677" y="84315"/>
                  <a:pt x="128038" y="83759"/>
                  <a:pt x="129128" y="82654"/>
                </a:cubicBezTo>
                <a:cubicBezTo>
                  <a:pt x="130218" y="81550"/>
                  <a:pt x="130759" y="80182"/>
                  <a:pt x="130759" y="78558"/>
                </a:cubicBezTo>
                <a:cubicBezTo>
                  <a:pt x="130759" y="76927"/>
                  <a:pt x="130218" y="75581"/>
                  <a:pt x="129128" y="74505"/>
                </a:cubicBezTo>
                <a:cubicBezTo>
                  <a:pt x="128038" y="73437"/>
                  <a:pt x="126677" y="72896"/>
                  <a:pt x="125053" y="72896"/>
                </a:cubicBezTo>
                <a:lnTo>
                  <a:pt x="86173" y="72896"/>
                </a:lnTo>
                <a:cubicBezTo>
                  <a:pt x="84549" y="72896"/>
                  <a:pt x="83188" y="73452"/>
                  <a:pt x="82098" y="74557"/>
                </a:cubicBezTo>
                <a:cubicBezTo>
                  <a:pt x="81009" y="75661"/>
                  <a:pt x="80467" y="77029"/>
                  <a:pt x="80467" y="78660"/>
                </a:cubicBezTo>
                <a:cubicBezTo>
                  <a:pt x="80467" y="80299"/>
                  <a:pt x="81009" y="81652"/>
                  <a:pt x="82098" y="82706"/>
                </a:cubicBezTo>
                <a:cubicBezTo>
                  <a:pt x="83188" y="83781"/>
                  <a:pt x="84549" y="84315"/>
                  <a:pt x="86173" y="84315"/>
                </a:cubicBezTo>
                <a:lnTo>
                  <a:pt x="125053" y="84315"/>
                </a:lnTo>
                <a:close/>
                <a:moveTo>
                  <a:pt x="120701" y="11544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8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  <a:moveTo>
                  <a:pt x="124271" y="188747"/>
                </a:moveTo>
                <a:cubicBezTo>
                  <a:pt x="125361" y="187606"/>
                  <a:pt x="125909" y="186304"/>
                  <a:pt x="125909" y="184848"/>
                </a:cubicBezTo>
                <a:lnTo>
                  <a:pt x="125909" y="177854"/>
                </a:lnTo>
                <a:cubicBezTo>
                  <a:pt x="134943" y="177138"/>
                  <a:pt x="142529" y="174146"/>
                  <a:pt x="148667" y="168879"/>
                </a:cubicBezTo>
                <a:cubicBezTo>
                  <a:pt x="154797" y="163619"/>
                  <a:pt x="157869" y="156531"/>
                  <a:pt x="157869" y="147635"/>
                </a:cubicBezTo>
                <a:cubicBezTo>
                  <a:pt x="157869" y="139369"/>
                  <a:pt x="155514" y="132764"/>
                  <a:pt x="150803" y="127818"/>
                </a:cubicBezTo>
                <a:cubicBezTo>
                  <a:pt x="146092" y="122873"/>
                  <a:pt x="137833" y="118411"/>
                  <a:pt x="126034" y="114439"/>
                </a:cubicBezTo>
                <a:cubicBezTo>
                  <a:pt x="115083" y="110716"/>
                  <a:pt x="107833" y="107204"/>
                  <a:pt x="104278" y="103905"/>
                </a:cubicBezTo>
                <a:cubicBezTo>
                  <a:pt x="100723" y="100599"/>
                  <a:pt x="98953" y="96151"/>
                  <a:pt x="98953" y="90548"/>
                </a:cubicBezTo>
                <a:cubicBezTo>
                  <a:pt x="98953" y="85156"/>
                  <a:pt x="100979" y="80826"/>
                  <a:pt x="105032" y="77578"/>
                </a:cubicBezTo>
                <a:cubicBezTo>
                  <a:pt x="109092" y="74322"/>
                  <a:pt x="114490" y="72698"/>
                  <a:pt x="121227" y="72698"/>
                </a:cubicBezTo>
                <a:cubicBezTo>
                  <a:pt x="125507" y="72698"/>
                  <a:pt x="129282" y="73518"/>
                  <a:pt x="132573" y="75164"/>
                </a:cubicBezTo>
                <a:cubicBezTo>
                  <a:pt x="135858" y="76802"/>
                  <a:pt x="138704" y="79158"/>
                  <a:pt x="141118" y="82230"/>
                </a:cubicBezTo>
                <a:cubicBezTo>
                  <a:pt x="141973" y="83181"/>
                  <a:pt x="143063" y="83861"/>
                  <a:pt x="144387" y="84264"/>
                </a:cubicBezTo>
                <a:cubicBezTo>
                  <a:pt x="145711" y="84666"/>
                  <a:pt x="146962" y="84586"/>
                  <a:pt x="148133" y="84015"/>
                </a:cubicBezTo>
                <a:cubicBezTo>
                  <a:pt x="149625" y="83342"/>
                  <a:pt x="150598" y="82289"/>
                  <a:pt x="151052" y="80848"/>
                </a:cubicBezTo>
                <a:cubicBezTo>
                  <a:pt x="151505" y="79399"/>
                  <a:pt x="151271" y="78090"/>
                  <a:pt x="150349" y="76897"/>
                </a:cubicBezTo>
                <a:cubicBezTo>
                  <a:pt x="147496" y="73006"/>
                  <a:pt x="144036" y="69904"/>
                  <a:pt x="139962" y="67592"/>
                </a:cubicBezTo>
                <a:cubicBezTo>
                  <a:pt x="135887" y="65281"/>
                  <a:pt x="131381" y="63906"/>
                  <a:pt x="126436" y="63467"/>
                </a:cubicBezTo>
                <a:lnTo>
                  <a:pt x="126436" y="56554"/>
                </a:lnTo>
                <a:cubicBezTo>
                  <a:pt x="126436" y="55098"/>
                  <a:pt x="125887" y="53818"/>
                  <a:pt x="124797" y="52728"/>
                </a:cubicBezTo>
                <a:cubicBezTo>
                  <a:pt x="123707" y="51638"/>
                  <a:pt x="122435" y="51097"/>
                  <a:pt x="120979" y="51097"/>
                </a:cubicBezTo>
                <a:cubicBezTo>
                  <a:pt x="119516" y="51097"/>
                  <a:pt x="118221" y="51638"/>
                  <a:pt x="117080" y="52728"/>
                </a:cubicBezTo>
                <a:cubicBezTo>
                  <a:pt x="115939" y="53818"/>
                  <a:pt x="115368" y="55098"/>
                  <a:pt x="115368" y="56554"/>
                </a:cubicBezTo>
                <a:lnTo>
                  <a:pt x="115368" y="63467"/>
                </a:lnTo>
                <a:cubicBezTo>
                  <a:pt x="106685" y="64644"/>
                  <a:pt x="99955" y="67709"/>
                  <a:pt x="95178" y="72669"/>
                </a:cubicBezTo>
                <a:cubicBezTo>
                  <a:pt x="90401" y="77636"/>
                  <a:pt x="88009" y="83605"/>
                  <a:pt x="88009" y="90577"/>
                </a:cubicBezTo>
                <a:cubicBezTo>
                  <a:pt x="88009" y="98404"/>
                  <a:pt x="90167" y="104607"/>
                  <a:pt x="94476" y="109187"/>
                </a:cubicBezTo>
                <a:cubicBezTo>
                  <a:pt x="98784" y="113759"/>
                  <a:pt x="106751" y="118228"/>
                  <a:pt x="118389" y="122588"/>
                </a:cubicBezTo>
                <a:cubicBezTo>
                  <a:pt x="130035" y="126977"/>
                  <a:pt x="137723" y="130854"/>
                  <a:pt x="141447" y="134205"/>
                </a:cubicBezTo>
                <a:cubicBezTo>
                  <a:pt x="145170" y="137555"/>
                  <a:pt x="147028" y="142039"/>
                  <a:pt x="147028" y="147657"/>
                </a:cubicBezTo>
                <a:cubicBezTo>
                  <a:pt x="147028" y="153963"/>
                  <a:pt x="144541" y="158967"/>
                  <a:pt x="139559" y="162668"/>
                </a:cubicBezTo>
                <a:cubicBezTo>
                  <a:pt x="134585" y="166377"/>
                  <a:pt x="128857" y="168228"/>
                  <a:pt x="122383" y="168228"/>
                </a:cubicBezTo>
                <a:cubicBezTo>
                  <a:pt x="116751" y="168228"/>
                  <a:pt x="111608" y="166816"/>
                  <a:pt x="106948" y="163999"/>
                </a:cubicBezTo>
                <a:cubicBezTo>
                  <a:pt x="102288" y="161183"/>
                  <a:pt x="98609" y="157291"/>
                  <a:pt x="95910" y="152310"/>
                </a:cubicBezTo>
                <a:cubicBezTo>
                  <a:pt x="95251" y="151220"/>
                  <a:pt x="94351" y="150415"/>
                  <a:pt x="93188" y="149896"/>
                </a:cubicBezTo>
                <a:cubicBezTo>
                  <a:pt x="92018" y="149376"/>
                  <a:pt x="90847" y="149303"/>
                  <a:pt x="89670" y="149669"/>
                </a:cubicBezTo>
                <a:cubicBezTo>
                  <a:pt x="87995" y="150393"/>
                  <a:pt x="86861" y="151432"/>
                  <a:pt x="86275" y="152785"/>
                </a:cubicBezTo>
                <a:cubicBezTo>
                  <a:pt x="85690" y="154161"/>
                  <a:pt x="85880" y="155572"/>
                  <a:pt x="86853" y="157013"/>
                </a:cubicBezTo>
                <a:cubicBezTo>
                  <a:pt x="90138" y="162544"/>
                  <a:pt x="94073" y="166933"/>
                  <a:pt x="98645" y="170188"/>
                </a:cubicBezTo>
                <a:cubicBezTo>
                  <a:pt x="103225" y="173443"/>
                  <a:pt x="108631" y="175835"/>
                  <a:pt x="114871" y="177379"/>
                </a:cubicBezTo>
                <a:lnTo>
                  <a:pt x="114871" y="185053"/>
                </a:lnTo>
                <a:cubicBezTo>
                  <a:pt x="114871" y="186574"/>
                  <a:pt x="115434" y="187854"/>
                  <a:pt x="116575" y="188900"/>
                </a:cubicBezTo>
                <a:cubicBezTo>
                  <a:pt x="117716" y="189954"/>
                  <a:pt x="119018" y="190480"/>
                  <a:pt x="120474" y="190480"/>
                </a:cubicBezTo>
                <a:cubicBezTo>
                  <a:pt x="121930" y="190480"/>
                  <a:pt x="123210" y="189910"/>
                  <a:pt x="124300" y="18876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10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072" y="172478"/>
                </a:moveTo>
                <a:lnTo>
                  <a:pt x="60072" y="97592"/>
                </a:lnTo>
                <a:cubicBezTo>
                  <a:pt x="60072" y="95968"/>
                  <a:pt x="60628" y="94607"/>
                  <a:pt x="61733" y="93518"/>
                </a:cubicBezTo>
                <a:cubicBezTo>
                  <a:pt x="62838" y="92428"/>
                  <a:pt x="64206" y="91886"/>
                  <a:pt x="65829" y="91886"/>
                </a:cubicBezTo>
                <a:cubicBezTo>
                  <a:pt x="67461" y="91886"/>
                  <a:pt x="68807" y="92428"/>
                  <a:pt x="69882" y="93518"/>
                </a:cubicBezTo>
                <a:cubicBezTo>
                  <a:pt x="70950" y="94607"/>
                  <a:pt x="71491" y="95968"/>
                  <a:pt x="71491" y="97592"/>
                </a:cubicBezTo>
                <a:lnTo>
                  <a:pt x="71491" y="172478"/>
                </a:lnTo>
                <a:cubicBezTo>
                  <a:pt x="71491" y="174102"/>
                  <a:pt x="70935" y="175462"/>
                  <a:pt x="69831" y="176552"/>
                </a:cubicBezTo>
                <a:cubicBezTo>
                  <a:pt x="68726" y="177642"/>
                  <a:pt x="67358" y="178184"/>
                  <a:pt x="65734" y="178184"/>
                </a:cubicBezTo>
                <a:cubicBezTo>
                  <a:pt x="64103" y="178184"/>
                  <a:pt x="62757" y="177642"/>
                  <a:pt x="61682" y="176552"/>
                </a:cubicBezTo>
                <a:cubicBezTo>
                  <a:pt x="60614" y="175462"/>
                  <a:pt x="60072" y="174102"/>
                  <a:pt x="60072" y="172478"/>
                </a:cubicBezTo>
                <a:close/>
                <a:moveTo>
                  <a:pt x="115697" y="172478"/>
                </a:moveTo>
                <a:lnTo>
                  <a:pt x="115697" y="97592"/>
                </a:lnTo>
                <a:cubicBezTo>
                  <a:pt x="115697" y="95968"/>
                  <a:pt x="116253" y="94607"/>
                  <a:pt x="117358" y="93518"/>
                </a:cubicBezTo>
                <a:cubicBezTo>
                  <a:pt x="118462" y="92428"/>
                  <a:pt x="119830" y="91886"/>
                  <a:pt x="121454" y="91886"/>
                </a:cubicBezTo>
                <a:cubicBezTo>
                  <a:pt x="123078" y="91886"/>
                  <a:pt x="124432" y="92428"/>
                  <a:pt x="125507" y="93518"/>
                </a:cubicBezTo>
                <a:cubicBezTo>
                  <a:pt x="126575" y="94607"/>
                  <a:pt x="127116" y="95968"/>
                  <a:pt x="127116" y="97592"/>
                </a:cubicBezTo>
                <a:lnTo>
                  <a:pt x="127116" y="172478"/>
                </a:lnTo>
                <a:cubicBezTo>
                  <a:pt x="127116" y="174102"/>
                  <a:pt x="126560" y="175462"/>
                  <a:pt x="125456" y="176552"/>
                </a:cubicBezTo>
                <a:cubicBezTo>
                  <a:pt x="124344" y="177642"/>
                  <a:pt x="122983" y="178184"/>
                  <a:pt x="121352" y="178184"/>
                </a:cubicBezTo>
                <a:cubicBezTo>
                  <a:pt x="119728" y="178184"/>
                  <a:pt x="118382" y="177642"/>
                  <a:pt x="117307" y="176552"/>
                </a:cubicBezTo>
                <a:cubicBezTo>
                  <a:pt x="116231" y="175462"/>
                  <a:pt x="115697" y="174102"/>
                  <a:pt x="115697" y="172478"/>
                </a:cubicBezTo>
                <a:close/>
                <a:moveTo>
                  <a:pt x="33569" y="206047"/>
                </a:moveTo>
                <a:cubicBezTo>
                  <a:pt x="31960" y="206047"/>
                  <a:pt x="30599" y="205491"/>
                  <a:pt x="29495" y="204387"/>
                </a:cubicBezTo>
                <a:cubicBezTo>
                  <a:pt x="28405" y="203282"/>
                  <a:pt x="27864" y="201914"/>
                  <a:pt x="27864" y="200290"/>
                </a:cubicBezTo>
                <a:cubicBezTo>
                  <a:pt x="27864" y="198659"/>
                  <a:pt x="28405" y="197313"/>
                  <a:pt x="29495" y="196238"/>
                </a:cubicBezTo>
                <a:cubicBezTo>
                  <a:pt x="30585" y="195170"/>
                  <a:pt x="31945" y="194628"/>
                  <a:pt x="33569" y="194628"/>
                </a:cubicBezTo>
                <a:lnTo>
                  <a:pt x="207854" y="194628"/>
                </a:lnTo>
                <a:cubicBezTo>
                  <a:pt x="209463" y="194628"/>
                  <a:pt x="210824" y="195184"/>
                  <a:pt x="211929" y="196289"/>
                </a:cubicBezTo>
                <a:cubicBezTo>
                  <a:pt x="213019" y="197393"/>
                  <a:pt x="213567" y="198761"/>
                  <a:pt x="213567" y="200385"/>
                </a:cubicBezTo>
                <a:cubicBezTo>
                  <a:pt x="213567" y="202017"/>
                  <a:pt x="213019" y="203363"/>
                  <a:pt x="211929" y="204438"/>
                </a:cubicBezTo>
                <a:cubicBezTo>
                  <a:pt x="210839" y="205513"/>
                  <a:pt x="209485" y="206047"/>
                  <a:pt x="207854" y="206047"/>
                </a:cubicBezTo>
                <a:lnTo>
                  <a:pt x="33569" y="206047"/>
                </a:lnTo>
                <a:close/>
                <a:moveTo>
                  <a:pt x="169910" y="172478"/>
                </a:moveTo>
                <a:lnTo>
                  <a:pt x="169910" y="97592"/>
                </a:lnTo>
                <a:cubicBezTo>
                  <a:pt x="169910" y="95968"/>
                  <a:pt x="170466" y="94607"/>
                  <a:pt x="171571" y="93518"/>
                </a:cubicBezTo>
                <a:cubicBezTo>
                  <a:pt x="172675" y="92428"/>
                  <a:pt x="174043" y="91886"/>
                  <a:pt x="175667" y="91886"/>
                </a:cubicBezTo>
                <a:cubicBezTo>
                  <a:pt x="177299" y="91886"/>
                  <a:pt x="178644" y="92428"/>
                  <a:pt x="179720" y="93518"/>
                </a:cubicBezTo>
                <a:cubicBezTo>
                  <a:pt x="180788" y="94607"/>
                  <a:pt x="181329" y="95968"/>
                  <a:pt x="181329" y="97592"/>
                </a:cubicBezTo>
                <a:lnTo>
                  <a:pt x="181329" y="172478"/>
                </a:lnTo>
                <a:cubicBezTo>
                  <a:pt x="181329" y="174102"/>
                  <a:pt x="180773" y="175462"/>
                  <a:pt x="179669" y="176552"/>
                </a:cubicBezTo>
                <a:cubicBezTo>
                  <a:pt x="178564" y="177642"/>
                  <a:pt x="177196" y="178184"/>
                  <a:pt x="175572" y="178184"/>
                </a:cubicBezTo>
                <a:cubicBezTo>
                  <a:pt x="173941" y="178184"/>
                  <a:pt x="172595" y="177642"/>
                  <a:pt x="171519" y="176552"/>
                </a:cubicBezTo>
                <a:cubicBezTo>
                  <a:pt x="170451" y="175462"/>
                  <a:pt x="169910" y="174102"/>
                  <a:pt x="169910" y="172478"/>
                </a:cubicBezTo>
                <a:close/>
                <a:moveTo>
                  <a:pt x="208937" y="75442"/>
                </a:moveTo>
                <a:lnTo>
                  <a:pt x="31887" y="75442"/>
                </a:lnTo>
                <a:cubicBezTo>
                  <a:pt x="30812" y="75442"/>
                  <a:pt x="29868" y="75039"/>
                  <a:pt x="29041" y="74235"/>
                </a:cubicBezTo>
                <a:cubicBezTo>
                  <a:pt x="28237" y="73430"/>
                  <a:pt x="27834" y="72486"/>
                  <a:pt x="27834" y="71418"/>
                </a:cubicBezTo>
                <a:lnTo>
                  <a:pt x="27834" y="68346"/>
                </a:lnTo>
                <a:cubicBezTo>
                  <a:pt x="27834" y="67695"/>
                  <a:pt x="28032" y="67029"/>
                  <a:pt x="28412" y="66363"/>
                </a:cubicBezTo>
                <a:cubicBezTo>
                  <a:pt x="28800" y="65690"/>
                  <a:pt x="29319" y="65193"/>
                  <a:pt x="29978" y="64879"/>
                </a:cubicBezTo>
                <a:lnTo>
                  <a:pt x="113810" y="19188"/>
                </a:lnTo>
                <a:cubicBezTo>
                  <a:pt x="115975" y="18047"/>
                  <a:pt x="118250" y="17476"/>
                  <a:pt x="120650" y="17476"/>
                </a:cubicBezTo>
                <a:cubicBezTo>
                  <a:pt x="123064" y="17476"/>
                  <a:pt x="125361" y="18047"/>
                  <a:pt x="127541" y="19188"/>
                </a:cubicBezTo>
                <a:lnTo>
                  <a:pt x="211226" y="64622"/>
                </a:lnTo>
                <a:cubicBezTo>
                  <a:pt x="211914" y="65098"/>
                  <a:pt x="212470" y="65676"/>
                  <a:pt x="212887" y="66363"/>
                </a:cubicBezTo>
                <a:cubicBezTo>
                  <a:pt x="213304" y="67051"/>
                  <a:pt x="213516" y="67863"/>
                  <a:pt x="213516" y="68799"/>
                </a:cubicBezTo>
                <a:lnTo>
                  <a:pt x="213516" y="70636"/>
                </a:lnTo>
                <a:cubicBezTo>
                  <a:pt x="213516" y="72025"/>
                  <a:pt x="213084" y="73167"/>
                  <a:pt x="212236" y="74052"/>
                </a:cubicBezTo>
                <a:cubicBezTo>
                  <a:pt x="211380" y="74944"/>
                  <a:pt x="210268" y="75390"/>
                  <a:pt x="208915" y="75390"/>
                </a:cubicBezTo>
                <a:close/>
                <a:moveTo>
                  <a:pt x="55449" y="64023"/>
                </a:moveTo>
                <a:lnTo>
                  <a:pt x="185930" y="64023"/>
                </a:lnTo>
                <a:lnTo>
                  <a:pt x="55449" y="64023"/>
                </a:lnTo>
                <a:close/>
                <a:moveTo>
                  <a:pt x="55449" y="64023"/>
                </a:moveTo>
                <a:lnTo>
                  <a:pt x="185930" y="64023"/>
                </a:lnTo>
                <a:lnTo>
                  <a:pt x="122061" y="29195"/>
                </a:lnTo>
                <a:cubicBezTo>
                  <a:pt x="121608" y="28990"/>
                  <a:pt x="121154" y="28895"/>
                  <a:pt x="120701" y="28895"/>
                </a:cubicBezTo>
                <a:cubicBezTo>
                  <a:pt x="120247" y="28895"/>
                  <a:pt x="119794" y="28990"/>
                  <a:pt x="119340" y="29195"/>
                </a:cubicBezTo>
                <a:lnTo>
                  <a:pt x="55449" y="640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2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6729" y="177130"/>
                </a:moveTo>
                <a:lnTo>
                  <a:pt x="116729" y="183714"/>
                </a:lnTo>
                <a:cubicBezTo>
                  <a:pt x="116729" y="184636"/>
                  <a:pt x="117072" y="185455"/>
                  <a:pt x="117760" y="186157"/>
                </a:cubicBezTo>
                <a:cubicBezTo>
                  <a:pt x="118448" y="186859"/>
                  <a:pt x="119252" y="187211"/>
                  <a:pt x="120174" y="187211"/>
                </a:cubicBezTo>
                <a:lnTo>
                  <a:pt x="124527" y="187211"/>
                </a:lnTo>
                <a:cubicBezTo>
                  <a:pt x="125492" y="187211"/>
                  <a:pt x="126341" y="186845"/>
                  <a:pt x="127065" y="186106"/>
                </a:cubicBezTo>
                <a:cubicBezTo>
                  <a:pt x="127782" y="185367"/>
                  <a:pt x="128148" y="184511"/>
                  <a:pt x="128148" y="183538"/>
                </a:cubicBezTo>
                <a:lnTo>
                  <a:pt x="128148" y="177152"/>
                </a:lnTo>
                <a:lnTo>
                  <a:pt x="144387" y="177152"/>
                </a:lnTo>
                <a:cubicBezTo>
                  <a:pt x="146011" y="177152"/>
                  <a:pt x="147372" y="176611"/>
                  <a:pt x="148462" y="175521"/>
                </a:cubicBezTo>
                <a:cubicBezTo>
                  <a:pt x="149552" y="174431"/>
                  <a:pt x="150093" y="173070"/>
                  <a:pt x="150093" y="171446"/>
                </a:cubicBezTo>
                <a:lnTo>
                  <a:pt x="150093" y="139435"/>
                </a:lnTo>
                <a:cubicBezTo>
                  <a:pt x="150093" y="137826"/>
                  <a:pt x="149552" y="136465"/>
                  <a:pt x="148462" y="135360"/>
                </a:cubicBezTo>
                <a:cubicBezTo>
                  <a:pt x="147372" y="134270"/>
                  <a:pt x="146011" y="133729"/>
                  <a:pt x="144387" y="133729"/>
                </a:cubicBezTo>
                <a:lnTo>
                  <a:pt x="106195" y="133729"/>
                </a:lnTo>
                <a:lnTo>
                  <a:pt x="106195" y="113130"/>
                </a:lnTo>
                <a:lnTo>
                  <a:pt x="144387" y="113130"/>
                </a:lnTo>
                <a:cubicBezTo>
                  <a:pt x="146011" y="113130"/>
                  <a:pt x="147372" y="112581"/>
                  <a:pt x="148462" y="111469"/>
                </a:cubicBezTo>
                <a:cubicBezTo>
                  <a:pt x="149552" y="110364"/>
                  <a:pt x="150093" y="108996"/>
                  <a:pt x="150093" y="107373"/>
                </a:cubicBezTo>
                <a:cubicBezTo>
                  <a:pt x="150093" y="105749"/>
                  <a:pt x="149552" y="104395"/>
                  <a:pt x="148462" y="103327"/>
                </a:cubicBezTo>
                <a:cubicBezTo>
                  <a:pt x="147372" y="102252"/>
                  <a:pt x="146011" y="101718"/>
                  <a:pt x="144387" y="101718"/>
                </a:cubicBezTo>
                <a:lnTo>
                  <a:pt x="128148" y="101718"/>
                </a:lnTo>
                <a:lnTo>
                  <a:pt x="128148" y="95054"/>
                </a:lnTo>
                <a:cubicBezTo>
                  <a:pt x="128148" y="94147"/>
                  <a:pt x="127804" y="93357"/>
                  <a:pt x="127116" y="92691"/>
                </a:cubicBezTo>
                <a:cubicBezTo>
                  <a:pt x="126429" y="92018"/>
                  <a:pt x="125631" y="91681"/>
                  <a:pt x="124724" y="91681"/>
                </a:cubicBezTo>
                <a:lnTo>
                  <a:pt x="120401" y="91681"/>
                </a:lnTo>
                <a:cubicBezTo>
                  <a:pt x="119428" y="91681"/>
                  <a:pt x="118572" y="92040"/>
                  <a:pt x="117833" y="92764"/>
                </a:cubicBezTo>
                <a:cubicBezTo>
                  <a:pt x="117094" y="93481"/>
                  <a:pt x="116729" y="94322"/>
                  <a:pt x="116729" y="95280"/>
                </a:cubicBezTo>
                <a:lnTo>
                  <a:pt x="116729" y="101769"/>
                </a:lnTo>
                <a:lnTo>
                  <a:pt x="100482" y="101769"/>
                </a:lnTo>
                <a:cubicBezTo>
                  <a:pt x="98858" y="101769"/>
                  <a:pt x="97497" y="102310"/>
                  <a:pt x="96407" y="103400"/>
                </a:cubicBezTo>
                <a:cubicBezTo>
                  <a:pt x="95317" y="104490"/>
                  <a:pt x="94776" y="105851"/>
                  <a:pt x="94776" y="107475"/>
                </a:cubicBezTo>
                <a:lnTo>
                  <a:pt x="94776" y="139486"/>
                </a:lnTo>
                <a:cubicBezTo>
                  <a:pt x="94776" y="141110"/>
                  <a:pt x="95317" y="142471"/>
                  <a:pt x="96407" y="143561"/>
                </a:cubicBezTo>
                <a:cubicBezTo>
                  <a:pt x="97497" y="144651"/>
                  <a:pt x="98858" y="145192"/>
                  <a:pt x="100482" y="145192"/>
                </a:cubicBezTo>
                <a:lnTo>
                  <a:pt x="138682" y="145192"/>
                </a:lnTo>
                <a:lnTo>
                  <a:pt x="138682" y="165711"/>
                </a:lnTo>
                <a:lnTo>
                  <a:pt x="100482" y="165711"/>
                </a:lnTo>
                <a:cubicBezTo>
                  <a:pt x="98858" y="165711"/>
                  <a:pt x="97497" y="166267"/>
                  <a:pt x="96407" y="167372"/>
                </a:cubicBezTo>
                <a:cubicBezTo>
                  <a:pt x="95317" y="168476"/>
                  <a:pt x="94776" y="169844"/>
                  <a:pt x="94776" y="171468"/>
                </a:cubicBezTo>
                <a:cubicBezTo>
                  <a:pt x="94776" y="173100"/>
                  <a:pt x="95317" y="174446"/>
                  <a:pt x="96407" y="175521"/>
                </a:cubicBezTo>
                <a:cubicBezTo>
                  <a:pt x="97497" y="176589"/>
                  <a:pt x="98858" y="177130"/>
                  <a:pt x="100482" y="177130"/>
                </a:cubicBezTo>
                <a:lnTo>
                  <a:pt x="116729" y="177130"/>
                </a:lnTo>
                <a:close/>
                <a:moveTo>
                  <a:pt x="59772" y="216259"/>
                </a:moveTo>
                <a:cubicBezTo>
                  <a:pt x="55830" y="216259"/>
                  <a:pt x="52428" y="214825"/>
                  <a:pt x="49560" y="211958"/>
                </a:cubicBezTo>
                <a:cubicBezTo>
                  <a:pt x="46693" y="209090"/>
                  <a:pt x="45266" y="205689"/>
                  <a:pt x="45266" y="201746"/>
                </a:cubicBezTo>
                <a:lnTo>
                  <a:pt x="45266" y="39656"/>
                </a:lnTo>
                <a:cubicBezTo>
                  <a:pt x="45266" y="35713"/>
                  <a:pt x="46693" y="32311"/>
                  <a:pt x="49560" y="29444"/>
                </a:cubicBezTo>
                <a:cubicBezTo>
                  <a:pt x="52428" y="26576"/>
                  <a:pt x="55830" y="25150"/>
                  <a:pt x="59772" y="25150"/>
                </a:cubicBezTo>
                <a:lnTo>
                  <a:pt x="145997" y="25150"/>
                </a:lnTo>
                <a:lnTo>
                  <a:pt x="196142" y="75288"/>
                </a:lnTo>
                <a:lnTo>
                  <a:pt x="196142" y="201746"/>
                </a:lnTo>
                <a:cubicBezTo>
                  <a:pt x="196142" y="205689"/>
                  <a:pt x="194709" y="209090"/>
                  <a:pt x="191841" y="211958"/>
                </a:cubicBezTo>
                <a:cubicBezTo>
                  <a:pt x="188974" y="214825"/>
                  <a:pt x="185572" y="216259"/>
                  <a:pt x="181629" y="216259"/>
                </a:cubicBezTo>
                <a:lnTo>
                  <a:pt x="59772" y="216259"/>
                </a:lnTo>
                <a:close/>
                <a:moveTo>
                  <a:pt x="59772" y="204840"/>
                </a:moveTo>
                <a:lnTo>
                  <a:pt x="181629" y="204840"/>
                </a:lnTo>
                <a:cubicBezTo>
                  <a:pt x="182397" y="204840"/>
                  <a:pt x="183114" y="204518"/>
                  <a:pt x="183765" y="203882"/>
                </a:cubicBezTo>
                <a:cubicBezTo>
                  <a:pt x="184402" y="203231"/>
                  <a:pt x="184723" y="202514"/>
                  <a:pt x="184723" y="201746"/>
                </a:cubicBezTo>
                <a:lnTo>
                  <a:pt x="184723" y="80416"/>
                </a:lnTo>
                <a:lnTo>
                  <a:pt x="148111" y="80416"/>
                </a:lnTo>
                <a:cubicBezTo>
                  <a:pt x="146114" y="80416"/>
                  <a:pt x="144402" y="79706"/>
                  <a:pt x="142983" y="78280"/>
                </a:cubicBezTo>
                <a:cubicBezTo>
                  <a:pt x="141556" y="76853"/>
                  <a:pt x="140840" y="75142"/>
                  <a:pt x="140840" y="73152"/>
                </a:cubicBezTo>
                <a:lnTo>
                  <a:pt x="140840" y="36539"/>
                </a:lnTo>
                <a:lnTo>
                  <a:pt x="59772" y="36539"/>
                </a:lnTo>
                <a:cubicBezTo>
                  <a:pt x="59004" y="36539"/>
                  <a:pt x="58288" y="36854"/>
                  <a:pt x="57636" y="37490"/>
                </a:cubicBezTo>
                <a:cubicBezTo>
                  <a:pt x="57000" y="38149"/>
                  <a:pt x="56678" y="38858"/>
                  <a:pt x="56678" y="39626"/>
                </a:cubicBezTo>
                <a:lnTo>
                  <a:pt x="56678" y="201724"/>
                </a:lnTo>
                <a:cubicBezTo>
                  <a:pt x="56678" y="202492"/>
                  <a:pt x="57000" y="203202"/>
                  <a:pt x="57636" y="203860"/>
                </a:cubicBezTo>
                <a:cubicBezTo>
                  <a:pt x="58288" y="204496"/>
                  <a:pt x="59004" y="204811"/>
                  <a:pt x="59772" y="204811"/>
                </a:cubicBezTo>
                <a:close/>
                <a:moveTo>
                  <a:pt x="56678" y="36561"/>
                </a:moveTo>
                <a:lnTo>
                  <a:pt x="56678" y="80445"/>
                </a:lnTo>
                <a:lnTo>
                  <a:pt x="56678" y="36561"/>
                </a:lnTo>
                <a:lnTo>
                  <a:pt x="56678" y="204840"/>
                </a:lnTo>
                <a:lnTo>
                  <a:pt x="56678" y="3656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4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196142"/>
                </a:moveTo>
                <a:cubicBezTo>
                  <a:pt x="35713" y="196142"/>
                  <a:pt x="32311" y="194709"/>
                  <a:pt x="29444" y="191841"/>
                </a:cubicBezTo>
                <a:cubicBezTo>
                  <a:pt x="26576" y="188974"/>
                  <a:pt x="25150" y="185572"/>
                  <a:pt x="25150" y="181629"/>
                </a:cubicBezTo>
                <a:lnTo>
                  <a:pt x="25150" y="59772"/>
                </a:lnTo>
                <a:cubicBezTo>
                  <a:pt x="25150" y="55830"/>
                  <a:pt x="26576" y="52428"/>
                  <a:pt x="29444" y="49560"/>
                </a:cubicBezTo>
                <a:cubicBezTo>
                  <a:pt x="32311" y="46693"/>
                  <a:pt x="35713" y="45266"/>
                  <a:pt x="39656" y="45266"/>
                </a:cubicBezTo>
                <a:lnTo>
                  <a:pt x="201746" y="45266"/>
                </a:lnTo>
                <a:cubicBezTo>
                  <a:pt x="205689" y="45266"/>
                  <a:pt x="209090" y="46693"/>
                  <a:pt x="211958" y="49560"/>
                </a:cubicBezTo>
                <a:cubicBezTo>
                  <a:pt x="214825" y="52428"/>
                  <a:pt x="216259" y="55830"/>
                  <a:pt x="216259" y="59772"/>
                </a:cubicBezTo>
                <a:lnTo>
                  <a:pt x="216259" y="181629"/>
                </a:lnTo>
                <a:cubicBezTo>
                  <a:pt x="216259" y="185572"/>
                  <a:pt x="214825" y="188974"/>
                  <a:pt x="211958" y="191841"/>
                </a:cubicBezTo>
                <a:cubicBezTo>
                  <a:pt x="209090" y="194709"/>
                  <a:pt x="205689" y="196142"/>
                  <a:pt x="201746" y="196142"/>
                </a:cubicBezTo>
                <a:lnTo>
                  <a:pt x="39656" y="196142"/>
                </a:lnTo>
                <a:close/>
                <a:moveTo>
                  <a:pt x="204840" y="66539"/>
                </a:moveTo>
                <a:lnTo>
                  <a:pt x="124724" y="119567"/>
                </a:lnTo>
                <a:cubicBezTo>
                  <a:pt x="124051" y="119903"/>
                  <a:pt x="123407" y="120196"/>
                  <a:pt x="122786" y="120452"/>
                </a:cubicBezTo>
                <a:cubicBezTo>
                  <a:pt x="122171" y="120701"/>
                  <a:pt x="121469" y="120825"/>
                  <a:pt x="120701" y="120825"/>
                </a:cubicBezTo>
                <a:cubicBezTo>
                  <a:pt x="119933" y="120825"/>
                  <a:pt x="119230" y="120701"/>
                  <a:pt x="118616" y="120452"/>
                </a:cubicBezTo>
                <a:cubicBezTo>
                  <a:pt x="117994" y="120196"/>
                  <a:pt x="117380" y="119903"/>
                  <a:pt x="116780" y="119567"/>
                </a:cubicBezTo>
                <a:lnTo>
                  <a:pt x="36561" y="66539"/>
                </a:lnTo>
                <a:lnTo>
                  <a:pt x="36561" y="181629"/>
                </a:lnTo>
                <a:cubicBezTo>
                  <a:pt x="36561" y="182536"/>
                  <a:pt x="36854" y="183275"/>
                  <a:pt x="37439" y="183846"/>
                </a:cubicBezTo>
                <a:cubicBezTo>
                  <a:pt x="38032" y="184409"/>
                  <a:pt x="38763" y="184709"/>
                  <a:pt x="39656" y="184723"/>
                </a:cubicBezTo>
                <a:lnTo>
                  <a:pt x="201746" y="184723"/>
                </a:lnTo>
                <a:cubicBezTo>
                  <a:pt x="202653" y="184723"/>
                  <a:pt x="203392" y="184431"/>
                  <a:pt x="203962" y="183846"/>
                </a:cubicBezTo>
                <a:cubicBezTo>
                  <a:pt x="204526" y="183253"/>
                  <a:pt x="204826" y="182522"/>
                  <a:pt x="204840" y="181629"/>
                </a:cubicBezTo>
                <a:lnTo>
                  <a:pt x="204840" y="66539"/>
                </a:lnTo>
                <a:close/>
                <a:moveTo>
                  <a:pt x="120701" y="110240"/>
                </a:moveTo>
                <a:lnTo>
                  <a:pt x="202580" y="56678"/>
                </a:lnTo>
                <a:lnTo>
                  <a:pt x="39078" y="56678"/>
                </a:lnTo>
                <a:lnTo>
                  <a:pt x="120701" y="110240"/>
                </a:lnTo>
                <a:close/>
                <a:moveTo>
                  <a:pt x="36561" y="66539"/>
                </a:moveTo>
                <a:lnTo>
                  <a:pt x="36561" y="68397"/>
                </a:lnTo>
                <a:lnTo>
                  <a:pt x="36561" y="60504"/>
                </a:lnTo>
                <a:lnTo>
                  <a:pt x="36561" y="60753"/>
                </a:lnTo>
                <a:lnTo>
                  <a:pt x="36561" y="56678"/>
                </a:lnTo>
                <a:lnTo>
                  <a:pt x="36561" y="60628"/>
                </a:lnTo>
                <a:lnTo>
                  <a:pt x="36561" y="60299"/>
                </a:lnTo>
                <a:lnTo>
                  <a:pt x="36561" y="68397"/>
                </a:lnTo>
                <a:lnTo>
                  <a:pt x="36561" y="66539"/>
                </a:lnTo>
                <a:lnTo>
                  <a:pt x="36561" y="184723"/>
                </a:lnTo>
                <a:lnTo>
                  <a:pt x="36561" y="6653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6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731" y="176026"/>
                </a:moveTo>
                <a:lnTo>
                  <a:pt x="37468" y="199281"/>
                </a:lnTo>
                <a:cubicBezTo>
                  <a:pt x="35186" y="201563"/>
                  <a:pt x="32553" y="202090"/>
                  <a:pt x="29575" y="200868"/>
                </a:cubicBezTo>
                <a:cubicBezTo>
                  <a:pt x="26605" y="199639"/>
                  <a:pt x="25120" y="197423"/>
                  <a:pt x="25120" y="194204"/>
                </a:cubicBezTo>
                <a:lnTo>
                  <a:pt x="25120" y="39678"/>
                </a:lnTo>
                <a:cubicBezTo>
                  <a:pt x="25120" y="35742"/>
                  <a:pt x="26554" y="32340"/>
                  <a:pt x="29422" y="29473"/>
                </a:cubicBezTo>
                <a:cubicBezTo>
                  <a:pt x="32289" y="26605"/>
                  <a:pt x="35698" y="25164"/>
                  <a:pt x="39656" y="25150"/>
                </a:cubicBezTo>
                <a:lnTo>
                  <a:pt x="201746" y="25150"/>
                </a:lnTo>
                <a:cubicBezTo>
                  <a:pt x="205689" y="25150"/>
                  <a:pt x="209090" y="26576"/>
                  <a:pt x="211958" y="29444"/>
                </a:cubicBezTo>
                <a:cubicBezTo>
                  <a:pt x="214825" y="32311"/>
                  <a:pt x="216259" y="35713"/>
                  <a:pt x="216259" y="39656"/>
                </a:cubicBezTo>
                <a:lnTo>
                  <a:pt x="216259" y="161512"/>
                </a:lnTo>
                <a:cubicBezTo>
                  <a:pt x="216259" y="165455"/>
                  <a:pt x="214825" y="168857"/>
                  <a:pt x="211958" y="171724"/>
                </a:cubicBezTo>
                <a:cubicBezTo>
                  <a:pt x="209090" y="174592"/>
                  <a:pt x="205689" y="176026"/>
                  <a:pt x="201746" y="176026"/>
                </a:cubicBezTo>
                <a:lnTo>
                  <a:pt x="60731" y="176026"/>
                </a:lnTo>
                <a:close/>
                <a:moveTo>
                  <a:pt x="55727" y="164607"/>
                </a:moveTo>
                <a:lnTo>
                  <a:pt x="201724" y="164607"/>
                </a:lnTo>
                <a:cubicBezTo>
                  <a:pt x="202492" y="164607"/>
                  <a:pt x="203202" y="164285"/>
                  <a:pt x="203860" y="163648"/>
                </a:cubicBezTo>
                <a:cubicBezTo>
                  <a:pt x="204496" y="162997"/>
                  <a:pt x="204811" y="162280"/>
                  <a:pt x="204811" y="161512"/>
                </a:cubicBezTo>
                <a:lnTo>
                  <a:pt x="204811" y="39656"/>
                </a:lnTo>
                <a:cubicBezTo>
                  <a:pt x="204811" y="38888"/>
                  <a:pt x="204496" y="38171"/>
                  <a:pt x="203860" y="37520"/>
                </a:cubicBezTo>
                <a:cubicBezTo>
                  <a:pt x="203202" y="36883"/>
                  <a:pt x="202492" y="36561"/>
                  <a:pt x="201724" y="36561"/>
                </a:cubicBezTo>
                <a:lnTo>
                  <a:pt x="39656" y="36561"/>
                </a:lnTo>
                <a:cubicBezTo>
                  <a:pt x="38888" y="36561"/>
                  <a:pt x="38171" y="36883"/>
                  <a:pt x="37520" y="37520"/>
                </a:cubicBezTo>
                <a:cubicBezTo>
                  <a:pt x="36883" y="38171"/>
                  <a:pt x="36561" y="38888"/>
                  <a:pt x="36561" y="39656"/>
                </a:cubicBezTo>
                <a:lnTo>
                  <a:pt x="36561" y="184921"/>
                </a:lnTo>
                <a:lnTo>
                  <a:pt x="55749" y="164607"/>
                </a:lnTo>
                <a:close/>
                <a:moveTo>
                  <a:pt x="36539" y="164607"/>
                </a:moveTo>
                <a:lnTo>
                  <a:pt x="36539" y="36561"/>
                </a:lnTo>
                <a:lnTo>
                  <a:pt x="36539" y="164607"/>
                </a:lnTo>
                <a:close/>
                <a:moveTo>
                  <a:pt x="68551" y="138455"/>
                </a:moveTo>
                <a:lnTo>
                  <a:pt x="131286" y="138455"/>
                </a:lnTo>
                <a:cubicBezTo>
                  <a:pt x="132910" y="138455"/>
                  <a:pt x="134270" y="137899"/>
                  <a:pt x="135360" y="136794"/>
                </a:cubicBezTo>
                <a:cubicBezTo>
                  <a:pt x="136450" y="135690"/>
                  <a:pt x="136999" y="134322"/>
                  <a:pt x="136999" y="132698"/>
                </a:cubicBezTo>
                <a:cubicBezTo>
                  <a:pt x="136999" y="131066"/>
                  <a:pt x="136450" y="129720"/>
                  <a:pt x="135360" y="128645"/>
                </a:cubicBezTo>
                <a:cubicBezTo>
                  <a:pt x="134270" y="127577"/>
                  <a:pt x="132910" y="127036"/>
                  <a:pt x="131286" y="127036"/>
                </a:cubicBezTo>
                <a:lnTo>
                  <a:pt x="68573" y="127036"/>
                </a:lnTo>
                <a:cubicBezTo>
                  <a:pt x="66949" y="127036"/>
                  <a:pt x="65588" y="127592"/>
                  <a:pt x="64498" y="128696"/>
                </a:cubicBezTo>
                <a:cubicBezTo>
                  <a:pt x="63408" y="129801"/>
                  <a:pt x="62867" y="131169"/>
                  <a:pt x="62867" y="132793"/>
                </a:cubicBezTo>
                <a:cubicBezTo>
                  <a:pt x="62867" y="134424"/>
                  <a:pt x="63408" y="135770"/>
                  <a:pt x="64498" y="136845"/>
                </a:cubicBezTo>
                <a:cubicBezTo>
                  <a:pt x="65588" y="137921"/>
                  <a:pt x="66949" y="138455"/>
                  <a:pt x="68573" y="138455"/>
                </a:cubicBezTo>
                <a:close/>
                <a:moveTo>
                  <a:pt x="68551" y="106443"/>
                </a:moveTo>
                <a:lnTo>
                  <a:pt x="172807" y="106443"/>
                </a:lnTo>
                <a:cubicBezTo>
                  <a:pt x="174431" y="106443"/>
                  <a:pt x="175784" y="105888"/>
                  <a:pt x="176874" y="104783"/>
                </a:cubicBezTo>
                <a:cubicBezTo>
                  <a:pt x="177964" y="103678"/>
                  <a:pt x="178513" y="102310"/>
                  <a:pt x="178513" y="100686"/>
                </a:cubicBezTo>
                <a:cubicBezTo>
                  <a:pt x="178513" y="99055"/>
                  <a:pt x="177964" y="97709"/>
                  <a:pt x="176874" y="96634"/>
                </a:cubicBezTo>
                <a:cubicBezTo>
                  <a:pt x="175784" y="95566"/>
                  <a:pt x="174431" y="95024"/>
                  <a:pt x="172807" y="95024"/>
                </a:cubicBezTo>
                <a:lnTo>
                  <a:pt x="68573" y="95024"/>
                </a:lnTo>
                <a:cubicBezTo>
                  <a:pt x="66949" y="95024"/>
                  <a:pt x="65588" y="95580"/>
                  <a:pt x="64498" y="96685"/>
                </a:cubicBezTo>
                <a:cubicBezTo>
                  <a:pt x="63408" y="97790"/>
                  <a:pt x="62867" y="99158"/>
                  <a:pt x="62867" y="100789"/>
                </a:cubicBezTo>
                <a:cubicBezTo>
                  <a:pt x="62867" y="102413"/>
                  <a:pt x="63408" y="103759"/>
                  <a:pt x="64498" y="104834"/>
                </a:cubicBezTo>
                <a:cubicBezTo>
                  <a:pt x="65588" y="105909"/>
                  <a:pt x="66949" y="106443"/>
                  <a:pt x="68573" y="106443"/>
                </a:cubicBezTo>
                <a:close/>
                <a:moveTo>
                  <a:pt x="68551" y="74432"/>
                </a:moveTo>
                <a:lnTo>
                  <a:pt x="172807" y="74432"/>
                </a:lnTo>
                <a:cubicBezTo>
                  <a:pt x="174431" y="74432"/>
                  <a:pt x="175784" y="73876"/>
                  <a:pt x="176874" y="72772"/>
                </a:cubicBezTo>
                <a:cubicBezTo>
                  <a:pt x="177964" y="71667"/>
                  <a:pt x="178513" y="70299"/>
                  <a:pt x="178513" y="68675"/>
                </a:cubicBezTo>
                <a:cubicBezTo>
                  <a:pt x="178513" y="67051"/>
                  <a:pt x="177964" y="65698"/>
                  <a:pt x="176874" y="64622"/>
                </a:cubicBezTo>
                <a:cubicBezTo>
                  <a:pt x="175784" y="63554"/>
                  <a:pt x="174431" y="63013"/>
                  <a:pt x="172807" y="63013"/>
                </a:cubicBezTo>
                <a:lnTo>
                  <a:pt x="68573" y="63013"/>
                </a:lnTo>
                <a:cubicBezTo>
                  <a:pt x="66949" y="63013"/>
                  <a:pt x="65588" y="63569"/>
                  <a:pt x="64498" y="64674"/>
                </a:cubicBezTo>
                <a:cubicBezTo>
                  <a:pt x="63408" y="65786"/>
                  <a:pt x="62867" y="67146"/>
                  <a:pt x="62867" y="68778"/>
                </a:cubicBezTo>
                <a:cubicBezTo>
                  <a:pt x="62867" y="70401"/>
                  <a:pt x="63408" y="71747"/>
                  <a:pt x="64498" y="72823"/>
                </a:cubicBezTo>
                <a:cubicBezTo>
                  <a:pt x="65588" y="73898"/>
                  <a:pt x="66949" y="74432"/>
                  <a:pt x="68573" y="7443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8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0041" y="194504"/>
                </a:moveTo>
                <a:cubicBezTo>
                  <a:pt x="209544" y="195799"/>
                  <a:pt x="208425" y="196589"/>
                  <a:pt x="206698" y="196896"/>
                </a:cubicBezTo>
                <a:cubicBezTo>
                  <a:pt x="204972" y="197210"/>
                  <a:pt x="203399" y="196662"/>
                  <a:pt x="201973" y="195235"/>
                </a:cubicBezTo>
                <a:lnTo>
                  <a:pt x="178886" y="172149"/>
                </a:lnTo>
                <a:lnTo>
                  <a:pt x="76795" y="172149"/>
                </a:lnTo>
                <a:cubicBezTo>
                  <a:pt x="72903" y="172149"/>
                  <a:pt x="69582" y="170766"/>
                  <a:pt x="66810" y="168001"/>
                </a:cubicBezTo>
                <a:cubicBezTo>
                  <a:pt x="64045" y="165236"/>
                  <a:pt x="62662" y="161907"/>
                  <a:pt x="62662" y="158016"/>
                </a:cubicBezTo>
                <a:lnTo>
                  <a:pt x="62662" y="144461"/>
                </a:lnTo>
                <a:lnTo>
                  <a:pt x="172149" y="144461"/>
                </a:lnTo>
                <a:cubicBezTo>
                  <a:pt x="176091" y="144461"/>
                  <a:pt x="179493" y="143034"/>
                  <a:pt x="182361" y="140167"/>
                </a:cubicBezTo>
                <a:cubicBezTo>
                  <a:pt x="185228" y="137299"/>
                  <a:pt x="186662" y="133897"/>
                  <a:pt x="186662" y="129955"/>
                </a:cubicBezTo>
                <a:lnTo>
                  <a:pt x="186662" y="60350"/>
                </a:lnTo>
                <a:lnTo>
                  <a:pt x="200188" y="60350"/>
                </a:lnTo>
                <a:cubicBezTo>
                  <a:pt x="204079" y="60350"/>
                  <a:pt x="207408" y="61733"/>
                  <a:pt x="210173" y="64498"/>
                </a:cubicBezTo>
                <a:cubicBezTo>
                  <a:pt x="212938" y="67263"/>
                  <a:pt x="214321" y="70584"/>
                  <a:pt x="214321" y="74454"/>
                </a:cubicBezTo>
                <a:lnTo>
                  <a:pt x="214321" y="190151"/>
                </a:lnTo>
                <a:cubicBezTo>
                  <a:pt x="214321" y="191527"/>
                  <a:pt x="213860" y="192602"/>
                  <a:pt x="212938" y="193370"/>
                </a:cubicBezTo>
                <a:cubicBezTo>
                  <a:pt x="212016" y="194131"/>
                  <a:pt x="211051" y="194504"/>
                  <a:pt x="210041" y="194504"/>
                </a:cubicBezTo>
                <a:close/>
                <a:moveTo>
                  <a:pt x="38500" y="135990"/>
                </a:moveTo>
                <a:lnTo>
                  <a:pt x="57834" y="116655"/>
                </a:lnTo>
                <a:lnTo>
                  <a:pt x="155704" y="116655"/>
                </a:lnTo>
                <a:cubicBezTo>
                  <a:pt x="156611" y="116655"/>
                  <a:pt x="157350" y="116356"/>
                  <a:pt x="157921" y="115770"/>
                </a:cubicBezTo>
                <a:cubicBezTo>
                  <a:pt x="158506" y="115185"/>
                  <a:pt x="158798" y="114446"/>
                  <a:pt x="158798" y="113561"/>
                </a:cubicBezTo>
                <a:lnTo>
                  <a:pt x="158798" y="39656"/>
                </a:lnTo>
                <a:cubicBezTo>
                  <a:pt x="158798" y="38749"/>
                  <a:pt x="158506" y="38010"/>
                  <a:pt x="157921" y="37439"/>
                </a:cubicBezTo>
                <a:cubicBezTo>
                  <a:pt x="157328" y="36876"/>
                  <a:pt x="156589" y="36576"/>
                  <a:pt x="155704" y="36561"/>
                </a:cubicBezTo>
                <a:lnTo>
                  <a:pt x="41594" y="36561"/>
                </a:lnTo>
                <a:cubicBezTo>
                  <a:pt x="40687" y="36561"/>
                  <a:pt x="39948" y="36854"/>
                  <a:pt x="39378" y="37439"/>
                </a:cubicBezTo>
                <a:cubicBezTo>
                  <a:pt x="38807" y="38032"/>
                  <a:pt x="38515" y="38763"/>
                  <a:pt x="38500" y="39656"/>
                </a:cubicBezTo>
                <a:lnTo>
                  <a:pt x="38500" y="135990"/>
                </a:lnTo>
                <a:close/>
                <a:moveTo>
                  <a:pt x="34221" y="153466"/>
                </a:moveTo>
                <a:cubicBezTo>
                  <a:pt x="32516" y="153466"/>
                  <a:pt x="30899" y="152829"/>
                  <a:pt x="29371" y="151556"/>
                </a:cubicBezTo>
                <a:cubicBezTo>
                  <a:pt x="27842" y="150283"/>
                  <a:pt x="27081" y="148484"/>
                  <a:pt x="27081" y="146172"/>
                </a:cubicBezTo>
                <a:lnTo>
                  <a:pt x="27081" y="39656"/>
                </a:lnTo>
                <a:cubicBezTo>
                  <a:pt x="27081" y="35713"/>
                  <a:pt x="28515" y="32311"/>
                  <a:pt x="31382" y="29444"/>
                </a:cubicBezTo>
                <a:cubicBezTo>
                  <a:pt x="34250" y="26576"/>
                  <a:pt x="37651" y="25150"/>
                  <a:pt x="41594" y="25150"/>
                </a:cubicBezTo>
                <a:lnTo>
                  <a:pt x="155704" y="25150"/>
                </a:lnTo>
                <a:cubicBezTo>
                  <a:pt x="159647" y="25150"/>
                  <a:pt x="163048" y="26576"/>
                  <a:pt x="165916" y="29444"/>
                </a:cubicBezTo>
                <a:cubicBezTo>
                  <a:pt x="168784" y="32311"/>
                  <a:pt x="170210" y="35713"/>
                  <a:pt x="170210" y="39656"/>
                </a:cubicBezTo>
                <a:lnTo>
                  <a:pt x="170210" y="113561"/>
                </a:lnTo>
                <a:cubicBezTo>
                  <a:pt x="170210" y="117497"/>
                  <a:pt x="168784" y="120906"/>
                  <a:pt x="165916" y="123766"/>
                </a:cubicBezTo>
                <a:cubicBezTo>
                  <a:pt x="163048" y="126633"/>
                  <a:pt x="159647" y="128067"/>
                  <a:pt x="155704" y="128067"/>
                </a:cubicBezTo>
                <a:lnTo>
                  <a:pt x="62662" y="128067"/>
                </a:lnTo>
                <a:lnTo>
                  <a:pt x="39407" y="151330"/>
                </a:lnTo>
                <a:cubicBezTo>
                  <a:pt x="38632" y="152098"/>
                  <a:pt x="37805" y="152654"/>
                  <a:pt x="36912" y="152990"/>
                </a:cubicBezTo>
                <a:cubicBezTo>
                  <a:pt x="36027" y="153327"/>
                  <a:pt x="35120" y="153495"/>
                  <a:pt x="34199" y="153495"/>
                </a:cubicBezTo>
                <a:close/>
                <a:moveTo>
                  <a:pt x="38500" y="113532"/>
                </a:moveTo>
                <a:lnTo>
                  <a:pt x="38500" y="36561"/>
                </a:lnTo>
                <a:lnTo>
                  <a:pt x="38500" y="1135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0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1329" y="126407"/>
                </a:moveTo>
                <a:lnTo>
                  <a:pt x="188220" y="126407"/>
                </a:lnTo>
                <a:cubicBezTo>
                  <a:pt x="186589" y="126407"/>
                  <a:pt x="185235" y="125858"/>
                  <a:pt x="184146" y="124746"/>
                </a:cubicBezTo>
                <a:cubicBezTo>
                  <a:pt x="183056" y="123642"/>
                  <a:pt x="182507" y="122274"/>
                  <a:pt x="182507" y="120650"/>
                </a:cubicBezTo>
                <a:cubicBezTo>
                  <a:pt x="182507" y="119026"/>
                  <a:pt x="183056" y="117672"/>
                  <a:pt x="184146" y="116604"/>
                </a:cubicBezTo>
                <a:cubicBezTo>
                  <a:pt x="185235" y="115529"/>
                  <a:pt x="186589" y="114995"/>
                  <a:pt x="188220" y="114995"/>
                </a:cubicBezTo>
                <a:lnTo>
                  <a:pt x="211329" y="114995"/>
                </a:lnTo>
                <a:cubicBezTo>
                  <a:pt x="212953" y="114995"/>
                  <a:pt x="214313" y="115544"/>
                  <a:pt x="215403" y="116655"/>
                </a:cubicBezTo>
                <a:cubicBezTo>
                  <a:pt x="216493" y="117760"/>
                  <a:pt x="217035" y="119128"/>
                  <a:pt x="217035" y="120752"/>
                </a:cubicBezTo>
                <a:cubicBezTo>
                  <a:pt x="217035" y="122376"/>
                  <a:pt x="216493" y="123729"/>
                  <a:pt x="215403" y="124797"/>
                </a:cubicBezTo>
                <a:cubicBezTo>
                  <a:pt x="214313" y="125873"/>
                  <a:pt x="212953" y="126407"/>
                  <a:pt x="211329" y="126407"/>
                </a:cubicBezTo>
                <a:close/>
                <a:moveTo>
                  <a:pt x="170035" y="170664"/>
                </a:moveTo>
                <a:cubicBezTo>
                  <a:pt x="171059" y="169442"/>
                  <a:pt x="172317" y="168696"/>
                  <a:pt x="173809" y="168425"/>
                </a:cubicBezTo>
                <a:cubicBezTo>
                  <a:pt x="175301" y="168162"/>
                  <a:pt x="176728" y="168535"/>
                  <a:pt x="178081" y="169559"/>
                </a:cubicBezTo>
                <a:lnTo>
                  <a:pt x="196640" y="183414"/>
                </a:lnTo>
                <a:cubicBezTo>
                  <a:pt x="197935" y="184438"/>
                  <a:pt x="198710" y="185696"/>
                  <a:pt x="198981" y="187189"/>
                </a:cubicBezTo>
                <a:cubicBezTo>
                  <a:pt x="199251" y="188681"/>
                  <a:pt x="198871" y="190071"/>
                  <a:pt x="197847" y="191358"/>
                </a:cubicBezTo>
                <a:cubicBezTo>
                  <a:pt x="196823" y="192653"/>
                  <a:pt x="195550" y="193429"/>
                  <a:pt x="194028" y="193699"/>
                </a:cubicBezTo>
                <a:cubicBezTo>
                  <a:pt x="192499" y="193970"/>
                  <a:pt x="191095" y="193589"/>
                  <a:pt x="189800" y="192565"/>
                </a:cubicBezTo>
                <a:lnTo>
                  <a:pt x="171146" y="178710"/>
                </a:lnTo>
                <a:cubicBezTo>
                  <a:pt x="169917" y="177694"/>
                  <a:pt x="169171" y="176435"/>
                  <a:pt x="168908" y="174943"/>
                </a:cubicBezTo>
                <a:cubicBezTo>
                  <a:pt x="168637" y="173451"/>
                  <a:pt x="169018" y="172024"/>
                  <a:pt x="170035" y="170664"/>
                </a:cubicBezTo>
                <a:close/>
                <a:moveTo>
                  <a:pt x="196238" y="57607"/>
                </a:moveTo>
                <a:lnTo>
                  <a:pt x="178257" y="71316"/>
                </a:lnTo>
                <a:cubicBezTo>
                  <a:pt x="176918" y="72340"/>
                  <a:pt x="175492" y="72713"/>
                  <a:pt x="173985" y="72442"/>
                </a:cubicBezTo>
                <a:cubicBezTo>
                  <a:pt x="172492" y="72179"/>
                  <a:pt x="171234" y="71396"/>
                  <a:pt x="170210" y="70109"/>
                </a:cubicBezTo>
                <a:cubicBezTo>
                  <a:pt x="169193" y="68880"/>
                  <a:pt x="168813" y="67512"/>
                  <a:pt x="169084" y="65983"/>
                </a:cubicBezTo>
                <a:cubicBezTo>
                  <a:pt x="169347" y="64454"/>
                  <a:pt x="170093" y="63181"/>
                  <a:pt x="171322" y="62157"/>
                </a:cubicBezTo>
                <a:lnTo>
                  <a:pt x="189398" y="48456"/>
                </a:lnTo>
                <a:cubicBezTo>
                  <a:pt x="190693" y="47432"/>
                  <a:pt x="192097" y="47059"/>
                  <a:pt x="193626" y="47322"/>
                </a:cubicBezTo>
                <a:cubicBezTo>
                  <a:pt x="195148" y="47593"/>
                  <a:pt x="196420" y="48375"/>
                  <a:pt x="197445" y="49663"/>
                </a:cubicBezTo>
                <a:cubicBezTo>
                  <a:pt x="198469" y="50885"/>
                  <a:pt x="198849" y="52260"/>
                  <a:pt x="198578" y="53789"/>
                </a:cubicBezTo>
                <a:cubicBezTo>
                  <a:pt x="198308" y="55310"/>
                  <a:pt x="197532" y="56590"/>
                  <a:pt x="196238" y="57607"/>
                </a:cubicBezTo>
                <a:close/>
                <a:moveTo>
                  <a:pt x="54645" y="146626"/>
                </a:moveTo>
                <a:lnTo>
                  <a:pt x="38873" y="146626"/>
                </a:lnTo>
                <a:cubicBezTo>
                  <a:pt x="34923" y="146626"/>
                  <a:pt x="31514" y="145192"/>
                  <a:pt x="28668" y="142325"/>
                </a:cubicBezTo>
                <a:cubicBezTo>
                  <a:pt x="25801" y="139457"/>
                  <a:pt x="24367" y="136055"/>
                  <a:pt x="24367" y="132120"/>
                </a:cubicBezTo>
                <a:lnTo>
                  <a:pt x="24367" y="109282"/>
                </a:lnTo>
                <a:cubicBezTo>
                  <a:pt x="24367" y="105332"/>
                  <a:pt x="25801" y="101923"/>
                  <a:pt x="28668" y="99077"/>
                </a:cubicBezTo>
                <a:cubicBezTo>
                  <a:pt x="31536" y="96210"/>
                  <a:pt x="34937" y="94776"/>
                  <a:pt x="38873" y="94776"/>
                </a:cubicBezTo>
                <a:lnTo>
                  <a:pt x="81425" y="94776"/>
                </a:lnTo>
                <a:lnTo>
                  <a:pt x="115675" y="74410"/>
                </a:lnTo>
                <a:cubicBezTo>
                  <a:pt x="118053" y="72962"/>
                  <a:pt x="120452" y="72940"/>
                  <a:pt x="122866" y="74330"/>
                </a:cubicBezTo>
                <a:cubicBezTo>
                  <a:pt x="125280" y="75742"/>
                  <a:pt x="126487" y="77841"/>
                  <a:pt x="126487" y="80643"/>
                </a:cubicBezTo>
                <a:lnTo>
                  <a:pt x="126487" y="160759"/>
                </a:lnTo>
                <a:cubicBezTo>
                  <a:pt x="126487" y="163561"/>
                  <a:pt x="125280" y="165660"/>
                  <a:pt x="122866" y="167072"/>
                </a:cubicBezTo>
                <a:cubicBezTo>
                  <a:pt x="120452" y="168476"/>
                  <a:pt x="118053" y="168454"/>
                  <a:pt x="115675" y="166991"/>
                </a:cubicBezTo>
                <a:lnTo>
                  <a:pt x="81425" y="146604"/>
                </a:lnTo>
                <a:lnTo>
                  <a:pt x="66034" y="146604"/>
                </a:lnTo>
                <a:lnTo>
                  <a:pt x="66034" y="180173"/>
                </a:lnTo>
                <a:cubicBezTo>
                  <a:pt x="66034" y="181797"/>
                  <a:pt x="65478" y="183158"/>
                  <a:pt x="64374" y="184248"/>
                </a:cubicBezTo>
                <a:cubicBezTo>
                  <a:pt x="63269" y="185338"/>
                  <a:pt x="61901" y="185879"/>
                  <a:pt x="60277" y="185879"/>
                </a:cubicBezTo>
                <a:cubicBezTo>
                  <a:pt x="58646" y="185879"/>
                  <a:pt x="57300" y="185338"/>
                  <a:pt x="56225" y="184248"/>
                </a:cubicBezTo>
                <a:cubicBezTo>
                  <a:pt x="55157" y="183158"/>
                  <a:pt x="54615" y="181797"/>
                  <a:pt x="54615" y="180173"/>
                </a:cubicBezTo>
                <a:lnTo>
                  <a:pt x="54615" y="146604"/>
                </a:lnTo>
                <a:close/>
                <a:moveTo>
                  <a:pt x="115090" y="153341"/>
                </a:moveTo>
                <a:lnTo>
                  <a:pt x="115090" y="88090"/>
                </a:lnTo>
                <a:lnTo>
                  <a:pt x="84491" y="106195"/>
                </a:lnTo>
                <a:lnTo>
                  <a:pt x="38873" y="106195"/>
                </a:lnTo>
                <a:cubicBezTo>
                  <a:pt x="38105" y="106195"/>
                  <a:pt x="37395" y="106509"/>
                  <a:pt x="36737" y="107146"/>
                </a:cubicBezTo>
                <a:cubicBezTo>
                  <a:pt x="36101" y="107804"/>
                  <a:pt x="35786" y="108514"/>
                  <a:pt x="35786" y="109282"/>
                </a:cubicBezTo>
                <a:lnTo>
                  <a:pt x="35786" y="132120"/>
                </a:lnTo>
                <a:cubicBezTo>
                  <a:pt x="35786" y="132888"/>
                  <a:pt x="36101" y="133597"/>
                  <a:pt x="36737" y="134256"/>
                </a:cubicBezTo>
                <a:cubicBezTo>
                  <a:pt x="37395" y="134892"/>
                  <a:pt x="38105" y="135207"/>
                  <a:pt x="38873" y="135207"/>
                </a:cubicBezTo>
                <a:lnTo>
                  <a:pt x="84491" y="135207"/>
                </a:lnTo>
                <a:lnTo>
                  <a:pt x="115090" y="153341"/>
                </a:lnTo>
                <a:close/>
                <a:moveTo>
                  <a:pt x="140437" y="152083"/>
                </a:moveTo>
                <a:lnTo>
                  <a:pt x="140437" y="89341"/>
                </a:lnTo>
                <a:cubicBezTo>
                  <a:pt x="144380" y="92918"/>
                  <a:pt x="147555" y="97417"/>
                  <a:pt x="149969" y="102844"/>
                </a:cubicBezTo>
                <a:cubicBezTo>
                  <a:pt x="152383" y="108280"/>
                  <a:pt x="153590" y="114241"/>
                  <a:pt x="153590" y="120723"/>
                </a:cubicBezTo>
                <a:cubicBezTo>
                  <a:pt x="153590" y="127211"/>
                  <a:pt x="152383" y="133173"/>
                  <a:pt x="149969" y="138608"/>
                </a:cubicBezTo>
                <a:cubicBezTo>
                  <a:pt x="147555" y="144036"/>
                  <a:pt x="144380" y="148535"/>
                  <a:pt x="140437" y="15210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2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4979" y="206201"/>
                </a:moveTo>
                <a:cubicBezTo>
                  <a:pt x="177145" y="206201"/>
                  <a:pt x="158754" y="201695"/>
                  <a:pt x="139815" y="192697"/>
                </a:cubicBezTo>
                <a:cubicBezTo>
                  <a:pt x="120869" y="183692"/>
                  <a:pt x="103203" y="170978"/>
                  <a:pt x="86802" y="154548"/>
                </a:cubicBezTo>
                <a:cubicBezTo>
                  <a:pt x="70409" y="138118"/>
                  <a:pt x="57710" y="120452"/>
                  <a:pt x="48705" y="101542"/>
                </a:cubicBezTo>
                <a:cubicBezTo>
                  <a:pt x="39707" y="82632"/>
                  <a:pt x="35208" y="64257"/>
                  <a:pt x="35208" y="46422"/>
                </a:cubicBezTo>
                <a:cubicBezTo>
                  <a:pt x="35208" y="43218"/>
                  <a:pt x="36261" y="40541"/>
                  <a:pt x="38376" y="38397"/>
                </a:cubicBezTo>
                <a:cubicBezTo>
                  <a:pt x="40482" y="36254"/>
                  <a:pt x="43130" y="35186"/>
                  <a:pt x="46320" y="35208"/>
                </a:cubicBezTo>
                <a:lnTo>
                  <a:pt x="75010" y="35208"/>
                </a:lnTo>
                <a:cubicBezTo>
                  <a:pt x="77629" y="35208"/>
                  <a:pt x="79838" y="36057"/>
                  <a:pt x="81652" y="37768"/>
                </a:cubicBezTo>
                <a:cubicBezTo>
                  <a:pt x="83459" y="39480"/>
                  <a:pt x="84732" y="41689"/>
                  <a:pt x="85471" y="44411"/>
                </a:cubicBezTo>
                <a:lnTo>
                  <a:pt x="91484" y="71367"/>
                </a:lnTo>
                <a:cubicBezTo>
                  <a:pt x="91835" y="73898"/>
                  <a:pt x="91747" y="76173"/>
                  <a:pt x="91228" y="78207"/>
                </a:cubicBezTo>
                <a:cubicBezTo>
                  <a:pt x="90708" y="80233"/>
                  <a:pt x="89728" y="81938"/>
                  <a:pt x="88287" y="83305"/>
                </a:cubicBezTo>
                <a:lnTo>
                  <a:pt x="64549" y="106422"/>
                </a:lnTo>
                <a:cubicBezTo>
                  <a:pt x="69041" y="114110"/>
                  <a:pt x="73781" y="121242"/>
                  <a:pt x="78755" y="127818"/>
                </a:cubicBezTo>
                <a:cubicBezTo>
                  <a:pt x="83737" y="134388"/>
                  <a:pt x="89136" y="140547"/>
                  <a:pt x="94951" y="146297"/>
                </a:cubicBezTo>
                <a:cubicBezTo>
                  <a:pt x="101220" y="152734"/>
                  <a:pt x="107885" y="158615"/>
                  <a:pt x="114944" y="163926"/>
                </a:cubicBezTo>
                <a:cubicBezTo>
                  <a:pt x="122018" y="169244"/>
                  <a:pt x="129574" y="174072"/>
                  <a:pt x="137621" y="178410"/>
                </a:cubicBezTo>
                <a:lnTo>
                  <a:pt x="160459" y="154921"/>
                </a:lnTo>
                <a:cubicBezTo>
                  <a:pt x="162134" y="153078"/>
                  <a:pt x="164014" y="151842"/>
                  <a:pt x="166092" y="151205"/>
                </a:cubicBezTo>
                <a:cubicBezTo>
                  <a:pt x="168169" y="150569"/>
                  <a:pt x="170327" y="150415"/>
                  <a:pt x="172580" y="150752"/>
                </a:cubicBezTo>
                <a:lnTo>
                  <a:pt x="196991" y="156128"/>
                </a:lnTo>
                <a:cubicBezTo>
                  <a:pt x="199690" y="156735"/>
                  <a:pt x="201907" y="158103"/>
                  <a:pt x="203633" y="160232"/>
                </a:cubicBezTo>
                <a:cubicBezTo>
                  <a:pt x="205345" y="162346"/>
                  <a:pt x="206201" y="164738"/>
                  <a:pt x="206201" y="167423"/>
                </a:cubicBezTo>
                <a:lnTo>
                  <a:pt x="206201" y="195082"/>
                </a:lnTo>
                <a:cubicBezTo>
                  <a:pt x="206201" y="198249"/>
                  <a:pt x="205126" y="200897"/>
                  <a:pt x="202982" y="203026"/>
                </a:cubicBezTo>
                <a:cubicBezTo>
                  <a:pt x="200832" y="205155"/>
                  <a:pt x="198169" y="206215"/>
                  <a:pt x="194979" y="206201"/>
                </a:cubicBezTo>
                <a:close/>
                <a:moveTo>
                  <a:pt x="58843" y="96056"/>
                </a:moveTo>
                <a:lnTo>
                  <a:pt x="79589" y="75917"/>
                </a:lnTo>
                <a:cubicBezTo>
                  <a:pt x="79838" y="75661"/>
                  <a:pt x="80014" y="75310"/>
                  <a:pt x="80116" y="74856"/>
                </a:cubicBezTo>
                <a:cubicBezTo>
                  <a:pt x="80218" y="74410"/>
                  <a:pt x="80233" y="73986"/>
                  <a:pt x="80167" y="73606"/>
                </a:cubicBezTo>
                <a:lnTo>
                  <a:pt x="74681" y="48156"/>
                </a:lnTo>
                <a:cubicBezTo>
                  <a:pt x="74615" y="47637"/>
                  <a:pt x="74410" y="47249"/>
                  <a:pt x="74052" y="47000"/>
                </a:cubicBezTo>
                <a:cubicBezTo>
                  <a:pt x="73701" y="46744"/>
                  <a:pt x="73269" y="46620"/>
                  <a:pt x="72750" y="46620"/>
                </a:cubicBezTo>
                <a:lnTo>
                  <a:pt x="47980" y="46620"/>
                </a:lnTo>
                <a:cubicBezTo>
                  <a:pt x="47593" y="46620"/>
                  <a:pt x="47264" y="46744"/>
                  <a:pt x="47000" y="47000"/>
                </a:cubicBezTo>
                <a:cubicBezTo>
                  <a:pt x="46744" y="47249"/>
                  <a:pt x="46620" y="47578"/>
                  <a:pt x="46620" y="47980"/>
                </a:cubicBezTo>
                <a:cubicBezTo>
                  <a:pt x="46751" y="54952"/>
                  <a:pt x="47834" y="62384"/>
                  <a:pt x="49868" y="70284"/>
                </a:cubicBezTo>
                <a:cubicBezTo>
                  <a:pt x="51894" y="78163"/>
                  <a:pt x="54886" y="86751"/>
                  <a:pt x="58843" y="96056"/>
                </a:cubicBezTo>
                <a:close/>
                <a:moveTo>
                  <a:pt x="148440" y="183846"/>
                </a:moveTo>
                <a:cubicBezTo>
                  <a:pt x="155309" y="187225"/>
                  <a:pt x="162836" y="189859"/>
                  <a:pt x="171015" y="191739"/>
                </a:cubicBezTo>
                <a:cubicBezTo>
                  <a:pt x="179200" y="193619"/>
                  <a:pt x="186677" y="194665"/>
                  <a:pt x="193450" y="194884"/>
                </a:cubicBezTo>
                <a:cubicBezTo>
                  <a:pt x="193831" y="194884"/>
                  <a:pt x="194160" y="194753"/>
                  <a:pt x="194431" y="194504"/>
                </a:cubicBezTo>
                <a:cubicBezTo>
                  <a:pt x="194679" y="194255"/>
                  <a:pt x="194804" y="193926"/>
                  <a:pt x="194804" y="193524"/>
                </a:cubicBezTo>
                <a:lnTo>
                  <a:pt x="194804" y="168828"/>
                </a:lnTo>
                <a:cubicBezTo>
                  <a:pt x="194804" y="168308"/>
                  <a:pt x="194679" y="167877"/>
                  <a:pt x="194431" y="167525"/>
                </a:cubicBezTo>
                <a:cubicBezTo>
                  <a:pt x="194175" y="167174"/>
                  <a:pt x="193794" y="166962"/>
                  <a:pt x="193275" y="166896"/>
                </a:cubicBezTo>
                <a:lnTo>
                  <a:pt x="170466" y="162193"/>
                </a:lnTo>
                <a:cubicBezTo>
                  <a:pt x="170078" y="162127"/>
                  <a:pt x="169742" y="162141"/>
                  <a:pt x="169457" y="162244"/>
                </a:cubicBezTo>
                <a:cubicBezTo>
                  <a:pt x="169171" y="162346"/>
                  <a:pt x="168871" y="162522"/>
                  <a:pt x="168557" y="162771"/>
                </a:cubicBezTo>
                <a:lnTo>
                  <a:pt x="148484" y="183846"/>
                </a:lnTo>
                <a:close/>
                <a:moveTo>
                  <a:pt x="58843" y="96056"/>
                </a:moveTo>
                <a:close/>
                <a:moveTo>
                  <a:pt x="148440" y="18384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4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070" y="196142"/>
                </a:moveTo>
                <a:cubicBezTo>
                  <a:pt x="38127" y="196142"/>
                  <a:pt x="34725" y="194709"/>
                  <a:pt x="31858" y="191841"/>
                </a:cubicBezTo>
                <a:cubicBezTo>
                  <a:pt x="28990" y="188974"/>
                  <a:pt x="27564" y="185572"/>
                  <a:pt x="27564" y="181629"/>
                </a:cubicBezTo>
                <a:lnTo>
                  <a:pt x="27564" y="59772"/>
                </a:lnTo>
                <a:cubicBezTo>
                  <a:pt x="27564" y="55830"/>
                  <a:pt x="28990" y="52428"/>
                  <a:pt x="31858" y="49560"/>
                </a:cubicBezTo>
                <a:cubicBezTo>
                  <a:pt x="34725" y="46693"/>
                  <a:pt x="38127" y="45266"/>
                  <a:pt x="42070" y="45266"/>
                </a:cubicBezTo>
                <a:lnTo>
                  <a:pt x="163926" y="45266"/>
                </a:lnTo>
                <a:cubicBezTo>
                  <a:pt x="167869" y="45266"/>
                  <a:pt x="171271" y="46693"/>
                  <a:pt x="174138" y="49560"/>
                </a:cubicBezTo>
                <a:cubicBezTo>
                  <a:pt x="177006" y="52428"/>
                  <a:pt x="178440" y="55830"/>
                  <a:pt x="178440" y="59772"/>
                </a:cubicBezTo>
                <a:lnTo>
                  <a:pt x="178440" y="112201"/>
                </a:lnTo>
                <a:lnTo>
                  <a:pt x="207481" y="83159"/>
                </a:lnTo>
                <a:cubicBezTo>
                  <a:pt x="208586" y="82055"/>
                  <a:pt x="209917" y="81777"/>
                  <a:pt x="211475" y="82325"/>
                </a:cubicBezTo>
                <a:cubicBezTo>
                  <a:pt x="213041" y="82896"/>
                  <a:pt x="213816" y="83978"/>
                  <a:pt x="213816" y="85573"/>
                </a:cubicBezTo>
                <a:lnTo>
                  <a:pt x="213816" y="155858"/>
                </a:lnTo>
                <a:cubicBezTo>
                  <a:pt x="213816" y="157445"/>
                  <a:pt x="213041" y="158528"/>
                  <a:pt x="211475" y="159098"/>
                </a:cubicBezTo>
                <a:cubicBezTo>
                  <a:pt x="209917" y="159669"/>
                  <a:pt x="208586" y="159391"/>
                  <a:pt x="207481" y="158272"/>
                </a:cubicBezTo>
                <a:lnTo>
                  <a:pt x="178440" y="129128"/>
                </a:lnTo>
                <a:lnTo>
                  <a:pt x="178440" y="181629"/>
                </a:lnTo>
                <a:cubicBezTo>
                  <a:pt x="178440" y="185572"/>
                  <a:pt x="177006" y="188974"/>
                  <a:pt x="174138" y="191841"/>
                </a:cubicBezTo>
                <a:cubicBezTo>
                  <a:pt x="171271" y="194709"/>
                  <a:pt x="167869" y="196142"/>
                  <a:pt x="163926" y="196142"/>
                </a:cubicBezTo>
                <a:lnTo>
                  <a:pt x="42070" y="196142"/>
                </a:lnTo>
                <a:close/>
                <a:moveTo>
                  <a:pt x="42070" y="184723"/>
                </a:moveTo>
                <a:lnTo>
                  <a:pt x="163926" y="184723"/>
                </a:lnTo>
                <a:cubicBezTo>
                  <a:pt x="164833" y="184723"/>
                  <a:pt x="165572" y="184431"/>
                  <a:pt x="166143" y="183846"/>
                </a:cubicBezTo>
                <a:cubicBezTo>
                  <a:pt x="166706" y="183253"/>
                  <a:pt x="167006" y="182522"/>
                  <a:pt x="167021" y="181629"/>
                </a:cubicBezTo>
                <a:lnTo>
                  <a:pt x="167021" y="59772"/>
                </a:lnTo>
                <a:cubicBezTo>
                  <a:pt x="167021" y="58865"/>
                  <a:pt x="166728" y="58127"/>
                  <a:pt x="166143" y="57556"/>
                </a:cubicBezTo>
                <a:cubicBezTo>
                  <a:pt x="165550" y="56993"/>
                  <a:pt x="164819" y="56693"/>
                  <a:pt x="163926" y="56678"/>
                </a:cubicBezTo>
                <a:lnTo>
                  <a:pt x="42070" y="56678"/>
                </a:lnTo>
                <a:cubicBezTo>
                  <a:pt x="41163" y="56678"/>
                  <a:pt x="40424" y="56971"/>
                  <a:pt x="39853" y="57556"/>
                </a:cubicBezTo>
                <a:cubicBezTo>
                  <a:pt x="39290" y="58149"/>
                  <a:pt x="38990" y="58880"/>
                  <a:pt x="38975" y="59772"/>
                </a:cubicBezTo>
                <a:lnTo>
                  <a:pt x="38975" y="181629"/>
                </a:lnTo>
                <a:cubicBezTo>
                  <a:pt x="38975" y="182536"/>
                  <a:pt x="39268" y="183275"/>
                  <a:pt x="39853" y="183846"/>
                </a:cubicBezTo>
                <a:cubicBezTo>
                  <a:pt x="40446" y="184409"/>
                  <a:pt x="41177" y="184709"/>
                  <a:pt x="42070" y="184723"/>
                </a:cubicBezTo>
                <a:close/>
                <a:moveTo>
                  <a:pt x="38975" y="184723"/>
                </a:moveTo>
                <a:lnTo>
                  <a:pt x="38975" y="56678"/>
                </a:lnTo>
                <a:lnTo>
                  <a:pt x="38975" y="1847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6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10086" y="204489"/>
                </a:moveTo>
                <a:lnTo>
                  <a:pt x="110086" y="184167"/>
                </a:lnTo>
                <a:cubicBezTo>
                  <a:pt x="104271" y="184167"/>
                  <a:pt x="99370" y="182061"/>
                  <a:pt x="95376" y="177833"/>
                </a:cubicBezTo>
                <a:cubicBezTo>
                  <a:pt x="91389" y="173612"/>
                  <a:pt x="89392" y="168593"/>
                  <a:pt x="89392" y="162792"/>
                </a:cubicBezTo>
                <a:lnTo>
                  <a:pt x="89392" y="152010"/>
                </a:lnTo>
                <a:lnTo>
                  <a:pt x="38727" y="101316"/>
                </a:lnTo>
                <a:cubicBezTo>
                  <a:pt x="38024" y="104534"/>
                  <a:pt x="37483" y="107753"/>
                  <a:pt x="37117" y="110972"/>
                </a:cubicBezTo>
                <a:cubicBezTo>
                  <a:pt x="36744" y="114168"/>
                  <a:pt x="36561" y="117424"/>
                  <a:pt x="36561" y="120723"/>
                </a:cubicBezTo>
                <a:cubicBezTo>
                  <a:pt x="36561" y="142120"/>
                  <a:pt x="43533" y="160803"/>
                  <a:pt x="57483" y="176779"/>
                </a:cubicBezTo>
                <a:cubicBezTo>
                  <a:pt x="71433" y="192756"/>
                  <a:pt x="88967" y="201995"/>
                  <a:pt x="110086" y="204511"/>
                </a:cubicBezTo>
                <a:close/>
                <a:moveTo>
                  <a:pt x="182865" y="177708"/>
                </a:moveTo>
                <a:cubicBezTo>
                  <a:pt x="190056" y="169844"/>
                  <a:pt x="195521" y="161015"/>
                  <a:pt x="199259" y="151227"/>
                </a:cubicBezTo>
                <a:cubicBezTo>
                  <a:pt x="202997" y="141425"/>
                  <a:pt x="204862" y="131227"/>
                  <a:pt x="204862" y="120650"/>
                </a:cubicBezTo>
                <a:cubicBezTo>
                  <a:pt x="204862" y="103232"/>
                  <a:pt x="200100" y="87365"/>
                  <a:pt x="190583" y="73050"/>
                </a:cubicBezTo>
                <a:cubicBezTo>
                  <a:pt x="181044" y="58748"/>
                  <a:pt x="168242" y="48339"/>
                  <a:pt x="152185" y="41821"/>
                </a:cubicBezTo>
                <a:lnTo>
                  <a:pt x="152185" y="46466"/>
                </a:lnTo>
                <a:cubicBezTo>
                  <a:pt x="152185" y="52252"/>
                  <a:pt x="150188" y="57256"/>
                  <a:pt x="146202" y="61484"/>
                </a:cubicBezTo>
                <a:cubicBezTo>
                  <a:pt x="142207" y="65705"/>
                  <a:pt x="137306" y="67819"/>
                  <a:pt x="131491" y="67819"/>
                </a:cubicBezTo>
                <a:lnTo>
                  <a:pt x="110086" y="67819"/>
                </a:lnTo>
                <a:lnTo>
                  <a:pt x="110086" y="89216"/>
                </a:lnTo>
                <a:cubicBezTo>
                  <a:pt x="110086" y="92098"/>
                  <a:pt x="109011" y="94476"/>
                  <a:pt x="106846" y="96334"/>
                </a:cubicBezTo>
                <a:cubicBezTo>
                  <a:pt x="104681" y="98192"/>
                  <a:pt x="102186" y="99128"/>
                  <a:pt x="99355" y="99128"/>
                </a:cubicBezTo>
                <a:lnTo>
                  <a:pt x="78631" y="99128"/>
                </a:lnTo>
                <a:lnTo>
                  <a:pt x="78631" y="120701"/>
                </a:lnTo>
                <a:lnTo>
                  <a:pt x="142251" y="120701"/>
                </a:lnTo>
                <a:cubicBezTo>
                  <a:pt x="145134" y="120701"/>
                  <a:pt x="147504" y="121754"/>
                  <a:pt x="149369" y="123868"/>
                </a:cubicBezTo>
                <a:cubicBezTo>
                  <a:pt x="151227" y="125982"/>
                  <a:pt x="152156" y="128462"/>
                  <a:pt x="152156" y="131315"/>
                </a:cubicBezTo>
                <a:lnTo>
                  <a:pt x="152156" y="162771"/>
                </a:lnTo>
                <a:lnTo>
                  <a:pt x="162749" y="162771"/>
                </a:lnTo>
                <a:cubicBezTo>
                  <a:pt x="167503" y="162771"/>
                  <a:pt x="171717" y="164160"/>
                  <a:pt x="175367" y="166947"/>
                </a:cubicBezTo>
                <a:cubicBezTo>
                  <a:pt x="179025" y="169727"/>
                  <a:pt x="181519" y="173326"/>
                  <a:pt x="182865" y="17773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8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219"/>
                </a:moveTo>
                <a:cubicBezTo>
                  <a:pt x="141703" y="182478"/>
                  <a:pt x="157708" y="164607"/>
                  <a:pt x="168703" y="147606"/>
                </a:cubicBezTo>
                <a:cubicBezTo>
                  <a:pt x="179705" y="130606"/>
                  <a:pt x="185199" y="115756"/>
                  <a:pt x="185199" y="103049"/>
                </a:cubicBezTo>
                <a:cubicBezTo>
                  <a:pt x="185199" y="83583"/>
                  <a:pt x="179018" y="67614"/>
                  <a:pt x="166640" y="55142"/>
                </a:cubicBezTo>
                <a:cubicBezTo>
                  <a:pt x="154285" y="42692"/>
                  <a:pt x="138974" y="36459"/>
                  <a:pt x="120701" y="36459"/>
                </a:cubicBezTo>
                <a:cubicBezTo>
                  <a:pt x="102427" y="36459"/>
                  <a:pt x="87109" y="42699"/>
                  <a:pt x="74732" y="55171"/>
                </a:cubicBezTo>
                <a:cubicBezTo>
                  <a:pt x="62362" y="67644"/>
                  <a:pt x="56173" y="83613"/>
                  <a:pt x="56173" y="103071"/>
                </a:cubicBezTo>
                <a:cubicBezTo>
                  <a:pt x="56173" y="115778"/>
                  <a:pt x="61770" y="130635"/>
                  <a:pt x="72947" y="147635"/>
                </a:cubicBezTo>
                <a:cubicBezTo>
                  <a:pt x="84147" y="164629"/>
                  <a:pt x="100065" y="182492"/>
                  <a:pt x="120701" y="201219"/>
                </a:cubicBezTo>
                <a:close/>
                <a:moveTo>
                  <a:pt x="116026" y="211153"/>
                </a:moveTo>
                <a:cubicBezTo>
                  <a:pt x="114483" y="210663"/>
                  <a:pt x="113108" y="209844"/>
                  <a:pt x="111901" y="208688"/>
                </a:cubicBezTo>
                <a:cubicBezTo>
                  <a:pt x="105697" y="203019"/>
                  <a:pt x="98711" y="196245"/>
                  <a:pt x="90950" y="188366"/>
                </a:cubicBezTo>
                <a:cubicBezTo>
                  <a:pt x="83188" y="180488"/>
                  <a:pt x="75881" y="171915"/>
                  <a:pt x="69026" y="162646"/>
                </a:cubicBezTo>
                <a:cubicBezTo>
                  <a:pt x="62172" y="153370"/>
                  <a:pt x="56408" y="143656"/>
                  <a:pt x="51748" y="133502"/>
                </a:cubicBezTo>
                <a:cubicBezTo>
                  <a:pt x="47088" y="123327"/>
                  <a:pt x="44762" y="113173"/>
                  <a:pt x="44762" y="103049"/>
                </a:cubicBezTo>
                <a:cubicBezTo>
                  <a:pt x="44762" y="79831"/>
                  <a:pt x="52267" y="61038"/>
                  <a:pt x="67293" y="46671"/>
                </a:cubicBezTo>
                <a:cubicBezTo>
                  <a:pt x="82311" y="32319"/>
                  <a:pt x="100116" y="25150"/>
                  <a:pt x="120701" y="25150"/>
                </a:cubicBezTo>
                <a:cubicBezTo>
                  <a:pt x="141286" y="25150"/>
                  <a:pt x="159084" y="32326"/>
                  <a:pt x="174087" y="46693"/>
                </a:cubicBezTo>
                <a:cubicBezTo>
                  <a:pt x="189105" y="61060"/>
                  <a:pt x="196618" y="79853"/>
                  <a:pt x="196618" y="103071"/>
                </a:cubicBezTo>
                <a:cubicBezTo>
                  <a:pt x="196618" y="113217"/>
                  <a:pt x="194284" y="123364"/>
                  <a:pt x="189625" y="133524"/>
                </a:cubicBezTo>
                <a:cubicBezTo>
                  <a:pt x="184965" y="143685"/>
                  <a:pt x="179222" y="153385"/>
                  <a:pt x="172405" y="162617"/>
                </a:cubicBezTo>
                <a:cubicBezTo>
                  <a:pt x="165594" y="171856"/>
                  <a:pt x="158301" y="180415"/>
                  <a:pt x="150525" y="188293"/>
                </a:cubicBezTo>
                <a:cubicBezTo>
                  <a:pt x="142763" y="196172"/>
                  <a:pt x="135777" y="202946"/>
                  <a:pt x="129574" y="208615"/>
                </a:cubicBezTo>
                <a:cubicBezTo>
                  <a:pt x="128367" y="209749"/>
                  <a:pt x="126977" y="210590"/>
                  <a:pt x="125404" y="211124"/>
                </a:cubicBezTo>
                <a:cubicBezTo>
                  <a:pt x="123846" y="211643"/>
                  <a:pt x="122266" y="211907"/>
                  <a:pt x="120679" y="211907"/>
                </a:cubicBezTo>
                <a:cubicBezTo>
                  <a:pt x="119084" y="211907"/>
                  <a:pt x="117526" y="211665"/>
                  <a:pt x="115997" y="211175"/>
                </a:cubicBezTo>
                <a:close/>
                <a:moveTo>
                  <a:pt x="120701" y="101162"/>
                </a:moveTo>
                <a:close/>
                <a:moveTo>
                  <a:pt x="132266" y="112727"/>
                </a:moveTo>
                <a:cubicBezTo>
                  <a:pt x="135456" y="109560"/>
                  <a:pt x="137043" y="105705"/>
                  <a:pt x="137043" y="101162"/>
                </a:cubicBezTo>
                <a:cubicBezTo>
                  <a:pt x="137043" y="96619"/>
                  <a:pt x="135456" y="92764"/>
                  <a:pt x="132266" y="89597"/>
                </a:cubicBezTo>
                <a:cubicBezTo>
                  <a:pt x="129084" y="86429"/>
                  <a:pt x="125229" y="84834"/>
                  <a:pt x="120701" y="84820"/>
                </a:cubicBezTo>
                <a:cubicBezTo>
                  <a:pt x="116158" y="84820"/>
                  <a:pt x="112303" y="86407"/>
                  <a:pt x="109135" y="89597"/>
                </a:cubicBezTo>
                <a:cubicBezTo>
                  <a:pt x="105968" y="92779"/>
                  <a:pt x="104373" y="96634"/>
                  <a:pt x="104359" y="101162"/>
                </a:cubicBezTo>
                <a:cubicBezTo>
                  <a:pt x="104359" y="105705"/>
                  <a:pt x="105946" y="109560"/>
                  <a:pt x="109135" y="112727"/>
                </a:cubicBezTo>
                <a:cubicBezTo>
                  <a:pt x="112318" y="115917"/>
                  <a:pt x="116173" y="117504"/>
                  <a:pt x="120701" y="117504"/>
                </a:cubicBezTo>
                <a:cubicBezTo>
                  <a:pt x="125229" y="117504"/>
                  <a:pt x="129084" y="115917"/>
                  <a:pt x="132266" y="11272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0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4308" y="206976"/>
                </a:moveTo>
                <a:cubicBezTo>
                  <a:pt x="41119" y="206976"/>
                  <a:pt x="38390" y="205835"/>
                  <a:pt x="36108" y="203560"/>
                </a:cubicBezTo>
                <a:cubicBezTo>
                  <a:pt x="33833" y="201278"/>
                  <a:pt x="32692" y="198542"/>
                  <a:pt x="32692" y="195360"/>
                </a:cubicBezTo>
                <a:lnTo>
                  <a:pt x="32692" y="83664"/>
                </a:lnTo>
                <a:cubicBezTo>
                  <a:pt x="32692" y="80475"/>
                  <a:pt x="33833" y="77746"/>
                  <a:pt x="36108" y="75464"/>
                </a:cubicBezTo>
                <a:cubicBezTo>
                  <a:pt x="38390" y="73181"/>
                  <a:pt x="41119" y="72040"/>
                  <a:pt x="44308" y="72040"/>
                </a:cubicBezTo>
                <a:lnTo>
                  <a:pt x="73905" y="72040"/>
                </a:lnTo>
                <a:lnTo>
                  <a:pt x="73905" y="42545"/>
                </a:lnTo>
                <a:cubicBezTo>
                  <a:pt x="73905" y="39363"/>
                  <a:pt x="75025" y="36627"/>
                  <a:pt x="77270" y="34352"/>
                </a:cubicBezTo>
                <a:cubicBezTo>
                  <a:pt x="79524" y="32070"/>
                  <a:pt x="82259" y="30929"/>
                  <a:pt x="85500" y="30929"/>
                </a:cubicBezTo>
                <a:lnTo>
                  <a:pt x="156004" y="30929"/>
                </a:lnTo>
                <a:cubicBezTo>
                  <a:pt x="159193" y="30929"/>
                  <a:pt x="161922" y="32070"/>
                  <a:pt x="164204" y="34352"/>
                </a:cubicBezTo>
                <a:cubicBezTo>
                  <a:pt x="166487" y="36627"/>
                  <a:pt x="167620" y="39363"/>
                  <a:pt x="167620" y="42545"/>
                </a:cubicBezTo>
                <a:lnTo>
                  <a:pt x="167620" y="113232"/>
                </a:lnTo>
                <a:lnTo>
                  <a:pt x="197123" y="113232"/>
                </a:lnTo>
                <a:cubicBezTo>
                  <a:pt x="200305" y="113232"/>
                  <a:pt x="203041" y="114373"/>
                  <a:pt x="205316" y="116655"/>
                </a:cubicBezTo>
                <a:cubicBezTo>
                  <a:pt x="207583" y="118952"/>
                  <a:pt x="208710" y="121681"/>
                  <a:pt x="208710" y="124849"/>
                </a:cubicBezTo>
                <a:lnTo>
                  <a:pt x="208710" y="195360"/>
                </a:lnTo>
                <a:cubicBezTo>
                  <a:pt x="208710" y="198542"/>
                  <a:pt x="207569" y="201278"/>
                  <a:pt x="205294" y="203560"/>
                </a:cubicBezTo>
                <a:cubicBezTo>
                  <a:pt x="203011" y="205835"/>
                  <a:pt x="200283" y="206976"/>
                  <a:pt x="197093" y="206976"/>
                </a:cubicBezTo>
                <a:lnTo>
                  <a:pt x="135660" y="206976"/>
                </a:lnTo>
                <a:lnTo>
                  <a:pt x="135660" y="165784"/>
                </a:lnTo>
                <a:lnTo>
                  <a:pt x="105741" y="165784"/>
                </a:lnTo>
                <a:lnTo>
                  <a:pt x="105741" y="206976"/>
                </a:lnTo>
                <a:lnTo>
                  <a:pt x="44308" y="206976"/>
                </a:lnTo>
                <a:close/>
                <a:moveTo>
                  <a:pt x="44103" y="195557"/>
                </a:moveTo>
                <a:lnTo>
                  <a:pt x="73905" y="195557"/>
                </a:lnTo>
                <a:lnTo>
                  <a:pt x="73905" y="165762"/>
                </a:lnTo>
                <a:lnTo>
                  <a:pt x="44103" y="165762"/>
                </a:lnTo>
                <a:lnTo>
                  <a:pt x="44103" y="195557"/>
                </a:lnTo>
                <a:close/>
                <a:moveTo>
                  <a:pt x="44103" y="154373"/>
                </a:moveTo>
                <a:lnTo>
                  <a:pt x="73905" y="154373"/>
                </a:lnTo>
                <a:lnTo>
                  <a:pt x="73905" y="124673"/>
                </a:lnTo>
                <a:lnTo>
                  <a:pt x="44103" y="124673"/>
                </a:lnTo>
                <a:lnTo>
                  <a:pt x="44103" y="154373"/>
                </a:lnTo>
                <a:close/>
                <a:moveTo>
                  <a:pt x="44103" y="113261"/>
                </a:moveTo>
                <a:lnTo>
                  <a:pt x="73905" y="113261"/>
                </a:lnTo>
                <a:lnTo>
                  <a:pt x="73905" y="83459"/>
                </a:lnTo>
                <a:lnTo>
                  <a:pt x="44103" y="83459"/>
                </a:lnTo>
                <a:lnTo>
                  <a:pt x="44103" y="113261"/>
                </a:lnTo>
                <a:close/>
                <a:moveTo>
                  <a:pt x="85295" y="154373"/>
                </a:moveTo>
                <a:lnTo>
                  <a:pt x="114995" y="154373"/>
                </a:lnTo>
                <a:lnTo>
                  <a:pt x="114995" y="124673"/>
                </a:lnTo>
                <a:lnTo>
                  <a:pt x="85295" y="124673"/>
                </a:lnTo>
                <a:lnTo>
                  <a:pt x="85295" y="154373"/>
                </a:lnTo>
                <a:close/>
                <a:moveTo>
                  <a:pt x="85295" y="113261"/>
                </a:moveTo>
                <a:lnTo>
                  <a:pt x="114995" y="113261"/>
                </a:lnTo>
                <a:lnTo>
                  <a:pt x="114995" y="83459"/>
                </a:lnTo>
                <a:lnTo>
                  <a:pt x="85295" y="83459"/>
                </a:lnTo>
                <a:lnTo>
                  <a:pt x="85295" y="113261"/>
                </a:lnTo>
                <a:close/>
                <a:moveTo>
                  <a:pt x="85295" y="72069"/>
                </a:moveTo>
                <a:lnTo>
                  <a:pt x="114995" y="72069"/>
                </a:lnTo>
                <a:lnTo>
                  <a:pt x="114995" y="42370"/>
                </a:lnTo>
                <a:lnTo>
                  <a:pt x="85295" y="42370"/>
                </a:lnTo>
                <a:lnTo>
                  <a:pt x="85295" y="72069"/>
                </a:lnTo>
                <a:close/>
                <a:moveTo>
                  <a:pt x="126407" y="154373"/>
                </a:moveTo>
                <a:lnTo>
                  <a:pt x="156209" y="154373"/>
                </a:lnTo>
                <a:lnTo>
                  <a:pt x="156209" y="124673"/>
                </a:lnTo>
                <a:lnTo>
                  <a:pt x="126407" y="124673"/>
                </a:lnTo>
                <a:lnTo>
                  <a:pt x="126407" y="154373"/>
                </a:lnTo>
                <a:close/>
                <a:moveTo>
                  <a:pt x="126407" y="113254"/>
                </a:moveTo>
                <a:lnTo>
                  <a:pt x="156209" y="113254"/>
                </a:lnTo>
                <a:lnTo>
                  <a:pt x="156209" y="83459"/>
                </a:lnTo>
                <a:lnTo>
                  <a:pt x="126407" y="83459"/>
                </a:lnTo>
                <a:lnTo>
                  <a:pt x="126407" y="113254"/>
                </a:lnTo>
                <a:close/>
                <a:moveTo>
                  <a:pt x="126407" y="72069"/>
                </a:moveTo>
                <a:lnTo>
                  <a:pt x="156209" y="72069"/>
                </a:lnTo>
                <a:lnTo>
                  <a:pt x="156209" y="42370"/>
                </a:lnTo>
                <a:lnTo>
                  <a:pt x="126407" y="42370"/>
                </a:lnTo>
                <a:lnTo>
                  <a:pt x="126407" y="72069"/>
                </a:lnTo>
                <a:close/>
                <a:moveTo>
                  <a:pt x="167599" y="195557"/>
                </a:moveTo>
                <a:lnTo>
                  <a:pt x="197298" y="195557"/>
                </a:lnTo>
                <a:lnTo>
                  <a:pt x="197298" y="165762"/>
                </a:lnTo>
                <a:lnTo>
                  <a:pt x="167599" y="165762"/>
                </a:lnTo>
                <a:lnTo>
                  <a:pt x="167599" y="195557"/>
                </a:lnTo>
                <a:close/>
                <a:moveTo>
                  <a:pt x="167599" y="154373"/>
                </a:moveTo>
                <a:lnTo>
                  <a:pt x="197298" y="154373"/>
                </a:lnTo>
                <a:lnTo>
                  <a:pt x="197298" y="124673"/>
                </a:lnTo>
                <a:lnTo>
                  <a:pt x="167599" y="124673"/>
                </a:lnTo>
                <a:lnTo>
                  <a:pt x="167599" y="15437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2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234" y="193772"/>
                </a:moveTo>
                <a:cubicBezTo>
                  <a:pt x="50372" y="186647"/>
                  <a:pt x="44988" y="178462"/>
                  <a:pt x="41060" y="169208"/>
                </a:cubicBezTo>
                <a:cubicBezTo>
                  <a:pt x="37154" y="159940"/>
                  <a:pt x="35208" y="150437"/>
                  <a:pt x="35208" y="140715"/>
                </a:cubicBezTo>
                <a:cubicBezTo>
                  <a:pt x="35208" y="129567"/>
                  <a:pt x="37198" y="119165"/>
                  <a:pt x="41192" y="109509"/>
                </a:cubicBezTo>
                <a:cubicBezTo>
                  <a:pt x="45179" y="99852"/>
                  <a:pt x="51221" y="90979"/>
                  <a:pt x="59319" y="82881"/>
                </a:cubicBezTo>
                <a:cubicBezTo>
                  <a:pt x="70350" y="71850"/>
                  <a:pt x="86224" y="64366"/>
                  <a:pt x="106948" y="60424"/>
                </a:cubicBezTo>
                <a:cubicBezTo>
                  <a:pt x="127665" y="56488"/>
                  <a:pt x="150949" y="54901"/>
                  <a:pt x="176801" y="55676"/>
                </a:cubicBezTo>
                <a:cubicBezTo>
                  <a:pt x="179537" y="55910"/>
                  <a:pt x="181951" y="56488"/>
                  <a:pt x="184043" y="57410"/>
                </a:cubicBezTo>
                <a:cubicBezTo>
                  <a:pt x="186121" y="58317"/>
                  <a:pt x="188001" y="59597"/>
                  <a:pt x="189676" y="61257"/>
                </a:cubicBezTo>
                <a:cubicBezTo>
                  <a:pt x="191336" y="62918"/>
                  <a:pt x="192602" y="64769"/>
                  <a:pt x="193472" y="66810"/>
                </a:cubicBezTo>
                <a:cubicBezTo>
                  <a:pt x="194343" y="68858"/>
                  <a:pt x="194862" y="71162"/>
                  <a:pt x="195031" y="73730"/>
                </a:cubicBezTo>
                <a:cubicBezTo>
                  <a:pt x="195535" y="86707"/>
                  <a:pt x="195455" y="99092"/>
                  <a:pt x="194782" y="110891"/>
                </a:cubicBezTo>
                <a:cubicBezTo>
                  <a:pt x="194109" y="122698"/>
                  <a:pt x="192682" y="133678"/>
                  <a:pt x="190510" y="143839"/>
                </a:cubicBezTo>
                <a:cubicBezTo>
                  <a:pt x="188330" y="153992"/>
                  <a:pt x="185396" y="163173"/>
                  <a:pt x="181702" y="171373"/>
                </a:cubicBezTo>
                <a:cubicBezTo>
                  <a:pt x="178015" y="179566"/>
                  <a:pt x="173392" y="186443"/>
                  <a:pt x="167825" y="191987"/>
                </a:cubicBezTo>
                <a:cubicBezTo>
                  <a:pt x="159793" y="200085"/>
                  <a:pt x="151081" y="206157"/>
                  <a:pt x="141673" y="210195"/>
                </a:cubicBezTo>
                <a:cubicBezTo>
                  <a:pt x="132237" y="214233"/>
                  <a:pt x="122347" y="216259"/>
                  <a:pt x="112003" y="216259"/>
                </a:cubicBezTo>
                <a:cubicBezTo>
                  <a:pt x="101352" y="216259"/>
                  <a:pt x="91389" y="214379"/>
                  <a:pt x="82098" y="210627"/>
                </a:cubicBezTo>
                <a:cubicBezTo>
                  <a:pt x="72816" y="206881"/>
                  <a:pt x="64527" y="201263"/>
                  <a:pt x="57234" y="193750"/>
                </a:cubicBezTo>
                <a:close/>
                <a:moveTo>
                  <a:pt x="78104" y="195082"/>
                </a:moveTo>
                <a:cubicBezTo>
                  <a:pt x="82684" y="198249"/>
                  <a:pt x="87929" y="200671"/>
                  <a:pt x="93847" y="202353"/>
                </a:cubicBezTo>
                <a:cubicBezTo>
                  <a:pt x="99765" y="204028"/>
                  <a:pt x="105807" y="204862"/>
                  <a:pt x="111974" y="204862"/>
                </a:cubicBezTo>
                <a:cubicBezTo>
                  <a:pt x="120606" y="204862"/>
                  <a:pt x="129025" y="203107"/>
                  <a:pt x="137219" y="199581"/>
                </a:cubicBezTo>
                <a:cubicBezTo>
                  <a:pt x="145419" y="196062"/>
                  <a:pt x="152924" y="190810"/>
                  <a:pt x="159727" y="183816"/>
                </a:cubicBezTo>
                <a:cubicBezTo>
                  <a:pt x="163853" y="179676"/>
                  <a:pt x="167489" y="174204"/>
                  <a:pt x="170642" y="167394"/>
                </a:cubicBezTo>
                <a:cubicBezTo>
                  <a:pt x="173773" y="160591"/>
                  <a:pt x="176384" y="152361"/>
                  <a:pt x="178462" y="142705"/>
                </a:cubicBezTo>
                <a:cubicBezTo>
                  <a:pt x="180525" y="133049"/>
                  <a:pt x="181973" y="121952"/>
                  <a:pt x="182814" y="109413"/>
                </a:cubicBezTo>
                <a:cubicBezTo>
                  <a:pt x="183633" y="96868"/>
                  <a:pt x="183743" y="82764"/>
                  <a:pt x="183136" y="67088"/>
                </a:cubicBezTo>
                <a:cubicBezTo>
                  <a:pt x="169442" y="66751"/>
                  <a:pt x="156589" y="66898"/>
                  <a:pt x="144592" y="67519"/>
                </a:cubicBezTo>
                <a:cubicBezTo>
                  <a:pt x="132588" y="68134"/>
                  <a:pt x="121674" y="69414"/>
                  <a:pt x="111849" y="71338"/>
                </a:cubicBezTo>
                <a:cubicBezTo>
                  <a:pt x="102040" y="73247"/>
                  <a:pt x="93408" y="75756"/>
                  <a:pt x="85946" y="78858"/>
                </a:cubicBezTo>
                <a:cubicBezTo>
                  <a:pt x="78492" y="81960"/>
                  <a:pt x="72457" y="85866"/>
                  <a:pt x="67841" y="90577"/>
                </a:cubicBezTo>
                <a:cubicBezTo>
                  <a:pt x="60738" y="97782"/>
                  <a:pt x="55420" y="105478"/>
                  <a:pt x="51901" y="113664"/>
                </a:cubicBezTo>
                <a:cubicBezTo>
                  <a:pt x="48383" y="121842"/>
                  <a:pt x="46620" y="129896"/>
                  <a:pt x="46620" y="137826"/>
                </a:cubicBezTo>
                <a:cubicBezTo>
                  <a:pt x="46620" y="146004"/>
                  <a:pt x="48353" y="154431"/>
                  <a:pt x="51828" y="163100"/>
                </a:cubicBezTo>
                <a:cubicBezTo>
                  <a:pt x="55296" y="171761"/>
                  <a:pt x="59831" y="178813"/>
                  <a:pt x="65427" y="184248"/>
                </a:cubicBezTo>
                <a:cubicBezTo>
                  <a:pt x="72318" y="169362"/>
                  <a:pt x="81177" y="155828"/>
                  <a:pt x="92011" y="143656"/>
                </a:cubicBezTo>
                <a:cubicBezTo>
                  <a:pt x="102837" y="131491"/>
                  <a:pt x="115492" y="121213"/>
                  <a:pt x="129976" y="112830"/>
                </a:cubicBezTo>
                <a:cubicBezTo>
                  <a:pt x="116370" y="124629"/>
                  <a:pt x="105317" y="137189"/>
                  <a:pt x="96839" y="150496"/>
                </a:cubicBezTo>
                <a:cubicBezTo>
                  <a:pt x="88375" y="163809"/>
                  <a:pt x="82128" y="178674"/>
                  <a:pt x="78104" y="195082"/>
                </a:cubicBezTo>
                <a:close/>
                <a:moveTo>
                  <a:pt x="78104" y="195082"/>
                </a:moveTo>
                <a:close/>
                <a:moveTo>
                  <a:pt x="78104" y="19508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4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346" y="88792"/>
                </a:moveTo>
                <a:lnTo>
                  <a:pt x="115397" y="60980"/>
                </a:lnTo>
                <a:lnTo>
                  <a:pt x="101615" y="38171"/>
                </a:lnTo>
                <a:cubicBezTo>
                  <a:pt x="99801" y="35069"/>
                  <a:pt x="97139" y="33518"/>
                  <a:pt x="93620" y="33518"/>
                </a:cubicBezTo>
                <a:cubicBezTo>
                  <a:pt x="90101" y="33518"/>
                  <a:pt x="87431" y="35069"/>
                  <a:pt x="85624" y="38171"/>
                </a:cubicBezTo>
                <a:lnTo>
                  <a:pt x="66488" y="69728"/>
                </a:lnTo>
                <a:cubicBezTo>
                  <a:pt x="65449" y="71506"/>
                  <a:pt x="65200" y="73342"/>
                  <a:pt x="65756" y="75237"/>
                </a:cubicBezTo>
                <a:cubicBezTo>
                  <a:pt x="66312" y="77131"/>
                  <a:pt x="67475" y="78595"/>
                  <a:pt x="69253" y="79641"/>
                </a:cubicBezTo>
                <a:lnTo>
                  <a:pt x="88412" y="91352"/>
                </a:lnTo>
                <a:cubicBezTo>
                  <a:pt x="90189" y="92362"/>
                  <a:pt x="92011" y="92632"/>
                  <a:pt x="93869" y="92157"/>
                </a:cubicBezTo>
                <a:cubicBezTo>
                  <a:pt x="95734" y="91689"/>
                  <a:pt x="97212" y="90569"/>
                  <a:pt x="98324" y="88792"/>
                </a:cubicBezTo>
                <a:close/>
                <a:moveTo>
                  <a:pt x="184548" y="158220"/>
                </a:moveTo>
                <a:lnTo>
                  <a:pt x="167825" y="130159"/>
                </a:lnTo>
                <a:cubicBezTo>
                  <a:pt x="166648" y="128448"/>
                  <a:pt x="166326" y="126611"/>
                  <a:pt x="166845" y="124651"/>
                </a:cubicBezTo>
                <a:cubicBezTo>
                  <a:pt x="167364" y="122705"/>
                  <a:pt x="168542" y="121227"/>
                  <a:pt x="170393" y="120225"/>
                </a:cubicBezTo>
                <a:lnTo>
                  <a:pt x="189800" y="108909"/>
                </a:lnTo>
                <a:cubicBezTo>
                  <a:pt x="191578" y="107965"/>
                  <a:pt x="193443" y="107709"/>
                  <a:pt x="195382" y="108126"/>
                </a:cubicBezTo>
                <a:cubicBezTo>
                  <a:pt x="197328" y="108550"/>
                  <a:pt x="198805" y="109611"/>
                  <a:pt x="199807" y="111323"/>
                </a:cubicBezTo>
                <a:lnTo>
                  <a:pt x="210978" y="130130"/>
                </a:lnTo>
                <a:cubicBezTo>
                  <a:pt x="212616" y="132778"/>
                  <a:pt x="213538" y="135741"/>
                  <a:pt x="213743" y="139011"/>
                </a:cubicBezTo>
                <a:cubicBezTo>
                  <a:pt x="213940" y="142273"/>
                  <a:pt x="213275" y="145287"/>
                  <a:pt x="211731" y="148038"/>
                </a:cubicBezTo>
                <a:cubicBezTo>
                  <a:pt x="210188" y="151205"/>
                  <a:pt x="207891" y="153692"/>
                  <a:pt x="204840" y="155507"/>
                </a:cubicBezTo>
                <a:cubicBezTo>
                  <a:pt x="201804" y="157313"/>
                  <a:pt x="198520" y="158220"/>
                  <a:pt x="194979" y="158220"/>
                </a:cubicBezTo>
                <a:lnTo>
                  <a:pt x="184548" y="158220"/>
                </a:lnTo>
                <a:close/>
                <a:moveTo>
                  <a:pt x="151505" y="216881"/>
                </a:moveTo>
                <a:lnTo>
                  <a:pt x="125778" y="191161"/>
                </a:lnTo>
                <a:cubicBezTo>
                  <a:pt x="124336" y="189720"/>
                  <a:pt x="123620" y="188023"/>
                  <a:pt x="123620" y="186084"/>
                </a:cubicBezTo>
                <a:cubicBezTo>
                  <a:pt x="123620" y="184138"/>
                  <a:pt x="124336" y="182441"/>
                  <a:pt x="125778" y="181000"/>
                </a:cubicBezTo>
                <a:lnTo>
                  <a:pt x="151483" y="155302"/>
                </a:lnTo>
                <a:cubicBezTo>
                  <a:pt x="152588" y="154197"/>
                  <a:pt x="153919" y="153919"/>
                  <a:pt x="155477" y="154475"/>
                </a:cubicBezTo>
                <a:cubicBezTo>
                  <a:pt x="157035" y="155024"/>
                  <a:pt x="157818" y="156070"/>
                  <a:pt x="157818" y="157613"/>
                </a:cubicBezTo>
                <a:lnTo>
                  <a:pt x="157818" y="167525"/>
                </a:lnTo>
                <a:lnTo>
                  <a:pt x="201921" y="167525"/>
                </a:lnTo>
                <a:lnTo>
                  <a:pt x="188498" y="194482"/>
                </a:lnTo>
                <a:cubicBezTo>
                  <a:pt x="186786" y="197584"/>
                  <a:pt x="184445" y="200056"/>
                  <a:pt x="181475" y="201900"/>
                </a:cubicBezTo>
                <a:cubicBezTo>
                  <a:pt x="178513" y="203743"/>
                  <a:pt x="175265" y="204665"/>
                  <a:pt x="171746" y="204665"/>
                </a:cubicBezTo>
                <a:lnTo>
                  <a:pt x="157818" y="204665"/>
                </a:lnTo>
                <a:lnTo>
                  <a:pt x="157818" y="214569"/>
                </a:lnTo>
                <a:cubicBezTo>
                  <a:pt x="157818" y="216113"/>
                  <a:pt x="157035" y="217159"/>
                  <a:pt x="155477" y="217715"/>
                </a:cubicBezTo>
                <a:cubicBezTo>
                  <a:pt x="153919" y="218271"/>
                  <a:pt x="152588" y="217993"/>
                  <a:pt x="151483" y="216881"/>
                </a:cubicBezTo>
                <a:close/>
                <a:moveTo>
                  <a:pt x="67995" y="204665"/>
                </a:moveTo>
                <a:cubicBezTo>
                  <a:pt x="64893" y="204665"/>
                  <a:pt x="62077" y="203867"/>
                  <a:pt x="59546" y="202273"/>
                </a:cubicBezTo>
                <a:cubicBezTo>
                  <a:pt x="57000" y="200685"/>
                  <a:pt x="55120" y="198556"/>
                  <a:pt x="53913" y="195886"/>
                </a:cubicBezTo>
                <a:cubicBezTo>
                  <a:pt x="52706" y="193407"/>
                  <a:pt x="52128" y="190810"/>
                  <a:pt x="52179" y="188096"/>
                </a:cubicBezTo>
                <a:cubicBezTo>
                  <a:pt x="52231" y="185396"/>
                  <a:pt x="52940" y="182880"/>
                  <a:pt x="54315" y="180546"/>
                </a:cubicBezTo>
                <a:lnTo>
                  <a:pt x="62187" y="167525"/>
                </a:lnTo>
                <a:lnTo>
                  <a:pt x="94900" y="167525"/>
                </a:lnTo>
                <a:cubicBezTo>
                  <a:pt x="97014" y="167525"/>
                  <a:pt x="98748" y="168198"/>
                  <a:pt x="100109" y="169559"/>
                </a:cubicBezTo>
                <a:cubicBezTo>
                  <a:pt x="101462" y="170920"/>
                  <a:pt x="102142" y="172653"/>
                  <a:pt x="102142" y="174767"/>
                </a:cubicBezTo>
                <a:lnTo>
                  <a:pt x="102142" y="197393"/>
                </a:lnTo>
                <a:cubicBezTo>
                  <a:pt x="102142" y="199507"/>
                  <a:pt x="101462" y="201241"/>
                  <a:pt x="100109" y="202602"/>
                </a:cubicBezTo>
                <a:cubicBezTo>
                  <a:pt x="98748" y="203962"/>
                  <a:pt x="97014" y="204635"/>
                  <a:pt x="94900" y="204635"/>
                </a:cubicBezTo>
                <a:lnTo>
                  <a:pt x="67995" y="204635"/>
                </a:lnTo>
                <a:close/>
                <a:moveTo>
                  <a:pt x="45010" y="178213"/>
                </a:moveTo>
                <a:lnTo>
                  <a:pt x="29926" y="148038"/>
                </a:lnTo>
                <a:cubicBezTo>
                  <a:pt x="28485" y="145221"/>
                  <a:pt x="27820" y="142215"/>
                  <a:pt x="27937" y="139033"/>
                </a:cubicBezTo>
                <a:cubicBezTo>
                  <a:pt x="28054" y="135851"/>
                  <a:pt x="28968" y="132881"/>
                  <a:pt x="30680" y="130130"/>
                </a:cubicBezTo>
                <a:lnTo>
                  <a:pt x="34323" y="123919"/>
                </a:lnTo>
                <a:lnTo>
                  <a:pt x="25998" y="118967"/>
                </a:lnTo>
                <a:cubicBezTo>
                  <a:pt x="24725" y="118126"/>
                  <a:pt x="24177" y="116882"/>
                  <a:pt x="24345" y="115222"/>
                </a:cubicBezTo>
                <a:cubicBezTo>
                  <a:pt x="24506" y="113561"/>
                  <a:pt x="25398" y="112559"/>
                  <a:pt x="27008" y="112230"/>
                </a:cubicBezTo>
                <a:lnTo>
                  <a:pt x="62413" y="103298"/>
                </a:lnTo>
                <a:cubicBezTo>
                  <a:pt x="64359" y="102801"/>
                  <a:pt x="66159" y="103071"/>
                  <a:pt x="67819" y="104132"/>
                </a:cubicBezTo>
                <a:cubicBezTo>
                  <a:pt x="69480" y="105185"/>
                  <a:pt x="70562" y="106685"/>
                  <a:pt x="71060" y="108631"/>
                </a:cubicBezTo>
                <a:lnTo>
                  <a:pt x="79992" y="144190"/>
                </a:lnTo>
                <a:cubicBezTo>
                  <a:pt x="80328" y="145799"/>
                  <a:pt x="79853" y="147065"/>
                  <a:pt x="78580" y="147986"/>
                </a:cubicBezTo>
                <a:cubicBezTo>
                  <a:pt x="77307" y="148908"/>
                  <a:pt x="75998" y="148945"/>
                  <a:pt x="74659" y="148111"/>
                </a:cubicBezTo>
                <a:lnTo>
                  <a:pt x="66159" y="142902"/>
                </a:lnTo>
                <a:lnTo>
                  <a:pt x="45010" y="178213"/>
                </a:lnTo>
                <a:close/>
                <a:moveTo>
                  <a:pt x="163348" y="97117"/>
                </a:moveTo>
                <a:lnTo>
                  <a:pt x="127943" y="88185"/>
                </a:lnTo>
                <a:cubicBezTo>
                  <a:pt x="126334" y="87848"/>
                  <a:pt x="125419" y="86853"/>
                  <a:pt x="125200" y="85193"/>
                </a:cubicBezTo>
                <a:cubicBezTo>
                  <a:pt x="124988" y="83532"/>
                  <a:pt x="125595" y="82289"/>
                  <a:pt x="127036" y="81447"/>
                </a:cubicBezTo>
                <a:lnTo>
                  <a:pt x="135536" y="76495"/>
                </a:lnTo>
                <a:lnTo>
                  <a:pt x="106517" y="28237"/>
                </a:lnTo>
                <a:lnTo>
                  <a:pt x="139259" y="28237"/>
                </a:lnTo>
                <a:cubicBezTo>
                  <a:pt x="142529" y="28237"/>
                  <a:pt x="145580" y="29049"/>
                  <a:pt x="148411" y="30680"/>
                </a:cubicBezTo>
                <a:cubicBezTo>
                  <a:pt x="151242" y="32304"/>
                  <a:pt x="153524" y="34498"/>
                  <a:pt x="155250" y="37264"/>
                </a:cubicBezTo>
                <a:lnTo>
                  <a:pt x="167350" y="57512"/>
                </a:lnTo>
                <a:lnTo>
                  <a:pt x="175492" y="52406"/>
                </a:lnTo>
                <a:cubicBezTo>
                  <a:pt x="176838" y="51565"/>
                  <a:pt x="178162" y="51616"/>
                  <a:pt x="179464" y="52552"/>
                </a:cubicBezTo>
                <a:cubicBezTo>
                  <a:pt x="180773" y="53496"/>
                  <a:pt x="181263" y="54769"/>
                  <a:pt x="180927" y="56378"/>
                </a:cubicBezTo>
                <a:lnTo>
                  <a:pt x="172024" y="91784"/>
                </a:lnTo>
                <a:cubicBezTo>
                  <a:pt x="171519" y="93730"/>
                  <a:pt x="170437" y="95229"/>
                  <a:pt x="168784" y="96283"/>
                </a:cubicBezTo>
                <a:cubicBezTo>
                  <a:pt x="167123" y="97343"/>
                  <a:pt x="165316" y="97614"/>
                  <a:pt x="163370" y="9711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6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803" y="192068"/>
                </a:moveTo>
                <a:cubicBezTo>
                  <a:pt x="140598" y="192068"/>
                  <a:pt x="157430" y="185118"/>
                  <a:pt x="171293" y="171220"/>
                </a:cubicBezTo>
                <a:cubicBezTo>
                  <a:pt x="185155" y="157321"/>
                  <a:pt x="192090" y="140452"/>
                  <a:pt x="192090" y="120598"/>
                </a:cubicBezTo>
                <a:lnTo>
                  <a:pt x="192090" y="52406"/>
                </a:lnTo>
                <a:cubicBezTo>
                  <a:pt x="192090" y="51499"/>
                  <a:pt x="191797" y="50760"/>
                  <a:pt x="191212" y="50190"/>
                </a:cubicBezTo>
                <a:cubicBezTo>
                  <a:pt x="190627" y="49619"/>
                  <a:pt x="189888" y="49326"/>
                  <a:pt x="188996" y="49312"/>
                </a:cubicBezTo>
                <a:lnTo>
                  <a:pt x="120803" y="49312"/>
                </a:lnTo>
                <a:cubicBezTo>
                  <a:pt x="100935" y="49312"/>
                  <a:pt x="84066" y="56247"/>
                  <a:pt x="70182" y="70109"/>
                </a:cubicBezTo>
                <a:cubicBezTo>
                  <a:pt x="56283" y="83971"/>
                  <a:pt x="49334" y="100803"/>
                  <a:pt x="49334" y="120598"/>
                </a:cubicBezTo>
                <a:cubicBezTo>
                  <a:pt x="49334" y="140466"/>
                  <a:pt x="56276" y="157335"/>
                  <a:pt x="70160" y="171220"/>
                </a:cubicBezTo>
                <a:cubicBezTo>
                  <a:pt x="84037" y="185118"/>
                  <a:pt x="100920" y="192068"/>
                  <a:pt x="120803" y="192068"/>
                </a:cubicBezTo>
                <a:close/>
                <a:moveTo>
                  <a:pt x="108784" y="164680"/>
                </a:moveTo>
                <a:lnTo>
                  <a:pt x="155455" y="122837"/>
                </a:lnTo>
                <a:cubicBezTo>
                  <a:pt x="156948" y="121498"/>
                  <a:pt x="157387" y="119896"/>
                  <a:pt x="156787" y="118038"/>
                </a:cubicBezTo>
                <a:cubicBezTo>
                  <a:pt x="156180" y="116158"/>
                  <a:pt x="154834" y="115053"/>
                  <a:pt x="152734" y="114717"/>
                </a:cubicBezTo>
                <a:lnTo>
                  <a:pt x="116151" y="111169"/>
                </a:lnTo>
                <a:lnTo>
                  <a:pt x="138228" y="81118"/>
                </a:lnTo>
                <a:cubicBezTo>
                  <a:pt x="138762" y="80416"/>
                  <a:pt x="138989" y="79648"/>
                  <a:pt x="138908" y="78807"/>
                </a:cubicBezTo>
                <a:cubicBezTo>
                  <a:pt x="138821" y="77973"/>
                  <a:pt x="138477" y="77175"/>
                  <a:pt x="137877" y="76422"/>
                </a:cubicBezTo>
                <a:cubicBezTo>
                  <a:pt x="137101" y="75712"/>
                  <a:pt x="136231" y="75354"/>
                  <a:pt x="135258" y="75339"/>
                </a:cubicBezTo>
                <a:cubicBezTo>
                  <a:pt x="134285" y="75339"/>
                  <a:pt x="133415" y="75690"/>
                  <a:pt x="132647" y="76393"/>
                </a:cubicBezTo>
                <a:lnTo>
                  <a:pt x="86305" y="118214"/>
                </a:lnTo>
                <a:cubicBezTo>
                  <a:pt x="84827" y="119552"/>
                  <a:pt x="84374" y="121169"/>
                  <a:pt x="84944" y="123064"/>
                </a:cubicBezTo>
                <a:cubicBezTo>
                  <a:pt x="85515" y="124958"/>
                  <a:pt x="86846" y="126070"/>
                  <a:pt x="88938" y="126407"/>
                </a:cubicBezTo>
                <a:lnTo>
                  <a:pt x="125529" y="129852"/>
                </a:lnTo>
                <a:lnTo>
                  <a:pt x="103400" y="160005"/>
                </a:lnTo>
                <a:cubicBezTo>
                  <a:pt x="102866" y="160708"/>
                  <a:pt x="102640" y="161476"/>
                  <a:pt x="102720" y="162317"/>
                </a:cubicBezTo>
                <a:cubicBezTo>
                  <a:pt x="102808" y="163158"/>
                  <a:pt x="103217" y="163956"/>
                  <a:pt x="103956" y="164709"/>
                </a:cubicBezTo>
                <a:cubicBezTo>
                  <a:pt x="104622" y="165411"/>
                  <a:pt x="105412" y="165762"/>
                  <a:pt x="106319" y="165762"/>
                </a:cubicBezTo>
                <a:cubicBezTo>
                  <a:pt x="107204" y="165762"/>
                  <a:pt x="108038" y="165404"/>
                  <a:pt x="108806" y="164680"/>
                </a:cubicBezTo>
                <a:close/>
                <a:moveTo>
                  <a:pt x="120803" y="203480"/>
                </a:moveTo>
                <a:cubicBezTo>
                  <a:pt x="110342" y="203480"/>
                  <a:pt x="100489" y="201687"/>
                  <a:pt x="91257" y="198103"/>
                </a:cubicBezTo>
                <a:cubicBezTo>
                  <a:pt x="82018" y="194533"/>
                  <a:pt x="73693" y="189551"/>
                  <a:pt x="66283" y="183165"/>
                </a:cubicBezTo>
                <a:lnTo>
                  <a:pt x="47651" y="201797"/>
                </a:lnTo>
                <a:cubicBezTo>
                  <a:pt x="47000" y="202434"/>
                  <a:pt x="46364" y="202880"/>
                  <a:pt x="45742" y="203128"/>
                </a:cubicBezTo>
                <a:cubicBezTo>
                  <a:pt x="45120" y="203363"/>
                  <a:pt x="44411" y="203480"/>
                  <a:pt x="43606" y="203480"/>
                </a:cubicBezTo>
                <a:cubicBezTo>
                  <a:pt x="42040" y="203480"/>
                  <a:pt x="40702" y="202916"/>
                  <a:pt x="39583" y="201797"/>
                </a:cubicBezTo>
                <a:cubicBezTo>
                  <a:pt x="38456" y="200671"/>
                  <a:pt x="37893" y="199332"/>
                  <a:pt x="37893" y="197774"/>
                </a:cubicBezTo>
                <a:cubicBezTo>
                  <a:pt x="37893" y="196969"/>
                  <a:pt x="38010" y="196267"/>
                  <a:pt x="38244" y="195660"/>
                </a:cubicBezTo>
                <a:cubicBezTo>
                  <a:pt x="38485" y="195038"/>
                  <a:pt x="38924" y="194409"/>
                  <a:pt x="39583" y="193772"/>
                </a:cubicBezTo>
                <a:lnTo>
                  <a:pt x="58214" y="175141"/>
                </a:lnTo>
                <a:cubicBezTo>
                  <a:pt x="51828" y="167752"/>
                  <a:pt x="46847" y="159427"/>
                  <a:pt x="43277" y="150174"/>
                </a:cubicBezTo>
                <a:cubicBezTo>
                  <a:pt x="39692" y="140935"/>
                  <a:pt x="37893" y="131088"/>
                  <a:pt x="37893" y="120628"/>
                </a:cubicBezTo>
                <a:cubicBezTo>
                  <a:pt x="37893" y="97629"/>
                  <a:pt x="45961" y="78097"/>
                  <a:pt x="62084" y="62033"/>
                </a:cubicBezTo>
                <a:cubicBezTo>
                  <a:pt x="78214" y="45976"/>
                  <a:pt x="97782" y="37944"/>
                  <a:pt x="120803" y="37944"/>
                </a:cubicBezTo>
                <a:lnTo>
                  <a:pt x="188996" y="37944"/>
                </a:lnTo>
                <a:cubicBezTo>
                  <a:pt x="192990" y="37944"/>
                  <a:pt x="196398" y="39370"/>
                  <a:pt x="199229" y="42223"/>
                </a:cubicBezTo>
                <a:cubicBezTo>
                  <a:pt x="202068" y="45069"/>
                  <a:pt x="203487" y="48485"/>
                  <a:pt x="203509" y="52457"/>
                </a:cubicBezTo>
                <a:lnTo>
                  <a:pt x="203509" y="120650"/>
                </a:lnTo>
                <a:cubicBezTo>
                  <a:pt x="203509" y="143671"/>
                  <a:pt x="195477" y="163239"/>
                  <a:pt x="179420" y="179369"/>
                </a:cubicBezTo>
                <a:cubicBezTo>
                  <a:pt x="163356" y="195491"/>
                  <a:pt x="143824" y="203560"/>
                  <a:pt x="120825" y="20356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8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390" y="97087"/>
                </a:moveTo>
                <a:cubicBezTo>
                  <a:pt x="130767" y="97087"/>
                  <a:pt x="129413" y="96539"/>
                  <a:pt x="128323" y="95427"/>
                </a:cubicBezTo>
                <a:cubicBezTo>
                  <a:pt x="127233" y="94322"/>
                  <a:pt x="126685" y="92954"/>
                  <a:pt x="126685" y="91330"/>
                </a:cubicBezTo>
                <a:cubicBezTo>
                  <a:pt x="126685" y="89706"/>
                  <a:pt x="127233" y="88353"/>
                  <a:pt x="128323" y="87285"/>
                </a:cubicBezTo>
                <a:cubicBezTo>
                  <a:pt x="129413" y="86210"/>
                  <a:pt x="130767" y="85676"/>
                  <a:pt x="132390" y="85676"/>
                </a:cubicBezTo>
                <a:lnTo>
                  <a:pt x="176026" y="85676"/>
                </a:lnTo>
                <a:cubicBezTo>
                  <a:pt x="177650" y="85676"/>
                  <a:pt x="179003" y="86224"/>
                  <a:pt x="180093" y="87329"/>
                </a:cubicBezTo>
                <a:cubicBezTo>
                  <a:pt x="181183" y="88441"/>
                  <a:pt x="181732" y="89801"/>
                  <a:pt x="181732" y="91433"/>
                </a:cubicBezTo>
                <a:cubicBezTo>
                  <a:pt x="181732" y="93057"/>
                  <a:pt x="181183" y="94410"/>
                  <a:pt x="180093" y="95478"/>
                </a:cubicBezTo>
                <a:cubicBezTo>
                  <a:pt x="179003" y="96553"/>
                  <a:pt x="177650" y="97087"/>
                  <a:pt x="176026" y="97087"/>
                </a:cubicBezTo>
                <a:lnTo>
                  <a:pt x="132390" y="97087"/>
                </a:lnTo>
                <a:close/>
                <a:moveTo>
                  <a:pt x="132390" y="65354"/>
                </a:moveTo>
                <a:cubicBezTo>
                  <a:pt x="130767" y="65354"/>
                  <a:pt x="129413" y="64798"/>
                  <a:pt x="128323" y="63693"/>
                </a:cubicBezTo>
                <a:cubicBezTo>
                  <a:pt x="127233" y="62589"/>
                  <a:pt x="126685" y="61221"/>
                  <a:pt x="126685" y="59597"/>
                </a:cubicBezTo>
                <a:cubicBezTo>
                  <a:pt x="126685" y="57973"/>
                  <a:pt x="127233" y="56620"/>
                  <a:pt x="128323" y="55544"/>
                </a:cubicBezTo>
                <a:cubicBezTo>
                  <a:pt x="129413" y="54476"/>
                  <a:pt x="130767" y="53935"/>
                  <a:pt x="132390" y="53935"/>
                </a:cubicBezTo>
                <a:lnTo>
                  <a:pt x="200663" y="53935"/>
                </a:lnTo>
                <a:cubicBezTo>
                  <a:pt x="202295" y="53935"/>
                  <a:pt x="203648" y="54491"/>
                  <a:pt x="204738" y="55596"/>
                </a:cubicBezTo>
                <a:cubicBezTo>
                  <a:pt x="205828" y="56707"/>
                  <a:pt x="206376" y="58068"/>
                  <a:pt x="206376" y="59699"/>
                </a:cubicBezTo>
                <a:cubicBezTo>
                  <a:pt x="206376" y="61323"/>
                  <a:pt x="205828" y="62669"/>
                  <a:pt x="204738" y="63745"/>
                </a:cubicBezTo>
                <a:cubicBezTo>
                  <a:pt x="203633" y="64835"/>
                  <a:pt x="202273" y="65383"/>
                  <a:pt x="200663" y="65383"/>
                </a:cubicBezTo>
                <a:lnTo>
                  <a:pt x="132390" y="65383"/>
                </a:lnTo>
                <a:close/>
                <a:moveTo>
                  <a:pt x="47073" y="193772"/>
                </a:moveTo>
                <a:cubicBezTo>
                  <a:pt x="38924" y="185594"/>
                  <a:pt x="34850" y="175689"/>
                  <a:pt x="34850" y="164051"/>
                </a:cubicBezTo>
                <a:cubicBezTo>
                  <a:pt x="34850" y="156509"/>
                  <a:pt x="36795" y="149420"/>
                  <a:pt x="40687" y="142778"/>
                </a:cubicBezTo>
                <a:cubicBezTo>
                  <a:pt x="44579" y="136143"/>
                  <a:pt x="49948" y="130774"/>
                  <a:pt x="56803" y="126685"/>
                </a:cubicBezTo>
                <a:lnTo>
                  <a:pt x="56803" y="55244"/>
                </a:lnTo>
                <a:cubicBezTo>
                  <a:pt x="56803" y="49597"/>
                  <a:pt x="58741" y="44842"/>
                  <a:pt x="62611" y="40987"/>
                </a:cubicBezTo>
                <a:cubicBezTo>
                  <a:pt x="66488" y="37132"/>
                  <a:pt x="71213" y="35208"/>
                  <a:pt x="76795" y="35208"/>
                </a:cubicBezTo>
                <a:cubicBezTo>
                  <a:pt x="82362" y="35208"/>
                  <a:pt x="87087" y="37132"/>
                  <a:pt x="90979" y="40987"/>
                </a:cubicBezTo>
                <a:cubicBezTo>
                  <a:pt x="94871" y="44842"/>
                  <a:pt x="96802" y="49597"/>
                  <a:pt x="96787" y="55244"/>
                </a:cubicBezTo>
                <a:lnTo>
                  <a:pt x="96787" y="126685"/>
                </a:lnTo>
                <a:cubicBezTo>
                  <a:pt x="103642" y="130796"/>
                  <a:pt x="109018" y="136158"/>
                  <a:pt x="112903" y="142778"/>
                </a:cubicBezTo>
                <a:cubicBezTo>
                  <a:pt x="116794" y="149398"/>
                  <a:pt x="118740" y="156494"/>
                  <a:pt x="118740" y="164051"/>
                </a:cubicBezTo>
                <a:cubicBezTo>
                  <a:pt x="118740" y="175689"/>
                  <a:pt x="114680" y="185594"/>
                  <a:pt x="106568" y="193772"/>
                </a:cubicBezTo>
                <a:cubicBezTo>
                  <a:pt x="98455" y="201958"/>
                  <a:pt x="88550" y="206047"/>
                  <a:pt x="76846" y="206047"/>
                </a:cubicBezTo>
                <a:cubicBezTo>
                  <a:pt x="65142" y="206047"/>
                  <a:pt x="55222" y="201958"/>
                  <a:pt x="47073" y="193772"/>
                </a:cubicBezTo>
                <a:close/>
                <a:moveTo>
                  <a:pt x="46269" y="164051"/>
                </a:moveTo>
                <a:lnTo>
                  <a:pt x="107321" y="164051"/>
                </a:lnTo>
                <a:cubicBezTo>
                  <a:pt x="107321" y="157796"/>
                  <a:pt x="105734" y="152068"/>
                  <a:pt x="102544" y="146853"/>
                </a:cubicBezTo>
                <a:cubicBezTo>
                  <a:pt x="99362" y="141637"/>
                  <a:pt x="95017" y="137599"/>
                  <a:pt x="89523" y="134731"/>
                </a:cubicBezTo>
                <a:lnTo>
                  <a:pt x="85368" y="132771"/>
                </a:lnTo>
                <a:lnTo>
                  <a:pt x="85368" y="55274"/>
                </a:lnTo>
                <a:cubicBezTo>
                  <a:pt x="85368" y="52860"/>
                  <a:pt x="84534" y="50819"/>
                  <a:pt x="82859" y="49158"/>
                </a:cubicBezTo>
                <a:cubicBezTo>
                  <a:pt x="81177" y="47483"/>
                  <a:pt x="79180" y="46649"/>
                  <a:pt x="76846" y="46649"/>
                </a:cubicBezTo>
                <a:cubicBezTo>
                  <a:pt x="74432" y="46649"/>
                  <a:pt x="72399" y="47483"/>
                  <a:pt x="70738" y="49158"/>
                </a:cubicBezTo>
                <a:cubicBezTo>
                  <a:pt x="69063" y="50833"/>
                  <a:pt x="68222" y="52874"/>
                  <a:pt x="68222" y="55274"/>
                </a:cubicBezTo>
                <a:lnTo>
                  <a:pt x="68222" y="132771"/>
                </a:lnTo>
                <a:lnTo>
                  <a:pt x="64147" y="134731"/>
                </a:lnTo>
                <a:cubicBezTo>
                  <a:pt x="58602" y="137599"/>
                  <a:pt x="54235" y="141666"/>
                  <a:pt x="51045" y="146926"/>
                </a:cubicBezTo>
                <a:cubicBezTo>
                  <a:pt x="47863" y="152193"/>
                  <a:pt x="46269" y="157899"/>
                  <a:pt x="46269" y="16405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40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6810" y="194050"/>
                </a:moveTo>
                <a:cubicBezTo>
                  <a:pt x="52443" y="179266"/>
                  <a:pt x="45266" y="160861"/>
                  <a:pt x="45266" y="138828"/>
                </a:cubicBezTo>
                <a:cubicBezTo>
                  <a:pt x="45266" y="128872"/>
                  <a:pt x="47541" y="118916"/>
                  <a:pt x="52106" y="108960"/>
                </a:cubicBezTo>
                <a:cubicBezTo>
                  <a:pt x="56664" y="98997"/>
                  <a:pt x="62355" y="89436"/>
                  <a:pt x="69180" y="80270"/>
                </a:cubicBezTo>
                <a:cubicBezTo>
                  <a:pt x="75998" y="71096"/>
                  <a:pt x="83357" y="62501"/>
                  <a:pt x="91257" y="54491"/>
                </a:cubicBezTo>
                <a:cubicBezTo>
                  <a:pt x="99165" y="46481"/>
                  <a:pt x="106524" y="39392"/>
                  <a:pt x="113334" y="33240"/>
                </a:cubicBezTo>
                <a:cubicBezTo>
                  <a:pt x="114439" y="32304"/>
                  <a:pt x="115602" y="31594"/>
                  <a:pt x="116831" y="31104"/>
                </a:cubicBezTo>
                <a:cubicBezTo>
                  <a:pt x="118053" y="30621"/>
                  <a:pt x="119340" y="30380"/>
                  <a:pt x="120701" y="30380"/>
                </a:cubicBezTo>
                <a:cubicBezTo>
                  <a:pt x="122061" y="30380"/>
                  <a:pt x="123349" y="30621"/>
                  <a:pt x="124571" y="31104"/>
                </a:cubicBezTo>
                <a:cubicBezTo>
                  <a:pt x="125799" y="31594"/>
                  <a:pt x="126963" y="32304"/>
                  <a:pt x="128067" y="33240"/>
                </a:cubicBezTo>
                <a:cubicBezTo>
                  <a:pt x="134892" y="39392"/>
                  <a:pt x="142251" y="46481"/>
                  <a:pt x="150144" y="54491"/>
                </a:cubicBezTo>
                <a:cubicBezTo>
                  <a:pt x="158045" y="62501"/>
                  <a:pt x="165404" y="71096"/>
                  <a:pt x="172222" y="80270"/>
                </a:cubicBezTo>
                <a:cubicBezTo>
                  <a:pt x="179047" y="89436"/>
                  <a:pt x="184738" y="98997"/>
                  <a:pt x="189295" y="108960"/>
                </a:cubicBezTo>
                <a:cubicBezTo>
                  <a:pt x="193860" y="118901"/>
                  <a:pt x="196142" y="128857"/>
                  <a:pt x="196142" y="138828"/>
                </a:cubicBezTo>
                <a:cubicBezTo>
                  <a:pt x="196142" y="160861"/>
                  <a:pt x="188944" y="179274"/>
                  <a:pt x="174563" y="194080"/>
                </a:cubicBezTo>
                <a:cubicBezTo>
                  <a:pt x="160181" y="208864"/>
                  <a:pt x="142215" y="216259"/>
                  <a:pt x="120679" y="216259"/>
                </a:cubicBezTo>
                <a:cubicBezTo>
                  <a:pt x="99136" y="216259"/>
                  <a:pt x="81177" y="208856"/>
                  <a:pt x="66810" y="194050"/>
                </a:cubicBezTo>
                <a:close/>
                <a:moveTo>
                  <a:pt x="166494" y="185982"/>
                </a:moveTo>
                <a:cubicBezTo>
                  <a:pt x="178644" y="173407"/>
                  <a:pt x="184723" y="157672"/>
                  <a:pt x="184723" y="138784"/>
                </a:cubicBezTo>
                <a:cubicBezTo>
                  <a:pt x="184723" y="125792"/>
                  <a:pt x="179274" y="111059"/>
                  <a:pt x="168381" y="94600"/>
                </a:cubicBezTo>
                <a:cubicBezTo>
                  <a:pt x="157482" y="78134"/>
                  <a:pt x="141578" y="60584"/>
                  <a:pt x="120679" y="41945"/>
                </a:cubicBezTo>
                <a:cubicBezTo>
                  <a:pt x="99772" y="60584"/>
                  <a:pt x="83869" y="78134"/>
                  <a:pt x="72976" y="94600"/>
                </a:cubicBezTo>
                <a:cubicBezTo>
                  <a:pt x="62077" y="111059"/>
                  <a:pt x="56627" y="125792"/>
                  <a:pt x="56627" y="138784"/>
                </a:cubicBezTo>
                <a:cubicBezTo>
                  <a:pt x="56627" y="157672"/>
                  <a:pt x="62706" y="173407"/>
                  <a:pt x="74856" y="185982"/>
                </a:cubicBezTo>
                <a:cubicBezTo>
                  <a:pt x="87014" y="198556"/>
                  <a:pt x="102288" y="204840"/>
                  <a:pt x="120679" y="204840"/>
                </a:cubicBezTo>
                <a:cubicBezTo>
                  <a:pt x="139069" y="204840"/>
                  <a:pt x="154336" y="198556"/>
                  <a:pt x="166494" y="185982"/>
                </a:cubicBezTo>
                <a:close/>
                <a:moveTo>
                  <a:pt x="120701" y="121484"/>
                </a:moveTo>
                <a:close/>
                <a:moveTo>
                  <a:pt x="120928" y="188140"/>
                </a:moveTo>
                <a:cubicBezTo>
                  <a:pt x="123159" y="188074"/>
                  <a:pt x="124856" y="187657"/>
                  <a:pt x="126034" y="186889"/>
                </a:cubicBezTo>
                <a:cubicBezTo>
                  <a:pt x="127204" y="186113"/>
                  <a:pt x="127789" y="184972"/>
                  <a:pt x="127789" y="183465"/>
                </a:cubicBezTo>
                <a:cubicBezTo>
                  <a:pt x="127789" y="181958"/>
                  <a:pt x="127197" y="180810"/>
                  <a:pt x="126004" y="180020"/>
                </a:cubicBezTo>
                <a:cubicBezTo>
                  <a:pt x="124819" y="179230"/>
                  <a:pt x="123071" y="178842"/>
                  <a:pt x="120774" y="178842"/>
                </a:cubicBezTo>
                <a:cubicBezTo>
                  <a:pt x="113803" y="178974"/>
                  <a:pt x="106407" y="176721"/>
                  <a:pt x="98594" y="172075"/>
                </a:cubicBezTo>
                <a:cubicBezTo>
                  <a:pt x="90789" y="167430"/>
                  <a:pt x="85873" y="159493"/>
                  <a:pt x="83861" y="148264"/>
                </a:cubicBezTo>
                <a:cubicBezTo>
                  <a:pt x="83591" y="146750"/>
                  <a:pt x="82984" y="145602"/>
                  <a:pt x="82025" y="144819"/>
                </a:cubicBezTo>
                <a:cubicBezTo>
                  <a:pt x="81074" y="144029"/>
                  <a:pt x="80021" y="143634"/>
                  <a:pt x="78880" y="143634"/>
                </a:cubicBezTo>
                <a:cubicBezTo>
                  <a:pt x="77424" y="143634"/>
                  <a:pt x="76276" y="144205"/>
                  <a:pt x="75434" y="145346"/>
                </a:cubicBezTo>
                <a:cubicBezTo>
                  <a:pt x="74600" y="146487"/>
                  <a:pt x="74315" y="147811"/>
                  <a:pt x="74586" y="149318"/>
                </a:cubicBezTo>
                <a:cubicBezTo>
                  <a:pt x="77095" y="163151"/>
                  <a:pt x="83152" y="173085"/>
                  <a:pt x="92742" y="179142"/>
                </a:cubicBezTo>
                <a:cubicBezTo>
                  <a:pt x="102310" y="185206"/>
                  <a:pt x="111718" y="188213"/>
                  <a:pt x="120950" y="1881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2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438912" y="391363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563270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5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5990" y="246647"/>
                  </a:moveTo>
                  <a:cubicBezTo>
                    <a:pt x="62860" y="246647"/>
                    <a:pt x="60219" y="245564"/>
                    <a:pt x="58068" y="243413"/>
                  </a:cubicBezTo>
                  <a:cubicBezTo>
                    <a:pt x="55910" y="241263"/>
                    <a:pt x="54835" y="238615"/>
                    <a:pt x="54835" y="235491"/>
                  </a:cubicBezTo>
                  <a:cubicBezTo>
                    <a:pt x="54835" y="232360"/>
                    <a:pt x="55910" y="229719"/>
                    <a:pt x="58068" y="227561"/>
                  </a:cubicBezTo>
                  <a:cubicBezTo>
                    <a:pt x="60219" y="225411"/>
                    <a:pt x="62860" y="224335"/>
                    <a:pt x="65990" y="224335"/>
                  </a:cubicBezTo>
                  <a:lnTo>
                    <a:pt x="92845" y="224335"/>
                  </a:lnTo>
                  <a:lnTo>
                    <a:pt x="60628" y="115522"/>
                  </a:lnTo>
                  <a:cubicBezTo>
                    <a:pt x="54506" y="112713"/>
                    <a:pt x="49721" y="108894"/>
                    <a:pt x="46269" y="104059"/>
                  </a:cubicBezTo>
                  <a:cubicBezTo>
                    <a:pt x="42816" y="99223"/>
                    <a:pt x="41089" y="92932"/>
                    <a:pt x="41089" y="85193"/>
                  </a:cubicBezTo>
                  <a:cubicBezTo>
                    <a:pt x="41089" y="76268"/>
                    <a:pt x="44301" y="68602"/>
                    <a:pt x="50716" y="62179"/>
                  </a:cubicBezTo>
                  <a:cubicBezTo>
                    <a:pt x="57139" y="55756"/>
                    <a:pt x="64813" y="52545"/>
                    <a:pt x="73730" y="52545"/>
                  </a:cubicBezTo>
                  <a:cubicBezTo>
                    <a:pt x="82120" y="52545"/>
                    <a:pt x="89114" y="54915"/>
                    <a:pt x="94703" y="59648"/>
                  </a:cubicBezTo>
                  <a:cubicBezTo>
                    <a:pt x="100291" y="64381"/>
                    <a:pt x="103978" y="70592"/>
                    <a:pt x="105763" y="78273"/>
                  </a:cubicBezTo>
                  <a:lnTo>
                    <a:pt x="151549" y="78273"/>
                  </a:lnTo>
                  <a:lnTo>
                    <a:pt x="151549" y="58763"/>
                  </a:lnTo>
                  <a:cubicBezTo>
                    <a:pt x="151549" y="56876"/>
                    <a:pt x="152251" y="55252"/>
                    <a:pt x="153648" y="53891"/>
                  </a:cubicBezTo>
                  <a:cubicBezTo>
                    <a:pt x="155053" y="52530"/>
                    <a:pt x="156655" y="51843"/>
                    <a:pt x="158469" y="51843"/>
                  </a:cubicBezTo>
                  <a:cubicBezTo>
                    <a:pt x="160393" y="51843"/>
                    <a:pt x="161959" y="52589"/>
                    <a:pt x="163158" y="54074"/>
                  </a:cubicBezTo>
                  <a:cubicBezTo>
                    <a:pt x="164380" y="55552"/>
                    <a:pt x="164907" y="57263"/>
                    <a:pt x="164746" y="59195"/>
                  </a:cubicBezTo>
                  <a:lnTo>
                    <a:pt x="164746" y="60841"/>
                  </a:lnTo>
                  <a:lnTo>
                    <a:pt x="187847" y="39012"/>
                  </a:lnTo>
                  <a:cubicBezTo>
                    <a:pt x="189391" y="37468"/>
                    <a:pt x="191322" y="36481"/>
                    <a:pt x="193641" y="36057"/>
                  </a:cubicBezTo>
                  <a:cubicBezTo>
                    <a:pt x="195938" y="35632"/>
                    <a:pt x="198293" y="35983"/>
                    <a:pt x="200714" y="37125"/>
                  </a:cubicBezTo>
                  <a:lnTo>
                    <a:pt x="247927" y="59714"/>
                  </a:lnTo>
                  <a:cubicBezTo>
                    <a:pt x="249448" y="60482"/>
                    <a:pt x="250568" y="61631"/>
                    <a:pt x="251277" y="63152"/>
                  </a:cubicBezTo>
                  <a:cubicBezTo>
                    <a:pt x="251987" y="64681"/>
                    <a:pt x="251921" y="66290"/>
                    <a:pt x="251065" y="68002"/>
                  </a:cubicBezTo>
                  <a:cubicBezTo>
                    <a:pt x="250209" y="69648"/>
                    <a:pt x="248995" y="70636"/>
                    <a:pt x="247407" y="70957"/>
                  </a:cubicBezTo>
                  <a:cubicBezTo>
                    <a:pt x="245820" y="71279"/>
                    <a:pt x="244276" y="71016"/>
                    <a:pt x="242777" y="70167"/>
                  </a:cubicBezTo>
                  <a:lnTo>
                    <a:pt x="195162" y="47307"/>
                  </a:lnTo>
                  <a:lnTo>
                    <a:pt x="165419" y="76656"/>
                  </a:lnTo>
                  <a:lnTo>
                    <a:pt x="165419" y="92874"/>
                  </a:lnTo>
                  <a:lnTo>
                    <a:pt x="195133" y="122837"/>
                  </a:lnTo>
                  <a:lnTo>
                    <a:pt x="242740" y="99794"/>
                  </a:lnTo>
                  <a:cubicBezTo>
                    <a:pt x="244467" y="98938"/>
                    <a:pt x="246047" y="98704"/>
                    <a:pt x="247466" y="99092"/>
                  </a:cubicBezTo>
                  <a:cubicBezTo>
                    <a:pt x="248907" y="99479"/>
                    <a:pt x="250099" y="100496"/>
                    <a:pt x="251036" y="102142"/>
                  </a:cubicBezTo>
                  <a:cubicBezTo>
                    <a:pt x="251826" y="103869"/>
                    <a:pt x="251877" y="105544"/>
                    <a:pt x="251189" y="107168"/>
                  </a:cubicBezTo>
                  <a:cubicBezTo>
                    <a:pt x="250516" y="108814"/>
                    <a:pt x="249361" y="110064"/>
                    <a:pt x="247715" y="110920"/>
                  </a:cubicBezTo>
                  <a:lnTo>
                    <a:pt x="201534" y="132500"/>
                  </a:lnTo>
                  <a:cubicBezTo>
                    <a:pt x="198995" y="133758"/>
                    <a:pt x="196545" y="134314"/>
                    <a:pt x="194189" y="134175"/>
                  </a:cubicBezTo>
                  <a:cubicBezTo>
                    <a:pt x="191812" y="134029"/>
                    <a:pt x="189690" y="133063"/>
                    <a:pt x="187818" y="131279"/>
                  </a:cubicBezTo>
                  <a:lnTo>
                    <a:pt x="164716" y="109699"/>
                  </a:lnTo>
                  <a:lnTo>
                    <a:pt x="164716" y="111345"/>
                  </a:lnTo>
                  <a:cubicBezTo>
                    <a:pt x="164877" y="113803"/>
                    <a:pt x="164351" y="115639"/>
                    <a:pt x="163129" y="116860"/>
                  </a:cubicBezTo>
                  <a:cubicBezTo>
                    <a:pt x="161907" y="118082"/>
                    <a:pt x="160342" y="118689"/>
                    <a:pt x="158433" y="118689"/>
                  </a:cubicBezTo>
                  <a:cubicBezTo>
                    <a:pt x="156626" y="118689"/>
                    <a:pt x="155024" y="117987"/>
                    <a:pt x="153619" y="116590"/>
                  </a:cubicBezTo>
                  <a:cubicBezTo>
                    <a:pt x="152215" y="115185"/>
                    <a:pt x="151520" y="113576"/>
                    <a:pt x="151520" y="111769"/>
                  </a:cubicBezTo>
                  <a:lnTo>
                    <a:pt x="151520" y="92084"/>
                  </a:lnTo>
                  <a:lnTo>
                    <a:pt x="105280" y="92084"/>
                  </a:lnTo>
                  <a:cubicBezTo>
                    <a:pt x="105112" y="94827"/>
                    <a:pt x="104285" y="97629"/>
                    <a:pt x="102779" y="100496"/>
                  </a:cubicBezTo>
                  <a:cubicBezTo>
                    <a:pt x="101257" y="103335"/>
                    <a:pt x="99545" y="105617"/>
                    <a:pt x="97658" y="107321"/>
                  </a:cubicBezTo>
                  <a:lnTo>
                    <a:pt x="158835" y="224335"/>
                  </a:lnTo>
                  <a:lnTo>
                    <a:pt x="196077" y="224335"/>
                  </a:lnTo>
                  <a:cubicBezTo>
                    <a:pt x="199208" y="224335"/>
                    <a:pt x="201848" y="225411"/>
                    <a:pt x="204006" y="227561"/>
                  </a:cubicBezTo>
                  <a:cubicBezTo>
                    <a:pt x="206157" y="229719"/>
                    <a:pt x="207232" y="232360"/>
                    <a:pt x="207232" y="235491"/>
                  </a:cubicBezTo>
                  <a:cubicBezTo>
                    <a:pt x="207232" y="238615"/>
                    <a:pt x="206157" y="241263"/>
                    <a:pt x="204006" y="243413"/>
                  </a:cubicBezTo>
                  <a:cubicBezTo>
                    <a:pt x="201848" y="245564"/>
                    <a:pt x="199208" y="246647"/>
                    <a:pt x="196077" y="246647"/>
                  </a:cubicBezTo>
                  <a:lnTo>
                    <a:pt x="65990" y="246647"/>
                  </a:lnTo>
                  <a:close/>
                  <a:moveTo>
                    <a:pt x="87109" y="98543"/>
                  </a:moveTo>
                  <a:cubicBezTo>
                    <a:pt x="90752" y="94907"/>
                    <a:pt x="92567" y="90445"/>
                    <a:pt x="92567" y="85164"/>
                  </a:cubicBezTo>
                  <a:cubicBezTo>
                    <a:pt x="92567" y="79816"/>
                    <a:pt x="90752" y="75347"/>
                    <a:pt x="87109" y="71747"/>
                  </a:cubicBezTo>
                  <a:cubicBezTo>
                    <a:pt x="83474" y="68156"/>
                    <a:pt x="79004" y="66356"/>
                    <a:pt x="73701" y="66356"/>
                  </a:cubicBezTo>
                  <a:cubicBezTo>
                    <a:pt x="68397" y="66356"/>
                    <a:pt x="63935" y="68156"/>
                    <a:pt x="60321" y="71747"/>
                  </a:cubicBezTo>
                  <a:cubicBezTo>
                    <a:pt x="56722" y="75347"/>
                    <a:pt x="54923" y="79816"/>
                    <a:pt x="54923" y="85164"/>
                  </a:cubicBezTo>
                  <a:cubicBezTo>
                    <a:pt x="54923" y="90423"/>
                    <a:pt x="56722" y="94885"/>
                    <a:pt x="60321" y="98543"/>
                  </a:cubicBezTo>
                  <a:cubicBezTo>
                    <a:pt x="63920" y="102179"/>
                    <a:pt x="68375" y="104000"/>
                    <a:pt x="73701" y="104000"/>
                  </a:cubicBezTo>
                  <a:cubicBezTo>
                    <a:pt x="79004" y="104000"/>
                    <a:pt x="83474" y="102179"/>
                    <a:pt x="87109" y="98543"/>
                  </a:cubicBezTo>
                  <a:close/>
                  <a:moveTo>
                    <a:pt x="108141" y="224335"/>
                  </a:moveTo>
                  <a:lnTo>
                    <a:pt x="143349" y="224335"/>
                  </a:lnTo>
                  <a:lnTo>
                    <a:pt x="85741" y="113751"/>
                  </a:lnTo>
                  <a:cubicBezTo>
                    <a:pt x="84747" y="114380"/>
                    <a:pt x="83181" y="114980"/>
                    <a:pt x="81045" y="115551"/>
                  </a:cubicBezTo>
                  <a:cubicBezTo>
                    <a:pt x="78916" y="116121"/>
                    <a:pt x="77095" y="116421"/>
                    <a:pt x="75588" y="116465"/>
                  </a:cubicBezTo>
                  <a:lnTo>
                    <a:pt x="108141" y="224335"/>
                  </a:lnTo>
                  <a:close/>
                  <a:moveTo>
                    <a:pt x="143349" y="224335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8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5674" y="215725"/>
                  </a:moveTo>
                  <a:cubicBezTo>
                    <a:pt x="220787" y="210627"/>
                    <a:pt x="223348" y="204365"/>
                    <a:pt x="223348" y="196940"/>
                  </a:cubicBezTo>
                  <a:cubicBezTo>
                    <a:pt x="223348" y="189500"/>
                    <a:pt x="220802" y="183216"/>
                    <a:pt x="215725" y="178103"/>
                  </a:cubicBezTo>
                  <a:cubicBezTo>
                    <a:pt x="210627" y="172990"/>
                    <a:pt x="204365" y="170430"/>
                    <a:pt x="196940" y="170430"/>
                  </a:cubicBezTo>
                  <a:cubicBezTo>
                    <a:pt x="189500" y="170430"/>
                    <a:pt x="183216" y="172975"/>
                    <a:pt x="178103" y="178052"/>
                  </a:cubicBezTo>
                  <a:cubicBezTo>
                    <a:pt x="172990" y="183151"/>
                    <a:pt x="170430" y="189412"/>
                    <a:pt x="170430" y="196837"/>
                  </a:cubicBezTo>
                  <a:cubicBezTo>
                    <a:pt x="170430" y="204277"/>
                    <a:pt x="172975" y="210561"/>
                    <a:pt x="178052" y="215674"/>
                  </a:cubicBezTo>
                  <a:cubicBezTo>
                    <a:pt x="183151" y="220787"/>
                    <a:pt x="189412" y="223348"/>
                    <a:pt x="196837" y="223348"/>
                  </a:cubicBezTo>
                  <a:cubicBezTo>
                    <a:pt x="204277" y="223348"/>
                    <a:pt x="210561" y="220802"/>
                    <a:pt x="215674" y="215725"/>
                  </a:cubicBezTo>
                  <a:close/>
                  <a:moveTo>
                    <a:pt x="197020" y="239222"/>
                  </a:moveTo>
                  <a:cubicBezTo>
                    <a:pt x="185294" y="239222"/>
                    <a:pt x="175280" y="235074"/>
                    <a:pt x="166991" y="226786"/>
                  </a:cubicBezTo>
                  <a:cubicBezTo>
                    <a:pt x="158703" y="218498"/>
                    <a:pt x="154556" y="208527"/>
                    <a:pt x="154556" y="196889"/>
                  </a:cubicBezTo>
                  <a:cubicBezTo>
                    <a:pt x="154556" y="185250"/>
                    <a:pt x="158703" y="175280"/>
                    <a:pt x="166991" y="166991"/>
                  </a:cubicBezTo>
                  <a:cubicBezTo>
                    <a:pt x="175280" y="158703"/>
                    <a:pt x="185250" y="154556"/>
                    <a:pt x="196889" y="154556"/>
                  </a:cubicBezTo>
                  <a:cubicBezTo>
                    <a:pt x="208527" y="154556"/>
                    <a:pt x="218498" y="158703"/>
                    <a:pt x="226786" y="166991"/>
                  </a:cubicBezTo>
                  <a:cubicBezTo>
                    <a:pt x="235074" y="175280"/>
                    <a:pt x="239222" y="185294"/>
                    <a:pt x="239222" y="197020"/>
                  </a:cubicBezTo>
                  <a:cubicBezTo>
                    <a:pt x="239222" y="200810"/>
                    <a:pt x="238556" y="204694"/>
                    <a:pt x="237232" y="208659"/>
                  </a:cubicBezTo>
                  <a:cubicBezTo>
                    <a:pt x="235915" y="212631"/>
                    <a:pt x="234013" y="216552"/>
                    <a:pt x="231548" y="220436"/>
                  </a:cubicBezTo>
                  <a:lnTo>
                    <a:pt x="253772" y="242660"/>
                  </a:lnTo>
                  <a:cubicBezTo>
                    <a:pt x="255359" y="244247"/>
                    <a:pt x="256105" y="246098"/>
                    <a:pt x="256017" y="248212"/>
                  </a:cubicBezTo>
                  <a:cubicBezTo>
                    <a:pt x="255930" y="250333"/>
                    <a:pt x="255096" y="252221"/>
                    <a:pt x="253508" y="253874"/>
                  </a:cubicBezTo>
                  <a:cubicBezTo>
                    <a:pt x="251921" y="255396"/>
                    <a:pt x="250070" y="256149"/>
                    <a:pt x="247949" y="256149"/>
                  </a:cubicBezTo>
                  <a:cubicBezTo>
                    <a:pt x="245835" y="256149"/>
                    <a:pt x="243984" y="255359"/>
                    <a:pt x="242396" y="253772"/>
                  </a:cubicBezTo>
                  <a:lnTo>
                    <a:pt x="220436" y="231811"/>
                  </a:lnTo>
                  <a:cubicBezTo>
                    <a:pt x="216552" y="234284"/>
                    <a:pt x="212631" y="236135"/>
                    <a:pt x="208659" y="237371"/>
                  </a:cubicBezTo>
                  <a:cubicBezTo>
                    <a:pt x="204694" y="238600"/>
                    <a:pt x="200810" y="239222"/>
                    <a:pt x="197020" y="239222"/>
                  </a:cubicBezTo>
                  <a:close/>
                  <a:moveTo>
                    <a:pt x="125456" y="300070"/>
                  </a:moveTo>
                  <a:cubicBezTo>
                    <a:pt x="121220" y="300070"/>
                    <a:pt x="117519" y="298482"/>
                    <a:pt x="114344" y="295307"/>
                  </a:cubicBezTo>
                  <a:cubicBezTo>
                    <a:pt x="111169" y="292133"/>
                    <a:pt x="109582" y="288431"/>
                    <a:pt x="109582" y="284196"/>
                  </a:cubicBezTo>
                  <a:lnTo>
                    <a:pt x="109582" y="246625"/>
                  </a:lnTo>
                  <a:cubicBezTo>
                    <a:pt x="109582" y="244372"/>
                    <a:pt x="110350" y="242484"/>
                    <a:pt x="111886" y="240963"/>
                  </a:cubicBezTo>
                  <a:cubicBezTo>
                    <a:pt x="113415" y="239448"/>
                    <a:pt x="115317" y="238688"/>
                    <a:pt x="117570" y="238688"/>
                  </a:cubicBezTo>
                  <a:cubicBezTo>
                    <a:pt x="119830" y="238688"/>
                    <a:pt x="121710" y="239448"/>
                    <a:pt x="123210" y="240963"/>
                  </a:cubicBezTo>
                  <a:cubicBezTo>
                    <a:pt x="124710" y="242484"/>
                    <a:pt x="125456" y="244372"/>
                    <a:pt x="125456" y="246625"/>
                  </a:cubicBezTo>
                  <a:lnTo>
                    <a:pt x="125456" y="284196"/>
                  </a:lnTo>
                  <a:lnTo>
                    <a:pt x="163027" y="284196"/>
                  </a:lnTo>
                  <a:cubicBezTo>
                    <a:pt x="165280" y="284196"/>
                    <a:pt x="167167" y="284964"/>
                    <a:pt x="168689" y="286500"/>
                  </a:cubicBezTo>
                  <a:cubicBezTo>
                    <a:pt x="170203" y="288029"/>
                    <a:pt x="170964" y="289931"/>
                    <a:pt x="170964" y="292184"/>
                  </a:cubicBezTo>
                  <a:cubicBezTo>
                    <a:pt x="170964" y="294444"/>
                    <a:pt x="170203" y="296324"/>
                    <a:pt x="168689" y="297824"/>
                  </a:cubicBezTo>
                  <a:cubicBezTo>
                    <a:pt x="167167" y="299323"/>
                    <a:pt x="165280" y="300070"/>
                    <a:pt x="163027" y="300070"/>
                  </a:cubicBezTo>
                  <a:lnTo>
                    <a:pt x="125456" y="300070"/>
                  </a:lnTo>
                  <a:close/>
                  <a:moveTo>
                    <a:pt x="284196" y="300070"/>
                  </a:moveTo>
                  <a:lnTo>
                    <a:pt x="246625" y="300070"/>
                  </a:lnTo>
                  <a:cubicBezTo>
                    <a:pt x="244372" y="300070"/>
                    <a:pt x="242484" y="299301"/>
                    <a:pt x="240963" y="297765"/>
                  </a:cubicBezTo>
                  <a:cubicBezTo>
                    <a:pt x="239448" y="296236"/>
                    <a:pt x="238688" y="294334"/>
                    <a:pt x="238688" y="292081"/>
                  </a:cubicBezTo>
                  <a:cubicBezTo>
                    <a:pt x="238688" y="289821"/>
                    <a:pt x="239448" y="287941"/>
                    <a:pt x="240963" y="286441"/>
                  </a:cubicBezTo>
                  <a:cubicBezTo>
                    <a:pt x="242484" y="284942"/>
                    <a:pt x="244372" y="284196"/>
                    <a:pt x="246625" y="284196"/>
                  </a:cubicBezTo>
                  <a:lnTo>
                    <a:pt x="284196" y="284196"/>
                  </a:lnTo>
                  <a:lnTo>
                    <a:pt x="284196" y="246625"/>
                  </a:lnTo>
                  <a:cubicBezTo>
                    <a:pt x="284196" y="244372"/>
                    <a:pt x="284964" y="242484"/>
                    <a:pt x="286500" y="240963"/>
                  </a:cubicBezTo>
                  <a:cubicBezTo>
                    <a:pt x="288029" y="239448"/>
                    <a:pt x="289931" y="238688"/>
                    <a:pt x="292184" y="238688"/>
                  </a:cubicBezTo>
                  <a:cubicBezTo>
                    <a:pt x="294444" y="238688"/>
                    <a:pt x="296324" y="239448"/>
                    <a:pt x="297824" y="240963"/>
                  </a:cubicBezTo>
                  <a:cubicBezTo>
                    <a:pt x="299323" y="242484"/>
                    <a:pt x="300070" y="244372"/>
                    <a:pt x="300070" y="246625"/>
                  </a:cubicBezTo>
                  <a:lnTo>
                    <a:pt x="300070" y="284196"/>
                  </a:lnTo>
                  <a:cubicBezTo>
                    <a:pt x="300070" y="288431"/>
                    <a:pt x="298482" y="292133"/>
                    <a:pt x="295307" y="295307"/>
                  </a:cubicBezTo>
                  <a:cubicBezTo>
                    <a:pt x="292133" y="298482"/>
                    <a:pt x="288431" y="300070"/>
                    <a:pt x="284196" y="300070"/>
                  </a:cubicBezTo>
                  <a:close/>
                  <a:moveTo>
                    <a:pt x="109582" y="163027"/>
                  </a:moveTo>
                  <a:lnTo>
                    <a:pt x="109582" y="125456"/>
                  </a:lnTo>
                  <a:cubicBezTo>
                    <a:pt x="109582" y="121220"/>
                    <a:pt x="111169" y="117519"/>
                    <a:pt x="114344" y="114344"/>
                  </a:cubicBezTo>
                  <a:cubicBezTo>
                    <a:pt x="117519" y="111169"/>
                    <a:pt x="121220" y="109582"/>
                    <a:pt x="125456" y="109582"/>
                  </a:cubicBezTo>
                  <a:lnTo>
                    <a:pt x="163027" y="109582"/>
                  </a:lnTo>
                  <a:cubicBezTo>
                    <a:pt x="165280" y="109582"/>
                    <a:pt x="167167" y="110350"/>
                    <a:pt x="168689" y="111886"/>
                  </a:cubicBezTo>
                  <a:cubicBezTo>
                    <a:pt x="170203" y="113415"/>
                    <a:pt x="170964" y="115317"/>
                    <a:pt x="170964" y="117570"/>
                  </a:cubicBezTo>
                  <a:cubicBezTo>
                    <a:pt x="170964" y="119830"/>
                    <a:pt x="170203" y="121710"/>
                    <a:pt x="168689" y="123210"/>
                  </a:cubicBezTo>
                  <a:cubicBezTo>
                    <a:pt x="167167" y="124710"/>
                    <a:pt x="165280" y="125456"/>
                    <a:pt x="163027" y="125456"/>
                  </a:cubicBezTo>
                  <a:lnTo>
                    <a:pt x="125456" y="125456"/>
                  </a:lnTo>
                  <a:lnTo>
                    <a:pt x="125456" y="163027"/>
                  </a:lnTo>
                  <a:cubicBezTo>
                    <a:pt x="125456" y="165280"/>
                    <a:pt x="124688" y="167167"/>
                    <a:pt x="123151" y="168689"/>
                  </a:cubicBezTo>
                  <a:cubicBezTo>
                    <a:pt x="121623" y="170203"/>
                    <a:pt x="119721" y="170964"/>
                    <a:pt x="117467" y="170964"/>
                  </a:cubicBezTo>
                  <a:cubicBezTo>
                    <a:pt x="115207" y="170964"/>
                    <a:pt x="113327" y="170203"/>
                    <a:pt x="111827" y="168689"/>
                  </a:cubicBezTo>
                  <a:cubicBezTo>
                    <a:pt x="110328" y="167167"/>
                    <a:pt x="109582" y="165280"/>
                    <a:pt x="109582" y="163027"/>
                  </a:cubicBezTo>
                  <a:close/>
                  <a:moveTo>
                    <a:pt x="284196" y="163027"/>
                  </a:moveTo>
                  <a:lnTo>
                    <a:pt x="284196" y="125456"/>
                  </a:lnTo>
                  <a:lnTo>
                    <a:pt x="246625" y="125456"/>
                  </a:lnTo>
                  <a:cubicBezTo>
                    <a:pt x="244372" y="125456"/>
                    <a:pt x="242484" y="124688"/>
                    <a:pt x="240963" y="123151"/>
                  </a:cubicBezTo>
                  <a:cubicBezTo>
                    <a:pt x="239448" y="121623"/>
                    <a:pt x="238688" y="119721"/>
                    <a:pt x="238688" y="117467"/>
                  </a:cubicBezTo>
                  <a:cubicBezTo>
                    <a:pt x="238688" y="115207"/>
                    <a:pt x="239448" y="113327"/>
                    <a:pt x="240963" y="111827"/>
                  </a:cubicBezTo>
                  <a:cubicBezTo>
                    <a:pt x="242484" y="110328"/>
                    <a:pt x="244372" y="109582"/>
                    <a:pt x="246625" y="109582"/>
                  </a:cubicBezTo>
                  <a:lnTo>
                    <a:pt x="284196" y="109582"/>
                  </a:lnTo>
                  <a:cubicBezTo>
                    <a:pt x="288431" y="109582"/>
                    <a:pt x="292133" y="111169"/>
                    <a:pt x="295307" y="114344"/>
                  </a:cubicBezTo>
                  <a:cubicBezTo>
                    <a:pt x="298482" y="117519"/>
                    <a:pt x="300070" y="121220"/>
                    <a:pt x="300070" y="125456"/>
                  </a:cubicBezTo>
                  <a:lnTo>
                    <a:pt x="300070" y="163027"/>
                  </a:lnTo>
                  <a:cubicBezTo>
                    <a:pt x="300070" y="165280"/>
                    <a:pt x="299301" y="167167"/>
                    <a:pt x="297765" y="168689"/>
                  </a:cubicBezTo>
                  <a:cubicBezTo>
                    <a:pt x="296236" y="170203"/>
                    <a:pt x="294334" y="170964"/>
                    <a:pt x="292081" y="170964"/>
                  </a:cubicBezTo>
                  <a:cubicBezTo>
                    <a:pt x="289821" y="170964"/>
                    <a:pt x="287941" y="170203"/>
                    <a:pt x="286441" y="168689"/>
                  </a:cubicBezTo>
                  <a:cubicBezTo>
                    <a:pt x="284942" y="167167"/>
                    <a:pt x="284196" y="165280"/>
                    <a:pt x="284196" y="163027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1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6486"/>
                  </a:moveTo>
                  <a:cubicBezTo>
                    <a:pt x="140218" y="246486"/>
                    <a:pt x="133949" y="243735"/>
                    <a:pt x="128806" y="238227"/>
                  </a:cubicBezTo>
                  <a:cubicBezTo>
                    <a:pt x="123663" y="232718"/>
                    <a:pt x="120730" y="226493"/>
                    <a:pt x="120006" y="219536"/>
                  </a:cubicBezTo>
                  <a:cubicBezTo>
                    <a:pt x="111454" y="218812"/>
                    <a:pt x="104322" y="215228"/>
                    <a:pt x="98594" y="208783"/>
                  </a:cubicBezTo>
                  <a:cubicBezTo>
                    <a:pt x="92874" y="202331"/>
                    <a:pt x="90014" y="194475"/>
                    <a:pt x="90014" y="185199"/>
                  </a:cubicBezTo>
                  <a:cubicBezTo>
                    <a:pt x="90014" y="182017"/>
                    <a:pt x="90409" y="178937"/>
                    <a:pt x="91206" y="175967"/>
                  </a:cubicBezTo>
                  <a:cubicBezTo>
                    <a:pt x="92003" y="172997"/>
                    <a:pt x="93203" y="170130"/>
                    <a:pt x="94798" y="167379"/>
                  </a:cubicBezTo>
                  <a:cubicBezTo>
                    <a:pt x="93203" y="164775"/>
                    <a:pt x="92003" y="162017"/>
                    <a:pt x="91206" y="159120"/>
                  </a:cubicBezTo>
                  <a:cubicBezTo>
                    <a:pt x="90409" y="156223"/>
                    <a:pt x="90014" y="153107"/>
                    <a:pt x="90014" y="149779"/>
                  </a:cubicBezTo>
                  <a:cubicBezTo>
                    <a:pt x="90014" y="141081"/>
                    <a:pt x="93020" y="133619"/>
                    <a:pt x="99033" y="127394"/>
                  </a:cubicBezTo>
                  <a:cubicBezTo>
                    <a:pt x="105046" y="121162"/>
                    <a:pt x="112179" y="117541"/>
                    <a:pt x="120437" y="116524"/>
                  </a:cubicBezTo>
                  <a:cubicBezTo>
                    <a:pt x="120730" y="109135"/>
                    <a:pt x="123517" y="102874"/>
                    <a:pt x="128806" y="97731"/>
                  </a:cubicBezTo>
                  <a:cubicBezTo>
                    <a:pt x="134095" y="92588"/>
                    <a:pt x="140430" y="90014"/>
                    <a:pt x="147818" y="90014"/>
                  </a:cubicBezTo>
                  <a:cubicBezTo>
                    <a:pt x="152024" y="90014"/>
                    <a:pt x="155755" y="90774"/>
                    <a:pt x="159011" y="92296"/>
                  </a:cubicBezTo>
                  <a:cubicBezTo>
                    <a:pt x="162273" y="93817"/>
                    <a:pt x="165353" y="96027"/>
                    <a:pt x="168250" y="98923"/>
                  </a:cubicBezTo>
                  <a:cubicBezTo>
                    <a:pt x="171146" y="96027"/>
                    <a:pt x="174190" y="93817"/>
                    <a:pt x="177379" y="92296"/>
                  </a:cubicBezTo>
                  <a:cubicBezTo>
                    <a:pt x="180561" y="90774"/>
                    <a:pt x="184263" y="90014"/>
                    <a:pt x="188461" y="90014"/>
                  </a:cubicBezTo>
                  <a:cubicBezTo>
                    <a:pt x="195704" y="90014"/>
                    <a:pt x="201936" y="92588"/>
                    <a:pt x="207152" y="97731"/>
                  </a:cubicBezTo>
                  <a:cubicBezTo>
                    <a:pt x="212368" y="102874"/>
                    <a:pt x="215191" y="109135"/>
                    <a:pt x="215623" y="116524"/>
                  </a:cubicBezTo>
                  <a:cubicBezTo>
                    <a:pt x="224028" y="117248"/>
                    <a:pt x="231270" y="120767"/>
                    <a:pt x="237356" y="127065"/>
                  </a:cubicBezTo>
                  <a:cubicBezTo>
                    <a:pt x="243443" y="133371"/>
                    <a:pt x="246486" y="140942"/>
                    <a:pt x="246486" y="149779"/>
                  </a:cubicBezTo>
                  <a:cubicBezTo>
                    <a:pt x="246486" y="153107"/>
                    <a:pt x="246054" y="156260"/>
                    <a:pt x="245184" y="159230"/>
                  </a:cubicBezTo>
                  <a:cubicBezTo>
                    <a:pt x="244313" y="162200"/>
                    <a:pt x="243084" y="164987"/>
                    <a:pt x="241489" y="167599"/>
                  </a:cubicBezTo>
                  <a:cubicBezTo>
                    <a:pt x="243084" y="170495"/>
                    <a:pt x="244313" y="173538"/>
                    <a:pt x="245184" y="176728"/>
                  </a:cubicBezTo>
                  <a:cubicBezTo>
                    <a:pt x="246054" y="179910"/>
                    <a:pt x="246486" y="183026"/>
                    <a:pt x="246486" y="186069"/>
                  </a:cubicBezTo>
                  <a:cubicBezTo>
                    <a:pt x="246486" y="195345"/>
                    <a:pt x="243625" y="203055"/>
                    <a:pt x="237905" y="209215"/>
                  </a:cubicBezTo>
                  <a:cubicBezTo>
                    <a:pt x="232177" y="215374"/>
                    <a:pt x="225045" y="218812"/>
                    <a:pt x="216493" y="219536"/>
                  </a:cubicBezTo>
                  <a:cubicBezTo>
                    <a:pt x="215769" y="226493"/>
                    <a:pt x="212799" y="232718"/>
                    <a:pt x="207583" y="238227"/>
                  </a:cubicBezTo>
                  <a:cubicBezTo>
                    <a:pt x="202368" y="243735"/>
                    <a:pt x="196142" y="246486"/>
                    <a:pt x="188893" y="246486"/>
                  </a:cubicBezTo>
                  <a:cubicBezTo>
                    <a:pt x="184548" y="246486"/>
                    <a:pt x="180781" y="245761"/>
                    <a:pt x="177591" y="244313"/>
                  </a:cubicBezTo>
                  <a:cubicBezTo>
                    <a:pt x="174409" y="242865"/>
                    <a:pt x="171293" y="240692"/>
                    <a:pt x="168250" y="237795"/>
                  </a:cubicBezTo>
                  <a:cubicBezTo>
                    <a:pt x="165206" y="240692"/>
                    <a:pt x="162090" y="242865"/>
                    <a:pt x="158908" y="244313"/>
                  </a:cubicBezTo>
                  <a:cubicBezTo>
                    <a:pt x="155719" y="245761"/>
                    <a:pt x="151951" y="246486"/>
                    <a:pt x="147606" y="246486"/>
                  </a:cubicBezTo>
                  <a:close/>
                  <a:moveTo>
                    <a:pt x="174767" y="116092"/>
                  </a:moveTo>
                  <a:lnTo>
                    <a:pt x="174767" y="220407"/>
                  </a:lnTo>
                  <a:cubicBezTo>
                    <a:pt x="174767" y="224028"/>
                    <a:pt x="176179" y="227108"/>
                    <a:pt x="179010" y="229646"/>
                  </a:cubicBezTo>
                  <a:cubicBezTo>
                    <a:pt x="181834" y="232177"/>
                    <a:pt x="185199" y="233450"/>
                    <a:pt x="189113" y="233450"/>
                  </a:cubicBezTo>
                  <a:cubicBezTo>
                    <a:pt x="192880" y="233450"/>
                    <a:pt x="196142" y="231782"/>
                    <a:pt x="198893" y="228446"/>
                  </a:cubicBezTo>
                  <a:cubicBezTo>
                    <a:pt x="201643" y="225118"/>
                    <a:pt x="203165" y="221709"/>
                    <a:pt x="203458" y="218234"/>
                  </a:cubicBezTo>
                  <a:cubicBezTo>
                    <a:pt x="200122" y="217071"/>
                    <a:pt x="197006" y="215520"/>
                    <a:pt x="194109" y="213560"/>
                  </a:cubicBezTo>
                  <a:cubicBezTo>
                    <a:pt x="191212" y="211607"/>
                    <a:pt x="188747" y="209178"/>
                    <a:pt x="186720" y="206281"/>
                  </a:cubicBezTo>
                  <a:cubicBezTo>
                    <a:pt x="185565" y="204687"/>
                    <a:pt x="185126" y="203055"/>
                    <a:pt x="185418" y="201395"/>
                  </a:cubicBezTo>
                  <a:cubicBezTo>
                    <a:pt x="185711" y="199727"/>
                    <a:pt x="186647" y="198315"/>
                    <a:pt x="188242" y="197152"/>
                  </a:cubicBezTo>
                  <a:cubicBezTo>
                    <a:pt x="189837" y="195996"/>
                    <a:pt x="191468" y="195557"/>
                    <a:pt x="193136" y="195850"/>
                  </a:cubicBezTo>
                  <a:cubicBezTo>
                    <a:pt x="194796" y="196142"/>
                    <a:pt x="196208" y="197079"/>
                    <a:pt x="197371" y="198674"/>
                  </a:cubicBezTo>
                  <a:cubicBezTo>
                    <a:pt x="199251" y="201285"/>
                    <a:pt x="201570" y="203275"/>
                    <a:pt x="204328" y="204650"/>
                  </a:cubicBezTo>
                  <a:cubicBezTo>
                    <a:pt x="207079" y="206025"/>
                    <a:pt x="210122" y="206713"/>
                    <a:pt x="213450" y="206713"/>
                  </a:cubicBezTo>
                  <a:cubicBezTo>
                    <a:pt x="218959" y="206713"/>
                    <a:pt x="223670" y="204833"/>
                    <a:pt x="227576" y="201066"/>
                  </a:cubicBezTo>
                  <a:cubicBezTo>
                    <a:pt x="231490" y="197298"/>
                    <a:pt x="233450" y="192302"/>
                    <a:pt x="233450" y="186069"/>
                  </a:cubicBezTo>
                  <a:cubicBezTo>
                    <a:pt x="233450" y="184767"/>
                    <a:pt x="233304" y="183429"/>
                    <a:pt x="233011" y="182046"/>
                  </a:cubicBezTo>
                  <a:cubicBezTo>
                    <a:pt x="232718" y="180671"/>
                    <a:pt x="232433" y="179259"/>
                    <a:pt x="232141" y="177811"/>
                  </a:cubicBezTo>
                  <a:cubicBezTo>
                    <a:pt x="229536" y="179698"/>
                    <a:pt x="226676" y="181110"/>
                    <a:pt x="223560" y="182046"/>
                  </a:cubicBezTo>
                  <a:cubicBezTo>
                    <a:pt x="220444" y="182990"/>
                    <a:pt x="217218" y="183465"/>
                    <a:pt x="213889" y="183465"/>
                  </a:cubicBezTo>
                  <a:cubicBezTo>
                    <a:pt x="212002" y="183465"/>
                    <a:pt x="210444" y="182843"/>
                    <a:pt x="209215" y="181614"/>
                  </a:cubicBezTo>
                  <a:cubicBezTo>
                    <a:pt x="207986" y="180386"/>
                    <a:pt x="207371" y="178827"/>
                    <a:pt x="207371" y="176940"/>
                  </a:cubicBezTo>
                  <a:cubicBezTo>
                    <a:pt x="207371" y="175060"/>
                    <a:pt x="207986" y="173502"/>
                    <a:pt x="209215" y="172273"/>
                  </a:cubicBezTo>
                  <a:cubicBezTo>
                    <a:pt x="210444" y="171037"/>
                    <a:pt x="212002" y="170422"/>
                    <a:pt x="213889" y="170422"/>
                  </a:cubicBezTo>
                  <a:cubicBezTo>
                    <a:pt x="219390" y="170422"/>
                    <a:pt x="224028" y="168396"/>
                    <a:pt x="227795" y="164336"/>
                  </a:cubicBezTo>
                  <a:cubicBezTo>
                    <a:pt x="231563" y="160283"/>
                    <a:pt x="233450" y="155426"/>
                    <a:pt x="233450" y="149779"/>
                  </a:cubicBezTo>
                  <a:cubicBezTo>
                    <a:pt x="233450" y="144270"/>
                    <a:pt x="231416" y="139567"/>
                    <a:pt x="227364" y="135653"/>
                  </a:cubicBezTo>
                  <a:cubicBezTo>
                    <a:pt x="223304" y="131739"/>
                    <a:pt x="218666" y="129640"/>
                    <a:pt x="213450" y="129347"/>
                  </a:cubicBezTo>
                  <a:cubicBezTo>
                    <a:pt x="212002" y="132829"/>
                    <a:pt x="209939" y="135902"/>
                    <a:pt x="207262" y="138586"/>
                  </a:cubicBezTo>
                  <a:cubicBezTo>
                    <a:pt x="204577" y="141264"/>
                    <a:pt x="201497" y="143261"/>
                    <a:pt x="198022" y="144563"/>
                  </a:cubicBezTo>
                  <a:cubicBezTo>
                    <a:pt x="196281" y="145287"/>
                    <a:pt x="194621" y="145251"/>
                    <a:pt x="193026" y="144453"/>
                  </a:cubicBezTo>
                  <a:cubicBezTo>
                    <a:pt x="191431" y="143656"/>
                    <a:pt x="190342" y="142390"/>
                    <a:pt x="189764" y="140649"/>
                  </a:cubicBezTo>
                  <a:cubicBezTo>
                    <a:pt x="189186" y="138908"/>
                    <a:pt x="189259" y="137211"/>
                    <a:pt x="189983" y="135543"/>
                  </a:cubicBezTo>
                  <a:cubicBezTo>
                    <a:pt x="190707" y="133875"/>
                    <a:pt x="191936" y="132756"/>
                    <a:pt x="193677" y="132171"/>
                  </a:cubicBezTo>
                  <a:cubicBezTo>
                    <a:pt x="196281" y="131308"/>
                    <a:pt x="198425" y="129567"/>
                    <a:pt x="200085" y="126955"/>
                  </a:cubicBezTo>
                  <a:cubicBezTo>
                    <a:pt x="201753" y="124351"/>
                    <a:pt x="202587" y="121381"/>
                    <a:pt x="202587" y="118045"/>
                  </a:cubicBezTo>
                  <a:cubicBezTo>
                    <a:pt x="202587" y="113846"/>
                    <a:pt x="201212" y="110299"/>
                    <a:pt x="198454" y="107402"/>
                  </a:cubicBezTo>
                  <a:cubicBezTo>
                    <a:pt x="195704" y="104505"/>
                    <a:pt x="192448" y="103057"/>
                    <a:pt x="188681" y="103057"/>
                  </a:cubicBezTo>
                  <a:cubicBezTo>
                    <a:pt x="184914" y="103057"/>
                    <a:pt x="181651" y="104322"/>
                    <a:pt x="178901" y="106853"/>
                  </a:cubicBezTo>
                  <a:cubicBezTo>
                    <a:pt x="176143" y="109392"/>
                    <a:pt x="174767" y="112471"/>
                    <a:pt x="174767" y="116092"/>
                  </a:cubicBezTo>
                  <a:close/>
                  <a:moveTo>
                    <a:pt x="161732" y="220407"/>
                  </a:moveTo>
                  <a:lnTo>
                    <a:pt x="161732" y="116092"/>
                  </a:lnTo>
                  <a:cubicBezTo>
                    <a:pt x="161732" y="112471"/>
                    <a:pt x="160393" y="109392"/>
                    <a:pt x="157708" y="106853"/>
                  </a:cubicBezTo>
                  <a:cubicBezTo>
                    <a:pt x="155031" y="104322"/>
                    <a:pt x="151732" y="103057"/>
                    <a:pt x="147818" y="103057"/>
                  </a:cubicBezTo>
                  <a:cubicBezTo>
                    <a:pt x="144051" y="103057"/>
                    <a:pt x="140759" y="104505"/>
                    <a:pt x="137935" y="107402"/>
                  </a:cubicBezTo>
                  <a:cubicBezTo>
                    <a:pt x="135104" y="110299"/>
                    <a:pt x="133693" y="113846"/>
                    <a:pt x="133693" y="118045"/>
                  </a:cubicBezTo>
                  <a:cubicBezTo>
                    <a:pt x="133693" y="121381"/>
                    <a:pt x="134490" y="124315"/>
                    <a:pt x="136085" y="126853"/>
                  </a:cubicBezTo>
                  <a:cubicBezTo>
                    <a:pt x="137679" y="129384"/>
                    <a:pt x="139779" y="131088"/>
                    <a:pt x="142390" y="131959"/>
                  </a:cubicBezTo>
                  <a:cubicBezTo>
                    <a:pt x="144124" y="132537"/>
                    <a:pt x="145397" y="133656"/>
                    <a:pt x="146194" y="135324"/>
                  </a:cubicBezTo>
                  <a:cubicBezTo>
                    <a:pt x="146992" y="136992"/>
                    <a:pt x="147094" y="138623"/>
                    <a:pt x="146516" y="140218"/>
                  </a:cubicBezTo>
                  <a:cubicBezTo>
                    <a:pt x="145792" y="141951"/>
                    <a:pt x="144600" y="143261"/>
                    <a:pt x="142932" y="144124"/>
                  </a:cubicBezTo>
                  <a:cubicBezTo>
                    <a:pt x="141264" y="144995"/>
                    <a:pt x="139567" y="145068"/>
                    <a:pt x="137826" y="144344"/>
                  </a:cubicBezTo>
                  <a:cubicBezTo>
                    <a:pt x="134351" y="143188"/>
                    <a:pt x="131308" y="141264"/>
                    <a:pt x="128696" y="138586"/>
                  </a:cubicBezTo>
                  <a:cubicBezTo>
                    <a:pt x="126092" y="135902"/>
                    <a:pt x="124058" y="132829"/>
                    <a:pt x="122610" y="129347"/>
                  </a:cubicBezTo>
                  <a:cubicBezTo>
                    <a:pt x="117541" y="129786"/>
                    <a:pt x="113013" y="131922"/>
                    <a:pt x="109026" y="135763"/>
                  </a:cubicBezTo>
                  <a:cubicBezTo>
                    <a:pt x="105046" y="139596"/>
                    <a:pt x="103057" y="144270"/>
                    <a:pt x="103057" y="149779"/>
                  </a:cubicBezTo>
                  <a:cubicBezTo>
                    <a:pt x="103057" y="155426"/>
                    <a:pt x="104937" y="160283"/>
                    <a:pt x="108704" y="164336"/>
                  </a:cubicBezTo>
                  <a:cubicBezTo>
                    <a:pt x="112471" y="168396"/>
                    <a:pt x="117109" y="170422"/>
                    <a:pt x="122610" y="170422"/>
                  </a:cubicBezTo>
                  <a:cubicBezTo>
                    <a:pt x="124497" y="170422"/>
                    <a:pt x="126056" y="171037"/>
                    <a:pt x="127284" y="172273"/>
                  </a:cubicBezTo>
                  <a:cubicBezTo>
                    <a:pt x="128513" y="173502"/>
                    <a:pt x="129135" y="175060"/>
                    <a:pt x="129135" y="176940"/>
                  </a:cubicBezTo>
                  <a:cubicBezTo>
                    <a:pt x="129135" y="178827"/>
                    <a:pt x="128513" y="180386"/>
                    <a:pt x="127284" y="181614"/>
                  </a:cubicBezTo>
                  <a:cubicBezTo>
                    <a:pt x="126056" y="182843"/>
                    <a:pt x="124497" y="183465"/>
                    <a:pt x="122610" y="183465"/>
                  </a:cubicBezTo>
                  <a:cubicBezTo>
                    <a:pt x="119282" y="183465"/>
                    <a:pt x="116056" y="182953"/>
                    <a:pt x="112939" y="181944"/>
                  </a:cubicBezTo>
                  <a:cubicBezTo>
                    <a:pt x="109823" y="180927"/>
                    <a:pt x="106963" y="179552"/>
                    <a:pt x="104359" y="177811"/>
                  </a:cubicBezTo>
                  <a:cubicBezTo>
                    <a:pt x="103920" y="178974"/>
                    <a:pt x="103598" y="180203"/>
                    <a:pt x="103378" y="181505"/>
                  </a:cubicBezTo>
                  <a:cubicBezTo>
                    <a:pt x="103159" y="182807"/>
                    <a:pt x="103057" y="184116"/>
                    <a:pt x="103057" y="185418"/>
                  </a:cubicBezTo>
                  <a:cubicBezTo>
                    <a:pt x="103057" y="191651"/>
                    <a:pt x="104973" y="196757"/>
                    <a:pt x="108814" y="200736"/>
                  </a:cubicBezTo>
                  <a:cubicBezTo>
                    <a:pt x="112654" y="204723"/>
                    <a:pt x="117321" y="206713"/>
                    <a:pt x="122830" y="206713"/>
                  </a:cubicBezTo>
                  <a:cubicBezTo>
                    <a:pt x="126019" y="206713"/>
                    <a:pt x="129025" y="205989"/>
                    <a:pt x="131849" y="204540"/>
                  </a:cubicBezTo>
                  <a:cubicBezTo>
                    <a:pt x="134673" y="203092"/>
                    <a:pt x="137028" y="201139"/>
                    <a:pt x="138908" y="198674"/>
                  </a:cubicBezTo>
                  <a:cubicBezTo>
                    <a:pt x="140071" y="197225"/>
                    <a:pt x="141520" y="196318"/>
                    <a:pt x="143261" y="195960"/>
                  </a:cubicBezTo>
                  <a:cubicBezTo>
                    <a:pt x="144995" y="195594"/>
                    <a:pt x="146589" y="195996"/>
                    <a:pt x="148038" y="197152"/>
                  </a:cubicBezTo>
                  <a:cubicBezTo>
                    <a:pt x="149486" y="198315"/>
                    <a:pt x="150393" y="199763"/>
                    <a:pt x="150752" y="201497"/>
                  </a:cubicBezTo>
                  <a:cubicBezTo>
                    <a:pt x="151117" y="203238"/>
                    <a:pt x="150722" y="204833"/>
                    <a:pt x="149559" y="206281"/>
                  </a:cubicBezTo>
                  <a:cubicBezTo>
                    <a:pt x="147533" y="209178"/>
                    <a:pt x="145104" y="211607"/>
                    <a:pt x="142281" y="213560"/>
                  </a:cubicBezTo>
                  <a:cubicBezTo>
                    <a:pt x="139457" y="215520"/>
                    <a:pt x="136377" y="217071"/>
                    <a:pt x="133042" y="218234"/>
                  </a:cubicBezTo>
                  <a:cubicBezTo>
                    <a:pt x="133334" y="221709"/>
                    <a:pt x="134856" y="225118"/>
                    <a:pt x="137606" y="228446"/>
                  </a:cubicBezTo>
                  <a:cubicBezTo>
                    <a:pt x="140357" y="231782"/>
                    <a:pt x="143692" y="233450"/>
                    <a:pt x="147606" y="233450"/>
                  </a:cubicBezTo>
                  <a:cubicBezTo>
                    <a:pt x="151512" y="233450"/>
                    <a:pt x="154848" y="232177"/>
                    <a:pt x="157599" y="229646"/>
                  </a:cubicBezTo>
                  <a:cubicBezTo>
                    <a:pt x="160356" y="227108"/>
                    <a:pt x="161732" y="224028"/>
                    <a:pt x="161732" y="220407"/>
                  </a:cubicBezTo>
                  <a:close/>
                  <a:moveTo>
                    <a:pt x="168250" y="16825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5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320" y="163553"/>
                  </a:moveTo>
                  <a:lnTo>
                    <a:pt x="110123" y="139691"/>
                  </a:lnTo>
                  <a:cubicBezTo>
                    <a:pt x="108762" y="138206"/>
                    <a:pt x="107080" y="137445"/>
                    <a:pt x="105061" y="137401"/>
                  </a:cubicBezTo>
                  <a:cubicBezTo>
                    <a:pt x="103057" y="137365"/>
                    <a:pt x="101308" y="138023"/>
                    <a:pt x="99823" y="139384"/>
                  </a:cubicBezTo>
                  <a:cubicBezTo>
                    <a:pt x="98177" y="140949"/>
                    <a:pt x="97351" y="142720"/>
                    <a:pt x="97351" y="144687"/>
                  </a:cubicBezTo>
                  <a:cubicBezTo>
                    <a:pt x="97351" y="146662"/>
                    <a:pt x="98177" y="148425"/>
                    <a:pt x="99823" y="149991"/>
                  </a:cubicBezTo>
                  <a:lnTo>
                    <a:pt x="127160" y="177152"/>
                  </a:lnTo>
                  <a:cubicBezTo>
                    <a:pt x="128908" y="178981"/>
                    <a:pt x="130942" y="179895"/>
                    <a:pt x="133261" y="179895"/>
                  </a:cubicBezTo>
                  <a:cubicBezTo>
                    <a:pt x="135573" y="179895"/>
                    <a:pt x="137650" y="178981"/>
                    <a:pt x="139479" y="177152"/>
                  </a:cubicBezTo>
                  <a:lnTo>
                    <a:pt x="192909" y="124022"/>
                  </a:lnTo>
                  <a:cubicBezTo>
                    <a:pt x="194189" y="122661"/>
                    <a:pt x="194848" y="120971"/>
                    <a:pt x="194892" y="118960"/>
                  </a:cubicBezTo>
                  <a:cubicBezTo>
                    <a:pt x="194928" y="116948"/>
                    <a:pt x="194167" y="115222"/>
                    <a:pt x="192602" y="113781"/>
                  </a:cubicBezTo>
                  <a:cubicBezTo>
                    <a:pt x="191241" y="112544"/>
                    <a:pt x="189603" y="111974"/>
                    <a:pt x="187693" y="112076"/>
                  </a:cubicBezTo>
                  <a:cubicBezTo>
                    <a:pt x="185784" y="112179"/>
                    <a:pt x="184211" y="112844"/>
                    <a:pt x="182975" y="114088"/>
                  </a:cubicBezTo>
                  <a:lnTo>
                    <a:pt x="133320" y="163553"/>
                  </a:lnTo>
                  <a:close/>
                  <a:moveTo>
                    <a:pt x="103905" y="259602"/>
                  </a:moveTo>
                  <a:lnTo>
                    <a:pt x="86166" y="229390"/>
                  </a:lnTo>
                  <a:lnTo>
                    <a:pt x="51053" y="222353"/>
                  </a:lnTo>
                  <a:cubicBezTo>
                    <a:pt x="48902" y="221943"/>
                    <a:pt x="47132" y="220765"/>
                    <a:pt x="45749" y="218820"/>
                  </a:cubicBezTo>
                  <a:cubicBezTo>
                    <a:pt x="44389" y="216866"/>
                    <a:pt x="43869" y="214811"/>
                    <a:pt x="44198" y="212660"/>
                  </a:cubicBezTo>
                  <a:lnTo>
                    <a:pt x="47885" y="178308"/>
                  </a:lnTo>
                  <a:lnTo>
                    <a:pt x="25333" y="152156"/>
                  </a:lnTo>
                  <a:cubicBezTo>
                    <a:pt x="23782" y="150613"/>
                    <a:pt x="23014" y="148659"/>
                    <a:pt x="23014" y="146304"/>
                  </a:cubicBezTo>
                  <a:cubicBezTo>
                    <a:pt x="23014" y="143949"/>
                    <a:pt x="23782" y="141995"/>
                    <a:pt x="25333" y="140452"/>
                  </a:cubicBezTo>
                  <a:lnTo>
                    <a:pt x="47885" y="114483"/>
                  </a:lnTo>
                  <a:lnTo>
                    <a:pt x="44198" y="80131"/>
                  </a:lnTo>
                  <a:cubicBezTo>
                    <a:pt x="43869" y="77980"/>
                    <a:pt x="44389" y="75924"/>
                    <a:pt x="45749" y="73971"/>
                  </a:cubicBezTo>
                  <a:cubicBezTo>
                    <a:pt x="47110" y="72025"/>
                    <a:pt x="48880" y="70848"/>
                    <a:pt x="51053" y="70438"/>
                  </a:cubicBezTo>
                  <a:lnTo>
                    <a:pt x="86166" y="63401"/>
                  </a:lnTo>
                  <a:lnTo>
                    <a:pt x="103905" y="33006"/>
                  </a:lnTo>
                  <a:cubicBezTo>
                    <a:pt x="105046" y="31060"/>
                    <a:pt x="106670" y="29700"/>
                    <a:pt x="108784" y="28924"/>
                  </a:cubicBezTo>
                  <a:cubicBezTo>
                    <a:pt x="110898" y="28156"/>
                    <a:pt x="113027" y="28237"/>
                    <a:pt x="115185" y="29166"/>
                  </a:cubicBezTo>
                  <a:lnTo>
                    <a:pt x="146304" y="43401"/>
                  </a:lnTo>
                  <a:lnTo>
                    <a:pt x="177547" y="29136"/>
                  </a:lnTo>
                  <a:cubicBezTo>
                    <a:pt x="179617" y="28207"/>
                    <a:pt x="181710" y="28090"/>
                    <a:pt x="183824" y="28807"/>
                  </a:cubicBezTo>
                  <a:cubicBezTo>
                    <a:pt x="185938" y="29517"/>
                    <a:pt x="187562" y="30848"/>
                    <a:pt x="188703" y="32794"/>
                  </a:cubicBezTo>
                  <a:lnTo>
                    <a:pt x="206749" y="63372"/>
                  </a:lnTo>
                  <a:lnTo>
                    <a:pt x="241555" y="70409"/>
                  </a:lnTo>
                  <a:cubicBezTo>
                    <a:pt x="243706" y="70818"/>
                    <a:pt x="245476" y="71996"/>
                    <a:pt x="246859" y="73942"/>
                  </a:cubicBezTo>
                  <a:cubicBezTo>
                    <a:pt x="248219" y="75895"/>
                    <a:pt x="248775" y="77951"/>
                    <a:pt x="248534" y="80101"/>
                  </a:cubicBezTo>
                  <a:lnTo>
                    <a:pt x="244723" y="114454"/>
                  </a:lnTo>
                  <a:lnTo>
                    <a:pt x="267283" y="140423"/>
                  </a:lnTo>
                  <a:cubicBezTo>
                    <a:pt x="268826" y="141966"/>
                    <a:pt x="269594" y="143919"/>
                    <a:pt x="269594" y="146275"/>
                  </a:cubicBezTo>
                  <a:cubicBezTo>
                    <a:pt x="269594" y="148630"/>
                    <a:pt x="268826" y="150583"/>
                    <a:pt x="267283" y="152127"/>
                  </a:cubicBezTo>
                  <a:lnTo>
                    <a:pt x="244723" y="178279"/>
                  </a:lnTo>
                  <a:lnTo>
                    <a:pt x="248534" y="212631"/>
                  </a:lnTo>
                  <a:cubicBezTo>
                    <a:pt x="248775" y="214782"/>
                    <a:pt x="248219" y="216837"/>
                    <a:pt x="246859" y="218783"/>
                  </a:cubicBezTo>
                  <a:cubicBezTo>
                    <a:pt x="245498" y="220736"/>
                    <a:pt x="243728" y="221914"/>
                    <a:pt x="241555" y="222324"/>
                  </a:cubicBezTo>
                  <a:lnTo>
                    <a:pt x="206749" y="229361"/>
                  </a:lnTo>
                  <a:lnTo>
                    <a:pt x="188703" y="259748"/>
                  </a:lnTo>
                  <a:cubicBezTo>
                    <a:pt x="187562" y="261745"/>
                    <a:pt x="185938" y="263091"/>
                    <a:pt x="183824" y="263808"/>
                  </a:cubicBezTo>
                  <a:cubicBezTo>
                    <a:pt x="181710" y="264518"/>
                    <a:pt x="179617" y="264401"/>
                    <a:pt x="177547" y="263472"/>
                  </a:cubicBezTo>
                  <a:lnTo>
                    <a:pt x="146304" y="249207"/>
                  </a:lnTo>
                  <a:lnTo>
                    <a:pt x="115185" y="263472"/>
                  </a:lnTo>
                  <a:cubicBezTo>
                    <a:pt x="113027" y="264401"/>
                    <a:pt x="110898" y="264488"/>
                    <a:pt x="108784" y="263713"/>
                  </a:cubicBezTo>
                  <a:cubicBezTo>
                    <a:pt x="106670" y="262938"/>
                    <a:pt x="105046" y="261577"/>
                    <a:pt x="103905" y="259631"/>
                  </a:cubicBezTo>
                  <a:close/>
                  <a:moveTo>
                    <a:pt x="114176" y="248351"/>
                  </a:moveTo>
                  <a:lnTo>
                    <a:pt x="146304" y="235001"/>
                  </a:lnTo>
                  <a:lnTo>
                    <a:pt x="179135" y="248380"/>
                  </a:lnTo>
                  <a:lnTo>
                    <a:pt x="198849" y="218234"/>
                  </a:lnTo>
                  <a:lnTo>
                    <a:pt x="233933" y="209551"/>
                  </a:lnTo>
                  <a:lnTo>
                    <a:pt x="230524" y="173648"/>
                  </a:lnTo>
                  <a:lnTo>
                    <a:pt x="254598" y="146304"/>
                  </a:lnTo>
                  <a:lnTo>
                    <a:pt x="230487" y="118601"/>
                  </a:lnTo>
                  <a:lnTo>
                    <a:pt x="233904" y="82574"/>
                  </a:lnTo>
                  <a:lnTo>
                    <a:pt x="198849" y="74374"/>
                  </a:lnTo>
                  <a:lnTo>
                    <a:pt x="178769" y="44257"/>
                  </a:lnTo>
                  <a:lnTo>
                    <a:pt x="146304" y="57607"/>
                  </a:lnTo>
                  <a:lnTo>
                    <a:pt x="113481" y="44228"/>
                  </a:lnTo>
                  <a:lnTo>
                    <a:pt x="93759" y="74374"/>
                  </a:lnTo>
                  <a:lnTo>
                    <a:pt x="58675" y="82574"/>
                  </a:lnTo>
                  <a:lnTo>
                    <a:pt x="62091" y="118601"/>
                  </a:lnTo>
                  <a:lnTo>
                    <a:pt x="38010" y="146304"/>
                  </a:lnTo>
                  <a:lnTo>
                    <a:pt x="62121" y="173648"/>
                  </a:lnTo>
                  <a:lnTo>
                    <a:pt x="58704" y="209946"/>
                  </a:lnTo>
                  <a:lnTo>
                    <a:pt x="93759" y="218234"/>
                  </a:lnTo>
                  <a:lnTo>
                    <a:pt x="114146" y="248351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9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9017" y="225791"/>
                  </a:moveTo>
                  <a:cubicBezTo>
                    <a:pt x="219763" y="212477"/>
                    <a:pt x="236939" y="179405"/>
                    <a:pt x="230144" y="146589"/>
                  </a:cubicBezTo>
                  <a:cubicBezTo>
                    <a:pt x="223340" y="113781"/>
                    <a:pt x="194438" y="90255"/>
                    <a:pt x="160934" y="90255"/>
                  </a:cubicBezTo>
                  <a:cubicBezTo>
                    <a:pt x="127431" y="90255"/>
                    <a:pt x="98528" y="113781"/>
                    <a:pt x="91725" y="146589"/>
                  </a:cubicBezTo>
                  <a:cubicBezTo>
                    <a:pt x="84929" y="179405"/>
                    <a:pt x="102106" y="212477"/>
                    <a:pt x="132851" y="225791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9457" y="169500"/>
                  </a:moveTo>
                  <a:cubicBezTo>
                    <a:pt x="173473" y="165492"/>
                    <a:pt x="175484" y="160576"/>
                    <a:pt x="175484" y="154738"/>
                  </a:cubicBezTo>
                  <a:cubicBezTo>
                    <a:pt x="175484" y="148894"/>
                    <a:pt x="173487" y="143956"/>
                    <a:pt x="169500" y="139940"/>
                  </a:cubicBezTo>
                  <a:cubicBezTo>
                    <a:pt x="165492" y="135924"/>
                    <a:pt x="160576" y="133912"/>
                    <a:pt x="154738" y="133912"/>
                  </a:cubicBezTo>
                  <a:cubicBezTo>
                    <a:pt x="148894" y="133912"/>
                    <a:pt x="143956" y="135909"/>
                    <a:pt x="139940" y="139896"/>
                  </a:cubicBezTo>
                  <a:cubicBezTo>
                    <a:pt x="135924" y="143905"/>
                    <a:pt x="133912" y="148820"/>
                    <a:pt x="133912" y="154658"/>
                  </a:cubicBezTo>
                  <a:cubicBezTo>
                    <a:pt x="133912" y="160503"/>
                    <a:pt x="135909" y="165441"/>
                    <a:pt x="139896" y="169457"/>
                  </a:cubicBezTo>
                  <a:cubicBezTo>
                    <a:pt x="143905" y="173473"/>
                    <a:pt x="148820" y="175484"/>
                    <a:pt x="154658" y="175484"/>
                  </a:cubicBezTo>
                  <a:cubicBezTo>
                    <a:pt x="160503" y="175484"/>
                    <a:pt x="165441" y="173487"/>
                    <a:pt x="169457" y="169500"/>
                  </a:cubicBezTo>
                  <a:close/>
                  <a:moveTo>
                    <a:pt x="154804" y="187957"/>
                  </a:moveTo>
                  <a:cubicBezTo>
                    <a:pt x="145587" y="187957"/>
                    <a:pt x="137723" y="184701"/>
                    <a:pt x="131205" y="178191"/>
                  </a:cubicBezTo>
                  <a:cubicBezTo>
                    <a:pt x="124695" y="171673"/>
                    <a:pt x="121440" y="163846"/>
                    <a:pt x="121440" y="154702"/>
                  </a:cubicBezTo>
                  <a:cubicBezTo>
                    <a:pt x="121440" y="145551"/>
                    <a:pt x="124695" y="137723"/>
                    <a:pt x="131205" y="131205"/>
                  </a:cubicBezTo>
                  <a:cubicBezTo>
                    <a:pt x="137723" y="124695"/>
                    <a:pt x="145551" y="121440"/>
                    <a:pt x="154702" y="121440"/>
                  </a:cubicBezTo>
                  <a:cubicBezTo>
                    <a:pt x="163846" y="121440"/>
                    <a:pt x="171673" y="124695"/>
                    <a:pt x="178191" y="131205"/>
                  </a:cubicBezTo>
                  <a:cubicBezTo>
                    <a:pt x="184701" y="137723"/>
                    <a:pt x="187957" y="145587"/>
                    <a:pt x="187957" y="154804"/>
                  </a:cubicBezTo>
                  <a:cubicBezTo>
                    <a:pt x="187957" y="157782"/>
                    <a:pt x="187437" y="160832"/>
                    <a:pt x="186399" y="163948"/>
                  </a:cubicBezTo>
                  <a:cubicBezTo>
                    <a:pt x="185360" y="167065"/>
                    <a:pt x="183868" y="170152"/>
                    <a:pt x="181929" y="173202"/>
                  </a:cubicBezTo>
                  <a:lnTo>
                    <a:pt x="199390" y="190663"/>
                  </a:lnTo>
                  <a:cubicBezTo>
                    <a:pt x="200641" y="191907"/>
                    <a:pt x="201227" y="193363"/>
                    <a:pt x="201161" y="195023"/>
                  </a:cubicBezTo>
                  <a:cubicBezTo>
                    <a:pt x="201088" y="196691"/>
                    <a:pt x="200429" y="198169"/>
                    <a:pt x="199186" y="199471"/>
                  </a:cubicBezTo>
                  <a:cubicBezTo>
                    <a:pt x="197935" y="200663"/>
                    <a:pt x="196479" y="201263"/>
                    <a:pt x="194818" y="201263"/>
                  </a:cubicBezTo>
                  <a:cubicBezTo>
                    <a:pt x="193158" y="201263"/>
                    <a:pt x="191702" y="200641"/>
                    <a:pt x="190451" y="199390"/>
                  </a:cubicBezTo>
                  <a:lnTo>
                    <a:pt x="173202" y="182141"/>
                  </a:lnTo>
                  <a:cubicBezTo>
                    <a:pt x="170152" y="184080"/>
                    <a:pt x="167065" y="185535"/>
                    <a:pt x="163948" y="186501"/>
                  </a:cubicBezTo>
                  <a:cubicBezTo>
                    <a:pt x="160832" y="187474"/>
                    <a:pt x="157782" y="187957"/>
                    <a:pt x="154804" y="187957"/>
                  </a:cubicBezTo>
                  <a:close/>
                  <a:moveTo>
                    <a:pt x="98572" y="235769"/>
                  </a:moveTo>
                  <a:cubicBezTo>
                    <a:pt x="95244" y="235769"/>
                    <a:pt x="92340" y="234525"/>
                    <a:pt x="89845" y="232031"/>
                  </a:cubicBezTo>
                  <a:cubicBezTo>
                    <a:pt x="87351" y="229536"/>
                    <a:pt x="86100" y="226625"/>
                    <a:pt x="86100" y="223296"/>
                  </a:cubicBezTo>
                  <a:lnTo>
                    <a:pt x="86100" y="193780"/>
                  </a:lnTo>
                  <a:cubicBezTo>
                    <a:pt x="86100" y="192002"/>
                    <a:pt x="86700" y="190524"/>
                    <a:pt x="87907" y="189332"/>
                  </a:cubicBezTo>
                  <a:cubicBezTo>
                    <a:pt x="89114" y="188140"/>
                    <a:pt x="90606" y="187540"/>
                    <a:pt x="92376" y="187540"/>
                  </a:cubicBezTo>
                  <a:cubicBezTo>
                    <a:pt x="94154" y="187540"/>
                    <a:pt x="95624" y="188140"/>
                    <a:pt x="96802" y="189332"/>
                  </a:cubicBezTo>
                  <a:cubicBezTo>
                    <a:pt x="97980" y="190524"/>
                    <a:pt x="98572" y="192002"/>
                    <a:pt x="98572" y="193780"/>
                  </a:cubicBezTo>
                  <a:lnTo>
                    <a:pt x="98572" y="223296"/>
                  </a:lnTo>
                  <a:lnTo>
                    <a:pt x="128089" y="223296"/>
                  </a:lnTo>
                  <a:cubicBezTo>
                    <a:pt x="129867" y="223296"/>
                    <a:pt x="131344" y="223896"/>
                    <a:pt x="132537" y="225103"/>
                  </a:cubicBezTo>
                  <a:cubicBezTo>
                    <a:pt x="133729" y="226310"/>
                    <a:pt x="134329" y="227803"/>
                    <a:pt x="134329" y="229573"/>
                  </a:cubicBezTo>
                  <a:cubicBezTo>
                    <a:pt x="134329" y="231351"/>
                    <a:pt x="133729" y="232821"/>
                    <a:pt x="132537" y="233999"/>
                  </a:cubicBezTo>
                  <a:cubicBezTo>
                    <a:pt x="131344" y="235176"/>
                    <a:pt x="129867" y="235769"/>
                    <a:pt x="128089" y="235769"/>
                  </a:cubicBezTo>
                  <a:lnTo>
                    <a:pt x="98572" y="235769"/>
                  </a:lnTo>
                  <a:close/>
                  <a:moveTo>
                    <a:pt x="223296" y="235769"/>
                  </a:moveTo>
                  <a:lnTo>
                    <a:pt x="193780" y="235769"/>
                  </a:lnTo>
                  <a:cubicBezTo>
                    <a:pt x="192002" y="235769"/>
                    <a:pt x="190524" y="235169"/>
                    <a:pt x="189332" y="233962"/>
                  </a:cubicBezTo>
                  <a:cubicBezTo>
                    <a:pt x="188140" y="232755"/>
                    <a:pt x="187540" y="231263"/>
                    <a:pt x="187540" y="229492"/>
                  </a:cubicBezTo>
                  <a:cubicBezTo>
                    <a:pt x="187540" y="227715"/>
                    <a:pt x="188140" y="226245"/>
                    <a:pt x="189332" y="225067"/>
                  </a:cubicBezTo>
                  <a:cubicBezTo>
                    <a:pt x="190524" y="223889"/>
                    <a:pt x="192002" y="223296"/>
                    <a:pt x="193780" y="223296"/>
                  </a:cubicBezTo>
                  <a:lnTo>
                    <a:pt x="223296" y="223296"/>
                  </a:lnTo>
                  <a:lnTo>
                    <a:pt x="223296" y="193780"/>
                  </a:lnTo>
                  <a:cubicBezTo>
                    <a:pt x="223296" y="192002"/>
                    <a:pt x="223896" y="190524"/>
                    <a:pt x="225103" y="189332"/>
                  </a:cubicBezTo>
                  <a:cubicBezTo>
                    <a:pt x="226310" y="188140"/>
                    <a:pt x="227803" y="187540"/>
                    <a:pt x="229573" y="187540"/>
                  </a:cubicBezTo>
                  <a:cubicBezTo>
                    <a:pt x="231351" y="187540"/>
                    <a:pt x="232821" y="188140"/>
                    <a:pt x="233999" y="189332"/>
                  </a:cubicBezTo>
                  <a:cubicBezTo>
                    <a:pt x="235176" y="190524"/>
                    <a:pt x="235769" y="192002"/>
                    <a:pt x="235769" y="193780"/>
                  </a:cubicBezTo>
                  <a:lnTo>
                    <a:pt x="235769" y="223296"/>
                  </a:lnTo>
                  <a:cubicBezTo>
                    <a:pt x="235769" y="226625"/>
                    <a:pt x="234525" y="229536"/>
                    <a:pt x="232031" y="232031"/>
                  </a:cubicBezTo>
                  <a:cubicBezTo>
                    <a:pt x="229536" y="234525"/>
                    <a:pt x="226625" y="235769"/>
                    <a:pt x="223296" y="235769"/>
                  </a:cubicBezTo>
                  <a:close/>
                  <a:moveTo>
                    <a:pt x="86100" y="128089"/>
                  </a:moveTo>
                  <a:lnTo>
                    <a:pt x="86100" y="98572"/>
                  </a:lnTo>
                  <a:cubicBezTo>
                    <a:pt x="86100" y="95244"/>
                    <a:pt x="87351" y="92340"/>
                    <a:pt x="89845" y="89845"/>
                  </a:cubicBezTo>
                  <a:cubicBezTo>
                    <a:pt x="92340" y="87351"/>
                    <a:pt x="95244" y="86100"/>
                    <a:pt x="98572" y="86100"/>
                  </a:cubicBezTo>
                  <a:lnTo>
                    <a:pt x="128089" y="86100"/>
                  </a:lnTo>
                  <a:cubicBezTo>
                    <a:pt x="129867" y="86100"/>
                    <a:pt x="131344" y="86700"/>
                    <a:pt x="132537" y="87907"/>
                  </a:cubicBezTo>
                  <a:cubicBezTo>
                    <a:pt x="133729" y="89114"/>
                    <a:pt x="134329" y="90606"/>
                    <a:pt x="134329" y="92376"/>
                  </a:cubicBezTo>
                  <a:cubicBezTo>
                    <a:pt x="134329" y="94154"/>
                    <a:pt x="133729" y="95624"/>
                    <a:pt x="132537" y="96802"/>
                  </a:cubicBezTo>
                  <a:cubicBezTo>
                    <a:pt x="131344" y="97980"/>
                    <a:pt x="129867" y="98572"/>
                    <a:pt x="128089" y="98572"/>
                  </a:cubicBezTo>
                  <a:lnTo>
                    <a:pt x="98572" y="98572"/>
                  </a:lnTo>
                  <a:lnTo>
                    <a:pt x="98572" y="128089"/>
                  </a:lnTo>
                  <a:cubicBezTo>
                    <a:pt x="98572" y="129867"/>
                    <a:pt x="97972" y="131344"/>
                    <a:pt x="96765" y="132537"/>
                  </a:cubicBezTo>
                  <a:cubicBezTo>
                    <a:pt x="95558" y="133729"/>
                    <a:pt x="94066" y="134329"/>
                    <a:pt x="92296" y="134329"/>
                  </a:cubicBezTo>
                  <a:cubicBezTo>
                    <a:pt x="90518" y="134329"/>
                    <a:pt x="89048" y="133729"/>
                    <a:pt x="87870" y="132537"/>
                  </a:cubicBezTo>
                  <a:cubicBezTo>
                    <a:pt x="86692" y="131344"/>
                    <a:pt x="86100" y="129867"/>
                    <a:pt x="86100" y="128089"/>
                  </a:cubicBezTo>
                  <a:close/>
                  <a:moveTo>
                    <a:pt x="223296" y="128089"/>
                  </a:moveTo>
                  <a:lnTo>
                    <a:pt x="223296" y="98572"/>
                  </a:lnTo>
                  <a:lnTo>
                    <a:pt x="193780" y="98572"/>
                  </a:lnTo>
                  <a:cubicBezTo>
                    <a:pt x="192002" y="98572"/>
                    <a:pt x="190524" y="97972"/>
                    <a:pt x="189332" y="96765"/>
                  </a:cubicBezTo>
                  <a:cubicBezTo>
                    <a:pt x="188140" y="95558"/>
                    <a:pt x="187540" y="94066"/>
                    <a:pt x="187540" y="92296"/>
                  </a:cubicBezTo>
                  <a:cubicBezTo>
                    <a:pt x="187540" y="90518"/>
                    <a:pt x="188140" y="89048"/>
                    <a:pt x="189332" y="87870"/>
                  </a:cubicBezTo>
                  <a:cubicBezTo>
                    <a:pt x="190524" y="86692"/>
                    <a:pt x="192002" y="86100"/>
                    <a:pt x="193780" y="86100"/>
                  </a:cubicBezTo>
                  <a:lnTo>
                    <a:pt x="223296" y="86100"/>
                  </a:lnTo>
                  <a:cubicBezTo>
                    <a:pt x="226625" y="86100"/>
                    <a:pt x="229536" y="87351"/>
                    <a:pt x="232031" y="89845"/>
                  </a:cubicBezTo>
                  <a:cubicBezTo>
                    <a:pt x="234525" y="92340"/>
                    <a:pt x="235769" y="95244"/>
                    <a:pt x="235769" y="98572"/>
                  </a:cubicBezTo>
                  <a:lnTo>
                    <a:pt x="235769" y="128089"/>
                  </a:lnTo>
                  <a:cubicBezTo>
                    <a:pt x="235769" y="129867"/>
                    <a:pt x="235169" y="131344"/>
                    <a:pt x="233962" y="132537"/>
                  </a:cubicBezTo>
                  <a:cubicBezTo>
                    <a:pt x="232755" y="133729"/>
                    <a:pt x="231263" y="134329"/>
                    <a:pt x="229492" y="134329"/>
                  </a:cubicBezTo>
                  <a:cubicBezTo>
                    <a:pt x="227715" y="134329"/>
                    <a:pt x="226245" y="133729"/>
                    <a:pt x="225067" y="132537"/>
                  </a:cubicBezTo>
                  <a:cubicBezTo>
                    <a:pt x="223889" y="131344"/>
                    <a:pt x="223296" y="129867"/>
                    <a:pt x="223296" y="128089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746" y="183802"/>
                  </a:moveTo>
                  <a:cubicBezTo>
                    <a:pt x="121286" y="183802"/>
                    <a:pt x="109852" y="179113"/>
                    <a:pt x="100445" y="169727"/>
                  </a:cubicBezTo>
                  <a:cubicBezTo>
                    <a:pt x="91023" y="160356"/>
                    <a:pt x="86305" y="148974"/>
                    <a:pt x="86305" y="135573"/>
                  </a:cubicBezTo>
                  <a:cubicBezTo>
                    <a:pt x="86305" y="132800"/>
                    <a:pt x="86517" y="130203"/>
                    <a:pt x="86934" y="127782"/>
                  </a:cubicBezTo>
                  <a:cubicBezTo>
                    <a:pt x="87351" y="125353"/>
                    <a:pt x="88112" y="122822"/>
                    <a:pt x="89216" y="120189"/>
                  </a:cubicBezTo>
                  <a:cubicBezTo>
                    <a:pt x="89633" y="119084"/>
                    <a:pt x="90255" y="118250"/>
                    <a:pt x="91089" y="117694"/>
                  </a:cubicBezTo>
                  <a:cubicBezTo>
                    <a:pt x="91923" y="117146"/>
                    <a:pt x="92808" y="116729"/>
                    <a:pt x="93752" y="116451"/>
                  </a:cubicBezTo>
                  <a:cubicBezTo>
                    <a:pt x="94695" y="116173"/>
                    <a:pt x="95661" y="116173"/>
                    <a:pt x="96663" y="116451"/>
                  </a:cubicBezTo>
                  <a:cubicBezTo>
                    <a:pt x="97658" y="116729"/>
                    <a:pt x="98572" y="117285"/>
                    <a:pt x="99406" y="118111"/>
                  </a:cubicBezTo>
                  <a:lnTo>
                    <a:pt x="122895" y="141600"/>
                  </a:lnTo>
                  <a:lnTo>
                    <a:pt x="142017" y="123722"/>
                  </a:lnTo>
                  <a:lnTo>
                    <a:pt x="117489" y="99194"/>
                  </a:lnTo>
                  <a:cubicBezTo>
                    <a:pt x="116626" y="98375"/>
                    <a:pt x="116070" y="97475"/>
                    <a:pt x="115807" y="96495"/>
                  </a:cubicBezTo>
                  <a:cubicBezTo>
                    <a:pt x="115544" y="95522"/>
                    <a:pt x="115551" y="94556"/>
                    <a:pt x="115829" y="93583"/>
                  </a:cubicBezTo>
                  <a:cubicBezTo>
                    <a:pt x="116100" y="92610"/>
                    <a:pt x="116517" y="91762"/>
                    <a:pt x="117072" y="91023"/>
                  </a:cubicBezTo>
                  <a:cubicBezTo>
                    <a:pt x="117628" y="90292"/>
                    <a:pt x="118462" y="89684"/>
                    <a:pt x="119567" y="89194"/>
                  </a:cubicBezTo>
                  <a:cubicBezTo>
                    <a:pt x="122200" y="88090"/>
                    <a:pt x="124695" y="87292"/>
                    <a:pt x="127050" y="86809"/>
                  </a:cubicBezTo>
                  <a:cubicBezTo>
                    <a:pt x="129406" y="86319"/>
                    <a:pt x="131966" y="86078"/>
                    <a:pt x="134724" y="86078"/>
                  </a:cubicBezTo>
                  <a:cubicBezTo>
                    <a:pt x="148469" y="86078"/>
                    <a:pt x="160159" y="90891"/>
                    <a:pt x="169793" y="100504"/>
                  </a:cubicBezTo>
                  <a:cubicBezTo>
                    <a:pt x="179405" y="110138"/>
                    <a:pt x="184219" y="121827"/>
                    <a:pt x="184219" y="135573"/>
                  </a:cubicBezTo>
                  <a:cubicBezTo>
                    <a:pt x="184219" y="138901"/>
                    <a:pt x="183868" y="142156"/>
                    <a:pt x="183180" y="145346"/>
                  </a:cubicBezTo>
                  <a:cubicBezTo>
                    <a:pt x="182485" y="148528"/>
                    <a:pt x="181585" y="151717"/>
                    <a:pt x="180473" y="154907"/>
                  </a:cubicBezTo>
                  <a:lnTo>
                    <a:pt x="226413" y="200846"/>
                  </a:lnTo>
                  <a:cubicBezTo>
                    <a:pt x="230158" y="204453"/>
                    <a:pt x="231994" y="208849"/>
                    <a:pt x="231921" y="214043"/>
                  </a:cubicBezTo>
                  <a:cubicBezTo>
                    <a:pt x="231855" y="219244"/>
                    <a:pt x="229880" y="223640"/>
                    <a:pt x="225996" y="227247"/>
                  </a:cubicBezTo>
                  <a:cubicBezTo>
                    <a:pt x="222397" y="230575"/>
                    <a:pt x="218132" y="232199"/>
                    <a:pt x="213216" y="232133"/>
                  </a:cubicBezTo>
                  <a:cubicBezTo>
                    <a:pt x="208293" y="232060"/>
                    <a:pt x="204036" y="230224"/>
                    <a:pt x="200429" y="226625"/>
                  </a:cubicBezTo>
                  <a:lnTo>
                    <a:pt x="154073" y="180056"/>
                  </a:lnTo>
                  <a:cubicBezTo>
                    <a:pt x="150891" y="181168"/>
                    <a:pt x="147701" y="182068"/>
                    <a:pt x="144512" y="182763"/>
                  </a:cubicBezTo>
                  <a:cubicBezTo>
                    <a:pt x="141322" y="183451"/>
                    <a:pt x="138067" y="183802"/>
                    <a:pt x="134746" y="183802"/>
                  </a:cubicBezTo>
                  <a:close/>
                  <a:moveTo>
                    <a:pt x="134746" y="171329"/>
                  </a:moveTo>
                  <a:cubicBezTo>
                    <a:pt x="138206" y="171329"/>
                    <a:pt x="141878" y="170773"/>
                    <a:pt x="145763" y="169669"/>
                  </a:cubicBezTo>
                  <a:cubicBezTo>
                    <a:pt x="149640" y="168557"/>
                    <a:pt x="153034" y="166896"/>
                    <a:pt x="155945" y="164672"/>
                  </a:cubicBezTo>
                  <a:lnTo>
                    <a:pt x="209368" y="218103"/>
                  </a:lnTo>
                  <a:cubicBezTo>
                    <a:pt x="210480" y="219207"/>
                    <a:pt x="211863" y="219763"/>
                    <a:pt x="213523" y="219763"/>
                  </a:cubicBezTo>
                  <a:cubicBezTo>
                    <a:pt x="215191" y="219763"/>
                    <a:pt x="216574" y="219207"/>
                    <a:pt x="217686" y="218103"/>
                  </a:cubicBezTo>
                  <a:cubicBezTo>
                    <a:pt x="218790" y="216991"/>
                    <a:pt x="219346" y="215608"/>
                    <a:pt x="219346" y="213940"/>
                  </a:cubicBezTo>
                  <a:cubicBezTo>
                    <a:pt x="219346" y="212280"/>
                    <a:pt x="218790" y="210890"/>
                    <a:pt x="217686" y="209785"/>
                  </a:cubicBezTo>
                  <a:lnTo>
                    <a:pt x="165089" y="157196"/>
                  </a:lnTo>
                  <a:cubicBezTo>
                    <a:pt x="167306" y="154285"/>
                    <a:pt x="168974" y="150854"/>
                    <a:pt x="170078" y="146904"/>
                  </a:cubicBezTo>
                  <a:cubicBezTo>
                    <a:pt x="171190" y="142954"/>
                    <a:pt x="171746" y="139179"/>
                    <a:pt x="171746" y="135573"/>
                  </a:cubicBezTo>
                  <a:cubicBezTo>
                    <a:pt x="171746" y="125178"/>
                    <a:pt x="167898" y="116378"/>
                    <a:pt x="160210" y="109172"/>
                  </a:cubicBezTo>
                  <a:cubicBezTo>
                    <a:pt x="152515" y="101967"/>
                    <a:pt x="143751" y="98294"/>
                    <a:pt x="133912" y="98155"/>
                  </a:cubicBezTo>
                  <a:lnTo>
                    <a:pt x="155112" y="119779"/>
                  </a:lnTo>
                  <a:cubicBezTo>
                    <a:pt x="156362" y="121023"/>
                    <a:pt x="156948" y="122515"/>
                    <a:pt x="156882" y="124241"/>
                  </a:cubicBezTo>
                  <a:cubicBezTo>
                    <a:pt x="156809" y="125975"/>
                    <a:pt x="156150" y="127467"/>
                    <a:pt x="154907" y="128711"/>
                  </a:cubicBezTo>
                  <a:lnTo>
                    <a:pt x="127263" y="154702"/>
                  </a:lnTo>
                  <a:cubicBezTo>
                    <a:pt x="125968" y="155806"/>
                    <a:pt x="124475" y="156362"/>
                    <a:pt x="122771" y="156362"/>
                  </a:cubicBezTo>
                  <a:cubicBezTo>
                    <a:pt x="121052" y="156362"/>
                    <a:pt x="119640" y="155806"/>
                    <a:pt x="118528" y="154702"/>
                  </a:cubicBezTo>
                  <a:lnTo>
                    <a:pt x="98155" y="134534"/>
                  </a:lnTo>
                  <a:cubicBezTo>
                    <a:pt x="98572" y="145207"/>
                    <a:pt x="102362" y="154007"/>
                    <a:pt x="109530" y="160934"/>
                  </a:cubicBezTo>
                  <a:cubicBezTo>
                    <a:pt x="116692" y="167862"/>
                    <a:pt x="125097" y="171329"/>
                    <a:pt x="134746" y="171329"/>
                  </a:cubicBezTo>
                  <a:close/>
                  <a:moveTo>
                    <a:pt x="159062" y="15927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87487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3270" y="2838298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62118" y="1426464"/>
            <a:ext cx="42523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21946"/>
                </a:lnTo>
                <a:arcTo hR="21946" wR="21946" stAng="10800000" swAng="5400000"/>
                <a:lnTo>
                  <a:pt x="929030" y="0"/>
                </a:lnTo>
                <a:arcTo hR="21946" wR="21946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線條"/>
          <p:cNvSpPr/>
          <p:nvPr/>
        </p:nvSpPr>
        <p:spPr>
          <a:xfrm>
            <a:off x="6152083" y="364297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8" name="線條"/>
          <p:cNvSpPr/>
          <p:nvPr/>
        </p:nvSpPr>
        <p:spPr>
          <a:xfrm>
            <a:off x="7029907" y="364297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0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800" dirty="0"/>
          </a:p>
        </p:txBody>
      </p:sp>
      <p:sp>
        <p:nvSpPr>
          <p:cNvPr id="73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800" dirty="0"/>
          </a:p>
        </p:txBody>
      </p:sp>
      <p:sp>
        <p:nvSpPr>
          <p:cNvPr id="78" name="流程鏈"/>
          <p:cNvSpPr/>
          <p:nvPr/>
        </p:nvSpPr>
        <p:spPr>
          <a:xfrm>
            <a:off x="5669280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9" name="線條"/>
          <p:cNvSpPr/>
          <p:nvPr/>
        </p:nvSpPr>
        <p:spPr>
          <a:xfrm>
            <a:off x="6149645" y="468172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6551981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1" name="線條"/>
          <p:cNvSpPr/>
          <p:nvPr/>
        </p:nvSpPr>
        <p:spPr>
          <a:xfrm>
            <a:off x="7032346" y="468172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7434682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3673328" y="3116275"/>
            <a:ext cx="5965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800" dirty="0"/>
          </a:p>
        </p:txBody>
      </p:sp>
      <p:sp>
        <p:nvSpPr>
          <p:cNvPr id="16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21946"/>
                </a:lnTo>
                <a:arcTo hR="21946" wR="21946" stAng="10800000" swAng="5400000"/>
                <a:lnTo>
                  <a:pt x="2706624" y="0"/>
                </a:lnTo>
                <a:arcTo hR="21946" wR="2194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" y="3694176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3270" y="3657600"/>
            <a:ext cx="499628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852160" y="3694176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76518" y="3657600"/>
            <a:ext cx="33379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solidFill>
            <a:srgbClr val="FFFFFF"/>
          </a:solidFill>
          <a:ln w="762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48716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3270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48716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4806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48716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66342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97215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71846" y="1426464"/>
            <a:ext cx="4142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18652" y="217993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6620988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7792151" y="217993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8194487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3" name="流程鏈"/>
          <p:cNvSpPr/>
          <p:nvPr/>
        </p:nvSpPr>
        <p:spPr>
          <a:xfrm>
            <a:off x="5047488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4" name="線條"/>
          <p:cNvSpPr/>
          <p:nvPr/>
        </p:nvSpPr>
        <p:spPr>
          <a:xfrm>
            <a:off x="5619186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5971632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6" name="線條"/>
          <p:cNvSpPr/>
          <p:nvPr/>
        </p:nvSpPr>
        <p:spPr>
          <a:xfrm>
            <a:off x="6543329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6895776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8" name="線條"/>
          <p:cNvSpPr/>
          <p:nvPr/>
        </p:nvSpPr>
        <p:spPr>
          <a:xfrm>
            <a:off x="7467473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7819920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30" name="線條"/>
          <p:cNvSpPr/>
          <p:nvPr/>
        </p:nvSpPr>
        <p:spPr>
          <a:xfrm>
            <a:off x="8391617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8744063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2" name="流程鏈"/>
          <p:cNvSpPr/>
          <p:nvPr/>
        </p:nvSpPr>
        <p:spPr>
          <a:xfrm>
            <a:off x="5047488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5825277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6227613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7005401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7407737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8185526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8587862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47488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27613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407737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587862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2716317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40675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4993721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1808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7271126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95484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27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887562" y="413308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1682450" y="413308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40675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1808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95484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DEEBF7"/>
          </a:solidFill>
          <a:ln w="1016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5043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3270" y="3013862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DEEBF7"/>
          </a:solidFill>
          <a:ln w="1016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016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40453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62118" y="1426464"/>
            <a:ext cx="20336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404040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2710" y="1426464"/>
            <a:ext cx="180173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線條"/>
          <p:cNvSpPr/>
          <p:nvPr/>
        </p:nvSpPr>
        <p:spPr>
          <a:xfrm>
            <a:off x="3186745" y="2414016"/>
            <a:ext cx="42135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6145256" y="2414016"/>
            <a:ext cx="42135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1937504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線條"/>
          <p:cNvSpPr/>
          <p:nvPr/>
        </p:nvSpPr>
        <p:spPr>
          <a:xfrm>
            <a:off x="3779910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線條"/>
          <p:cNvSpPr/>
          <p:nvPr/>
        </p:nvSpPr>
        <p:spPr>
          <a:xfrm>
            <a:off x="5622316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線條"/>
          <p:cNvSpPr/>
          <p:nvPr/>
        </p:nvSpPr>
        <p:spPr>
          <a:xfrm>
            <a:off x="7464723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016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2026-10-09T03:26:59Z</dcterms:created>
  <dcterms:modified xsi:type="dcterms:W3CDTF">2026-10-09T03:26:59Z</dcterms:modified>
</cp:coreProperties>
</file>