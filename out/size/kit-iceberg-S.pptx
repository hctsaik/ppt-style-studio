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778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2860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016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25850"/>
            <a:ext cx="541325" cy="541325"/>
            <a:chOff x="2886317" y="3825850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25850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75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21946"/>
                  </a:lnTo>
                  <a:arcTo hR="21946" wR="21946" stAng="10800000" swAng="5400000"/>
                  <a:lnTo>
                    <a:pt x="855878" y="0"/>
                  </a:lnTo>
                  <a:arcTo hR="21946" wR="21946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22387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081504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4062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6327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22387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081504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5526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4062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8089788" y="4147718"/>
              <a:ext cx="351130" cy="0"/>
            </a:xfrm>
            <a:prstGeom prst="line">
              <a:avLst/>
            </a:prstGeom>
            <a:noFill/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778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04687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118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46103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406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63270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7780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21946"/>
                  </a:lnTo>
                  <a:arcTo hR="21946" wR="21946" stAng="10800000" swAng="5400000"/>
                  <a:lnTo>
                    <a:pt x="850433" y="0"/>
                  </a:lnTo>
                  <a:arcTo hR="21946" wR="21946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406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04687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4063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46103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0160">
              <a:solidFill>
                <a:srgbClr val="707070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300" dirty="0"/>
          </a:p>
        </p:txBody>
      </p:sp>
      <p:sp>
        <p:nvSpPr>
          <p:cNvPr id="6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8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10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2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4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6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8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20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2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4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6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8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30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2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4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6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8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40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2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4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6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8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50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2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4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6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8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60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2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4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6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8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70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2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4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6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8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80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2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4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6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8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90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2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4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6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8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100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2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4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6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8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10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2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4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6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8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20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2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4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19558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6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38912" y="397215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563270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9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19558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2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19685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5" name="卡片"/>
            <p:cNvSpPr/>
            <p:nvPr/>
          </p:nvSpPr>
          <p:spPr>
            <a:xfrm>
              <a:off x="3818534" y="4220870"/>
              <a:ext cx="1682496" cy="541325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016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1612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9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19558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3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15494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15494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15494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1016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874874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3270" y="2838298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62118" y="1426464"/>
            <a:ext cx="42523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21946"/>
                </a:lnTo>
                <a:arcTo hR="21946" wR="21946" stAng="10800000" swAng="5400000"/>
                <a:lnTo>
                  <a:pt x="929030" y="0"/>
                </a:lnTo>
                <a:arcTo hR="21946" wR="21946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線條"/>
          <p:cNvSpPr/>
          <p:nvPr/>
        </p:nvSpPr>
        <p:spPr>
          <a:xfrm>
            <a:off x="6152083" y="364297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8" name="線條"/>
          <p:cNvSpPr/>
          <p:nvPr/>
        </p:nvSpPr>
        <p:spPr>
          <a:xfrm>
            <a:off x="7029907" y="364297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0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800" dirty="0"/>
          </a:p>
        </p:txBody>
      </p:sp>
      <p:sp>
        <p:nvSpPr>
          <p:cNvPr id="73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800" dirty="0"/>
          </a:p>
        </p:txBody>
      </p:sp>
      <p:sp>
        <p:nvSpPr>
          <p:cNvPr id="78" name="流程鏈"/>
          <p:cNvSpPr/>
          <p:nvPr/>
        </p:nvSpPr>
        <p:spPr>
          <a:xfrm>
            <a:off x="5669280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9" name="線條"/>
          <p:cNvSpPr/>
          <p:nvPr/>
        </p:nvSpPr>
        <p:spPr>
          <a:xfrm>
            <a:off x="6149645" y="468172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6551981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1" name="線條"/>
          <p:cNvSpPr/>
          <p:nvPr/>
        </p:nvSpPr>
        <p:spPr>
          <a:xfrm>
            <a:off x="7032346" y="468172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7434682" y="4520794"/>
            <a:ext cx="429158" cy="321869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3673328" y="3116275"/>
            <a:ext cx="5965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800" dirty="0"/>
          </a:p>
        </p:txBody>
      </p:sp>
      <p:sp>
        <p:nvSpPr>
          <p:cNvPr id="16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21946"/>
                </a:lnTo>
                <a:arcTo hR="21946" wR="21946" stAng="10800000" swAng="5400000"/>
                <a:lnTo>
                  <a:pt x="2706624" y="0"/>
                </a:lnTo>
                <a:arcTo hR="21946" wR="2194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8912" y="3694176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63270" y="3657600"/>
            <a:ext cx="499628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438912" y="4081882"/>
            <a:ext cx="599846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438912" y="4389120"/>
            <a:ext cx="599846" cy="23408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438912" y="4696358"/>
            <a:ext cx="599846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852160" y="3694176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76518" y="3657600"/>
            <a:ext cx="33379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ect">
            <a:avLst/>
          </a:prstGeom>
          <a:solidFill>
            <a:srgbClr val="FFFFFF"/>
          </a:solidFill>
          <a:ln w="762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40404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48716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3270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48716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4806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48716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666342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97215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71846" y="1426464"/>
            <a:ext cx="4142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18652" y="217993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6620988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7792151" y="217993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8194487" y="1916582"/>
            <a:ext cx="1119957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3" name="流程鏈"/>
          <p:cNvSpPr/>
          <p:nvPr/>
        </p:nvSpPr>
        <p:spPr>
          <a:xfrm>
            <a:off x="5047488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4" name="線條"/>
          <p:cNvSpPr/>
          <p:nvPr/>
        </p:nvSpPr>
        <p:spPr>
          <a:xfrm>
            <a:off x="5619186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5971632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6" name="線條"/>
          <p:cNvSpPr/>
          <p:nvPr/>
        </p:nvSpPr>
        <p:spPr>
          <a:xfrm>
            <a:off x="6543329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6895776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8" name="線條"/>
          <p:cNvSpPr/>
          <p:nvPr/>
        </p:nvSpPr>
        <p:spPr>
          <a:xfrm>
            <a:off x="7467473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7819920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30" name="線條"/>
          <p:cNvSpPr/>
          <p:nvPr/>
        </p:nvSpPr>
        <p:spPr>
          <a:xfrm>
            <a:off x="8391617" y="302117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8744063" y="2816352"/>
            <a:ext cx="570381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2" name="流程鏈"/>
          <p:cNvSpPr/>
          <p:nvPr/>
        </p:nvSpPr>
        <p:spPr>
          <a:xfrm>
            <a:off x="5047488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40404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5825277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6227613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7005401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7407737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8185526" y="3825850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8587862" y="3621024"/>
            <a:ext cx="726582" cy="409651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47488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27613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407737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587862" y="4111142"/>
            <a:ext cx="7265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2716317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40675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4993721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1808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7271126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95484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327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887562" y="413308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1682450" y="4133088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40675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1808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182112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95484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DEEBF7"/>
          </a:solidFill>
          <a:ln w="1016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50438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3270" y="3013862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DEEBF7"/>
          </a:solidFill>
          <a:ln w="1016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016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016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40453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62118" y="1426464"/>
            <a:ext cx="20336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404040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463040"/>
            <a:ext cx="36576" cy="16093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2710" y="1426464"/>
            <a:ext cx="180173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線條"/>
          <p:cNvSpPr/>
          <p:nvPr/>
        </p:nvSpPr>
        <p:spPr>
          <a:xfrm>
            <a:off x="3186745" y="2414016"/>
            <a:ext cx="42135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6145256" y="2414016"/>
            <a:ext cx="421356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059936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1076919" y="4462272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3657600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059936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4462272"/>
            <a:ext cx="1682496" cy="30723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1937504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線條"/>
          <p:cNvSpPr/>
          <p:nvPr/>
        </p:nvSpPr>
        <p:spPr>
          <a:xfrm>
            <a:off x="3779910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線條"/>
          <p:cNvSpPr/>
          <p:nvPr/>
        </p:nvSpPr>
        <p:spPr>
          <a:xfrm>
            <a:off x="5622316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線條"/>
          <p:cNvSpPr/>
          <p:nvPr/>
        </p:nvSpPr>
        <p:spPr>
          <a:xfrm>
            <a:off x="7464723" y="3482035"/>
            <a:ext cx="35113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016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016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060704" y="1865376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8357177" y="1499616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8357177" y="1865376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1537413" y="4659782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3756296" y="4659782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5825218" y="4659782"/>
            <a:ext cx="643673" cy="23408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8194062" y="4659782"/>
            <a:ext cx="643673" cy="23408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8912" y="365760"/>
            <a:ext cx="51206" cy="74615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629107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9107" y="80467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707070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016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016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016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