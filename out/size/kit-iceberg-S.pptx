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778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404040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2860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25850"/>
            <a:ext cx="541325" cy="541325"/>
            <a:chOff x="2886317" y="3825850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25850"/>
              <a:ext cx="541325" cy="541325"/>
            </a:xfrm>
            <a:prstGeom prst="ellipse">
              <a:avLst/>
            </a:prstGeom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ellipse">
              <a:avLst/>
            </a:prstGeom>
            <a:solidFill>
              <a:srgbClr val="5B9BD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ect">
              <a:avLst/>
            </a:prstGeom>
            <a:solidFill>
              <a:srgbClr val="DBDBDB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5B9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7500"/>
              </a:avLst>
            </a:prstGeom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21946"/>
                  </a:lnTo>
                  <a:arcTo hR="21946" wR="21946" stAng="10800000" swAng="5400000"/>
                  <a:lnTo>
                    <a:pt x="855878" y="0"/>
                  </a:lnTo>
                  <a:arcTo hR="21946" wR="21946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118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22387" y="138988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118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081504" y="138988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118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40620" y="138988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5526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63270" y="323331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5526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22387" y="323331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5526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081504" y="323331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5526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40620" y="3233318"/>
            <a:ext cx="197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8089788" y="4147718"/>
              <a:ext cx="351130" cy="0"/>
            </a:xfrm>
            <a:prstGeom prst="line">
              <a:avLst/>
            </a:prstGeom>
            <a:noFill/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778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118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04687" y="13898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118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46103" y="13898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406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63270" y="32186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778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21946"/>
                  </a:lnTo>
                  <a:arcTo hR="21946" wR="21946" stAng="10800000" swAng="5400000"/>
                  <a:lnTo>
                    <a:pt x="850433" y="0"/>
                  </a:lnTo>
                  <a:arcTo hR="21946" wR="21946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406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04687" y="32186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4063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46103" y="3218688"/>
            <a:ext cx="2668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8990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874874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3270" y="2838298"/>
            <a:ext cx="38990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62118" y="1426464"/>
            <a:ext cx="42523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21946"/>
                </a:lnTo>
                <a:arcTo hR="21946" wR="21946" stAng="10800000" swAng="5400000"/>
                <a:lnTo>
                  <a:pt x="929030" y="0"/>
                </a:lnTo>
                <a:arcTo hR="21946" wR="21946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線條"/>
          <p:cNvSpPr/>
          <p:nvPr/>
        </p:nvSpPr>
        <p:spPr>
          <a:xfrm>
            <a:off x="6152083" y="364297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8" name="線條"/>
          <p:cNvSpPr/>
          <p:nvPr/>
        </p:nvSpPr>
        <p:spPr>
          <a:xfrm>
            <a:off x="7029907" y="364297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0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800" dirty="0"/>
          </a:p>
        </p:txBody>
      </p:sp>
      <p:sp>
        <p:nvSpPr>
          <p:cNvPr id="73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800" dirty="0"/>
          </a:p>
        </p:txBody>
      </p:sp>
      <p:sp>
        <p:nvSpPr>
          <p:cNvPr id="78" name="流程鏈"/>
          <p:cNvSpPr/>
          <p:nvPr/>
        </p:nvSpPr>
        <p:spPr>
          <a:xfrm>
            <a:off x="5669280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9" name="線條"/>
          <p:cNvSpPr/>
          <p:nvPr/>
        </p:nvSpPr>
        <p:spPr>
          <a:xfrm>
            <a:off x="6149645" y="468172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6551981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1" name="線條"/>
          <p:cNvSpPr/>
          <p:nvPr/>
        </p:nvSpPr>
        <p:spPr>
          <a:xfrm>
            <a:off x="7032346" y="468172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7434682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3673328" y="3116275"/>
            <a:ext cx="596595" cy="20482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800" dirty="0"/>
          </a:p>
        </p:txBody>
      </p:sp>
      <p:sp>
        <p:nvSpPr>
          <p:cNvPr id="16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21946"/>
                </a:lnTo>
                <a:arcTo hR="21946" wR="21946" stAng="10800000" swAng="5400000"/>
                <a:lnTo>
                  <a:pt x="2706624" y="0"/>
                </a:lnTo>
                <a:arcTo hR="21946" wR="2194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8912" y="3694176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63270" y="3657600"/>
            <a:ext cx="499628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852160" y="3694176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76518" y="3657600"/>
            <a:ext cx="33379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875117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solidFill>
            <a:srgbClr val="FFFFFF"/>
          </a:solidFill>
          <a:ln w="762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487168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3270" y="2450592"/>
            <a:ext cx="26481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487168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4806" y="2450592"/>
            <a:ext cx="26481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487168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666342" y="2450592"/>
            <a:ext cx="264810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97215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71846" y="1426464"/>
            <a:ext cx="4142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18652" y="217993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6620988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7792151" y="217993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8194487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3" name="流程鏈"/>
          <p:cNvSpPr/>
          <p:nvPr/>
        </p:nvSpPr>
        <p:spPr>
          <a:xfrm>
            <a:off x="5047488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4" name="線條"/>
          <p:cNvSpPr/>
          <p:nvPr/>
        </p:nvSpPr>
        <p:spPr>
          <a:xfrm>
            <a:off x="5619186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5971632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6" name="線條"/>
          <p:cNvSpPr/>
          <p:nvPr/>
        </p:nvSpPr>
        <p:spPr>
          <a:xfrm>
            <a:off x="6543329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6895776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8" name="線條"/>
          <p:cNvSpPr/>
          <p:nvPr/>
        </p:nvSpPr>
        <p:spPr>
          <a:xfrm>
            <a:off x="7467473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7819920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30" name="線條"/>
          <p:cNvSpPr/>
          <p:nvPr/>
        </p:nvSpPr>
        <p:spPr>
          <a:xfrm>
            <a:off x="8391617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8744063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2" name="流程鏈"/>
          <p:cNvSpPr/>
          <p:nvPr/>
        </p:nvSpPr>
        <p:spPr>
          <a:xfrm>
            <a:off x="5047488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5825277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6227613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7005401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7407737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8185526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8587862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47488" y="4111142"/>
            <a:ext cx="726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27613" y="4111142"/>
            <a:ext cx="726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407737" y="4111142"/>
            <a:ext cx="726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587862" y="4111142"/>
            <a:ext cx="726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2716317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40675" y="1426464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4993721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18080" y="1426464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7271126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95484" y="1426464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182112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3270" y="3145536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887562" y="413308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1682450" y="413308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182112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40675" y="3145536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182112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18080" y="3145536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182112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395484" y="3145536"/>
            <a:ext cx="191896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DEEBF7"/>
          </a:solidFill>
          <a:ln w="1016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50438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3270" y="3013862"/>
            <a:ext cx="875117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DEEBF7"/>
          </a:solidFill>
          <a:ln w="1016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016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40453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62118" y="1426464"/>
            <a:ext cx="20336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404040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463040"/>
            <a:ext cx="36576" cy="16093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2710" y="1426464"/>
            <a:ext cx="180173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線條"/>
          <p:cNvSpPr/>
          <p:nvPr/>
        </p:nvSpPr>
        <p:spPr>
          <a:xfrm>
            <a:off x="3186745" y="2414016"/>
            <a:ext cx="42135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6145256" y="2414016"/>
            <a:ext cx="42135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1937504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線條"/>
          <p:cNvSpPr/>
          <p:nvPr/>
        </p:nvSpPr>
        <p:spPr>
          <a:xfrm>
            <a:off x="3779910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線條"/>
          <p:cNvSpPr/>
          <p:nvPr/>
        </p:nvSpPr>
        <p:spPr>
          <a:xfrm>
            <a:off x="5622316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線條"/>
          <p:cNvSpPr/>
          <p:nvPr/>
        </p:nvSpPr>
        <p:spPr>
          <a:xfrm>
            <a:off x="7464723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016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2026-10-09T02:33:47Z</dcterms:created>
  <dcterms:modified xsi:type="dcterms:W3CDTF">2026-10-09T02:33:47Z</dcterms:modified>
</cp:coreProperties>
</file>