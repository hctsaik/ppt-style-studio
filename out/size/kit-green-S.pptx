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4304589" cy="292608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94707" y="855878"/>
            <a:ext cx="87782" cy="292608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438912" y="1320394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7" name="流程方塊"/>
          <p:cNvSpPr/>
          <p:nvPr/>
        </p:nvSpPr>
        <p:spPr>
          <a:xfrm>
            <a:off x="1598528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8" name="圖說"/>
          <p:cNvSpPr/>
          <p:nvPr/>
        </p:nvSpPr>
        <p:spPr>
          <a:xfrm>
            <a:off x="1499616" y="159837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9" name="流程方塊"/>
          <p:cNvSpPr/>
          <p:nvPr/>
        </p:nvSpPr>
        <p:spPr>
          <a:xfrm>
            <a:off x="2718067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0" name="圖說"/>
          <p:cNvSpPr/>
          <p:nvPr/>
        </p:nvSpPr>
        <p:spPr>
          <a:xfrm>
            <a:off x="2619155" y="159837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1" name="流程方塊"/>
          <p:cNvSpPr/>
          <p:nvPr/>
        </p:nvSpPr>
        <p:spPr>
          <a:xfrm>
            <a:off x="3837606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E2EBE7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2" name="圖說"/>
          <p:cNvSpPr/>
          <p:nvPr/>
        </p:nvSpPr>
        <p:spPr>
          <a:xfrm>
            <a:off x="3738694" y="159837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3" name="流程方塊"/>
          <p:cNvSpPr/>
          <p:nvPr/>
        </p:nvSpPr>
        <p:spPr>
          <a:xfrm>
            <a:off x="4957145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4" name="圖說"/>
          <p:cNvSpPr/>
          <p:nvPr/>
        </p:nvSpPr>
        <p:spPr>
          <a:xfrm>
            <a:off x="4858233" y="159837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5" name="流程方塊"/>
          <p:cNvSpPr/>
          <p:nvPr/>
        </p:nvSpPr>
        <p:spPr>
          <a:xfrm>
            <a:off x="6076684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7780">
            <a:solidFill>
              <a:srgbClr val="2F5D5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6" name="圖說"/>
          <p:cNvSpPr/>
          <p:nvPr/>
        </p:nvSpPr>
        <p:spPr>
          <a:xfrm>
            <a:off x="5977772" y="159837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7" name="流程方塊"/>
          <p:cNvSpPr/>
          <p:nvPr/>
        </p:nvSpPr>
        <p:spPr>
          <a:xfrm>
            <a:off x="7196223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2F5D50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8" name="圖說"/>
          <p:cNvSpPr/>
          <p:nvPr/>
        </p:nvSpPr>
        <p:spPr>
          <a:xfrm>
            <a:off x="7097312" y="159837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9" name="流程方塊"/>
          <p:cNvSpPr/>
          <p:nvPr/>
        </p:nvSpPr>
        <p:spPr>
          <a:xfrm>
            <a:off x="8315763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20" name="圖說"/>
          <p:cNvSpPr/>
          <p:nvPr/>
        </p:nvSpPr>
        <p:spPr>
          <a:xfrm>
            <a:off x="8216851" y="159837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1" name="線條"/>
          <p:cNvSpPr/>
          <p:nvPr/>
        </p:nvSpPr>
        <p:spPr>
          <a:xfrm>
            <a:off x="438912" y="1737360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438912" y="1869034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3" name="判斷菱形"/>
          <p:cNvSpPr/>
          <p:nvPr/>
        </p:nvSpPr>
        <p:spPr>
          <a:xfrm>
            <a:off x="1653392" y="1777594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4" name="圖說"/>
          <p:cNvSpPr/>
          <p:nvPr/>
        </p:nvSpPr>
        <p:spPr>
          <a:xfrm>
            <a:off x="1499616" y="2183587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5" name="判斷菱形"/>
          <p:cNvSpPr/>
          <p:nvPr/>
        </p:nvSpPr>
        <p:spPr>
          <a:xfrm>
            <a:off x="2772931" y="1777594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6" name="圖說"/>
          <p:cNvSpPr/>
          <p:nvPr/>
        </p:nvSpPr>
        <p:spPr>
          <a:xfrm>
            <a:off x="2619155" y="2183587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7" name="判斷菱形"/>
          <p:cNvSpPr/>
          <p:nvPr/>
        </p:nvSpPr>
        <p:spPr>
          <a:xfrm>
            <a:off x="3892470" y="1777594"/>
            <a:ext cx="768096" cy="380390"/>
          </a:xfrm>
          <a:prstGeom prst="diamond">
            <a:avLst/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8" name="圖說"/>
          <p:cNvSpPr/>
          <p:nvPr/>
        </p:nvSpPr>
        <p:spPr>
          <a:xfrm>
            <a:off x="3738694" y="2183587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9" name="判斷菱形"/>
          <p:cNvSpPr/>
          <p:nvPr/>
        </p:nvSpPr>
        <p:spPr>
          <a:xfrm>
            <a:off x="5012009" y="1777594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2F5D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0" name="圖說"/>
          <p:cNvSpPr/>
          <p:nvPr/>
        </p:nvSpPr>
        <p:spPr>
          <a:xfrm>
            <a:off x="4858233" y="2183587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1" name="判斷菱形"/>
          <p:cNvSpPr/>
          <p:nvPr/>
        </p:nvSpPr>
        <p:spPr>
          <a:xfrm>
            <a:off x="6131548" y="1777594"/>
            <a:ext cx="768096" cy="380390"/>
          </a:xfrm>
          <a:prstGeom prst="diamond">
            <a:avLst/>
          </a:prstGeom>
          <a:solidFill>
            <a:srgbClr val="2F5D50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2" name="圖說"/>
          <p:cNvSpPr/>
          <p:nvPr/>
        </p:nvSpPr>
        <p:spPr>
          <a:xfrm>
            <a:off x="5977772" y="2183587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3" name="判斷菱形"/>
          <p:cNvSpPr/>
          <p:nvPr/>
        </p:nvSpPr>
        <p:spPr>
          <a:xfrm>
            <a:off x="7251087" y="1777594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4" name="圖說"/>
          <p:cNvSpPr/>
          <p:nvPr/>
        </p:nvSpPr>
        <p:spPr>
          <a:xfrm>
            <a:off x="7097312" y="2183587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777594"/>
            <a:ext cx="892454" cy="380390"/>
            <a:chOff x="8264556" y="1777594"/>
            <a:chExt cx="892454" cy="380390"/>
          </a:xfrm>
        </p:grpSpPr>
        <p:sp>
          <p:nvSpPr>
            <p:cNvPr id="35" name="判斷菱形"/>
            <p:cNvSpPr/>
            <p:nvPr/>
          </p:nvSpPr>
          <p:spPr>
            <a:xfrm>
              <a:off x="8264556" y="1777594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8718099" y="1967789"/>
              <a:ext cx="438912" cy="0"/>
            </a:xfrm>
            <a:prstGeom prst="line">
              <a:avLst/>
            </a:prstGeom>
            <a:noFill/>
            <a:ln w="1524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8732729" y="1821485"/>
              <a:ext cx="219456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8216851" y="2183587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9" name="線條"/>
          <p:cNvSpPr/>
          <p:nvPr/>
        </p:nvSpPr>
        <p:spPr>
          <a:xfrm>
            <a:off x="438912" y="2322576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438912" y="2403043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1" name="開始／結束"/>
          <p:cNvSpPr/>
          <p:nvPr/>
        </p:nvSpPr>
        <p:spPr>
          <a:xfrm>
            <a:off x="1598528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5D5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2" name="圖說"/>
          <p:cNvSpPr/>
          <p:nvPr/>
        </p:nvSpPr>
        <p:spPr>
          <a:xfrm>
            <a:off x="1499616" y="266639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3" name="開始／結束"/>
          <p:cNvSpPr/>
          <p:nvPr/>
        </p:nvSpPr>
        <p:spPr>
          <a:xfrm>
            <a:off x="2718067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4" name="圖說"/>
          <p:cNvSpPr/>
          <p:nvPr/>
        </p:nvSpPr>
        <p:spPr>
          <a:xfrm>
            <a:off x="2619155" y="266639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5" name="開始／結束"/>
          <p:cNvSpPr/>
          <p:nvPr/>
        </p:nvSpPr>
        <p:spPr>
          <a:xfrm>
            <a:off x="3837606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6" name="圖說"/>
          <p:cNvSpPr/>
          <p:nvPr/>
        </p:nvSpPr>
        <p:spPr>
          <a:xfrm>
            <a:off x="3738694" y="266639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7" name="開始／結束"/>
          <p:cNvSpPr/>
          <p:nvPr/>
        </p:nvSpPr>
        <p:spPr>
          <a:xfrm>
            <a:off x="4957145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8" name="圖說"/>
          <p:cNvSpPr/>
          <p:nvPr/>
        </p:nvSpPr>
        <p:spPr>
          <a:xfrm>
            <a:off x="4858233" y="266639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9" name="開始／結束"/>
          <p:cNvSpPr/>
          <p:nvPr/>
        </p:nvSpPr>
        <p:spPr>
          <a:xfrm>
            <a:off x="6076684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0" name="圖說"/>
          <p:cNvSpPr/>
          <p:nvPr/>
        </p:nvSpPr>
        <p:spPr>
          <a:xfrm>
            <a:off x="5977772" y="266639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1" name="開始／結束"/>
          <p:cNvSpPr/>
          <p:nvPr/>
        </p:nvSpPr>
        <p:spPr>
          <a:xfrm>
            <a:off x="7196223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2" name="圖說"/>
          <p:cNvSpPr/>
          <p:nvPr/>
        </p:nvSpPr>
        <p:spPr>
          <a:xfrm>
            <a:off x="7097312" y="266639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700" dirty="0"/>
          </a:p>
        </p:txBody>
      </p:sp>
      <p:sp>
        <p:nvSpPr>
          <p:cNvPr id="53" name="線條"/>
          <p:cNvSpPr/>
          <p:nvPr/>
        </p:nvSpPr>
        <p:spPr>
          <a:xfrm>
            <a:off x="438912" y="280537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438912" y="2893162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100" dirty="0"/>
          </a:p>
        </p:txBody>
      </p:sp>
      <p:sp>
        <p:nvSpPr>
          <p:cNvPr id="55" name="線條"/>
          <p:cNvSpPr/>
          <p:nvPr/>
        </p:nvSpPr>
        <p:spPr>
          <a:xfrm>
            <a:off x="1613158" y="2991917"/>
            <a:ext cx="848563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499616" y="3163824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7" name="線條"/>
          <p:cNvSpPr/>
          <p:nvPr/>
        </p:nvSpPr>
        <p:spPr>
          <a:xfrm>
            <a:off x="2732697" y="2991917"/>
            <a:ext cx="848563" cy="0"/>
          </a:xfrm>
          <a:prstGeom prst="line">
            <a:avLst/>
          </a:prstGeom>
          <a:noFill/>
          <a:ln w="27432">
            <a:solidFill>
              <a:srgbClr val="2F5D5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2619155" y="3163824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9" name="連接線"/>
          <p:cNvSpPr/>
          <p:nvPr/>
        </p:nvSpPr>
        <p:spPr>
          <a:xfrm>
            <a:off x="3852237" y="2882189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3738694" y="3163824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61" name="線條"/>
          <p:cNvSpPr/>
          <p:nvPr/>
        </p:nvSpPr>
        <p:spPr>
          <a:xfrm>
            <a:off x="4971776" y="2991917"/>
            <a:ext cx="848563" cy="0"/>
          </a:xfrm>
          <a:prstGeom prst="line">
            <a:avLst/>
          </a:prstGeom>
          <a:noFill/>
          <a:ln w="1524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4858233" y="3163824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3" name="線條"/>
          <p:cNvSpPr/>
          <p:nvPr/>
        </p:nvSpPr>
        <p:spPr>
          <a:xfrm>
            <a:off x="6091315" y="2991917"/>
            <a:ext cx="848563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5977772" y="3163824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889504"/>
            <a:ext cx="512064" cy="204826"/>
            <a:chOff x="7371788" y="2889504"/>
            <a:chExt cx="512064" cy="204826"/>
          </a:xfrm>
        </p:grpSpPr>
        <p:sp>
          <p:nvSpPr>
            <p:cNvPr id="65" name="三角分隔"/>
            <p:cNvSpPr/>
            <p:nvPr/>
          </p:nvSpPr>
          <p:spPr>
            <a:xfrm>
              <a:off x="7371788" y="2911450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7766809" y="2889504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7097312" y="3163824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8" name="區塊箭頭"/>
          <p:cNvSpPr/>
          <p:nvPr/>
        </p:nvSpPr>
        <p:spPr>
          <a:xfrm>
            <a:off x="8352339" y="2845613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216851" y="3163824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70" name="線條"/>
          <p:cNvSpPr/>
          <p:nvPr/>
        </p:nvSpPr>
        <p:spPr>
          <a:xfrm>
            <a:off x="438912" y="3302813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438912" y="3405226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2" name="警示方塊"/>
          <p:cNvSpPr/>
          <p:nvPr/>
        </p:nvSpPr>
        <p:spPr>
          <a:xfrm>
            <a:off x="1598528" y="3343046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5240">
            <a:solidFill>
              <a:srgbClr val="C0504D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3" name="圖說"/>
          <p:cNvSpPr/>
          <p:nvPr/>
        </p:nvSpPr>
        <p:spPr>
          <a:xfrm>
            <a:off x="1499616" y="369051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4" name="警示方塊"/>
          <p:cNvSpPr/>
          <p:nvPr/>
        </p:nvSpPr>
        <p:spPr>
          <a:xfrm>
            <a:off x="2718067" y="3343046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5" name="圖說"/>
          <p:cNvSpPr/>
          <p:nvPr/>
        </p:nvSpPr>
        <p:spPr>
          <a:xfrm>
            <a:off x="2619155" y="369051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6" name="警示方塊"/>
          <p:cNvSpPr/>
          <p:nvPr/>
        </p:nvSpPr>
        <p:spPr>
          <a:xfrm>
            <a:off x="3837606" y="3343046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7" name="圖說"/>
          <p:cNvSpPr/>
          <p:nvPr/>
        </p:nvSpPr>
        <p:spPr>
          <a:xfrm>
            <a:off x="3738694" y="369051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339828"/>
            <a:ext cx="380835" cy="328306"/>
            <a:chOff x="5205640" y="3339828"/>
            <a:chExt cx="380835" cy="328306"/>
          </a:xfrm>
        </p:grpSpPr>
        <p:sp>
          <p:nvSpPr>
            <p:cNvPr id="78" name="警告三角"/>
            <p:cNvSpPr/>
            <p:nvPr/>
          </p:nvSpPr>
          <p:spPr>
            <a:xfrm>
              <a:off x="5205640" y="3339828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C0504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5205640" y="3438320"/>
              <a:ext cx="380835" cy="2232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4858233" y="369051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81" name="錯誤標記"/>
          <p:cNvSpPr/>
          <p:nvPr/>
        </p:nvSpPr>
        <p:spPr>
          <a:xfrm>
            <a:off x="6383630" y="3372015"/>
            <a:ext cx="263932" cy="263932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2" name="圖說"/>
          <p:cNvSpPr/>
          <p:nvPr/>
        </p:nvSpPr>
        <p:spPr>
          <a:xfrm>
            <a:off x="5977772" y="369051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295498"/>
            <a:ext cx="925373" cy="369418"/>
            <a:chOff x="7196223" y="3295498"/>
            <a:chExt cx="925373" cy="369418"/>
          </a:xfrm>
        </p:grpSpPr>
        <p:sp>
          <p:nvSpPr>
            <p:cNvPr id="83" name="流程方塊"/>
            <p:cNvSpPr/>
            <p:nvPr/>
          </p:nvSpPr>
          <p:spPr>
            <a:xfrm>
              <a:off x="7196223" y="3343046"/>
              <a:ext cx="877824" cy="321869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7997238" y="3295498"/>
              <a:ext cx="124358" cy="124358"/>
            </a:xfrm>
            <a:prstGeom prst="ellipse">
              <a:avLst/>
            </a:prstGeom>
            <a:solidFill>
              <a:srgbClr val="C0504D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7097312" y="369051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6" name="連接線"/>
          <p:cNvSpPr/>
          <p:nvPr/>
        </p:nvSpPr>
        <p:spPr>
          <a:xfrm>
            <a:off x="8330393" y="3386938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ln w="12700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8216851" y="369051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8" name="線條"/>
          <p:cNvSpPr/>
          <p:nvPr/>
        </p:nvSpPr>
        <p:spPr>
          <a:xfrm>
            <a:off x="438912" y="382950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438912" y="3997757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90" name="大圓"/>
          <p:cNvSpPr/>
          <p:nvPr/>
        </p:nvSpPr>
        <p:spPr>
          <a:xfrm>
            <a:off x="1810669" y="3869741"/>
            <a:ext cx="453542" cy="453542"/>
          </a:xfrm>
          <a:prstGeom prst="ellipse">
            <a:avLst/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  <a:effectLst>
            <a:outerShdw blurRad="68326" dist="12192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499616" y="434888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86317" y="3825850"/>
            <a:ext cx="541325" cy="541325"/>
            <a:chOff x="2886317" y="3825850"/>
            <a:chExt cx="541325" cy="541325"/>
          </a:xfrm>
        </p:grpSpPr>
        <p:sp>
          <p:nvSpPr>
            <p:cNvPr id="92" name="外圈細環"/>
            <p:cNvSpPr/>
            <p:nvPr/>
          </p:nvSpPr>
          <p:spPr>
            <a:xfrm>
              <a:off x="2886317" y="3825850"/>
              <a:ext cx="541325" cy="541325"/>
            </a:xfrm>
            <a:prstGeom prst="ellipse">
              <a:avLst/>
            </a:prstGeom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2930208" y="3869741"/>
              <a:ext cx="453542" cy="453542"/>
            </a:xfrm>
            <a:prstGeom prst="ellipse">
              <a:avLst/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2619155" y="434888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5" name="外框圓"/>
          <p:cNvSpPr/>
          <p:nvPr/>
        </p:nvSpPr>
        <p:spPr>
          <a:xfrm>
            <a:off x="4049747" y="3869741"/>
            <a:ext cx="453542" cy="45354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3738694" y="434888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64460" y="3972154"/>
            <a:ext cx="863194" cy="248717"/>
            <a:chOff x="4964460" y="3972154"/>
            <a:chExt cx="863194" cy="248717"/>
          </a:xfrm>
        </p:grpSpPr>
        <p:sp>
          <p:nvSpPr>
            <p:cNvPr id="97" name="編號"/>
            <p:cNvSpPr/>
            <p:nvPr/>
          </p:nvSpPr>
          <p:spPr>
            <a:xfrm>
              <a:off x="4964460" y="3972154"/>
              <a:ext cx="248717" cy="248717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8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5271699" y="3972154"/>
              <a:ext cx="248717" cy="248717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8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5578937" y="3972154"/>
              <a:ext cx="248717" cy="248717"/>
            </a:xfrm>
            <a:prstGeom prst="roundRect">
              <a:avLst>
                <a:gd name="adj" fmla="val 17647"/>
              </a:avLst>
            </a:prstGeom>
            <a:solidFill>
              <a:srgbClr val="C9A227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8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4858233" y="434888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101" name="標籤"/>
          <p:cNvSpPr/>
          <p:nvPr/>
        </p:nvSpPr>
        <p:spPr>
          <a:xfrm>
            <a:off x="6193760" y="3979469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102" name="圖說"/>
          <p:cNvSpPr/>
          <p:nvPr/>
        </p:nvSpPr>
        <p:spPr>
          <a:xfrm>
            <a:off x="5977772" y="434888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7192159" y="3986784"/>
            <a:ext cx="885952" cy="219456"/>
            <a:chOff x="7192159" y="3986784"/>
            <a:chExt cx="885952" cy="219456"/>
          </a:xfrm>
        </p:grpSpPr>
        <p:sp>
          <p:nvSpPr>
            <p:cNvPr id="103" name="標籤"/>
            <p:cNvSpPr/>
            <p:nvPr/>
          </p:nvSpPr>
          <p:spPr>
            <a:xfrm>
              <a:off x="7192159" y="3986784"/>
              <a:ext cx="413715" cy="219456"/>
            </a:xfrm>
            <a:prstGeom prst="roundRect">
              <a:avLst>
                <a:gd name="adj" fmla="val 16667"/>
              </a:avLst>
            </a:prstGeom>
            <a:solidFill>
              <a:srgbClr val="C9A227"/>
            </a:solidFill>
            <a:ln/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7664396" y="3986784"/>
              <a:ext cx="413715" cy="219456"/>
            </a:xfrm>
            <a:prstGeom prst="roundRect">
              <a:avLst>
                <a:gd name="adj" fmla="val 16667"/>
              </a:avLst>
            </a:prstGeom>
            <a:solidFill>
              <a:srgbClr val="DFDFDF"/>
            </a:solidFill>
            <a:ln/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7097312" y="434888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8480355" y="4041648"/>
            <a:ext cx="548640" cy="109728"/>
            <a:chOff x="8480355" y="4041648"/>
            <a:chExt cx="548640" cy="109728"/>
          </a:xfrm>
        </p:grpSpPr>
        <p:sp>
          <p:nvSpPr>
            <p:cNvPr id="106" name="圓點"/>
            <p:cNvSpPr/>
            <p:nvPr/>
          </p:nvSpPr>
          <p:spPr>
            <a:xfrm>
              <a:off x="8480355" y="4041648"/>
              <a:ext cx="109728" cy="109728"/>
            </a:xfrm>
            <a:prstGeom prst="ellipse">
              <a:avLst/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8699811" y="4041648"/>
              <a:ext cx="109728" cy="109728"/>
            </a:xfrm>
            <a:prstGeom prst="ellipse">
              <a:avLst/>
            </a:pr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8919267" y="4041648"/>
              <a:ext cx="109728" cy="109728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8216851" y="434888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10" name="線條"/>
          <p:cNvSpPr/>
          <p:nvPr/>
        </p:nvSpPr>
        <p:spPr>
          <a:xfrm>
            <a:off x="438912" y="448787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438912" y="4597603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598528" y="4506163"/>
            <a:ext cx="877824" cy="358445"/>
            <a:chOff x="1598528" y="4506163"/>
            <a:chExt cx="877824" cy="358445"/>
          </a:xfrm>
        </p:grpSpPr>
        <p:sp>
          <p:nvSpPr>
            <p:cNvPr id="112" name="群組框"/>
            <p:cNvSpPr/>
            <p:nvPr/>
          </p:nvSpPr>
          <p:spPr>
            <a:xfrm>
              <a:off x="1598528" y="4572000"/>
              <a:ext cx="877824" cy="292608"/>
            </a:xfrm>
            <a:prstGeom prst="roundRect">
              <a:avLst>
                <a:gd name="adj" fmla="val 25000"/>
              </a:avLst>
            </a:prstGeom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1671680" y="4506163"/>
              <a:ext cx="453542" cy="131674"/>
            </a:xfrm>
            <a:prstGeom prst="rect">
              <a:avLst/>
            </a:prstGeom>
            <a:solidFill>
              <a:srgbClr val="F4F4F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499616" y="489021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5" name="淺灰面板"/>
          <p:cNvSpPr/>
          <p:nvPr/>
        </p:nvSpPr>
        <p:spPr>
          <a:xfrm>
            <a:off x="2718067" y="4528109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2619155" y="489021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17" name="卡片"/>
          <p:cNvSpPr/>
          <p:nvPr/>
        </p:nvSpPr>
        <p:spPr>
          <a:xfrm>
            <a:off x="3837606" y="4528109"/>
            <a:ext cx="877824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3738694" y="489021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19" name="卡片"/>
          <p:cNvSpPr/>
          <p:nvPr/>
        </p:nvSpPr>
        <p:spPr>
          <a:xfrm>
            <a:off x="4957145" y="4528109"/>
            <a:ext cx="877824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4858233" y="489021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6076684" y="4528109"/>
            <a:ext cx="877824" cy="336499"/>
            <a:chOff x="6076684" y="4528109"/>
            <a:chExt cx="877824" cy="336499"/>
          </a:xfrm>
        </p:grpSpPr>
        <p:sp>
          <p:nvSpPr>
            <p:cNvPr id="121" name="卡片"/>
            <p:cNvSpPr/>
            <p:nvPr/>
          </p:nvSpPr>
          <p:spPr>
            <a:xfrm>
              <a:off x="6076684" y="4528109"/>
              <a:ext cx="877824" cy="336499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6076684" y="4528109"/>
              <a:ext cx="877824" cy="117043"/>
            </a:xfrm>
            <a:custGeom>
              <a:avLst/>
              <a:gdLst/>
              <a:ahLst/>
              <a:cxnLst/>
              <a:rect l="l" t="t" r="r" b="b"/>
              <a:pathLst>
                <a:path w="877824" h="117043">
                  <a:moveTo>
                    <a:pt x="0" y="117043"/>
                  </a:moveTo>
                  <a:lnTo>
                    <a:pt x="0" y="73152"/>
                  </a:lnTo>
                  <a:arcTo hR="73152" wR="73152" stAng="10800000" swAng="5400000"/>
                  <a:lnTo>
                    <a:pt x="804672" y="0"/>
                  </a:lnTo>
                  <a:arcTo hR="73152" wR="73152" stAng="16200000" swAng="5400000"/>
                  <a:lnTo>
                    <a:pt x="877824" y="117043"/>
                  </a:lnTo>
                  <a:close/>
                </a:path>
              </a:pathLst>
            </a:cu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5977772" y="489021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7196223" y="4528109"/>
            <a:ext cx="877824" cy="336499"/>
            <a:chOff x="7196223" y="4528109"/>
            <a:chExt cx="877824" cy="336499"/>
          </a:xfrm>
        </p:grpSpPr>
        <p:sp>
          <p:nvSpPr>
            <p:cNvPr id="124" name="卡片"/>
            <p:cNvSpPr/>
            <p:nvPr/>
          </p:nvSpPr>
          <p:spPr>
            <a:xfrm>
              <a:off x="7196223" y="4528109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7196223" y="4528109"/>
              <a:ext cx="43891" cy="336499"/>
            </a:xfrm>
            <a:prstGeom prst="rect">
              <a:avLst/>
            </a:pr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097312" y="489021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8462067" y="4528109"/>
            <a:ext cx="585216" cy="336499"/>
            <a:chOff x="8462067" y="4528109"/>
            <a:chExt cx="585216" cy="336499"/>
          </a:xfrm>
        </p:grpSpPr>
        <p:sp>
          <p:nvSpPr>
            <p:cNvPr id="127" name="寬欄條"/>
            <p:cNvSpPr/>
            <p:nvPr/>
          </p:nvSpPr>
          <p:spPr>
            <a:xfrm>
              <a:off x="8462067" y="4528109"/>
              <a:ext cx="248717" cy="336499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8798566" y="4528109"/>
              <a:ext cx="248717" cy="336499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216851" y="4890211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30" name="線條"/>
          <p:cNvSpPr/>
          <p:nvPr/>
        </p:nvSpPr>
        <p:spPr>
          <a:xfrm>
            <a:off x="1389888" y="1360627"/>
            <a:ext cx="0" cy="3628339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2" name="Text 13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13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4589069" cy="292608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79187" y="855878"/>
            <a:ext cx="87782" cy="292608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52067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99846" y="138988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21485"/>
            <a:ext cx="2098182" cy="621792"/>
            <a:chOff x="438912" y="1821485"/>
            <a:chExt cx="2098182" cy="621792"/>
          </a:xfrm>
        </p:grpSpPr>
        <p:sp>
          <p:nvSpPr>
            <p:cNvPr id="9" name="處理"/>
            <p:cNvSpPr/>
            <p:nvPr/>
          </p:nvSpPr>
          <p:spPr>
            <a:xfrm>
              <a:off x="438912" y="2136038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614477" y="1821485"/>
              <a:ext cx="190195" cy="190195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7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217341" y="2136038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392906" y="1821485"/>
              <a:ext cx="190195" cy="190195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7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1995769" y="2136038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171334" y="1821485"/>
              <a:ext cx="190195" cy="190195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7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2698029" y="1452067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2858963" y="138988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9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20" name="處理"/>
            <p:cNvSpPr/>
            <p:nvPr/>
          </p:nvSpPr>
          <p:spPr>
            <a:xfrm>
              <a:off x="2698029" y="1858061"/>
              <a:ext cx="526694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4254886" y="1858061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3451494" y="2604211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4957145" y="1452067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5118080" y="138988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31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32" name="處理"/>
            <p:cNvSpPr/>
            <p:nvPr/>
          </p:nvSpPr>
          <p:spPr>
            <a:xfrm>
              <a:off x="4957145" y="194584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5735574" y="194584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6514003" y="194584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5240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7216262" y="1452067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7377196" y="138988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42" name="處理"/>
            <p:cNvSpPr/>
            <p:nvPr/>
          </p:nvSpPr>
          <p:spPr>
            <a:xfrm>
              <a:off x="7216262" y="2253082"/>
              <a:ext cx="585216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8860902" y="2253082"/>
              <a:ext cx="453542" cy="30723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438912" y="3295498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599846" y="323331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53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877824" y="3694176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1609344" y="4323283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1966509" y="3694176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2698029" y="3295498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2858963" y="323331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64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65" name="處理"/>
            <p:cNvSpPr/>
            <p:nvPr/>
          </p:nvSpPr>
          <p:spPr>
            <a:xfrm>
              <a:off x="2698029" y="3986784"/>
              <a:ext cx="409651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3458809" y="3650285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3458809" y="432328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4342668" y="3986784"/>
              <a:ext cx="453542" cy="30723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77" name="Text 75"/>
          <p:cNvSpPr/>
          <p:nvPr/>
        </p:nvSpPr>
        <p:spPr>
          <a:xfrm>
            <a:off x="4957145" y="3295498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5118080" y="323331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80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5750204" y="3891686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88" name="Text 86"/>
          <p:cNvSpPr/>
          <p:nvPr/>
        </p:nvSpPr>
        <p:spPr>
          <a:xfrm>
            <a:off x="7216262" y="3295498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7377196" y="323331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90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91" name="卡片"/>
            <p:cNvSpPr/>
            <p:nvPr/>
          </p:nvSpPr>
          <p:spPr>
            <a:xfrm>
              <a:off x="7216262" y="3672230"/>
              <a:ext cx="863194" cy="950976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94" name="三角形"/>
            <p:cNvSpPr/>
            <p:nvPr/>
          </p:nvSpPr>
          <p:spPr>
            <a:xfrm>
              <a:off x="8126364" y="4100170"/>
              <a:ext cx="73152" cy="95098"/>
            </a:xfrm>
            <a:custGeom>
              <a:avLst/>
              <a:gdLst/>
              <a:ahLst/>
              <a:cxnLst/>
              <a:rect l="l" t="t" r="r" b="b"/>
              <a:pathLst>
                <a:path w="73152" h="95098">
                  <a:moveTo>
                    <a:pt x="0" y="0"/>
                  </a:moveTo>
                  <a:lnTo>
                    <a:pt x="73152" y="47549"/>
                  </a:lnTo>
                  <a:lnTo>
                    <a:pt x="0" y="95098"/>
                  </a:lnTo>
                  <a:close/>
                </a:path>
              </a:pathLst>
            </a:cu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三角形"/>
            <p:cNvSpPr/>
            <p:nvPr/>
          </p:nvSpPr>
          <p:spPr>
            <a:xfrm>
              <a:off x="8228777" y="4100170"/>
              <a:ext cx="73152" cy="95098"/>
            </a:xfrm>
            <a:custGeom>
              <a:avLst/>
              <a:gdLst/>
              <a:ahLst/>
              <a:cxnLst/>
              <a:rect l="l" t="t" r="r" b="b"/>
              <a:pathLst>
                <a:path w="73152" h="95098">
                  <a:moveTo>
                    <a:pt x="0" y="0"/>
                  </a:moveTo>
                  <a:lnTo>
                    <a:pt x="73152" y="47549"/>
                  </a:lnTo>
                  <a:lnTo>
                    <a:pt x="0" y="95098"/>
                  </a:lnTo>
                  <a:close/>
                </a:path>
              </a:pathLst>
            </a:cu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三角形"/>
            <p:cNvSpPr/>
            <p:nvPr/>
          </p:nvSpPr>
          <p:spPr>
            <a:xfrm>
              <a:off x="8331190" y="4100170"/>
              <a:ext cx="73152" cy="95098"/>
            </a:xfrm>
            <a:custGeom>
              <a:avLst/>
              <a:gdLst/>
              <a:ahLst/>
              <a:cxnLst/>
              <a:rect l="l" t="t" r="r" b="b"/>
              <a:pathLst>
                <a:path w="73152" h="95098">
                  <a:moveTo>
                    <a:pt x="0" y="0"/>
                  </a:moveTo>
                  <a:lnTo>
                    <a:pt x="73152" y="47549"/>
                  </a:lnTo>
                  <a:lnTo>
                    <a:pt x="0" y="95098"/>
                  </a:lnTo>
                  <a:close/>
                </a:path>
              </a:pathLst>
            </a:cu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17780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99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100" name="Text 98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13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5616042" cy="292608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106160" y="855878"/>
            <a:ext cx="87782" cy="292608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52067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99846" y="13898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4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5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500" dirty="0"/>
          </a:p>
        </p:txBody>
      </p:sp>
      <p:sp>
        <p:nvSpPr>
          <p:cNvPr id="27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500" dirty="0"/>
          </a:p>
        </p:txBody>
      </p:sp>
      <p:sp>
        <p:nvSpPr>
          <p:cNvPr id="29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500" dirty="0"/>
          </a:p>
        </p:txBody>
      </p:sp>
      <p:sp>
        <p:nvSpPr>
          <p:cNvPr id="31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2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500" dirty="0"/>
          </a:p>
        </p:txBody>
      </p:sp>
      <p:sp>
        <p:nvSpPr>
          <p:cNvPr id="33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4" name="Text 31"/>
          <p:cNvSpPr/>
          <p:nvPr/>
        </p:nvSpPr>
        <p:spPr>
          <a:xfrm>
            <a:off x="3480328" y="1452067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3641263" y="13898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6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9" name="Text 35"/>
          <p:cNvSpPr/>
          <p:nvPr/>
        </p:nvSpPr>
        <p:spPr>
          <a:xfrm>
            <a:off x="6521745" y="1452067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6682679" y="13898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42" name="問題"/>
            <p:cNvSpPr/>
            <p:nvPr/>
          </p:nvSpPr>
          <p:spPr>
            <a:xfrm>
              <a:off x="6521745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5240">
              <a:solidFill>
                <a:srgbClr val="C0504D"/>
              </a:solidFill>
              <a:prstDash val="solid"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7545019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E6E6E6"/>
            </a:solidFill>
            <a:ln/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8568294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2F5D50"/>
            </a:solidFill>
            <a:ln/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C1CEC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438912" y="3280867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599846" y="32186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50" name="方案"/>
            <p:cNvSpPr/>
            <p:nvPr/>
          </p:nvSpPr>
          <p:spPr>
            <a:xfrm>
              <a:off x="438912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7780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399073" y="3555187"/>
              <a:ext cx="872378" cy="292608"/>
            </a:xfrm>
            <a:custGeom>
              <a:avLst/>
              <a:gdLst/>
              <a:ahLst/>
              <a:cxnLst/>
              <a:rect l="l" t="t" r="r" b="b"/>
              <a:pathLst>
                <a:path w="872378" h="292608">
                  <a:moveTo>
                    <a:pt x="0" y="292608"/>
                  </a:moveTo>
                  <a:lnTo>
                    <a:pt x="0" y="87782"/>
                  </a:lnTo>
                  <a:arcTo hR="87782" wR="87782" stAng="10800000" swAng="5400000"/>
                  <a:lnTo>
                    <a:pt x="784596" y="0"/>
                  </a:lnTo>
                  <a:arcTo hR="87782" wR="87782" stAng="16200000" swAng="5400000"/>
                  <a:lnTo>
                    <a:pt x="872378" y="292608"/>
                  </a:lnTo>
                  <a:close/>
                </a:path>
              </a:pathLst>
            </a:cu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C1CEC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1658884" y="4813402"/>
              <a:ext cx="352755" cy="160934"/>
            </a:xfrm>
            <a:prstGeom prst="roundRect">
              <a:avLst>
                <a:gd name="adj" fmla="val 22727"/>
              </a:avLst>
            </a:prstGeom>
            <a:solidFill>
              <a:srgbClr val="C9A227"/>
            </a:solidFill>
            <a:ln/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2359233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3480328" y="3280867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3641263" y="32186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80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81" name="卡片"/>
            <p:cNvSpPr/>
            <p:nvPr/>
          </p:nvSpPr>
          <p:spPr>
            <a:xfrm>
              <a:off x="3480328" y="3672230"/>
              <a:ext cx="862625" cy="994867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4445366" y="3672230"/>
              <a:ext cx="862625" cy="994867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5410403" y="3672230"/>
              <a:ext cx="862625" cy="994867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6521745" y="3280867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6682679" y="32186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8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99" name="PDCA Plan"/>
            <p:cNvSpPr/>
            <p:nvPr/>
          </p:nvSpPr>
          <p:spPr>
            <a:xfrm>
              <a:off x="6521745" y="3555187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8261055" y="3555187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8261055" y="4374490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6521745" y="4374490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9" name="Text 105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4020109" cy="292608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色彩、字級與元件語言一覽：暖灰畫布、粗灰外框扁平卡片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10227" y="855878"/>
            <a:ext cx="87782" cy="292608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38624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#2F5D50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943661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2448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#24483E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448410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E2EBE7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#E2EBE7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1953158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#C9A227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2457907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962656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467405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972154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913632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884371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438912" y="2915107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99846" y="2838298"/>
            <a:ext cx="38624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5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F5D5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937760" y="1503274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098694" y="1426464"/>
            <a:ext cx="421575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43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2.25pt</a:t>
            </a:r>
            <a:endParaRPr lang="en-US" sz="800" dirty="0"/>
          </a:p>
        </p:txBody>
      </p:sp>
      <p:sp>
        <p:nvSpPr>
          <p:cNvPr id="46" name="卡片"/>
          <p:cNvSpPr/>
          <p:nvPr/>
        </p:nvSpPr>
        <p:spPr>
          <a:xfrm>
            <a:off x="5669280" y="1894637"/>
            <a:ext cx="1060704" cy="38039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6876288" y="1894637"/>
            <a:ext cx="950976" cy="38039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876288" y="1894637"/>
            <a:ext cx="950976" cy="131674"/>
          </a:xfrm>
          <a:custGeom>
            <a:avLst/>
            <a:gdLst/>
            <a:ahLst/>
            <a:cxnLst/>
            <a:rect l="l" t="t" r="r" b="b"/>
            <a:pathLst>
              <a:path w="950976" h="131674">
                <a:moveTo>
                  <a:pt x="0" y="131674"/>
                </a:moveTo>
                <a:lnTo>
                  <a:pt x="0" y="87782"/>
                </a:lnTo>
                <a:arcTo hR="87782" wR="87782" stAng="10800000" swAng="5400000"/>
                <a:lnTo>
                  <a:pt x="863194" y="0"/>
                </a:lnTo>
                <a:arcTo hR="87782" wR="87782" stAng="16200000" swAng="5400000"/>
                <a:lnTo>
                  <a:pt x="950976" y="131674"/>
                </a:lnTo>
                <a:close/>
              </a:path>
            </a:pathLst>
          </a:cu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800" dirty="0"/>
          </a:p>
        </p:txBody>
      </p:sp>
      <p:sp>
        <p:nvSpPr>
          <p:cNvPr id="52" name="標籤"/>
          <p:cNvSpPr/>
          <p:nvPr/>
        </p:nvSpPr>
        <p:spPr>
          <a:xfrm>
            <a:off x="5669280" y="2487168"/>
            <a:ext cx="440473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53" name="標籤"/>
          <p:cNvSpPr/>
          <p:nvPr/>
        </p:nvSpPr>
        <p:spPr>
          <a:xfrm>
            <a:off x="6197535" y="2487168"/>
            <a:ext cx="440473" cy="234086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54" name="標籤"/>
          <p:cNvSpPr/>
          <p:nvPr/>
        </p:nvSpPr>
        <p:spPr>
          <a:xfrm>
            <a:off x="6725790" y="2487168"/>
            <a:ext cx="440473" cy="234086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55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圓角方塊</a:t>
            </a:r>
            <a:endParaRPr lang="en-US" sz="800" dirty="0"/>
          </a:p>
        </p:txBody>
      </p:sp>
      <p:sp>
        <p:nvSpPr>
          <p:cNvPr id="58" name="編號"/>
          <p:cNvSpPr/>
          <p:nvPr/>
        </p:nvSpPr>
        <p:spPr>
          <a:xfrm>
            <a:off x="5698541" y="2977286"/>
            <a:ext cx="292608" cy="292608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59" name="編號"/>
          <p:cNvSpPr/>
          <p:nvPr/>
        </p:nvSpPr>
        <p:spPr>
          <a:xfrm>
            <a:off x="6152083" y="2977286"/>
            <a:ext cx="292608" cy="292608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60" name="編號"/>
          <p:cNvSpPr/>
          <p:nvPr/>
        </p:nvSpPr>
        <p:spPr>
          <a:xfrm>
            <a:off x="6605626" y="2977286"/>
            <a:ext cx="292608" cy="292608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62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66" name="三角形"/>
          <p:cNvSpPr/>
          <p:nvPr/>
        </p:nvSpPr>
        <p:spPr>
          <a:xfrm>
            <a:off x="6188659" y="359542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三角形"/>
          <p:cNvSpPr/>
          <p:nvPr/>
        </p:nvSpPr>
        <p:spPr>
          <a:xfrm>
            <a:off x="6291072" y="359542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三角形"/>
          <p:cNvSpPr/>
          <p:nvPr/>
        </p:nvSpPr>
        <p:spPr>
          <a:xfrm>
            <a:off x="6393485" y="359542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70" name="三角形"/>
          <p:cNvSpPr/>
          <p:nvPr/>
        </p:nvSpPr>
        <p:spPr>
          <a:xfrm>
            <a:off x="7066483" y="359542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三角形"/>
          <p:cNvSpPr/>
          <p:nvPr/>
        </p:nvSpPr>
        <p:spPr>
          <a:xfrm>
            <a:off x="7168896" y="359542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三角形"/>
          <p:cNvSpPr/>
          <p:nvPr/>
        </p:nvSpPr>
        <p:spPr>
          <a:xfrm>
            <a:off x="7271309" y="359542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74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1.5pt 實線＋三角箭頭</a:t>
            </a:r>
            <a:endParaRPr lang="en-US" sz="800" dirty="0"/>
          </a:p>
        </p:txBody>
      </p:sp>
      <p:sp>
        <p:nvSpPr>
          <p:cNvPr id="77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78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六角形鏈</a:t>
            </a:r>
            <a:endParaRPr lang="en-US" sz="800" dirty="0"/>
          </a:p>
        </p:txBody>
      </p:sp>
      <p:sp>
        <p:nvSpPr>
          <p:cNvPr id="82" name="流程鏈"/>
          <p:cNvSpPr/>
          <p:nvPr/>
        </p:nvSpPr>
        <p:spPr>
          <a:xfrm>
            <a:off x="5669280" y="4520794"/>
            <a:ext cx="463296" cy="321869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83" name="三角形"/>
          <p:cNvSpPr/>
          <p:nvPr/>
        </p:nvSpPr>
        <p:spPr>
          <a:xfrm>
            <a:off x="6194755" y="463417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三角形"/>
          <p:cNvSpPr/>
          <p:nvPr/>
        </p:nvSpPr>
        <p:spPr>
          <a:xfrm>
            <a:off x="6297168" y="463417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三角形"/>
          <p:cNvSpPr/>
          <p:nvPr/>
        </p:nvSpPr>
        <p:spPr>
          <a:xfrm>
            <a:off x="6399581" y="463417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流程鏈"/>
          <p:cNvSpPr/>
          <p:nvPr/>
        </p:nvSpPr>
        <p:spPr>
          <a:xfrm>
            <a:off x="6534912" y="4520794"/>
            <a:ext cx="463296" cy="321869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87" name="三角形"/>
          <p:cNvSpPr/>
          <p:nvPr/>
        </p:nvSpPr>
        <p:spPr>
          <a:xfrm>
            <a:off x="7060387" y="463417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三角形"/>
          <p:cNvSpPr/>
          <p:nvPr/>
        </p:nvSpPr>
        <p:spPr>
          <a:xfrm>
            <a:off x="7162800" y="463417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三角形"/>
          <p:cNvSpPr/>
          <p:nvPr/>
        </p:nvSpPr>
        <p:spPr>
          <a:xfrm>
            <a:off x="7265213" y="463417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流程鏈"/>
          <p:cNvSpPr/>
          <p:nvPr/>
        </p:nvSpPr>
        <p:spPr>
          <a:xfrm>
            <a:off x="7400544" y="4520794"/>
            <a:ext cx="463296" cy="321869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13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3308909" cy="292608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799027" y="855878"/>
            <a:ext cx="87782" cy="292608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1499616"/>
            <a:ext cx="2728570" cy="1719072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9107" y="1616659"/>
            <a:ext cx="2348179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629107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9107" y="2128723"/>
            <a:ext cx="2348179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10" name="卡片"/>
          <p:cNvSpPr/>
          <p:nvPr/>
        </p:nvSpPr>
        <p:spPr>
          <a:xfrm>
            <a:off x="3512393" y="1499616"/>
            <a:ext cx="2728570" cy="1719072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702588" y="1616659"/>
            <a:ext cx="2348179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2" name="線條"/>
          <p:cNvSpPr/>
          <p:nvPr/>
        </p:nvSpPr>
        <p:spPr>
          <a:xfrm>
            <a:off x="3702588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02588" y="2128723"/>
            <a:ext cx="2348179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4" name="標籤"/>
          <p:cNvSpPr/>
          <p:nvPr/>
        </p:nvSpPr>
        <p:spPr>
          <a:xfrm>
            <a:off x="5483433" y="1397203"/>
            <a:ext cx="596595" cy="204826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5" name="卡片"/>
          <p:cNvSpPr/>
          <p:nvPr/>
        </p:nvSpPr>
        <p:spPr>
          <a:xfrm>
            <a:off x="6585875" y="1499616"/>
            <a:ext cx="2728570" cy="1719072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6585875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87782"/>
                </a:lnTo>
                <a:arcTo hR="87782" wR="87782" stAng="10800000" swAng="5400000"/>
                <a:lnTo>
                  <a:pt x="2640787" y="0"/>
                </a:lnTo>
                <a:arcTo hR="87782" wR="87782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8912" y="3734410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99846" y="3657600"/>
            <a:ext cx="49597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4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438912" y="4081882"/>
            <a:ext cx="599846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438912" y="4389120"/>
            <a:ext cx="599846" cy="234086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29" name="標籤"/>
          <p:cNvSpPr/>
          <p:nvPr/>
        </p:nvSpPr>
        <p:spPr>
          <a:xfrm>
            <a:off x="438912" y="4696358"/>
            <a:ext cx="599846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852160" y="3734410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013094" y="3657600"/>
            <a:ext cx="330135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33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13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3024429" cy="292608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514547" y="855878"/>
            <a:ext cx="87782" cy="292608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871459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438912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1420189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C9A227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11" name="標籤"/>
          <p:cNvSpPr/>
          <p:nvPr/>
        </p:nvSpPr>
        <p:spPr>
          <a:xfrm>
            <a:off x="2401466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DFDFDF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2" name="標籤"/>
          <p:cNvSpPr/>
          <p:nvPr/>
        </p:nvSpPr>
        <p:spPr>
          <a:xfrm>
            <a:off x="3382744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4" name="標籤"/>
          <p:cNvSpPr/>
          <p:nvPr/>
        </p:nvSpPr>
        <p:spPr>
          <a:xfrm>
            <a:off x="5168693" y="1894637"/>
            <a:ext cx="393395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5" name="標籤"/>
          <p:cNvSpPr/>
          <p:nvPr/>
        </p:nvSpPr>
        <p:spPr>
          <a:xfrm>
            <a:off x="5671816" y="1894637"/>
            <a:ext cx="393395" cy="219456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6" name="標籤"/>
          <p:cNvSpPr/>
          <p:nvPr/>
        </p:nvSpPr>
        <p:spPr>
          <a:xfrm>
            <a:off x="6174939" y="1894637"/>
            <a:ext cx="393395" cy="219456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38912" y="2527402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9846" y="2450592"/>
            <a:ext cx="26115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438912" y="2933395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21" name="標籤"/>
          <p:cNvSpPr/>
          <p:nvPr/>
        </p:nvSpPr>
        <p:spPr>
          <a:xfrm>
            <a:off x="438912" y="3386938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22" name="標籤"/>
          <p:cNvSpPr/>
          <p:nvPr/>
        </p:nvSpPr>
        <p:spPr>
          <a:xfrm>
            <a:off x="438912" y="3840480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3" name="標籤"/>
          <p:cNvSpPr/>
          <p:nvPr/>
        </p:nvSpPr>
        <p:spPr>
          <a:xfrm>
            <a:off x="438912" y="4294022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490448" y="2527402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51382" y="2450592"/>
            <a:ext cx="26115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3519708" y="2940710"/>
            <a:ext cx="307238" cy="30723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50" dirty="0"/>
          </a:p>
        </p:txBody>
      </p:sp>
      <p:sp>
        <p:nvSpPr>
          <p:cNvPr id="28" name="編號"/>
          <p:cNvSpPr/>
          <p:nvPr/>
        </p:nvSpPr>
        <p:spPr>
          <a:xfrm>
            <a:off x="3973251" y="2940710"/>
            <a:ext cx="307238" cy="30723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50" dirty="0"/>
          </a:p>
        </p:txBody>
      </p:sp>
      <p:sp>
        <p:nvSpPr>
          <p:cNvPr id="29" name="編號"/>
          <p:cNvSpPr/>
          <p:nvPr/>
        </p:nvSpPr>
        <p:spPr>
          <a:xfrm>
            <a:off x="4426793" y="2940710"/>
            <a:ext cx="307238" cy="30723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編號"/>
          <p:cNvSpPr/>
          <p:nvPr/>
        </p:nvSpPr>
        <p:spPr>
          <a:xfrm>
            <a:off x="4880336" y="2940710"/>
            <a:ext cx="307238" cy="307238"/>
          </a:xfrm>
          <a:prstGeom prst="roundRect">
            <a:avLst>
              <a:gd name="adj" fmla="val 14286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50" dirty="0"/>
          </a:p>
        </p:txBody>
      </p:sp>
      <p:sp>
        <p:nvSpPr>
          <p:cNvPr id="31" name="編號"/>
          <p:cNvSpPr/>
          <p:nvPr/>
        </p:nvSpPr>
        <p:spPr>
          <a:xfrm>
            <a:off x="3541654" y="3613709"/>
            <a:ext cx="263347" cy="263347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3541654" y="4067251"/>
            <a:ext cx="263347" cy="263347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3541654" y="4520794"/>
            <a:ext cx="263347" cy="263347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541983" y="2527402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702918" y="2450592"/>
            <a:ext cx="26115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42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13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2882189" cy="292608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372307" y="855878"/>
            <a:ext cx="87782" cy="292608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393557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3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4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47488" y="1503274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208422" y="1426464"/>
            <a:ext cx="4106022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7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5047488" y="1916582"/>
            <a:ext cx="1154095" cy="52669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19" name="三角形"/>
          <p:cNvSpPr/>
          <p:nvPr/>
        </p:nvSpPr>
        <p:spPr>
          <a:xfrm>
            <a:off x="6263762" y="213238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6366175" y="213238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三角形"/>
          <p:cNvSpPr/>
          <p:nvPr/>
        </p:nvSpPr>
        <p:spPr>
          <a:xfrm>
            <a:off x="6468588" y="213238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6603919" y="1916582"/>
            <a:ext cx="1154095" cy="52669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23" name="三角形"/>
          <p:cNvSpPr/>
          <p:nvPr/>
        </p:nvSpPr>
        <p:spPr>
          <a:xfrm>
            <a:off x="7820193" y="213238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7922605" y="213238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三角形"/>
          <p:cNvSpPr/>
          <p:nvPr/>
        </p:nvSpPr>
        <p:spPr>
          <a:xfrm>
            <a:off x="8025018" y="213238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流程鏈"/>
          <p:cNvSpPr/>
          <p:nvPr/>
        </p:nvSpPr>
        <p:spPr>
          <a:xfrm>
            <a:off x="8160349" y="1916582"/>
            <a:ext cx="1154095" cy="52669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7" name="流程鏈"/>
          <p:cNvSpPr/>
          <p:nvPr/>
        </p:nvSpPr>
        <p:spPr>
          <a:xfrm>
            <a:off x="5047488" y="2816352"/>
            <a:ext cx="602334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8" name="三角形"/>
          <p:cNvSpPr/>
          <p:nvPr/>
        </p:nvSpPr>
        <p:spPr>
          <a:xfrm>
            <a:off x="5667744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三角形"/>
          <p:cNvSpPr/>
          <p:nvPr/>
        </p:nvSpPr>
        <p:spPr>
          <a:xfrm>
            <a:off x="5770157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三角形"/>
          <p:cNvSpPr/>
          <p:nvPr/>
        </p:nvSpPr>
        <p:spPr>
          <a:xfrm>
            <a:off x="5872569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5963644" y="2816352"/>
            <a:ext cx="602334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32" name="三角形"/>
          <p:cNvSpPr/>
          <p:nvPr/>
        </p:nvSpPr>
        <p:spPr>
          <a:xfrm>
            <a:off x="6583899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三角形"/>
          <p:cNvSpPr/>
          <p:nvPr/>
        </p:nvSpPr>
        <p:spPr>
          <a:xfrm>
            <a:off x="6686312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三角形"/>
          <p:cNvSpPr/>
          <p:nvPr/>
        </p:nvSpPr>
        <p:spPr>
          <a:xfrm>
            <a:off x="6788725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流程鏈"/>
          <p:cNvSpPr/>
          <p:nvPr/>
        </p:nvSpPr>
        <p:spPr>
          <a:xfrm>
            <a:off x="6879799" y="2816352"/>
            <a:ext cx="602334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36" name="三角形"/>
          <p:cNvSpPr/>
          <p:nvPr/>
        </p:nvSpPr>
        <p:spPr>
          <a:xfrm>
            <a:off x="7500055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7602468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7704881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流程鏈"/>
          <p:cNvSpPr/>
          <p:nvPr/>
        </p:nvSpPr>
        <p:spPr>
          <a:xfrm>
            <a:off x="7795955" y="2816352"/>
            <a:ext cx="602334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40" name="三角形"/>
          <p:cNvSpPr/>
          <p:nvPr/>
        </p:nvSpPr>
        <p:spPr>
          <a:xfrm>
            <a:off x="8416211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三角形"/>
          <p:cNvSpPr/>
          <p:nvPr/>
        </p:nvSpPr>
        <p:spPr>
          <a:xfrm>
            <a:off x="8518624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8621036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流程鏈"/>
          <p:cNvSpPr/>
          <p:nvPr/>
        </p:nvSpPr>
        <p:spPr>
          <a:xfrm>
            <a:off x="8712111" y="2816352"/>
            <a:ext cx="602334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44" name="流程鏈"/>
          <p:cNvSpPr/>
          <p:nvPr/>
        </p:nvSpPr>
        <p:spPr>
          <a:xfrm>
            <a:off x="5047488" y="3621024"/>
            <a:ext cx="764987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45" name="三角形"/>
          <p:cNvSpPr/>
          <p:nvPr/>
        </p:nvSpPr>
        <p:spPr>
          <a:xfrm>
            <a:off x="5874654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三角形"/>
          <p:cNvSpPr/>
          <p:nvPr/>
        </p:nvSpPr>
        <p:spPr>
          <a:xfrm>
            <a:off x="5977067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三角形"/>
          <p:cNvSpPr/>
          <p:nvPr/>
        </p:nvSpPr>
        <p:spPr>
          <a:xfrm>
            <a:off x="6079480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流程鏈"/>
          <p:cNvSpPr/>
          <p:nvPr/>
        </p:nvSpPr>
        <p:spPr>
          <a:xfrm>
            <a:off x="6214811" y="3621024"/>
            <a:ext cx="764987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49" name="三角形"/>
          <p:cNvSpPr/>
          <p:nvPr/>
        </p:nvSpPr>
        <p:spPr>
          <a:xfrm>
            <a:off x="7041977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三角形"/>
          <p:cNvSpPr/>
          <p:nvPr/>
        </p:nvSpPr>
        <p:spPr>
          <a:xfrm>
            <a:off x="7144390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三角形"/>
          <p:cNvSpPr/>
          <p:nvPr/>
        </p:nvSpPr>
        <p:spPr>
          <a:xfrm>
            <a:off x="7246803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流程鏈"/>
          <p:cNvSpPr/>
          <p:nvPr/>
        </p:nvSpPr>
        <p:spPr>
          <a:xfrm>
            <a:off x="7382134" y="3621024"/>
            <a:ext cx="764987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53" name="三角形"/>
          <p:cNvSpPr/>
          <p:nvPr/>
        </p:nvSpPr>
        <p:spPr>
          <a:xfrm>
            <a:off x="8209300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三角形"/>
          <p:cNvSpPr/>
          <p:nvPr/>
        </p:nvSpPr>
        <p:spPr>
          <a:xfrm>
            <a:off x="8311713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三角形"/>
          <p:cNvSpPr/>
          <p:nvPr/>
        </p:nvSpPr>
        <p:spPr>
          <a:xfrm>
            <a:off x="8414126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流程鏈"/>
          <p:cNvSpPr/>
          <p:nvPr/>
        </p:nvSpPr>
        <p:spPr>
          <a:xfrm>
            <a:off x="8549457" y="3621024"/>
            <a:ext cx="764987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047488" y="4111142"/>
            <a:ext cx="76498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214811" y="4111142"/>
            <a:ext cx="76498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7382134" y="4111142"/>
            <a:ext cx="76498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8549457" y="4111142"/>
            <a:ext cx="76498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13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3636061" cy="292608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26179" y="855878"/>
            <a:ext cx="87782" cy="292608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823862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2716317" y="1503274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877251" y="1426464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4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2716317" y="1975104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4101267" y="2706624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4993721" y="1503274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426464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4993721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2" name="處理"/>
          <p:cNvSpPr/>
          <p:nvPr/>
        </p:nvSpPr>
        <p:spPr>
          <a:xfrm>
            <a:off x="6378672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5240">
            <a:solidFill>
              <a:srgbClr val="8C8C8C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7271126" y="1503274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432060" y="1426464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7271126" y="259689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8" name="處理"/>
          <p:cNvSpPr/>
          <p:nvPr/>
        </p:nvSpPr>
        <p:spPr>
          <a:xfrm>
            <a:off x="8656076" y="259689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9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ln w="1524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38912" y="3222346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99846" y="3145536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32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34" name="三角形"/>
          <p:cNvSpPr/>
          <p:nvPr/>
        </p:nvSpPr>
        <p:spPr>
          <a:xfrm>
            <a:off x="924138" y="408553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三角形"/>
          <p:cNvSpPr/>
          <p:nvPr/>
        </p:nvSpPr>
        <p:spPr>
          <a:xfrm>
            <a:off x="1026551" y="408553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三角形"/>
          <p:cNvSpPr/>
          <p:nvPr/>
        </p:nvSpPr>
        <p:spPr>
          <a:xfrm>
            <a:off x="1128964" y="408553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8" name="三角形"/>
          <p:cNvSpPr/>
          <p:nvPr/>
        </p:nvSpPr>
        <p:spPr>
          <a:xfrm>
            <a:off x="1719026" y="408553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1821439" y="408553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三角形"/>
          <p:cNvSpPr/>
          <p:nvPr/>
        </p:nvSpPr>
        <p:spPr>
          <a:xfrm>
            <a:off x="1923852" y="408553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716317" y="3222346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2877251" y="3145536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44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5" name="處理"/>
          <p:cNvSpPr/>
          <p:nvPr/>
        </p:nvSpPr>
        <p:spPr>
          <a:xfrm>
            <a:off x="2716317" y="3964838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6" name="處理"/>
          <p:cNvSpPr/>
          <p:nvPr/>
        </p:nvSpPr>
        <p:spPr>
          <a:xfrm>
            <a:off x="4101267" y="3964838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47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4993721" y="3222346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154656" y="3145536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52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3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54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63867C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55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C9A227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7271126" y="3222346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432060" y="3145536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58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9" name="處理"/>
          <p:cNvSpPr/>
          <p:nvPr/>
        </p:nvSpPr>
        <p:spPr>
          <a:xfrm>
            <a:off x="7271126" y="3964838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60" name="處理"/>
          <p:cNvSpPr/>
          <p:nvPr/>
        </p:nvSpPr>
        <p:spPr>
          <a:xfrm>
            <a:off x="8656076" y="3657600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61" name="處理"/>
          <p:cNvSpPr/>
          <p:nvPr/>
        </p:nvSpPr>
        <p:spPr>
          <a:xfrm>
            <a:off x="8656076" y="4272077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62" name="連接線"/>
          <p:cNvCxnSpPr>
            <a:stCxn id="59" idx="3"/>
            <a:endCxn id="60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63" name="連接線"/>
          <p:cNvCxnSpPr>
            <a:stCxn id="59" idx="3"/>
            <a:endCxn id="61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64" name="Text 62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13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3593389" cy="292608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083507" y="855878"/>
            <a:ext cx="87782" cy="292608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8" name="處理"/>
          <p:cNvSpPr/>
          <p:nvPr/>
        </p:nvSpPr>
        <p:spPr>
          <a:xfrm>
            <a:off x="2072579" y="1748333"/>
            <a:ext cx="1170432" cy="52669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10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FFFFFF"/>
          </a:solidFill>
          <a:ln w="22860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2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4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6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" y="3090672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99846" y="3013862"/>
            <a:ext cx="871459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2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3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FFFFFF"/>
          </a:solidFill>
          <a:ln w="22860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4" name="處理"/>
          <p:cNvSpPr/>
          <p:nvPr/>
        </p:nvSpPr>
        <p:spPr>
          <a:xfrm>
            <a:off x="5200961" y="3518611"/>
            <a:ext cx="1170432" cy="497434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5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6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3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15240">
            <a:solidFill>
              <a:srgbClr val="8C8C8C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13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2597709" cy="292608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087827" y="855878"/>
            <a:ext cx="87782" cy="292608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400873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3035808"/>
            <a:ext cx="599846" cy="365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499616" y="2450592"/>
            <a:ext cx="672998" cy="365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11" name="處理"/>
          <p:cNvSpPr/>
          <p:nvPr/>
        </p:nvSpPr>
        <p:spPr>
          <a:xfrm>
            <a:off x="1499616" y="3621024"/>
            <a:ext cx="672998" cy="365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2" name="處理"/>
          <p:cNvSpPr/>
          <p:nvPr/>
        </p:nvSpPr>
        <p:spPr>
          <a:xfrm>
            <a:off x="2633472" y="3035808"/>
            <a:ext cx="599846" cy="365760"/>
          </a:xfrm>
          <a:prstGeom prst="roundRect">
            <a:avLst>
              <a:gd name="adj" fmla="val 24000"/>
            </a:avLst>
          </a:prstGeom>
          <a:solidFill>
            <a:srgbClr val="2F5D5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3" name="處理"/>
          <p:cNvSpPr/>
          <p:nvPr/>
        </p:nvSpPr>
        <p:spPr>
          <a:xfrm>
            <a:off x="3694176" y="2084832"/>
            <a:ext cx="914400" cy="365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3694176" y="3035808"/>
            <a:ext cx="914400" cy="365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5" name="處理"/>
          <p:cNvSpPr/>
          <p:nvPr/>
        </p:nvSpPr>
        <p:spPr>
          <a:xfrm>
            <a:off x="3694176" y="3986784"/>
            <a:ext cx="914400" cy="365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6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937760" y="1503274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98694" y="1426464"/>
            <a:ext cx="199705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2F5D50"/>
          </a:solidFill>
          <a:ln w="2032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9" name="標籤"/>
          <p:cNvSpPr/>
          <p:nvPr/>
        </p:nvSpPr>
        <p:spPr>
          <a:xfrm>
            <a:off x="5239309" y="2582266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6380480" y="2582266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31" name="標籤"/>
          <p:cNvSpPr/>
          <p:nvPr/>
        </p:nvSpPr>
        <p:spPr>
          <a:xfrm>
            <a:off x="5239309" y="3635654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2" name="標籤"/>
          <p:cNvSpPr/>
          <p:nvPr/>
        </p:nvSpPr>
        <p:spPr>
          <a:xfrm>
            <a:off x="6380480" y="3635654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88352" y="1503274"/>
            <a:ext cx="80467" cy="80467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549286" y="1426464"/>
            <a:ext cx="176515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42" name="寬欄條"/>
          <p:cNvSpPr/>
          <p:nvPr/>
        </p:nvSpPr>
        <p:spPr>
          <a:xfrm>
            <a:off x="8119872" y="2084832"/>
            <a:ext cx="453542" cy="2487168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8741664" y="2084832"/>
            <a:ext cx="453542" cy="2487168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8178394" y="2392070"/>
            <a:ext cx="336499" cy="336499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50" dirty="0"/>
          </a:p>
        </p:txBody>
      </p:sp>
      <p:sp>
        <p:nvSpPr>
          <p:cNvPr id="46" name="編號"/>
          <p:cNvSpPr/>
          <p:nvPr/>
        </p:nvSpPr>
        <p:spPr>
          <a:xfrm>
            <a:off x="8800186" y="2392070"/>
            <a:ext cx="336499" cy="336499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8178394" y="3160166"/>
            <a:ext cx="336499" cy="336499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50" dirty="0"/>
          </a:p>
        </p:txBody>
      </p:sp>
      <p:sp>
        <p:nvSpPr>
          <p:cNvPr id="49" name="編號"/>
          <p:cNvSpPr/>
          <p:nvPr/>
        </p:nvSpPr>
        <p:spPr>
          <a:xfrm>
            <a:off x="8800186" y="3160166"/>
            <a:ext cx="336499" cy="336499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8178394" y="3928262"/>
            <a:ext cx="336499" cy="336499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50" dirty="0"/>
          </a:p>
        </p:txBody>
      </p:sp>
      <p:sp>
        <p:nvSpPr>
          <p:cNvPr id="52" name="編號"/>
          <p:cNvSpPr/>
          <p:nvPr/>
        </p:nvSpPr>
        <p:spPr>
          <a:xfrm>
            <a:off x="8800186" y="3928262"/>
            <a:ext cx="336499" cy="336499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13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2882189" cy="292608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372307" y="855878"/>
            <a:ext cx="87782" cy="292608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9" name="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5" name="三角形"/>
          <p:cNvSpPr/>
          <p:nvPr/>
        </p:nvSpPr>
        <p:spPr>
          <a:xfrm>
            <a:off x="3230636" y="2356957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3353532" y="2356957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三角形"/>
          <p:cNvSpPr/>
          <p:nvPr/>
        </p:nvSpPr>
        <p:spPr>
          <a:xfrm>
            <a:off x="3476427" y="2356957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6189147" y="2356957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6312042" y="2356957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6434938" y="2356957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22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23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7" name="標籤"/>
          <p:cNvSpPr/>
          <p:nvPr/>
        </p:nvSpPr>
        <p:spPr>
          <a:xfrm>
            <a:off x="1076919" y="3657600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1076919" y="4059936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9" name="標籤"/>
          <p:cNvSpPr/>
          <p:nvPr/>
        </p:nvSpPr>
        <p:spPr>
          <a:xfrm>
            <a:off x="1076919" y="4462272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30" name="標籤"/>
          <p:cNvSpPr/>
          <p:nvPr/>
        </p:nvSpPr>
        <p:spPr>
          <a:xfrm>
            <a:off x="6993941" y="3657600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31" name="標籤"/>
          <p:cNvSpPr/>
          <p:nvPr/>
        </p:nvSpPr>
        <p:spPr>
          <a:xfrm>
            <a:off x="6993941" y="4059936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32" name="標籤"/>
          <p:cNvSpPr/>
          <p:nvPr/>
        </p:nvSpPr>
        <p:spPr>
          <a:xfrm>
            <a:off x="6993941" y="4462272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13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2597709" cy="292608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087827" y="855878"/>
            <a:ext cx="87782" cy="292608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3145536"/>
            <a:ext cx="1505907" cy="67299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100" dirty="0"/>
          </a:p>
        </p:txBody>
      </p:sp>
      <p:sp>
        <p:nvSpPr>
          <p:cNvPr id="8" name="三角形"/>
          <p:cNvSpPr/>
          <p:nvPr/>
        </p:nvSpPr>
        <p:spPr>
          <a:xfrm>
            <a:off x="1974080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三角形"/>
          <p:cNvSpPr/>
          <p:nvPr/>
        </p:nvSpPr>
        <p:spPr>
          <a:xfrm>
            <a:off x="2076493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三角形"/>
          <p:cNvSpPr/>
          <p:nvPr/>
        </p:nvSpPr>
        <p:spPr>
          <a:xfrm>
            <a:off x="2178905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卡片"/>
          <p:cNvSpPr/>
          <p:nvPr/>
        </p:nvSpPr>
        <p:spPr>
          <a:xfrm>
            <a:off x="2281318" y="3145536"/>
            <a:ext cx="1505907" cy="67299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100" dirty="0"/>
          </a:p>
        </p:txBody>
      </p:sp>
      <p:sp>
        <p:nvSpPr>
          <p:cNvPr id="13" name="三角形"/>
          <p:cNvSpPr/>
          <p:nvPr/>
        </p:nvSpPr>
        <p:spPr>
          <a:xfrm>
            <a:off x="3816486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3918899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三角形"/>
          <p:cNvSpPr/>
          <p:nvPr/>
        </p:nvSpPr>
        <p:spPr>
          <a:xfrm>
            <a:off x="4021312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重點卡片"/>
          <p:cNvSpPr/>
          <p:nvPr/>
        </p:nvSpPr>
        <p:spPr>
          <a:xfrm>
            <a:off x="4123725" y="3145536"/>
            <a:ext cx="1505907" cy="672998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C1CEC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7" name="三角形"/>
          <p:cNvSpPr/>
          <p:nvPr/>
        </p:nvSpPr>
        <p:spPr>
          <a:xfrm>
            <a:off x="5658892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5761305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5863718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卡片"/>
          <p:cNvSpPr/>
          <p:nvPr/>
        </p:nvSpPr>
        <p:spPr>
          <a:xfrm>
            <a:off x="5966131" y="3145536"/>
            <a:ext cx="1505907" cy="67299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22" name="三角形"/>
          <p:cNvSpPr/>
          <p:nvPr/>
        </p:nvSpPr>
        <p:spPr>
          <a:xfrm>
            <a:off x="7501299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三角形"/>
          <p:cNvSpPr/>
          <p:nvPr/>
        </p:nvSpPr>
        <p:spPr>
          <a:xfrm>
            <a:off x="7603711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7706124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卡片"/>
          <p:cNvSpPr/>
          <p:nvPr/>
        </p:nvSpPr>
        <p:spPr>
          <a:xfrm>
            <a:off x="7808537" y="3145536"/>
            <a:ext cx="1505907" cy="67299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100" dirty="0"/>
          </a:p>
        </p:txBody>
      </p:sp>
      <p:sp>
        <p:nvSpPr>
          <p:cNvPr id="27" name="卡片"/>
          <p:cNvSpPr/>
          <p:nvPr/>
        </p:nvSpPr>
        <p:spPr>
          <a:xfrm>
            <a:off x="4123725" y="1463040"/>
            <a:ext cx="1505907" cy="658368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9" name="卡片"/>
          <p:cNvSpPr/>
          <p:nvPr/>
        </p:nvSpPr>
        <p:spPr>
          <a:xfrm>
            <a:off x="2135014" y="2231136"/>
            <a:ext cx="1234844" cy="52669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100" dirty="0"/>
          </a:p>
        </p:txBody>
      </p:sp>
      <p:sp>
        <p:nvSpPr>
          <p:cNvPr id="31" name="卡片"/>
          <p:cNvSpPr/>
          <p:nvPr/>
        </p:nvSpPr>
        <p:spPr>
          <a:xfrm>
            <a:off x="6383498" y="2231136"/>
            <a:ext cx="1234844" cy="52669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33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ln w="1524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ln w="1524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1524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36" name="編號"/>
          <p:cNvSpPr/>
          <p:nvPr/>
        </p:nvSpPr>
        <p:spPr>
          <a:xfrm>
            <a:off x="438912" y="149230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738835" y="149230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8" name="標籤"/>
          <p:cNvSpPr/>
          <p:nvPr/>
        </p:nvSpPr>
        <p:spPr>
          <a:xfrm>
            <a:off x="1060704" y="149961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9" name="編號"/>
          <p:cNvSpPr/>
          <p:nvPr/>
        </p:nvSpPr>
        <p:spPr>
          <a:xfrm>
            <a:off x="438912" y="185806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40" name="編號"/>
          <p:cNvSpPr/>
          <p:nvPr/>
        </p:nvSpPr>
        <p:spPr>
          <a:xfrm>
            <a:off x="738835" y="185806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41" name="標籤"/>
          <p:cNvSpPr/>
          <p:nvPr/>
        </p:nvSpPr>
        <p:spPr>
          <a:xfrm>
            <a:off x="1060704" y="186537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42" name="編號"/>
          <p:cNvSpPr/>
          <p:nvPr/>
        </p:nvSpPr>
        <p:spPr>
          <a:xfrm>
            <a:off x="7735385" y="149230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8035308" y="149230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44" name="標籤"/>
          <p:cNvSpPr/>
          <p:nvPr/>
        </p:nvSpPr>
        <p:spPr>
          <a:xfrm>
            <a:off x="8357177" y="149961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7735385" y="185806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8035308" y="185806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47" name="標籤"/>
          <p:cNvSpPr/>
          <p:nvPr/>
        </p:nvSpPr>
        <p:spPr>
          <a:xfrm>
            <a:off x="8357177" y="186537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48" name="卡片"/>
          <p:cNvSpPr/>
          <p:nvPr/>
        </p:nvSpPr>
        <p:spPr>
          <a:xfrm>
            <a:off x="438912" y="4059936"/>
            <a:ext cx="8875532" cy="43891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15621" y="4652467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1215544" y="4652467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52" name="標籤"/>
          <p:cNvSpPr/>
          <p:nvPr/>
        </p:nvSpPr>
        <p:spPr>
          <a:xfrm>
            <a:off x="1537413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53" name="編號"/>
          <p:cNvSpPr/>
          <p:nvPr/>
        </p:nvSpPr>
        <p:spPr>
          <a:xfrm>
            <a:off x="3134504" y="4652467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54" name="編號"/>
          <p:cNvSpPr/>
          <p:nvPr/>
        </p:nvSpPr>
        <p:spPr>
          <a:xfrm>
            <a:off x="3434427" y="4652467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55" name="標籤"/>
          <p:cNvSpPr/>
          <p:nvPr/>
        </p:nvSpPr>
        <p:spPr>
          <a:xfrm>
            <a:off x="3756296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56" name="編號"/>
          <p:cNvSpPr/>
          <p:nvPr/>
        </p:nvSpPr>
        <p:spPr>
          <a:xfrm>
            <a:off x="5503349" y="4652467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57" name="標籤"/>
          <p:cNvSpPr/>
          <p:nvPr/>
        </p:nvSpPr>
        <p:spPr>
          <a:xfrm>
            <a:off x="5825218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58" name="編號"/>
          <p:cNvSpPr/>
          <p:nvPr/>
        </p:nvSpPr>
        <p:spPr>
          <a:xfrm>
            <a:off x="7572270" y="4652467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59" name="編號"/>
          <p:cNvSpPr/>
          <p:nvPr/>
        </p:nvSpPr>
        <p:spPr>
          <a:xfrm>
            <a:off x="7872194" y="4652467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60" name="標籤"/>
          <p:cNvSpPr/>
          <p:nvPr/>
        </p:nvSpPr>
        <p:spPr>
          <a:xfrm>
            <a:off x="8194062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13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2739949" cy="292608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30067" y="855878"/>
            <a:ext cx="87782" cy="292608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C9A227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438912" y="3035808"/>
            <a:ext cx="694944" cy="43891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6" name="處理"/>
          <p:cNvSpPr/>
          <p:nvPr/>
        </p:nvSpPr>
        <p:spPr>
          <a:xfrm>
            <a:off x="1499616" y="2399386"/>
            <a:ext cx="731520" cy="395021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7" name="處理"/>
          <p:cNvSpPr/>
          <p:nvPr/>
        </p:nvSpPr>
        <p:spPr>
          <a:xfrm>
            <a:off x="1499616" y="3716122"/>
            <a:ext cx="731520" cy="395021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20" name="處理"/>
          <p:cNvSpPr/>
          <p:nvPr/>
        </p:nvSpPr>
        <p:spPr>
          <a:xfrm>
            <a:off x="2596896" y="3035808"/>
            <a:ext cx="694944" cy="438912"/>
          </a:xfrm>
          <a:prstGeom prst="roundRect">
            <a:avLst>
              <a:gd name="adj" fmla="val 20000"/>
            </a:avLst>
          </a:prstGeom>
          <a:solidFill>
            <a:srgbClr val="2F5D50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2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3840480" y="1931213"/>
            <a:ext cx="1463040" cy="52669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4800397" y="1828800"/>
            <a:ext cx="393395" cy="204826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2" name="標籤"/>
          <p:cNvSpPr/>
          <p:nvPr/>
        </p:nvSpPr>
        <p:spPr>
          <a:xfrm>
            <a:off x="3950208" y="2355494"/>
            <a:ext cx="494995" cy="204826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3" name="卡片"/>
          <p:cNvSpPr/>
          <p:nvPr/>
        </p:nvSpPr>
        <p:spPr>
          <a:xfrm>
            <a:off x="3840480" y="2991917"/>
            <a:ext cx="1463040" cy="52669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5" name="標籤"/>
          <p:cNvSpPr/>
          <p:nvPr/>
        </p:nvSpPr>
        <p:spPr>
          <a:xfrm>
            <a:off x="4800397" y="2889504"/>
            <a:ext cx="393395" cy="204826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6" name="標籤"/>
          <p:cNvSpPr/>
          <p:nvPr/>
        </p:nvSpPr>
        <p:spPr>
          <a:xfrm>
            <a:off x="3950208" y="3416198"/>
            <a:ext cx="494995" cy="204826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7" name="卡片"/>
          <p:cNvSpPr/>
          <p:nvPr/>
        </p:nvSpPr>
        <p:spPr>
          <a:xfrm>
            <a:off x="3840480" y="4052621"/>
            <a:ext cx="1463040" cy="52669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39" name="標籤"/>
          <p:cNvSpPr/>
          <p:nvPr/>
        </p:nvSpPr>
        <p:spPr>
          <a:xfrm>
            <a:off x="4800397" y="3950208"/>
            <a:ext cx="393395" cy="204826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40" name="標籤"/>
          <p:cNvSpPr/>
          <p:nvPr/>
        </p:nvSpPr>
        <p:spPr>
          <a:xfrm>
            <a:off x="3950208" y="4476902"/>
            <a:ext cx="494995" cy="204826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1" name="寬欄條"/>
          <p:cNvSpPr/>
          <p:nvPr/>
        </p:nvSpPr>
        <p:spPr>
          <a:xfrm>
            <a:off x="5669280" y="1645920"/>
            <a:ext cx="438912" cy="310896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6254496" y="1645920"/>
            <a:ext cx="438912" cy="310896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5713171" y="2018995"/>
            <a:ext cx="351130" cy="35113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6298387" y="2018995"/>
            <a:ext cx="351130" cy="35113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46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5713171" y="3079699"/>
            <a:ext cx="351130" cy="35113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298387" y="3079699"/>
            <a:ext cx="351130" cy="35113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5713171" y="4140403"/>
            <a:ext cx="351130" cy="35113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6298387" y="4140403"/>
            <a:ext cx="351130" cy="35113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56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58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1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3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66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68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13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墨綠筆記</dc:title>
  <dc:subject>PptxGenJS Presentation</dc:subject>
  <dc:creator>PPT Style Studio</dc:creator>
  <cp:lastModifiedBy>PPT Style Studio</cp:lastModifiedBy>
  <cp:revision>1</cp:revision>
  <dcterms:created xsi:type="dcterms:W3CDTF">2026-10-09T02:33:47Z</dcterms:created>
  <dcterms:modified xsi:type="dcterms:W3CDTF">2026-10-09T02:33:47Z</dcterms:modified>
</cp:coreProperties>
</file>