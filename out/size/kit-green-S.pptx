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3045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947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524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7432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524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58906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18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524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126364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8228777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8331190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5616042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106160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6231941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722059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8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10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2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4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6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8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20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2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4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6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8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30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2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4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6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8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40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2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4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6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8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50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2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4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6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8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60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2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4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6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8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70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2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4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6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8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80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2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4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6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8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90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2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4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6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8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100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2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4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6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8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10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2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4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6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8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20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2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4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23114" cap="rnd">
            <a:solidFill>
              <a:srgbClr val="2F5D5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6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8912" y="401238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599846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9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23114" cap="rnd">
              <a:solidFill>
                <a:srgbClr val="2F5D5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2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23368" cap="rnd">
              <a:solidFill>
                <a:srgbClr val="2F5D5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5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9177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9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23114" cap="rnd">
              <a:solidFill>
                <a:srgbClr val="2F5D5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3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8415" cap="rnd">
              <a:solidFill>
                <a:srgbClr val="2F5D5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8415" cap="rnd">
              <a:solidFill>
                <a:srgbClr val="2F5D5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8415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54" name="Text 15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0201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102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87782"/>
                </a:lnTo>
                <a:arcTo hR="87782" wR="87782" stAng="10800000" swAng="5400000"/>
                <a:lnTo>
                  <a:pt x="863194" y="0"/>
                </a:lnTo>
                <a:arcTo hR="87782" wR="8778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18865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6291072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6393485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三角形"/>
          <p:cNvSpPr/>
          <p:nvPr/>
        </p:nvSpPr>
        <p:spPr>
          <a:xfrm>
            <a:off x="7066483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7168896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727130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800" dirty="0"/>
          </a:p>
        </p:txBody>
      </p:sp>
      <p:sp>
        <p:nvSpPr>
          <p:cNvPr id="7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800" dirty="0"/>
          </a:p>
        </p:txBody>
      </p:sp>
      <p:sp>
        <p:nvSpPr>
          <p:cNvPr id="82" name="流程鏈"/>
          <p:cNvSpPr/>
          <p:nvPr/>
        </p:nvSpPr>
        <p:spPr>
          <a:xfrm>
            <a:off x="5669280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3" name="三角形"/>
          <p:cNvSpPr/>
          <p:nvPr/>
        </p:nvSpPr>
        <p:spPr>
          <a:xfrm>
            <a:off x="6194755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6297168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6399581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6534912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三角形"/>
          <p:cNvSpPr/>
          <p:nvPr/>
        </p:nvSpPr>
        <p:spPr>
          <a:xfrm>
            <a:off x="7060387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7162800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7265213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7400544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3089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990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87782"/>
                </a:lnTo>
                <a:arcTo hR="87782" wR="87782" stAng="10800000" swAng="5400000"/>
                <a:lnTo>
                  <a:pt x="2640787" y="0"/>
                </a:lnTo>
                <a:arcTo hR="87782" wR="8778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02442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1454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6263762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36617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646858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60391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三角形"/>
          <p:cNvSpPr/>
          <p:nvPr/>
        </p:nvSpPr>
        <p:spPr>
          <a:xfrm>
            <a:off x="7820193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92260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802501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816034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7" name="流程鏈"/>
          <p:cNvSpPr/>
          <p:nvPr/>
        </p:nvSpPr>
        <p:spPr>
          <a:xfrm>
            <a:off x="5047488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566774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5770157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587256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5963644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32" name="三角形"/>
          <p:cNvSpPr/>
          <p:nvPr/>
        </p:nvSpPr>
        <p:spPr>
          <a:xfrm>
            <a:off x="658389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6686312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678872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6879799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6" name="三角形"/>
          <p:cNvSpPr/>
          <p:nvPr/>
        </p:nvSpPr>
        <p:spPr>
          <a:xfrm>
            <a:off x="750005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7602468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770488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7795955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40" name="三角形"/>
          <p:cNvSpPr/>
          <p:nvPr/>
        </p:nvSpPr>
        <p:spPr>
          <a:xfrm>
            <a:off x="841621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851862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8621036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8712111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44" name="流程鏈"/>
          <p:cNvSpPr/>
          <p:nvPr/>
        </p:nvSpPr>
        <p:spPr>
          <a:xfrm>
            <a:off x="5047488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45" name="三角形"/>
          <p:cNvSpPr/>
          <p:nvPr/>
        </p:nvSpPr>
        <p:spPr>
          <a:xfrm>
            <a:off x="5874654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597706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607948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6214811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49" name="三角形"/>
          <p:cNvSpPr/>
          <p:nvPr/>
        </p:nvSpPr>
        <p:spPr>
          <a:xfrm>
            <a:off x="704197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714439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724680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7382134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53" name="三角形"/>
          <p:cNvSpPr/>
          <p:nvPr/>
        </p:nvSpPr>
        <p:spPr>
          <a:xfrm>
            <a:off x="820930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831171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8414126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8549457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047488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4811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382134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49457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636061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26179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924138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026551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128964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8" name="三角形"/>
          <p:cNvSpPr/>
          <p:nvPr/>
        </p:nvSpPr>
        <p:spPr>
          <a:xfrm>
            <a:off x="1719026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1821439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1923852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4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5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60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61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5933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0835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524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5D5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230636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335353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347642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618914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31204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434938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3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1974080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076493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1789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3816486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39188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402131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7" name="三角形"/>
          <p:cNvSpPr/>
          <p:nvPr/>
        </p:nvSpPr>
        <p:spPr>
          <a:xfrm>
            <a:off x="565889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57613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5863718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75012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7603711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706124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2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3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524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438912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3883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9" name="編號"/>
          <p:cNvSpPr/>
          <p:nvPr/>
        </p:nvSpPr>
        <p:spPr>
          <a:xfrm>
            <a:off x="438912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3883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773538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035308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773538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035308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121554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13450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4" name="編號"/>
          <p:cNvSpPr/>
          <p:nvPr/>
        </p:nvSpPr>
        <p:spPr>
          <a:xfrm>
            <a:off x="3434427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6" name="編號"/>
          <p:cNvSpPr/>
          <p:nvPr/>
        </p:nvSpPr>
        <p:spPr>
          <a:xfrm>
            <a:off x="5503349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572270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9" name="編號"/>
          <p:cNvSpPr/>
          <p:nvPr/>
        </p:nvSpPr>
        <p:spPr>
          <a:xfrm>
            <a:off x="787219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73994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3006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