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67259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4917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685800" y="206311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7" name="流程方塊"/>
          <p:cNvSpPr/>
          <p:nvPr/>
        </p:nvSpPr>
        <p:spPr>
          <a:xfrm>
            <a:off x="249770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8" name="圖說"/>
          <p:cNvSpPr/>
          <p:nvPr/>
        </p:nvSpPr>
        <p:spPr>
          <a:xfrm>
            <a:off x="234315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9" name="流程方塊"/>
          <p:cNvSpPr/>
          <p:nvPr/>
        </p:nvSpPr>
        <p:spPr>
          <a:xfrm>
            <a:off x="424698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0" name="圖說"/>
          <p:cNvSpPr/>
          <p:nvPr/>
        </p:nvSpPr>
        <p:spPr>
          <a:xfrm>
            <a:off x="409243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1" name="流程方塊"/>
          <p:cNvSpPr/>
          <p:nvPr/>
        </p:nvSpPr>
        <p:spPr>
          <a:xfrm>
            <a:off x="599626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2EBE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2" name="圖說"/>
          <p:cNvSpPr/>
          <p:nvPr/>
        </p:nvSpPr>
        <p:spPr>
          <a:xfrm>
            <a:off x="584171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3" name="流程方塊"/>
          <p:cNvSpPr/>
          <p:nvPr/>
        </p:nvSpPr>
        <p:spPr>
          <a:xfrm>
            <a:off x="774554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4" name="圖說"/>
          <p:cNvSpPr/>
          <p:nvPr/>
        </p:nvSpPr>
        <p:spPr>
          <a:xfrm>
            <a:off x="7590990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5" name="流程方塊"/>
          <p:cNvSpPr/>
          <p:nvPr/>
        </p:nvSpPr>
        <p:spPr>
          <a:xfrm>
            <a:off x="9494819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7813">
            <a:solidFill>
              <a:srgbClr val="2F5D5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6" name="圖說"/>
          <p:cNvSpPr/>
          <p:nvPr/>
        </p:nvSpPr>
        <p:spPr>
          <a:xfrm>
            <a:off x="9340269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7" name="流程方塊"/>
          <p:cNvSpPr/>
          <p:nvPr/>
        </p:nvSpPr>
        <p:spPr>
          <a:xfrm>
            <a:off x="11244099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2F5D50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8" name="圖說"/>
          <p:cNvSpPr/>
          <p:nvPr/>
        </p:nvSpPr>
        <p:spPr>
          <a:xfrm>
            <a:off x="11089549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9" name="流程方塊"/>
          <p:cNvSpPr/>
          <p:nvPr/>
        </p:nvSpPr>
        <p:spPr>
          <a:xfrm>
            <a:off x="12993379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20" name="圖說"/>
          <p:cNvSpPr/>
          <p:nvPr/>
        </p:nvSpPr>
        <p:spPr>
          <a:xfrm>
            <a:off x="12838829" y="24974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685800" y="27146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685800" y="29203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3" name="判斷菱形"/>
          <p:cNvSpPr/>
          <p:nvPr/>
        </p:nvSpPr>
        <p:spPr>
          <a:xfrm>
            <a:off x="2583425" y="27774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4" name="圖說"/>
          <p:cNvSpPr/>
          <p:nvPr/>
        </p:nvSpPr>
        <p:spPr>
          <a:xfrm>
            <a:off x="234315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5" name="判斷菱形"/>
          <p:cNvSpPr/>
          <p:nvPr/>
        </p:nvSpPr>
        <p:spPr>
          <a:xfrm>
            <a:off x="4332705" y="27774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6" name="圖說"/>
          <p:cNvSpPr/>
          <p:nvPr/>
        </p:nvSpPr>
        <p:spPr>
          <a:xfrm>
            <a:off x="409243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7" name="判斷菱形"/>
          <p:cNvSpPr/>
          <p:nvPr/>
        </p:nvSpPr>
        <p:spPr>
          <a:xfrm>
            <a:off x="6081985" y="2777490"/>
            <a:ext cx="1200150" cy="594360"/>
          </a:xfrm>
          <a:prstGeom prst="diamond">
            <a:avLst/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8" name="圖說"/>
          <p:cNvSpPr/>
          <p:nvPr/>
        </p:nvSpPr>
        <p:spPr>
          <a:xfrm>
            <a:off x="584171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9" name="判斷菱形"/>
          <p:cNvSpPr/>
          <p:nvPr/>
        </p:nvSpPr>
        <p:spPr>
          <a:xfrm>
            <a:off x="7831265" y="27774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2F5D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0" name="圖說"/>
          <p:cNvSpPr/>
          <p:nvPr/>
        </p:nvSpPr>
        <p:spPr>
          <a:xfrm>
            <a:off x="7590990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1" name="判斷菱形"/>
          <p:cNvSpPr/>
          <p:nvPr/>
        </p:nvSpPr>
        <p:spPr>
          <a:xfrm>
            <a:off x="9580544" y="2777490"/>
            <a:ext cx="1200150" cy="594360"/>
          </a:xfrm>
          <a:prstGeom prst="diamond">
            <a:avLst/>
          </a:prstGeom>
          <a:solidFill>
            <a:srgbClr val="2F5D50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2" name="圖說"/>
          <p:cNvSpPr/>
          <p:nvPr/>
        </p:nvSpPr>
        <p:spPr>
          <a:xfrm>
            <a:off x="9340269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3" name="判斷菱形"/>
          <p:cNvSpPr/>
          <p:nvPr/>
        </p:nvSpPr>
        <p:spPr>
          <a:xfrm>
            <a:off x="11329824" y="27774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4" name="圖說"/>
          <p:cNvSpPr/>
          <p:nvPr/>
        </p:nvSpPr>
        <p:spPr>
          <a:xfrm>
            <a:off x="11089549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777490"/>
            <a:ext cx="1394460" cy="594360"/>
            <a:chOff x="12913369" y="2777490"/>
            <a:chExt cx="1394460" cy="594360"/>
          </a:xfrm>
        </p:grpSpPr>
        <p:sp>
          <p:nvSpPr>
            <p:cNvPr id="35" name="判斷菱形"/>
            <p:cNvSpPr/>
            <p:nvPr/>
          </p:nvSpPr>
          <p:spPr>
            <a:xfrm>
              <a:off x="12913369" y="27774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3622029" y="3074670"/>
              <a:ext cx="685800" cy="0"/>
            </a:xfrm>
            <a:prstGeom prst="line">
              <a:avLst/>
            </a:prstGeom>
            <a:noFill/>
            <a:ln w="23876">
              <a:solidFill>
                <a:srgbClr val="8C8C8C"/>
              </a:solidFill>
              <a:prstDash val="solid"/>
              <a:tailEnd type="triangle"/>
            </a:ln>
          </p:spPr>
        </p:sp>
        <p:sp>
          <p:nvSpPr>
            <p:cNvPr id="37" name="標註"/>
            <p:cNvSpPr/>
            <p:nvPr/>
          </p:nvSpPr>
          <p:spPr>
            <a:xfrm>
              <a:off x="13644889" y="2846070"/>
              <a:ext cx="3429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2838829" y="34118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685800" y="36290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685800" y="37547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1" name="開始／結束"/>
          <p:cNvSpPr/>
          <p:nvPr/>
        </p:nvSpPr>
        <p:spPr>
          <a:xfrm>
            <a:off x="249770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2F5D50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2" name="圖說"/>
          <p:cNvSpPr/>
          <p:nvPr/>
        </p:nvSpPr>
        <p:spPr>
          <a:xfrm>
            <a:off x="234315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3" name="開始／結束"/>
          <p:cNvSpPr/>
          <p:nvPr/>
        </p:nvSpPr>
        <p:spPr>
          <a:xfrm>
            <a:off x="424698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4" name="圖說"/>
          <p:cNvSpPr/>
          <p:nvPr/>
        </p:nvSpPr>
        <p:spPr>
          <a:xfrm>
            <a:off x="409243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5" name="開始／結束"/>
          <p:cNvSpPr/>
          <p:nvPr/>
        </p:nvSpPr>
        <p:spPr>
          <a:xfrm>
            <a:off x="599626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6" name="圖說"/>
          <p:cNvSpPr/>
          <p:nvPr/>
        </p:nvSpPr>
        <p:spPr>
          <a:xfrm>
            <a:off x="584171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7" name="開始／結束"/>
          <p:cNvSpPr/>
          <p:nvPr/>
        </p:nvSpPr>
        <p:spPr>
          <a:xfrm>
            <a:off x="774554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8" name="圖說"/>
          <p:cNvSpPr/>
          <p:nvPr/>
        </p:nvSpPr>
        <p:spPr>
          <a:xfrm>
            <a:off x="7590990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9" name="開始／結束"/>
          <p:cNvSpPr/>
          <p:nvPr/>
        </p:nvSpPr>
        <p:spPr>
          <a:xfrm>
            <a:off x="9494819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0" name="圖說"/>
          <p:cNvSpPr/>
          <p:nvPr/>
        </p:nvSpPr>
        <p:spPr>
          <a:xfrm>
            <a:off x="9340269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1" name="開始／結束"/>
          <p:cNvSpPr/>
          <p:nvPr/>
        </p:nvSpPr>
        <p:spPr>
          <a:xfrm>
            <a:off x="11244099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2" name="圖說"/>
          <p:cNvSpPr/>
          <p:nvPr/>
        </p:nvSpPr>
        <p:spPr>
          <a:xfrm>
            <a:off x="11089549" y="41662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3" name="線條"/>
          <p:cNvSpPr/>
          <p:nvPr/>
        </p:nvSpPr>
        <p:spPr>
          <a:xfrm>
            <a:off x="685800" y="43834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685800" y="45205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5" name="線條"/>
          <p:cNvSpPr/>
          <p:nvPr/>
        </p:nvSpPr>
        <p:spPr>
          <a:xfrm>
            <a:off x="2520560" y="4674870"/>
            <a:ext cx="132588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234315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7" name="線條"/>
          <p:cNvSpPr/>
          <p:nvPr/>
        </p:nvSpPr>
        <p:spPr>
          <a:xfrm>
            <a:off x="4269840" y="4674870"/>
            <a:ext cx="1325880" cy="0"/>
          </a:xfrm>
          <a:prstGeom prst="line">
            <a:avLst/>
          </a:prstGeom>
          <a:noFill/>
          <a:ln w="42926">
            <a:solidFill>
              <a:srgbClr val="2F5D50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409243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9" name="連接線"/>
          <p:cNvSpPr/>
          <p:nvPr/>
        </p:nvSpPr>
        <p:spPr>
          <a:xfrm>
            <a:off x="6019120" y="45034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84171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61" name="線條"/>
          <p:cNvSpPr/>
          <p:nvPr/>
        </p:nvSpPr>
        <p:spPr>
          <a:xfrm>
            <a:off x="7768400" y="4674870"/>
            <a:ext cx="1325880" cy="0"/>
          </a:xfrm>
          <a:prstGeom prst="line">
            <a:avLst/>
          </a:prstGeom>
          <a:noFill/>
          <a:ln w="23876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7590990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3" name="線條"/>
          <p:cNvSpPr/>
          <p:nvPr/>
        </p:nvSpPr>
        <p:spPr>
          <a:xfrm>
            <a:off x="9517679" y="4674870"/>
            <a:ext cx="132588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  <a:headEnd type="triangle"/>
            <a:tailEnd type="triangle"/>
          </a:ln>
        </p:spPr>
      </p:sp>
      <p:sp>
        <p:nvSpPr>
          <p:cNvPr id="64" name="圖說"/>
          <p:cNvSpPr/>
          <p:nvPr/>
        </p:nvSpPr>
        <p:spPr>
          <a:xfrm>
            <a:off x="9340269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514850"/>
            <a:ext cx="800100" cy="320040"/>
            <a:chOff x="11518419" y="4514850"/>
            <a:chExt cx="800100" cy="320040"/>
          </a:xfrm>
        </p:grpSpPr>
        <p:sp>
          <p:nvSpPr>
            <p:cNvPr id="65" name="三角分隔"/>
            <p:cNvSpPr/>
            <p:nvPr/>
          </p:nvSpPr>
          <p:spPr>
            <a:xfrm>
              <a:off x="11518419" y="45491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12135639" y="45148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11089549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8" name="區塊箭頭"/>
          <p:cNvSpPr/>
          <p:nvPr/>
        </p:nvSpPr>
        <p:spPr>
          <a:xfrm>
            <a:off x="13050529" y="44462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2838829" y="49434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70" name="線條"/>
          <p:cNvSpPr/>
          <p:nvPr/>
        </p:nvSpPr>
        <p:spPr>
          <a:xfrm>
            <a:off x="685800" y="51606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685800" y="53206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2" name="警示方塊"/>
          <p:cNvSpPr/>
          <p:nvPr/>
        </p:nvSpPr>
        <p:spPr>
          <a:xfrm>
            <a:off x="2497700" y="52235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23876">
            <a:solidFill>
              <a:srgbClr val="C0504D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3" name="圖說"/>
          <p:cNvSpPr/>
          <p:nvPr/>
        </p:nvSpPr>
        <p:spPr>
          <a:xfrm>
            <a:off x="234315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4" name="警示方塊"/>
          <p:cNvSpPr/>
          <p:nvPr/>
        </p:nvSpPr>
        <p:spPr>
          <a:xfrm>
            <a:off x="4246980" y="52235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5" name="圖說"/>
          <p:cNvSpPr/>
          <p:nvPr/>
        </p:nvSpPr>
        <p:spPr>
          <a:xfrm>
            <a:off x="409243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6" name="警示方塊"/>
          <p:cNvSpPr/>
          <p:nvPr/>
        </p:nvSpPr>
        <p:spPr>
          <a:xfrm>
            <a:off x="5996260" y="52235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7" name="圖說"/>
          <p:cNvSpPr/>
          <p:nvPr/>
        </p:nvSpPr>
        <p:spPr>
          <a:xfrm>
            <a:off x="584171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218481"/>
            <a:ext cx="595055" cy="512978"/>
            <a:chOff x="8133812" y="5218481"/>
            <a:chExt cx="595055" cy="512978"/>
          </a:xfrm>
        </p:grpSpPr>
        <p:sp>
          <p:nvSpPr>
            <p:cNvPr id="78" name="警告三角"/>
            <p:cNvSpPr/>
            <p:nvPr/>
          </p:nvSpPr>
          <p:spPr>
            <a:xfrm>
              <a:off x="8133812" y="52184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8133812" y="5372374"/>
              <a:ext cx="595055" cy="348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7590990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81" name="錯誤標記"/>
          <p:cNvSpPr/>
          <p:nvPr/>
        </p:nvSpPr>
        <p:spPr>
          <a:xfrm>
            <a:off x="9974422" y="5268773"/>
            <a:ext cx="412394" cy="412394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2" name="圖說"/>
          <p:cNvSpPr/>
          <p:nvPr/>
        </p:nvSpPr>
        <p:spPr>
          <a:xfrm>
            <a:off x="9340269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149215"/>
            <a:ext cx="1445895" cy="577215"/>
            <a:chOff x="11244099" y="5149215"/>
            <a:chExt cx="1445895" cy="577215"/>
          </a:xfrm>
        </p:grpSpPr>
        <p:sp>
          <p:nvSpPr>
            <p:cNvPr id="83" name="流程方塊"/>
            <p:cNvSpPr/>
            <p:nvPr/>
          </p:nvSpPr>
          <p:spPr>
            <a:xfrm>
              <a:off x="11244099" y="5223510"/>
              <a:ext cx="1371600" cy="50292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12495684" y="5149215"/>
              <a:ext cx="194310" cy="194310"/>
            </a:xfrm>
            <a:prstGeom prst="ellipse">
              <a:avLst/>
            </a:prstGeom>
            <a:solidFill>
              <a:srgbClr val="C0504D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11089549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6" name="連接線"/>
          <p:cNvSpPr/>
          <p:nvPr/>
        </p:nvSpPr>
        <p:spPr>
          <a:xfrm>
            <a:off x="13016239" y="52920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noFill/>
          <a:ln w="19812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2838829" y="5766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8" name="線條"/>
          <p:cNvSpPr/>
          <p:nvPr/>
        </p:nvSpPr>
        <p:spPr>
          <a:xfrm>
            <a:off x="685800" y="5983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685800" y="624649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90" name="大圓"/>
          <p:cNvSpPr/>
          <p:nvPr/>
        </p:nvSpPr>
        <p:spPr>
          <a:xfrm>
            <a:off x="2829170" y="6046470"/>
            <a:ext cx="708660" cy="708660"/>
          </a:xfrm>
          <a:prstGeom prst="ellipse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234315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5977890"/>
            <a:ext cx="845820" cy="845820"/>
            <a:chOff x="4509870" y="5977890"/>
            <a:chExt cx="845820" cy="845820"/>
          </a:xfrm>
        </p:grpSpPr>
        <p:sp>
          <p:nvSpPr>
            <p:cNvPr id="92" name="外圈細環"/>
            <p:cNvSpPr/>
            <p:nvPr/>
          </p:nvSpPr>
          <p:spPr>
            <a:xfrm>
              <a:off x="4509870" y="5977890"/>
              <a:ext cx="845820" cy="845820"/>
            </a:xfrm>
            <a:prstGeom prst="ellipse">
              <a:avLst/>
            </a:prstGeom>
            <a:noFill/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4578450" y="60464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409243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5" name="外框圓"/>
          <p:cNvSpPr/>
          <p:nvPr/>
        </p:nvSpPr>
        <p:spPr>
          <a:xfrm>
            <a:off x="6327730" y="6046470"/>
            <a:ext cx="708660" cy="7086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584171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56970" y="6206490"/>
            <a:ext cx="1348740" cy="388620"/>
            <a:chOff x="7756970" y="6206490"/>
            <a:chExt cx="1348740" cy="388620"/>
          </a:xfrm>
        </p:grpSpPr>
        <p:sp>
          <p:nvSpPr>
            <p:cNvPr id="97" name="編號"/>
            <p:cNvSpPr/>
            <p:nvPr/>
          </p:nvSpPr>
          <p:spPr>
            <a:xfrm>
              <a:off x="7756970" y="6206490"/>
              <a:ext cx="388620" cy="388620"/>
            </a:xfrm>
            <a:prstGeom prst="roundRect">
              <a:avLst>
                <a:gd name="adj" fmla="val 1764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8237030" y="6206490"/>
              <a:ext cx="388620" cy="388620"/>
            </a:xfrm>
            <a:prstGeom prst="roundRect">
              <a:avLst>
                <a:gd name="adj" fmla="val 1764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8717090" y="6206490"/>
              <a:ext cx="388620" cy="388620"/>
            </a:xfrm>
            <a:prstGeom prst="roundRect">
              <a:avLst>
                <a:gd name="adj" fmla="val 1764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7590990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101" name="標籤"/>
          <p:cNvSpPr/>
          <p:nvPr/>
        </p:nvSpPr>
        <p:spPr>
          <a:xfrm>
            <a:off x="9677750" y="621792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2" name="圖說"/>
          <p:cNvSpPr/>
          <p:nvPr/>
        </p:nvSpPr>
        <p:spPr>
          <a:xfrm>
            <a:off x="9340269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229350"/>
            <a:ext cx="1384300" cy="342900"/>
            <a:chOff x="11237749" y="6229350"/>
            <a:chExt cx="1384300" cy="342900"/>
          </a:xfrm>
        </p:grpSpPr>
        <p:sp>
          <p:nvSpPr>
            <p:cNvPr id="103" name="標籤"/>
            <p:cNvSpPr/>
            <p:nvPr/>
          </p:nvSpPr>
          <p:spPr>
            <a:xfrm>
              <a:off x="11237749" y="6229350"/>
              <a:ext cx="646430" cy="342900"/>
            </a:xfrm>
            <a:prstGeom prst="roundRect">
              <a:avLst>
                <a:gd name="adj" fmla="val 1666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11975619" y="6229350"/>
              <a:ext cx="646430" cy="342900"/>
            </a:xfrm>
            <a:prstGeom prst="roundRect">
              <a:avLst>
                <a:gd name="adj" fmla="val 16667"/>
              </a:avLst>
            </a:prstGeom>
            <a:solidFill>
              <a:srgbClr val="DFDFDF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11089549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315075"/>
            <a:ext cx="857250" cy="171450"/>
            <a:chOff x="13250554" y="6315075"/>
            <a:chExt cx="857250" cy="171450"/>
          </a:xfrm>
        </p:grpSpPr>
        <p:sp>
          <p:nvSpPr>
            <p:cNvPr id="106" name="圓點"/>
            <p:cNvSpPr/>
            <p:nvPr/>
          </p:nvSpPr>
          <p:spPr>
            <a:xfrm>
              <a:off x="13250554" y="6315075"/>
              <a:ext cx="171450" cy="171450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13593454" y="6315075"/>
              <a:ext cx="171450" cy="171450"/>
            </a:xfrm>
            <a:prstGeom prst="ellipse">
              <a:avLst/>
            </a:pr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3936354" y="6315075"/>
              <a:ext cx="171450" cy="17145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12838829" y="67951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10" name="線條"/>
          <p:cNvSpPr/>
          <p:nvPr/>
        </p:nvSpPr>
        <p:spPr>
          <a:xfrm>
            <a:off x="685800" y="70123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685800" y="71837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040880"/>
            <a:ext cx="1371600" cy="560070"/>
            <a:chOff x="2497700" y="7040880"/>
            <a:chExt cx="1371600" cy="560070"/>
          </a:xfrm>
        </p:grpSpPr>
        <p:sp>
          <p:nvSpPr>
            <p:cNvPr id="112" name="群組框"/>
            <p:cNvSpPr/>
            <p:nvPr/>
          </p:nvSpPr>
          <p:spPr>
            <a:xfrm>
              <a:off x="2497700" y="7143750"/>
              <a:ext cx="1371600" cy="457200"/>
            </a:xfrm>
            <a:prstGeom prst="roundRect">
              <a:avLst>
                <a:gd name="adj" fmla="val 25000"/>
              </a:avLst>
            </a:prstGeom>
            <a:noFill/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2612000" y="7040880"/>
              <a:ext cx="708660" cy="205740"/>
            </a:xfrm>
            <a:prstGeom prst="rect">
              <a:avLst/>
            </a:prstGeom>
            <a:solidFill>
              <a:srgbClr val="F4F4F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234315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5" name="淺灰面板"/>
          <p:cNvSpPr/>
          <p:nvPr/>
        </p:nvSpPr>
        <p:spPr>
          <a:xfrm>
            <a:off x="4246980" y="70751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409243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7" name="卡片"/>
          <p:cNvSpPr/>
          <p:nvPr/>
        </p:nvSpPr>
        <p:spPr>
          <a:xfrm>
            <a:off x="5996260" y="7075170"/>
            <a:ext cx="13716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584171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19" name="卡片"/>
          <p:cNvSpPr/>
          <p:nvPr/>
        </p:nvSpPr>
        <p:spPr>
          <a:xfrm>
            <a:off x="7745540" y="7075170"/>
            <a:ext cx="13716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7590990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075170"/>
            <a:ext cx="1371600" cy="525780"/>
            <a:chOff x="9494819" y="7075170"/>
            <a:chExt cx="1371600" cy="525780"/>
          </a:xfrm>
        </p:grpSpPr>
        <p:sp>
          <p:nvSpPr>
            <p:cNvPr id="121" name="卡片"/>
            <p:cNvSpPr/>
            <p:nvPr/>
          </p:nvSpPr>
          <p:spPr>
            <a:xfrm>
              <a:off x="9494819" y="7075170"/>
              <a:ext cx="1371600" cy="52578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9494819" y="70751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114300"/>
                  </a:lnTo>
                  <a:arcTo hR="114300" wR="114300" stAng="10800000" swAng="5400000"/>
                  <a:lnTo>
                    <a:pt x="1257300" y="0"/>
                  </a:lnTo>
                  <a:arcTo hR="114300" wR="11430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9340269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075170"/>
            <a:ext cx="1371600" cy="525780"/>
            <a:chOff x="11244099" y="7075170"/>
            <a:chExt cx="1371600" cy="525780"/>
          </a:xfrm>
        </p:grpSpPr>
        <p:sp>
          <p:nvSpPr>
            <p:cNvPr id="124" name="卡片"/>
            <p:cNvSpPr/>
            <p:nvPr/>
          </p:nvSpPr>
          <p:spPr>
            <a:xfrm>
              <a:off x="11244099" y="70751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11244099" y="7075170"/>
              <a:ext cx="68580" cy="525780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11089549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075170"/>
            <a:ext cx="914400" cy="525780"/>
            <a:chOff x="13221979" y="7075170"/>
            <a:chExt cx="914400" cy="525780"/>
          </a:xfrm>
        </p:grpSpPr>
        <p:sp>
          <p:nvSpPr>
            <p:cNvPr id="127" name="寬欄條"/>
            <p:cNvSpPr/>
            <p:nvPr/>
          </p:nvSpPr>
          <p:spPr>
            <a:xfrm>
              <a:off x="13221979" y="7075170"/>
              <a:ext cx="388620" cy="525780"/>
            </a:xfrm>
            <a:prstGeom prst="roundRect">
              <a:avLst>
                <a:gd name="adj" fmla="val 35294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13747759" y="7075170"/>
              <a:ext cx="388620" cy="525780"/>
            </a:xfrm>
            <a:prstGeom prst="roundRect">
              <a:avLst>
                <a:gd name="adj" fmla="val 35294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2838829" y="76409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30" name="線條"/>
          <p:cNvSpPr/>
          <p:nvPr/>
        </p:nvSpPr>
        <p:spPr>
          <a:xfrm>
            <a:off x="2171700" y="2125980"/>
            <a:ext cx="0" cy="56692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2" name="Text 13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71704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62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93726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9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960120" y="2846070"/>
              <a:ext cx="297180" cy="297180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176415" y="2846070"/>
              <a:ext cx="297180" cy="297180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3392710" y="2846070"/>
              <a:ext cx="297180" cy="297180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17" name="Text 15"/>
          <p:cNvSpPr/>
          <p:nvPr/>
        </p:nvSpPr>
        <p:spPr>
          <a:xfrm>
            <a:off x="4215670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446713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9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20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3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5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8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7745540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799700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31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2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23876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11275409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1526869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2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5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9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685800" y="51492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93726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3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62" name="Text 60"/>
          <p:cNvSpPr/>
          <p:nvPr/>
        </p:nvSpPr>
        <p:spPr>
          <a:xfrm>
            <a:off x="4215670" y="51492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446713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4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5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77" name="Text 75"/>
          <p:cNvSpPr/>
          <p:nvPr/>
        </p:nvSpPr>
        <p:spPr>
          <a:xfrm>
            <a:off x="7745540" y="51492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799700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9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80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88" name="Text 86"/>
          <p:cNvSpPr/>
          <p:nvPr/>
        </p:nvSpPr>
        <p:spPr>
          <a:xfrm>
            <a:off x="11275409" y="51492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11526869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90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91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4" name="三角形"/>
            <p:cNvSpPr/>
            <p:nvPr/>
          </p:nvSpPr>
          <p:spPr>
            <a:xfrm>
              <a:off x="12697444" y="6406515"/>
              <a:ext cx="114300" cy="148590"/>
            </a:xfrm>
            <a:custGeom>
              <a:avLst/>
              <a:gdLst/>
              <a:ahLst/>
              <a:cxnLst/>
              <a:rect l="l" t="t" r="r" b="b"/>
              <a:pathLst>
                <a:path w="114300" h="148590">
                  <a:moveTo>
                    <a:pt x="0" y="0"/>
                  </a:moveTo>
                  <a:lnTo>
                    <a:pt x="114300" y="74295"/>
                  </a:lnTo>
                  <a:lnTo>
                    <a:pt x="0" y="148590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三角形"/>
            <p:cNvSpPr/>
            <p:nvPr/>
          </p:nvSpPr>
          <p:spPr>
            <a:xfrm>
              <a:off x="12857464" y="6406515"/>
              <a:ext cx="114300" cy="148590"/>
            </a:xfrm>
            <a:custGeom>
              <a:avLst/>
              <a:gdLst/>
              <a:ahLst/>
              <a:cxnLst/>
              <a:rect l="l" t="t" r="r" b="b"/>
              <a:pathLst>
                <a:path w="114300" h="148590">
                  <a:moveTo>
                    <a:pt x="0" y="0"/>
                  </a:moveTo>
                  <a:lnTo>
                    <a:pt x="114300" y="74295"/>
                  </a:lnTo>
                  <a:lnTo>
                    <a:pt x="0" y="148590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三角形"/>
            <p:cNvSpPr/>
            <p:nvPr/>
          </p:nvSpPr>
          <p:spPr>
            <a:xfrm>
              <a:off x="13017484" y="6406515"/>
              <a:ext cx="114300" cy="148590"/>
            </a:xfrm>
            <a:custGeom>
              <a:avLst/>
              <a:gdLst/>
              <a:ahLst/>
              <a:cxnLst/>
              <a:rect l="l" t="t" r="r" b="b"/>
              <a:pathLst>
                <a:path w="114300" h="148590">
                  <a:moveTo>
                    <a:pt x="0" y="0"/>
                  </a:moveTo>
                  <a:lnTo>
                    <a:pt x="114300" y="74295"/>
                  </a:lnTo>
                  <a:lnTo>
                    <a:pt x="0" y="148590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 w="27813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8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9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100" name="Text 98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8775065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540875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937260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6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8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30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2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3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38013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5689473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6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0190226" y="2268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0441686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2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23876">
              <a:solidFill>
                <a:srgbClr val="C0504D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11765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C1CEC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47" name="Text 43"/>
          <p:cNvSpPr/>
          <p:nvPr/>
        </p:nvSpPr>
        <p:spPr>
          <a:xfrm>
            <a:off x="685800" y="51263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937260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50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27813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137160"/>
                  </a:lnTo>
                  <a:arcTo hR="137160" wR="137160" stAng="10800000" swAng="5400000"/>
                  <a:lnTo>
                    <a:pt x="1225931" y="0"/>
                  </a:lnTo>
                  <a:arcTo hR="137160" wR="13716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C1CEC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2592007" y="7520940"/>
              <a:ext cx="551180" cy="251460"/>
            </a:xfrm>
            <a:prstGeom prst="roundRect">
              <a:avLst>
                <a:gd name="adj" fmla="val 2272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5438013" y="51263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5689473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80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81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10190226" y="51263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10441686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8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9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9" name="Text 105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9737408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個線條圖示：顏色、線寬跟著風格；每個都是可編輯的 PowerPoint 圖案，點一下即可複製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503218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1035034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1954" y="400050"/>
                </a:moveTo>
                <a:lnTo>
                  <a:pt x="361954" y="361954"/>
                </a:lnTo>
                <a:cubicBezTo>
                  <a:pt x="361954" y="319869"/>
                  <a:pt x="327835" y="285750"/>
                  <a:pt x="285750" y="285750"/>
                </a:cubicBezTo>
                <a:lnTo>
                  <a:pt x="171450" y="285750"/>
                </a:lnTo>
                <a:cubicBezTo>
                  <a:pt x="129365" y="285750"/>
                  <a:pt x="95246" y="319869"/>
                  <a:pt x="95246" y="361954"/>
                </a:cubicBezTo>
                <a:lnTo>
                  <a:pt x="95246" y="400050"/>
                </a:lnTo>
                <a:moveTo>
                  <a:pt x="304804" y="133354"/>
                </a:moveTo>
                <a:cubicBezTo>
                  <a:pt x="304804" y="175439"/>
                  <a:pt x="270685" y="209546"/>
                  <a:pt x="228600" y="209546"/>
                </a:cubicBezTo>
                <a:cubicBezTo>
                  <a:pt x="186515" y="209546"/>
                  <a:pt x="152396" y="175439"/>
                  <a:pt x="152396" y="133354"/>
                </a:cubicBezTo>
                <a:cubicBezTo>
                  <a:pt x="152396" y="91269"/>
                  <a:pt x="186515" y="57150"/>
                  <a:pt x="228600" y="57150"/>
                </a:cubicBezTo>
                <a:cubicBezTo>
                  <a:pt x="270685" y="57150"/>
                  <a:pt x="304804" y="91269"/>
                  <a:pt x="304804" y="1333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685800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1000" dirty="0"/>
          </a:p>
        </p:txBody>
      </p:sp>
      <p:sp>
        <p:nvSpPr>
          <p:cNvPr id="8" name="圖示 團隊"/>
          <p:cNvSpPr/>
          <p:nvPr/>
        </p:nvSpPr>
        <p:spPr>
          <a:xfrm>
            <a:off x="2190702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400050"/>
                </a:moveTo>
                <a:lnTo>
                  <a:pt x="304804" y="361954"/>
                </a:lnTo>
                <a:cubicBezTo>
                  <a:pt x="304804" y="319869"/>
                  <a:pt x="270685" y="285750"/>
                  <a:pt x="228600" y="285750"/>
                </a:cubicBezTo>
                <a:lnTo>
                  <a:pt x="114300" y="285750"/>
                </a:lnTo>
                <a:cubicBezTo>
                  <a:pt x="72215" y="285750"/>
                  <a:pt x="38096" y="319869"/>
                  <a:pt x="38096" y="361954"/>
                </a:cubicBezTo>
                <a:lnTo>
                  <a:pt x="38096" y="400050"/>
                </a:lnTo>
                <a:moveTo>
                  <a:pt x="304804" y="59585"/>
                </a:moveTo>
                <a:cubicBezTo>
                  <a:pt x="338408" y="68306"/>
                  <a:pt x="361874" y="98629"/>
                  <a:pt x="361874" y="133354"/>
                </a:cubicBezTo>
                <a:cubicBezTo>
                  <a:pt x="361874" y="168067"/>
                  <a:pt x="338408" y="198402"/>
                  <a:pt x="304804" y="207112"/>
                </a:cubicBezTo>
                <a:moveTo>
                  <a:pt x="419104" y="400050"/>
                </a:moveTo>
                <a:lnTo>
                  <a:pt x="419104" y="361954"/>
                </a:lnTo>
                <a:cubicBezTo>
                  <a:pt x="419070" y="327229"/>
                  <a:pt x="395569" y="296906"/>
                  <a:pt x="361954" y="288230"/>
                </a:cubicBezTo>
                <a:moveTo>
                  <a:pt x="247654" y="133354"/>
                </a:moveTo>
                <a:cubicBezTo>
                  <a:pt x="247654" y="175439"/>
                  <a:pt x="213535" y="209546"/>
                  <a:pt x="171450" y="209546"/>
                </a:cubicBezTo>
                <a:cubicBezTo>
                  <a:pt x="129365" y="209546"/>
                  <a:pt x="95246" y="175439"/>
                  <a:pt x="95246" y="133354"/>
                </a:cubicBezTo>
                <a:cubicBezTo>
                  <a:pt x="95246" y="91269"/>
                  <a:pt x="129365" y="57150"/>
                  <a:pt x="171450" y="57150"/>
                </a:cubicBezTo>
                <a:cubicBezTo>
                  <a:pt x="213535" y="57150"/>
                  <a:pt x="247654" y="91269"/>
                  <a:pt x="247654" y="1333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1841468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1000" dirty="0"/>
          </a:p>
        </p:txBody>
      </p:sp>
      <p:sp>
        <p:nvSpPr>
          <p:cNvPr id="10" name="圖示 負責人"/>
          <p:cNvSpPr/>
          <p:nvPr/>
        </p:nvSpPr>
        <p:spPr>
          <a:xfrm>
            <a:off x="3346371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209546"/>
                </a:moveTo>
                <a:lnTo>
                  <a:pt x="342900" y="247654"/>
                </a:lnTo>
                <a:lnTo>
                  <a:pt x="419104" y="171450"/>
                </a:lnTo>
                <a:moveTo>
                  <a:pt x="304804" y="400050"/>
                </a:moveTo>
                <a:lnTo>
                  <a:pt x="304804" y="361954"/>
                </a:lnTo>
                <a:cubicBezTo>
                  <a:pt x="304804" y="319869"/>
                  <a:pt x="270685" y="285750"/>
                  <a:pt x="228600" y="285750"/>
                </a:cubicBezTo>
                <a:lnTo>
                  <a:pt x="114300" y="285750"/>
                </a:lnTo>
                <a:cubicBezTo>
                  <a:pt x="72215" y="285750"/>
                  <a:pt x="38096" y="319869"/>
                  <a:pt x="38096" y="361954"/>
                </a:cubicBezTo>
                <a:lnTo>
                  <a:pt x="38096" y="400050"/>
                </a:lnTo>
                <a:moveTo>
                  <a:pt x="247654" y="133354"/>
                </a:moveTo>
                <a:cubicBezTo>
                  <a:pt x="247654" y="175439"/>
                  <a:pt x="213535" y="209546"/>
                  <a:pt x="171450" y="209546"/>
                </a:cubicBezTo>
                <a:cubicBezTo>
                  <a:pt x="129365" y="209546"/>
                  <a:pt x="95246" y="175439"/>
                  <a:pt x="95246" y="133354"/>
                </a:cubicBezTo>
                <a:cubicBezTo>
                  <a:pt x="95246" y="91269"/>
                  <a:pt x="129365" y="57150"/>
                  <a:pt x="171450" y="57150"/>
                </a:cubicBezTo>
                <a:cubicBezTo>
                  <a:pt x="213535" y="57150"/>
                  <a:pt x="247654" y="91269"/>
                  <a:pt x="247654" y="1333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2997137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</a:t>
            </a:r>
            <a:endParaRPr lang="en-US" sz="1000" dirty="0"/>
          </a:p>
        </p:txBody>
      </p:sp>
      <p:sp>
        <p:nvSpPr>
          <p:cNvPr id="12" name="圖示 合作"/>
          <p:cNvSpPr/>
          <p:nvPr/>
        </p:nvSpPr>
        <p:spPr>
          <a:xfrm>
            <a:off x="4502039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546" y="323846"/>
                </a:moveTo>
                <a:lnTo>
                  <a:pt x="247654" y="361954"/>
                </a:lnTo>
                <a:cubicBezTo>
                  <a:pt x="263427" y="377727"/>
                  <a:pt x="289019" y="377727"/>
                  <a:pt x="304804" y="361954"/>
                </a:cubicBezTo>
                <a:cubicBezTo>
                  <a:pt x="320577" y="346169"/>
                  <a:pt x="320577" y="320577"/>
                  <a:pt x="304804" y="304804"/>
                </a:cubicBezTo>
                <a:moveTo>
                  <a:pt x="266696" y="266696"/>
                </a:moveTo>
                <a:lnTo>
                  <a:pt x="314325" y="314325"/>
                </a:lnTo>
                <a:cubicBezTo>
                  <a:pt x="330110" y="330110"/>
                  <a:pt x="355690" y="330110"/>
                  <a:pt x="371475" y="314325"/>
                </a:cubicBezTo>
                <a:cubicBezTo>
                  <a:pt x="387260" y="298540"/>
                  <a:pt x="387260" y="272960"/>
                  <a:pt x="371475" y="257175"/>
                </a:cubicBezTo>
                <a:lnTo>
                  <a:pt x="297557" y="183257"/>
                </a:lnTo>
                <a:cubicBezTo>
                  <a:pt x="275246" y="160980"/>
                  <a:pt x="239104" y="160980"/>
                  <a:pt x="216793" y="183257"/>
                </a:cubicBezTo>
                <a:lnTo>
                  <a:pt x="200025" y="200025"/>
                </a:lnTo>
                <a:cubicBezTo>
                  <a:pt x="184240" y="215810"/>
                  <a:pt x="158660" y="215810"/>
                  <a:pt x="142875" y="200025"/>
                </a:cubicBezTo>
                <a:cubicBezTo>
                  <a:pt x="127090" y="184240"/>
                  <a:pt x="127090" y="158660"/>
                  <a:pt x="142875" y="142875"/>
                </a:cubicBezTo>
                <a:lnTo>
                  <a:pt x="196402" y="89348"/>
                </a:lnTo>
                <a:cubicBezTo>
                  <a:pt x="232155" y="53687"/>
                  <a:pt x="287556" y="46863"/>
                  <a:pt x="330898" y="72775"/>
                </a:cubicBezTo>
                <a:lnTo>
                  <a:pt x="339848" y="78101"/>
                </a:lnTo>
                <a:cubicBezTo>
                  <a:pt x="347963" y="83005"/>
                  <a:pt x="357610" y="84696"/>
                  <a:pt x="366903" y="82868"/>
                </a:cubicBezTo>
                <a:lnTo>
                  <a:pt x="400050" y="76204"/>
                </a:lnTo>
                <a:moveTo>
                  <a:pt x="400050" y="57150"/>
                </a:moveTo>
                <a:lnTo>
                  <a:pt x="419104" y="266696"/>
                </a:lnTo>
                <a:lnTo>
                  <a:pt x="380996" y="266696"/>
                </a:lnTo>
                <a:moveTo>
                  <a:pt x="57150" y="57150"/>
                </a:moveTo>
                <a:lnTo>
                  <a:pt x="38096" y="266696"/>
                </a:lnTo>
                <a:lnTo>
                  <a:pt x="161929" y="390529"/>
                </a:lnTo>
                <a:cubicBezTo>
                  <a:pt x="177702" y="406302"/>
                  <a:pt x="203294" y="406302"/>
                  <a:pt x="219079" y="390529"/>
                </a:cubicBezTo>
                <a:cubicBezTo>
                  <a:pt x="234852" y="374744"/>
                  <a:pt x="234852" y="349152"/>
                  <a:pt x="219079" y="333379"/>
                </a:cubicBezTo>
                <a:moveTo>
                  <a:pt x="57150" y="76204"/>
                </a:moveTo>
                <a:lnTo>
                  <a:pt x="209546" y="7620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4152805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1000" dirty="0"/>
          </a:p>
        </p:txBody>
      </p:sp>
      <p:sp>
        <p:nvSpPr>
          <p:cNvPr id="14" name="圖示 機台"/>
          <p:cNvSpPr/>
          <p:nvPr/>
        </p:nvSpPr>
        <p:spPr>
          <a:xfrm>
            <a:off x="5657707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114300"/>
                </a:moveTo>
                <a:lnTo>
                  <a:pt x="361954" y="114300"/>
                </a:lnTo>
                <a:cubicBezTo>
                  <a:pt x="382996" y="114300"/>
                  <a:pt x="400050" y="131354"/>
                  <a:pt x="400050" y="152396"/>
                </a:cubicBezTo>
                <a:lnTo>
                  <a:pt x="400050" y="323846"/>
                </a:lnTo>
                <a:cubicBezTo>
                  <a:pt x="400050" y="344889"/>
                  <a:pt x="382996" y="361954"/>
                  <a:pt x="361954" y="361954"/>
                </a:cubicBezTo>
                <a:lnTo>
                  <a:pt x="95246" y="361954"/>
                </a:lnTo>
                <a:cubicBezTo>
                  <a:pt x="74204" y="361954"/>
                  <a:pt x="57150" y="344889"/>
                  <a:pt x="57150" y="323846"/>
                </a:cubicBezTo>
                <a:lnTo>
                  <a:pt x="57150" y="152396"/>
                </a:lnTo>
                <a:cubicBezTo>
                  <a:pt x="57150" y="131354"/>
                  <a:pt x="74204" y="114300"/>
                  <a:pt x="95246" y="114300"/>
                </a:cubicBezTo>
                <a:close/>
                <a:moveTo>
                  <a:pt x="133354" y="171450"/>
                </a:moveTo>
                <a:lnTo>
                  <a:pt x="228600" y="171450"/>
                </a:lnTo>
                <a:cubicBezTo>
                  <a:pt x="239116" y="171450"/>
                  <a:pt x="247654" y="179977"/>
                  <a:pt x="247654" y="190504"/>
                </a:cubicBezTo>
                <a:lnTo>
                  <a:pt x="247654" y="266696"/>
                </a:lnTo>
                <a:cubicBezTo>
                  <a:pt x="247654" y="277223"/>
                  <a:pt x="239116" y="285750"/>
                  <a:pt x="228600" y="285750"/>
                </a:cubicBezTo>
                <a:lnTo>
                  <a:pt x="133354" y="285750"/>
                </a:lnTo>
                <a:cubicBezTo>
                  <a:pt x="122827" y="285750"/>
                  <a:pt x="114300" y="277223"/>
                  <a:pt x="114300" y="266696"/>
                </a:cubicBezTo>
                <a:lnTo>
                  <a:pt x="114300" y="190504"/>
                </a:lnTo>
                <a:cubicBezTo>
                  <a:pt x="114300" y="179977"/>
                  <a:pt x="122827" y="171450"/>
                  <a:pt x="133354" y="171450"/>
                </a:cubicBezTo>
                <a:close/>
                <a:moveTo>
                  <a:pt x="314325" y="190504"/>
                </a:moveTo>
                <a:lnTo>
                  <a:pt x="342900" y="190504"/>
                </a:lnTo>
                <a:moveTo>
                  <a:pt x="314325" y="247654"/>
                </a:moveTo>
                <a:lnTo>
                  <a:pt x="342900" y="247654"/>
                </a:lnTo>
                <a:moveTo>
                  <a:pt x="133354" y="361954"/>
                </a:moveTo>
                <a:lnTo>
                  <a:pt x="133354" y="400050"/>
                </a:lnTo>
                <a:moveTo>
                  <a:pt x="323846" y="361954"/>
                </a:moveTo>
                <a:lnTo>
                  <a:pt x="323846" y="400050"/>
                </a:lnTo>
                <a:moveTo>
                  <a:pt x="152396" y="114300"/>
                </a:moveTo>
                <a:lnTo>
                  <a:pt x="152396" y="66671"/>
                </a:lnTo>
                <a:lnTo>
                  <a:pt x="228600" y="66671"/>
                </a:lnTo>
                <a:lnTo>
                  <a:pt x="228600" y="1143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5308473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1000" dirty="0"/>
          </a:p>
        </p:txBody>
      </p:sp>
      <p:sp>
        <p:nvSpPr>
          <p:cNvPr id="16" name="圖示 晶圓"/>
          <p:cNvSpPr/>
          <p:nvPr/>
        </p:nvSpPr>
        <p:spPr>
          <a:xfrm>
            <a:off x="6813375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0110" y="380996"/>
                </a:moveTo>
                <a:cubicBezTo>
                  <a:pt x="79759" y="344775"/>
                  <a:pt x="43331" y="265096"/>
                  <a:pt x="61973" y="188195"/>
                </a:cubicBezTo>
                <a:cubicBezTo>
                  <a:pt x="80616" y="111282"/>
                  <a:pt x="149470" y="57116"/>
                  <a:pt x="228600" y="57116"/>
                </a:cubicBezTo>
                <a:cubicBezTo>
                  <a:pt x="307730" y="57116"/>
                  <a:pt x="376584" y="111282"/>
                  <a:pt x="395227" y="188195"/>
                </a:cubicBezTo>
                <a:cubicBezTo>
                  <a:pt x="413869" y="265096"/>
                  <a:pt x="377441" y="344775"/>
                  <a:pt x="307090" y="380996"/>
                </a:cubicBezTo>
                <a:close/>
                <a:moveTo>
                  <a:pt x="171450" y="95246"/>
                </a:moveTo>
                <a:lnTo>
                  <a:pt x="171450" y="342900"/>
                </a:lnTo>
                <a:moveTo>
                  <a:pt x="285750" y="95246"/>
                </a:moveTo>
                <a:lnTo>
                  <a:pt x="285750" y="342900"/>
                </a:lnTo>
                <a:moveTo>
                  <a:pt x="95246" y="171450"/>
                </a:moveTo>
                <a:lnTo>
                  <a:pt x="361954" y="171450"/>
                </a:lnTo>
                <a:moveTo>
                  <a:pt x="95246" y="285750"/>
                </a:moveTo>
                <a:lnTo>
                  <a:pt x="361954" y="28575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6464141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1000" dirty="0"/>
          </a:p>
        </p:txBody>
      </p:sp>
      <p:sp>
        <p:nvSpPr>
          <p:cNvPr id="18" name="圖示 晶片"/>
          <p:cNvSpPr/>
          <p:nvPr/>
        </p:nvSpPr>
        <p:spPr>
          <a:xfrm>
            <a:off x="7969044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380996"/>
                </a:moveTo>
                <a:lnTo>
                  <a:pt x="228600" y="419104"/>
                </a:lnTo>
                <a:moveTo>
                  <a:pt x="228600" y="38096"/>
                </a:moveTo>
                <a:lnTo>
                  <a:pt x="228600" y="76204"/>
                </a:lnTo>
                <a:moveTo>
                  <a:pt x="323846" y="380996"/>
                </a:moveTo>
                <a:lnTo>
                  <a:pt x="323846" y="419104"/>
                </a:lnTo>
                <a:moveTo>
                  <a:pt x="323846" y="38096"/>
                </a:moveTo>
                <a:lnTo>
                  <a:pt x="323846" y="76204"/>
                </a:lnTo>
                <a:moveTo>
                  <a:pt x="38096" y="228600"/>
                </a:moveTo>
                <a:lnTo>
                  <a:pt x="76204" y="228600"/>
                </a:lnTo>
                <a:moveTo>
                  <a:pt x="38096" y="323846"/>
                </a:moveTo>
                <a:lnTo>
                  <a:pt x="76204" y="323846"/>
                </a:lnTo>
                <a:moveTo>
                  <a:pt x="38096" y="133354"/>
                </a:moveTo>
                <a:lnTo>
                  <a:pt x="76204" y="133354"/>
                </a:lnTo>
                <a:moveTo>
                  <a:pt x="380996" y="228600"/>
                </a:moveTo>
                <a:lnTo>
                  <a:pt x="419104" y="228600"/>
                </a:lnTo>
                <a:moveTo>
                  <a:pt x="380996" y="323846"/>
                </a:moveTo>
                <a:lnTo>
                  <a:pt x="419104" y="323846"/>
                </a:lnTo>
                <a:moveTo>
                  <a:pt x="380996" y="133354"/>
                </a:moveTo>
                <a:lnTo>
                  <a:pt x="419104" y="133354"/>
                </a:lnTo>
                <a:moveTo>
                  <a:pt x="133354" y="380996"/>
                </a:moveTo>
                <a:lnTo>
                  <a:pt x="133354" y="419104"/>
                </a:lnTo>
                <a:moveTo>
                  <a:pt x="133354" y="38096"/>
                </a:moveTo>
                <a:lnTo>
                  <a:pt x="133354" y="76204"/>
                </a:lnTo>
                <a:moveTo>
                  <a:pt x="114300" y="76204"/>
                </a:moveTo>
                <a:lnTo>
                  <a:pt x="342900" y="76204"/>
                </a:lnTo>
                <a:cubicBezTo>
                  <a:pt x="363943" y="76204"/>
                  <a:pt x="380996" y="93257"/>
                  <a:pt x="380996" y="114300"/>
                </a:cubicBezTo>
                <a:lnTo>
                  <a:pt x="380996" y="342900"/>
                </a:lnTo>
                <a:cubicBezTo>
                  <a:pt x="380996" y="363943"/>
                  <a:pt x="363943" y="380996"/>
                  <a:pt x="342900" y="380996"/>
                </a:cubicBezTo>
                <a:lnTo>
                  <a:pt x="114300" y="380996"/>
                </a:lnTo>
                <a:cubicBezTo>
                  <a:pt x="93257" y="380996"/>
                  <a:pt x="76204" y="363943"/>
                  <a:pt x="76204" y="342900"/>
                </a:cubicBezTo>
                <a:lnTo>
                  <a:pt x="76204" y="114300"/>
                </a:lnTo>
                <a:cubicBezTo>
                  <a:pt x="76204" y="93257"/>
                  <a:pt x="93257" y="76204"/>
                  <a:pt x="114300" y="76204"/>
                </a:cubicBezTo>
                <a:close/>
                <a:moveTo>
                  <a:pt x="171450" y="152396"/>
                </a:moveTo>
                <a:lnTo>
                  <a:pt x="285750" y="152396"/>
                </a:lnTo>
                <a:cubicBezTo>
                  <a:pt x="296266" y="152396"/>
                  <a:pt x="304804" y="160934"/>
                  <a:pt x="304804" y="171450"/>
                </a:cubicBezTo>
                <a:lnTo>
                  <a:pt x="304804" y="285750"/>
                </a:lnTo>
                <a:cubicBezTo>
                  <a:pt x="304804" y="296266"/>
                  <a:pt x="296266" y="304804"/>
                  <a:pt x="285750" y="304804"/>
                </a:cubicBezTo>
                <a:lnTo>
                  <a:pt x="171450" y="304804"/>
                </a:lnTo>
                <a:cubicBezTo>
                  <a:pt x="160934" y="304804"/>
                  <a:pt x="152396" y="296266"/>
                  <a:pt x="152396" y="285750"/>
                </a:cubicBezTo>
                <a:lnTo>
                  <a:pt x="152396" y="171450"/>
                </a:lnTo>
                <a:cubicBezTo>
                  <a:pt x="152396" y="160934"/>
                  <a:pt x="160934" y="152396"/>
                  <a:pt x="171450" y="152396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7619809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1000" dirty="0"/>
          </a:p>
        </p:txBody>
      </p:sp>
      <p:sp>
        <p:nvSpPr>
          <p:cNvPr id="20" name="圖示 工廠"/>
          <p:cNvSpPr/>
          <p:nvPr/>
        </p:nvSpPr>
        <p:spPr>
          <a:xfrm>
            <a:off x="9124712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304804"/>
                </a:moveTo>
                <a:lnTo>
                  <a:pt x="228794" y="304804"/>
                </a:lnTo>
                <a:moveTo>
                  <a:pt x="304804" y="304804"/>
                </a:moveTo>
                <a:lnTo>
                  <a:pt x="304987" y="304804"/>
                </a:lnTo>
                <a:moveTo>
                  <a:pt x="57150" y="361954"/>
                </a:moveTo>
                <a:cubicBezTo>
                  <a:pt x="57150" y="382996"/>
                  <a:pt x="74204" y="400050"/>
                  <a:pt x="95246" y="400050"/>
                </a:cubicBezTo>
                <a:lnTo>
                  <a:pt x="361954" y="400050"/>
                </a:lnTo>
                <a:cubicBezTo>
                  <a:pt x="382996" y="400050"/>
                  <a:pt x="400050" y="382996"/>
                  <a:pt x="400050" y="361954"/>
                </a:cubicBezTo>
                <a:lnTo>
                  <a:pt x="400050" y="161929"/>
                </a:lnTo>
                <a:cubicBezTo>
                  <a:pt x="400050" y="158443"/>
                  <a:pt x="398164" y="155242"/>
                  <a:pt x="395112" y="153562"/>
                </a:cubicBezTo>
                <a:cubicBezTo>
                  <a:pt x="392060" y="151893"/>
                  <a:pt x="388334" y="152019"/>
                  <a:pt x="385397" y="153882"/>
                </a:cubicBezTo>
                <a:lnTo>
                  <a:pt x="300403" y="208060"/>
                </a:lnTo>
                <a:cubicBezTo>
                  <a:pt x="297466" y="209935"/>
                  <a:pt x="293740" y="210061"/>
                  <a:pt x="290688" y="208380"/>
                </a:cubicBezTo>
                <a:cubicBezTo>
                  <a:pt x="287636" y="206712"/>
                  <a:pt x="285750" y="203511"/>
                  <a:pt x="285750" y="200025"/>
                </a:cubicBezTo>
                <a:lnTo>
                  <a:pt x="285750" y="161929"/>
                </a:lnTo>
                <a:cubicBezTo>
                  <a:pt x="285750" y="158443"/>
                  <a:pt x="283864" y="155242"/>
                  <a:pt x="280812" y="153562"/>
                </a:cubicBezTo>
                <a:cubicBezTo>
                  <a:pt x="277760" y="151893"/>
                  <a:pt x="274034" y="152019"/>
                  <a:pt x="271097" y="153882"/>
                </a:cubicBezTo>
                <a:lnTo>
                  <a:pt x="186115" y="208060"/>
                </a:lnTo>
                <a:cubicBezTo>
                  <a:pt x="183189" y="209946"/>
                  <a:pt x="179451" y="210072"/>
                  <a:pt x="176399" y="208403"/>
                </a:cubicBezTo>
                <a:cubicBezTo>
                  <a:pt x="173336" y="206723"/>
                  <a:pt x="171439" y="203511"/>
                  <a:pt x="171450" y="200025"/>
                </a:cubicBezTo>
                <a:lnTo>
                  <a:pt x="171450" y="95246"/>
                </a:lnTo>
                <a:cubicBezTo>
                  <a:pt x="171450" y="74204"/>
                  <a:pt x="154396" y="57150"/>
                  <a:pt x="133354" y="57150"/>
                </a:cubicBezTo>
                <a:lnTo>
                  <a:pt x="95246" y="57150"/>
                </a:lnTo>
                <a:cubicBezTo>
                  <a:pt x="74204" y="57150"/>
                  <a:pt x="57150" y="74204"/>
                  <a:pt x="57150" y="95246"/>
                </a:cubicBezTo>
                <a:close/>
                <a:moveTo>
                  <a:pt x="152396" y="304804"/>
                </a:moveTo>
                <a:lnTo>
                  <a:pt x="152591" y="30480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8775478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1000" dirty="0"/>
          </a:p>
        </p:txBody>
      </p:sp>
      <p:sp>
        <p:nvSpPr>
          <p:cNvPr id="22" name="圖示 伺服器"/>
          <p:cNvSpPr/>
          <p:nvPr/>
        </p:nvSpPr>
        <p:spPr>
          <a:xfrm>
            <a:off x="10280380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4" y="38096"/>
                </a:moveTo>
                <a:lnTo>
                  <a:pt x="380996" y="38096"/>
                </a:lnTo>
                <a:cubicBezTo>
                  <a:pt x="402039" y="38096"/>
                  <a:pt x="419104" y="55161"/>
                  <a:pt x="419104" y="76204"/>
                </a:cubicBezTo>
                <a:lnTo>
                  <a:pt x="419104" y="152396"/>
                </a:lnTo>
                <a:cubicBezTo>
                  <a:pt x="419104" y="173439"/>
                  <a:pt x="402039" y="190504"/>
                  <a:pt x="380996" y="190504"/>
                </a:cubicBezTo>
                <a:lnTo>
                  <a:pt x="76204" y="190504"/>
                </a:lnTo>
                <a:cubicBezTo>
                  <a:pt x="55161" y="190504"/>
                  <a:pt x="38096" y="173439"/>
                  <a:pt x="38096" y="152396"/>
                </a:cubicBezTo>
                <a:lnTo>
                  <a:pt x="38096" y="76204"/>
                </a:lnTo>
                <a:cubicBezTo>
                  <a:pt x="38096" y="55161"/>
                  <a:pt x="55161" y="38096"/>
                  <a:pt x="76204" y="38096"/>
                </a:cubicBezTo>
                <a:close/>
                <a:moveTo>
                  <a:pt x="76204" y="266696"/>
                </a:moveTo>
                <a:lnTo>
                  <a:pt x="380996" y="266696"/>
                </a:lnTo>
                <a:cubicBezTo>
                  <a:pt x="402039" y="266696"/>
                  <a:pt x="419104" y="283761"/>
                  <a:pt x="419104" y="304804"/>
                </a:cubicBezTo>
                <a:lnTo>
                  <a:pt x="419104" y="380996"/>
                </a:lnTo>
                <a:cubicBezTo>
                  <a:pt x="419104" y="402039"/>
                  <a:pt x="402039" y="419104"/>
                  <a:pt x="380996" y="419104"/>
                </a:cubicBezTo>
                <a:lnTo>
                  <a:pt x="76204" y="419104"/>
                </a:lnTo>
                <a:cubicBezTo>
                  <a:pt x="55161" y="419104"/>
                  <a:pt x="38096" y="402039"/>
                  <a:pt x="38096" y="380996"/>
                </a:cubicBezTo>
                <a:lnTo>
                  <a:pt x="38096" y="304804"/>
                </a:lnTo>
                <a:cubicBezTo>
                  <a:pt x="38096" y="283761"/>
                  <a:pt x="55161" y="266696"/>
                  <a:pt x="76204" y="266696"/>
                </a:cubicBezTo>
                <a:close/>
                <a:moveTo>
                  <a:pt x="114300" y="114300"/>
                </a:moveTo>
                <a:lnTo>
                  <a:pt x="114494" y="114300"/>
                </a:lnTo>
                <a:moveTo>
                  <a:pt x="114300" y="342900"/>
                </a:moveTo>
                <a:lnTo>
                  <a:pt x="114494" y="3429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9931146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1000" dirty="0"/>
          </a:p>
        </p:txBody>
      </p:sp>
      <p:sp>
        <p:nvSpPr>
          <p:cNvPr id="24" name="圖示 資料庫"/>
          <p:cNvSpPr/>
          <p:nvPr/>
        </p:nvSpPr>
        <p:spPr>
          <a:xfrm>
            <a:off x="11436048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95246"/>
                </a:moveTo>
                <a:cubicBezTo>
                  <a:pt x="400050" y="126816"/>
                  <a:pt x="323286" y="152396"/>
                  <a:pt x="228600" y="152396"/>
                </a:cubicBezTo>
                <a:cubicBezTo>
                  <a:pt x="133914" y="152396"/>
                  <a:pt x="57150" y="126816"/>
                  <a:pt x="57150" y="95246"/>
                </a:cubicBezTo>
                <a:cubicBezTo>
                  <a:pt x="57150" y="63688"/>
                  <a:pt x="133914" y="38096"/>
                  <a:pt x="228600" y="38096"/>
                </a:cubicBezTo>
                <a:cubicBezTo>
                  <a:pt x="323286" y="38096"/>
                  <a:pt x="400050" y="63688"/>
                  <a:pt x="400050" y="95246"/>
                </a:cubicBezTo>
                <a:close/>
                <a:moveTo>
                  <a:pt x="57150" y="95246"/>
                </a:moveTo>
                <a:lnTo>
                  <a:pt x="57150" y="361954"/>
                </a:lnTo>
                <a:cubicBezTo>
                  <a:pt x="57150" y="393512"/>
                  <a:pt x="133914" y="419104"/>
                  <a:pt x="228600" y="419104"/>
                </a:cubicBezTo>
                <a:cubicBezTo>
                  <a:pt x="323286" y="419104"/>
                  <a:pt x="400050" y="393512"/>
                  <a:pt x="400050" y="361954"/>
                </a:cubicBezTo>
                <a:lnTo>
                  <a:pt x="400050" y="95246"/>
                </a:lnTo>
                <a:moveTo>
                  <a:pt x="57150" y="228600"/>
                </a:moveTo>
                <a:cubicBezTo>
                  <a:pt x="57150" y="260158"/>
                  <a:pt x="133914" y="285750"/>
                  <a:pt x="228600" y="285750"/>
                </a:cubicBezTo>
                <a:cubicBezTo>
                  <a:pt x="323286" y="285750"/>
                  <a:pt x="400050" y="260158"/>
                  <a:pt x="400050" y="228600"/>
                </a:cubicBez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11086814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000" dirty="0"/>
          </a:p>
        </p:txBody>
      </p:sp>
      <p:sp>
        <p:nvSpPr>
          <p:cNvPr id="26" name="圖示 雲端"/>
          <p:cNvSpPr/>
          <p:nvPr/>
        </p:nvSpPr>
        <p:spPr>
          <a:xfrm>
            <a:off x="12591717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3379" y="361954"/>
                </a:moveTo>
                <a:lnTo>
                  <a:pt x="171450" y="361954"/>
                </a:lnTo>
                <a:cubicBezTo>
                  <a:pt x="102790" y="361931"/>
                  <a:pt x="45366" y="309776"/>
                  <a:pt x="38759" y="241436"/>
                </a:cubicBezTo>
                <a:cubicBezTo>
                  <a:pt x="32141" y="173096"/>
                  <a:pt x="78513" y="110905"/>
                  <a:pt x="145893" y="97727"/>
                </a:cubicBezTo>
                <a:cubicBezTo>
                  <a:pt x="213284" y="84548"/>
                  <a:pt x="279658" y="124701"/>
                  <a:pt x="299272" y="190504"/>
                </a:cubicBezTo>
                <a:lnTo>
                  <a:pt x="333379" y="190504"/>
                </a:lnTo>
                <a:cubicBezTo>
                  <a:pt x="380722" y="190504"/>
                  <a:pt x="419104" y="228886"/>
                  <a:pt x="419104" y="276229"/>
                </a:cubicBezTo>
                <a:cubicBezTo>
                  <a:pt x="419104" y="323572"/>
                  <a:pt x="380722" y="361954"/>
                  <a:pt x="333379" y="3619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12242483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1000" dirty="0"/>
          </a:p>
        </p:txBody>
      </p:sp>
      <p:sp>
        <p:nvSpPr>
          <p:cNvPr id="28" name="圖示 電腦"/>
          <p:cNvSpPr/>
          <p:nvPr/>
        </p:nvSpPr>
        <p:spPr>
          <a:xfrm>
            <a:off x="13747385" y="2125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4" y="57150"/>
                </a:moveTo>
                <a:lnTo>
                  <a:pt x="380996" y="57150"/>
                </a:lnTo>
                <a:cubicBezTo>
                  <a:pt x="402039" y="57150"/>
                  <a:pt x="419104" y="74204"/>
                  <a:pt x="419104" y="95246"/>
                </a:cubicBezTo>
                <a:lnTo>
                  <a:pt x="419104" y="285750"/>
                </a:lnTo>
                <a:cubicBezTo>
                  <a:pt x="419104" y="306793"/>
                  <a:pt x="402039" y="323846"/>
                  <a:pt x="380996" y="323846"/>
                </a:cubicBezTo>
                <a:lnTo>
                  <a:pt x="76204" y="323846"/>
                </a:lnTo>
                <a:cubicBezTo>
                  <a:pt x="55161" y="323846"/>
                  <a:pt x="38096" y="306793"/>
                  <a:pt x="38096" y="285750"/>
                </a:cubicBezTo>
                <a:lnTo>
                  <a:pt x="38096" y="95246"/>
                </a:lnTo>
                <a:cubicBezTo>
                  <a:pt x="38096" y="74204"/>
                  <a:pt x="55161" y="57150"/>
                  <a:pt x="76204" y="57150"/>
                </a:cubicBezTo>
                <a:close/>
                <a:moveTo>
                  <a:pt x="152396" y="400050"/>
                </a:moveTo>
                <a:lnTo>
                  <a:pt x="304804" y="400050"/>
                </a:lnTo>
                <a:moveTo>
                  <a:pt x="228600" y="323846"/>
                </a:moveTo>
                <a:lnTo>
                  <a:pt x="228600" y="40005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13398151" y="262890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1000" dirty="0"/>
          </a:p>
        </p:txBody>
      </p:sp>
      <p:sp>
        <p:nvSpPr>
          <p:cNvPr id="30" name="圖示 物料"/>
          <p:cNvSpPr/>
          <p:nvPr/>
        </p:nvSpPr>
        <p:spPr>
          <a:xfrm>
            <a:off x="1035034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546" y="413960"/>
                </a:moveTo>
                <a:cubicBezTo>
                  <a:pt x="221342" y="420761"/>
                  <a:pt x="235858" y="420761"/>
                  <a:pt x="247654" y="413960"/>
                </a:cubicBezTo>
                <a:lnTo>
                  <a:pt x="380996" y="337757"/>
                </a:lnTo>
                <a:cubicBezTo>
                  <a:pt x="392781" y="330956"/>
                  <a:pt x="400039" y="318394"/>
                  <a:pt x="400050" y="304804"/>
                </a:cubicBezTo>
                <a:lnTo>
                  <a:pt x="400050" y="152396"/>
                </a:lnTo>
                <a:cubicBezTo>
                  <a:pt x="400039" y="138806"/>
                  <a:pt x="392781" y="126244"/>
                  <a:pt x="380996" y="119443"/>
                </a:cubicBezTo>
                <a:lnTo>
                  <a:pt x="247654" y="43240"/>
                </a:lnTo>
                <a:cubicBezTo>
                  <a:pt x="235858" y="36439"/>
                  <a:pt x="221342" y="36439"/>
                  <a:pt x="209546" y="43240"/>
                </a:cubicBezTo>
                <a:lnTo>
                  <a:pt x="76204" y="119443"/>
                </a:lnTo>
                <a:cubicBezTo>
                  <a:pt x="64419" y="126244"/>
                  <a:pt x="57161" y="138806"/>
                  <a:pt x="57150" y="152396"/>
                </a:cubicBezTo>
                <a:lnTo>
                  <a:pt x="57150" y="304804"/>
                </a:lnTo>
                <a:cubicBezTo>
                  <a:pt x="57161" y="318394"/>
                  <a:pt x="64419" y="330956"/>
                  <a:pt x="76204" y="337757"/>
                </a:cubicBezTo>
                <a:close/>
                <a:moveTo>
                  <a:pt x="228600" y="419104"/>
                </a:moveTo>
                <a:lnTo>
                  <a:pt x="228600" y="228600"/>
                </a:lnTo>
                <a:moveTo>
                  <a:pt x="62671" y="133354"/>
                </a:moveTo>
                <a:lnTo>
                  <a:pt x="228600" y="228600"/>
                </a:lnTo>
                <a:lnTo>
                  <a:pt x="394529" y="133354"/>
                </a:lnTo>
                <a:moveTo>
                  <a:pt x="142875" y="81347"/>
                </a:moveTo>
                <a:lnTo>
                  <a:pt x="314325" y="179451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685800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物料</a:t>
            </a:r>
            <a:endParaRPr lang="en-US" sz="1000" dirty="0"/>
          </a:p>
        </p:txBody>
      </p:sp>
      <p:sp>
        <p:nvSpPr>
          <p:cNvPr id="32" name="圖示 警示"/>
          <p:cNvSpPr/>
          <p:nvPr/>
        </p:nvSpPr>
        <p:spPr>
          <a:xfrm>
            <a:off x="2190702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3960" y="342900"/>
                </a:moveTo>
                <a:lnTo>
                  <a:pt x="261553" y="76204"/>
                </a:lnTo>
                <a:cubicBezTo>
                  <a:pt x="254786" y="64259"/>
                  <a:pt x="242133" y="56887"/>
                  <a:pt x="228406" y="56887"/>
                </a:cubicBezTo>
                <a:cubicBezTo>
                  <a:pt x="214690" y="56887"/>
                  <a:pt x="202025" y="64259"/>
                  <a:pt x="195259" y="76204"/>
                </a:cubicBezTo>
                <a:lnTo>
                  <a:pt x="42863" y="342900"/>
                </a:lnTo>
                <a:cubicBezTo>
                  <a:pt x="36027" y="354741"/>
                  <a:pt x="36062" y="369338"/>
                  <a:pt x="42943" y="381145"/>
                </a:cubicBezTo>
                <a:cubicBezTo>
                  <a:pt x="49835" y="392963"/>
                  <a:pt x="62522" y="400176"/>
                  <a:pt x="76204" y="400050"/>
                </a:cubicBezTo>
                <a:lnTo>
                  <a:pt x="380996" y="400050"/>
                </a:lnTo>
                <a:cubicBezTo>
                  <a:pt x="394609" y="400039"/>
                  <a:pt x="407171" y="392769"/>
                  <a:pt x="413972" y="380985"/>
                </a:cubicBezTo>
                <a:cubicBezTo>
                  <a:pt x="420761" y="369200"/>
                  <a:pt x="420761" y="354684"/>
                  <a:pt x="413960" y="342900"/>
                </a:cubicBezTo>
                <a:moveTo>
                  <a:pt x="228600" y="171450"/>
                </a:moveTo>
                <a:lnTo>
                  <a:pt x="228600" y="247654"/>
                </a:lnTo>
                <a:moveTo>
                  <a:pt x="228600" y="323846"/>
                </a:moveTo>
                <a:lnTo>
                  <a:pt x="228794" y="32384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1841468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1000" dirty="0"/>
          </a:p>
        </p:txBody>
      </p:sp>
      <p:sp>
        <p:nvSpPr>
          <p:cNvPr id="34" name="圖示 完成"/>
          <p:cNvSpPr/>
          <p:nvPr/>
        </p:nvSpPr>
        <p:spPr>
          <a:xfrm>
            <a:off x="3346371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304804" y="171450"/>
                </a:moveTo>
                <a:lnTo>
                  <a:pt x="200025" y="276229"/>
                </a:lnTo>
                <a:lnTo>
                  <a:pt x="152396" y="2286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2997137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36" name="圖示 錯誤"/>
          <p:cNvSpPr/>
          <p:nvPr/>
        </p:nvSpPr>
        <p:spPr>
          <a:xfrm>
            <a:off x="4502039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285750" y="171450"/>
                </a:moveTo>
                <a:lnTo>
                  <a:pt x="171450" y="285750"/>
                </a:lnTo>
                <a:moveTo>
                  <a:pt x="171450" y="171450"/>
                </a:moveTo>
                <a:lnTo>
                  <a:pt x="285750" y="28575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4152805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1000" dirty="0"/>
          </a:p>
        </p:txBody>
      </p:sp>
      <p:sp>
        <p:nvSpPr>
          <p:cNvPr id="38" name="圖示 時間"/>
          <p:cNvSpPr/>
          <p:nvPr/>
        </p:nvSpPr>
        <p:spPr>
          <a:xfrm>
            <a:off x="5657707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228600" y="114300"/>
                </a:moveTo>
                <a:lnTo>
                  <a:pt x="228600" y="228600"/>
                </a:lnTo>
                <a:lnTo>
                  <a:pt x="304804" y="26669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5308473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1000" dirty="0"/>
          </a:p>
        </p:txBody>
      </p:sp>
      <p:sp>
        <p:nvSpPr>
          <p:cNvPr id="40" name="圖示 日期"/>
          <p:cNvSpPr/>
          <p:nvPr/>
        </p:nvSpPr>
        <p:spPr>
          <a:xfrm>
            <a:off x="6813375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6" y="38096"/>
                </a:moveTo>
                <a:lnTo>
                  <a:pt x="152396" y="95246"/>
                </a:lnTo>
                <a:moveTo>
                  <a:pt x="304804" y="38096"/>
                </a:moveTo>
                <a:lnTo>
                  <a:pt x="304804" y="95246"/>
                </a:lnTo>
                <a:moveTo>
                  <a:pt x="95246" y="57150"/>
                </a:moveTo>
                <a:lnTo>
                  <a:pt x="361954" y="57150"/>
                </a:lnTo>
                <a:cubicBezTo>
                  <a:pt x="382996" y="57150"/>
                  <a:pt x="400050" y="74204"/>
                  <a:pt x="400050" y="95246"/>
                </a:cubicBezTo>
                <a:lnTo>
                  <a:pt x="400050" y="361954"/>
                </a:lnTo>
                <a:cubicBezTo>
                  <a:pt x="400050" y="382996"/>
                  <a:pt x="382996" y="400050"/>
                  <a:pt x="361954" y="400050"/>
                </a:cubicBezTo>
                <a:lnTo>
                  <a:pt x="95246" y="400050"/>
                </a:lnTo>
                <a:cubicBezTo>
                  <a:pt x="74204" y="400050"/>
                  <a:pt x="57150" y="382996"/>
                  <a:pt x="57150" y="361954"/>
                </a:cubicBezTo>
                <a:lnTo>
                  <a:pt x="57150" y="95246"/>
                </a:lnTo>
                <a:cubicBezTo>
                  <a:pt x="57150" y="74204"/>
                  <a:pt x="74204" y="57150"/>
                  <a:pt x="95246" y="57150"/>
                </a:cubicBezTo>
                <a:close/>
                <a:moveTo>
                  <a:pt x="57150" y="171450"/>
                </a:moveTo>
                <a:lnTo>
                  <a:pt x="400050" y="171450"/>
                </a:lnTo>
                <a:moveTo>
                  <a:pt x="152396" y="247654"/>
                </a:moveTo>
                <a:lnTo>
                  <a:pt x="152591" y="247654"/>
                </a:lnTo>
                <a:moveTo>
                  <a:pt x="228600" y="247654"/>
                </a:moveTo>
                <a:lnTo>
                  <a:pt x="228794" y="247654"/>
                </a:lnTo>
                <a:moveTo>
                  <a:pt x="304804" y="247654"/>
                </a:moveTo>
                <a:lnTo>
                  <a:pt x="304987" y="247654"/>
                </a:lnTo>
                <a:moveTo>
                  <a:pt x="152396" y="323846"/>
                </a:moveTo>
                <a:lnTo>
                  <a:pt x="152591" y="323846"/>
                </a:lnTo>
                <a:moveTo>
                  <a:pt x="228600" y="323846"/>
                </a:moveTo>
                <a:lnTo>
                  <a:pt x="228794" y="323846"/>
                </a:lnTo>
                <a:moveTo>
                  <a:pt x="304804" y="323846"/>
                </a:moveTo>
                <a:lnTo>
                  <a:pt x="304987" y="32384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6464141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1000" dirty="0"/>
          </a:p>
        </p:txBody>
      </p:sp>
      <p:sp>
        <p:nvSpPr>
          <p:cNvPr id="42" name="圖示 等待"/>
          <p:cNvSpPr/>
          <p:nvPr/>
        </p:nvSpPr>
        <p:spPr>
          <a:xfrm>
            <a:off x="7969044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419104"/>
                </a:moveTo>
                <a:lnTo>
                  <a:pt x="361954" y="419104"/>
                </a:lnTo>
                <a:moveTo>
                  <a:pt x="95246" y="38096"/>
                </a:moveTo>
                <a:lnTo>
                  <a:pt x="361954" y="38096"/>
                </a:lnTo>
                <a:moveTo>
                  <a:pt x="323846" y="419104"/>
                </a:moveTo>
                <a:lnTo>
                  <a:pt x="323846" y="339620"/>
                </a:lnTo>
                <a:cubicBezTo>
                  <a:pt x="323846" y="329515"/>
                  <a:pt x="319834" y="319834"/>
                  <a:pt x="312691" y="312691"/>
                </a:cubicBezTo>
                <a:lnTo>
                  <a:pt x="228600" y="228600"/>
                </a:lnTo>
                <a:lnTo>
                  <a:pt x="144509" y="312691"/>
                </a:lnTo>
                <a:cubicBezTo>
                  <a:pt x="137366" y="319834"/>
                  <a:pt x="133354" y="329515"/>
                  <a:pt x="133354" y="339620"/>
                </a:cubicBezTo>
                <a:lnTo>
                  <a:pt x="133354" y="419104"/>
                </a:lnTo>
                <a:moveTo>
                  <a:pt x="133354" y="38096"/>
                </a:moveTo>
                <a:lnTo>
                  <a:pt x="133354" y="117580"/>
                </a:lnTo>
                <a:cubicBezTo>
                  <a:pt x="133354" y="127685"/>
                  <a:pt x="137366" y="137366"/>
                  <a:pt x="144509" y="144509"/>
                </a:cubicBezTo>
                <a:lnTo>
                  <a:pt x="228600" y="228600"/>
                </a:lnTo>
                <a:lnTo>
                  <a:pt x="312691" y="144509"/>
                </a:lnTo>
                <a:cubicBezTo>
                  <a:pt x="319834" y="137366"/>
                  <a:pt x="323846" y="127685"/>
                  <a:pt x="323846" y="117580"/>
                </a:cubicBezTo>
                <a:lnTo>
                  <a:pt x="323846" y="3809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7619809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1000" dirty="0"/>
          </a:p>
        </p:txBody>
      </p:sp>
      <p:sp>
        <p:nvSpPr>
          <p:cNvPr id="44" name="圖示 效能"/>
          <p:cNvSpPr/>
          <p:nvPr/>
        </p:nvSpPr>
        <p:spPr>
          <a:xfrm>
            <a:off x="9124712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66696"/>
                </a:moveTo>
                <a:lnTo>
                  <a:pt x="304804" y="190504"/>
                </a:lnTo>
                <a:moveTo>
                  <a:pt x="63631" y="361954"/>
                </a:moveTo>
                <a:cubicBezTo>
                  <a:pt x="17396" y="281887"/>
                  <a:pt x="35330" y="180194"/>
                  <a:pt x="106150" y="120758"/>
                </a:cubicBezTo>
                <a:cubicBezTo>
                  <a:pt x="176971" y="61333"/>
                  <a:pt x="280229" y="61333"/>
                  <a:pt x="351050" y="120758"/>
                </a:cubicBezTo>
                <a:cubicBezTo>
                  <a:pt x="421870" y="180194"/>
                  <a:pt x="439804" y="281887"/>
                  <a:pt x="393569" y="361954"/>
                </a:cubicBez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8775478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1000" dirty="0"/>
          </a:p>
        </p:txBody>
      </p:sp>
      <p:sp>
        <p:nvSpPr>
          <p:cNvPr id="46" name="圖示 文件"/>
          <p:cNvSpPr/>
          <p:nvPr/>
        </p:nvSpPr>
        <p:spPr>
          <a:xfrm>
            <a:off x="10280380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419104"/>
                </a:moveTo>
                <a:cubicBezTo>
                  <a:pt x="93257" y="419104"/>
                  <a:pt x="76204" y="402039"/>
                  <a:pt x="76204" y="380996"/>
                </a:cubicBezTo>
                <a:lnTo>
                  <a:pt x="76204" y="76204"/>
                </a:lnTo>
                <a:cubicBezTo>
                  <a:pt x="76204" y="55161"/>
                  <a:pt x="93257" y="38096"/>
                  <a:pt x="114300" y="38096"/>
                </a:cubicBezTo>
                <a:lnTo>
                  <a:pt x="266696" y="38096"/>
                </a:lnTo>
                <a:cubicBezTo>
                  <a:pt x="278881" y="38085"/>
                  <a:pt x="290562" y="42920"/>
                  <a:pt x="299157" y="51549"/>
                </a:cubicBezTo>
                <a:lnTo>
                  <a:pt x="367509" y="119901"/>
                </a:lnTo>
                <a:cubicBezTo>
                  <a:pt x="376161" y="128496"/>
                  <a:pt x="381019" y="140200"/>
                  <a:pt x="380996" y="152396"/>
                </a:cubicBezTo>
                <a:lnTo>
                  <a:pt x="380996" y="380996"/>
                </a:lnTo>
                <a:cubicBezTo>
                  <a:pt x="380996" y="402039"/>
                  <a:pt x="363943" y="419104"/>
                  <a:pt x="342900" y="419104"/>
                </a:cubicBezTo>
                <a:close/>
                <a:moveTo>
                  <a:pt x="266696" y="38096"/>
                </a:moveTo>
                <a:lnTo>
                  <a:pt x="266696" y="133354"/>
                </a:lnTo>
                <a:cubicBezTo>
                  <a:pt x="266696" y="143869"/>
                  <a:pt x="275234" y="152396"/>
                  <a:pt x="285750" y="152396"/>
                </a:cubicBezTo>
                <a:lnTo>
                  <a:pt x="380996" y="152396"/>
                </a:lnTo>
                <a:moveTo>
                  <a:pt x="190504" y="171450"/>
                </a:moveTo>
                <a:lnTo>
                  <a:pt x="152396" y="171450"/>
                </a:lnTo>
                <a:moveTo>
                  <a:pt x="304804" y="247654"/>
                </a:moveTo>
                <a:lnTo>
                  <a:pt x="152396" y="247654"/>
                </a:lnTo>
                <a:moveTo>
                  <a:pt x="304804" y="323846"/>
                </a:moveTo>
                <a:lnTo>
                  <a:pt x="152396" y="32384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9931146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000" dirty="0"/>
          </a:p>
        </p:txBody>
      </p:sp>
      <p:sp>
        <p:nvSpPr>
          <p:cNvPr id="48" name="圖示 檢核表"/>
          <p:cNvSpPr/>
          <p:nvPr/>
        </p:nvSpPr>
        <p:spPr>
          <a:xfrm>
            <a:off x="11436048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38096"/>
                </a:moveTo>
                <a:lnTo>
                  <a:pt x="285750" y="38096"/>
                </a:lnTo>
                <a:cubicBezTo>
                  <a:pt x="296266" y="38096"/>
                  <a:pt x="304804" y="46634"/>
                  <a:pt x="304804" y="57150"/>
                </a:cubicBezTo>
                <a:lnTo>
                  <a:pt x="304804" y="95246"/>
                </a:lnTo>
                <a:cubicBezTo>
                  <a:pt x="304804" y="105773"/>
                  <a:pt x="296266" y="114300"/>
                  <a:pt x="285750" y="114300"/>
                </a:cubicBezTo>
                <a:lnTo>
                  <a:pt x="171450" y="114300"/>
                </a:lnTo>
                <a:cubicBezTo>
                  <a:pt x="160934" y="114300"/>
                  <a:pt x="152396" y="105773"/>
                  <a:pt x="152396" y="95246"/>
                </a:cubicBezTo>
                <a:lnTo>
                  <a:pt x="152396" y="57150"/>
                </a:lnTo>
                <a:cubicBezTo>
                  <a:pt x="152396" y="46634"/>
                  <a:pt x="160934" y="38096"/>
                  <a:pt x="171450" y="38096"/>
                </a:cubicBezTo>
                <a:close/>
                <a:moveTo>
                  <a:pt x="304804" y="76204"/>
                </a:moveTo>
                <a:lnTo>
                  <a:pt x="342900" y="76204"/>
                </a:lnTo>
                <a:cubicBezTo>
                  <a:pt x="363943" y="76204"/>
                  <a:pt x="380996" y="93257"/>
                  <a:pt x="380996" y="114300"/>
                </a:cubicBezTo>
                <a:lnTo>
                  <a:pt x="380996" y="380996"/>
                </a:lnTo>
                <a:cubicBezTo>
                  <a:pt x="380996" y="402039"/>
                  <a:pt x="363943" y="419104"/>
                  <a:pt x="342900" y="419104"/>
                </a:cubicBezTo>
                <a:lnTo>
                  <a:pt x="114300" y="419104"/>
                </a:lnTo>
                <a:cubicBezTo>
                  <a:pt x="93257" y="419104"/>
                  <a:pt x="76204" y="402039"/>
                  <a:pt x="76204" y="380996"/>
                </a:cubicBezTo>
                <a:lnTo>
                  <a:pt x="76204" y="114300"/>
                </a:lnTo>
                <a:cubicBezTo>
                  <a:pt x="76204" y="93257"/>
                  <a:pt x="93257" y="76204"/>
                  <a:pt x="114300" y="76204"/>
                </a:cubicBezTo>
                <a:lnTo>
                  <a:pt x="152396" y="76204"/>
                </a:lnTo>
                <a:moveTo>
                  <a:pt x="228600" y="209546"/>
                </a:moveTo>
                <a:lnTo>
                  <a:pt x="304804" y="209546"/>
                </a:lnTo>
                <a:moveTo>
                  <a:pt x="228600" y="304804"/>
                </a:moveTo>
                <a:lnTo>
                  <a:pt x="304804" y="304804"/>
                </a:lnTo>
                <a:moveTo>
                  <a:pt x="152396" y="209546"/>
                </a:moveTo>
                <a:lnTo>
                  <a:pt x="152591" y="209546"/>
                </a:lnTo>
                <a:moveTo>
                  <a:pt x="152396" y="304804"/>
                </a:moveTo>
                <a:lnTo>
                  <a:pt x="152591" y="30480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11086814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1000" dirty="0"/>
          </a:p>
        </p:txBody>
      </p:sp>
      <p:sp>
        <p:nvSpPr>
          <p:cNvPr id="50" name="圖示 報表"/>
          <p:cNvSpPr/>
          <p:nvPr/>
        </p:nvSpPr>
        <p:spPr>
          <a:xfrm>
            <a:off x="12591717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lnTo>
                  <a:pt x="57150" y="361954"/>
                </a:lnTo>
                <a:cubicBezTo>
                  <a:pt x="57150" y="382996"/>
                  <a:pt x="74204" y="400050"/>
                  <a:pt x="95246" y="400050"/>
                </a:cubicBezTo>
                <a:lnTo>
                  <a:pt x="400050" y="400050"/>
                </a:lnTo>
                <a:moveTo>
                  <a:pt x="342900" y="323846"/>
                </a:moveTo>
                <a:lnTo>
                  <a:pt x="342900" y="171450"/>
                </a:lnTo>
                <a:moveTo>
                  <a:pt x="247654" y="323846"/>
                </a:moveTo>
                <a:lnTo>
                  <a:pt x="247654" y="95246"/>
                </a:lnTo>
                <a:moveTo>
                  <a:pt x="152396" y="323846"/>
                </a:moveTo>
                <a:lnTo>
                  <a:pt x="152396" y="26669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2242483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</a:t>
            </a:r>
            <a:endParaRPr lang="en-US" sz="1000" dirty="0"/>
          </a:p>
        </p:txBody>
      </p:sp>
      <p:sp>
        <p:nvSpPr>
          <p:cNvPr id="52" name="圖示 上升"/>
          <p:cNvSpPr/>
          <p:nvPr/>
        </p:nvSpPr>
        <p:spPr>
          <a:xfrm>
            <a:off x="13747385" y="29375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133354"/>
                </a:moveTo>
                <a:lnTo>
                  <a:pt x="419104" y="133354"/>
                </a:lnTo>
                <a:lnTo>
                  <a:pt x="419104" y="247654"/>
                </a:lnTo>
                <a:moveTo>
                  <a:pt x="419104" y="133354"/>
                </a:moveTo>
                <a:lnTo>
                  <a:pt x="257175" y="295271"/>
                </a:lnTo>
                <a:lnTo>
                  <a:pt x="161929" y="200025"/>
                </a:lnTo>
                <a:lnTo>
                  <a:pt x="38096" y="32384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3398151" y="344043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1000" dirty="0"/>
          </a:p>
        </p:txBody>
      </p:sp>
      <p:sp>
        <p:nvSpPr>
          <p:cNvPr id="54" name="圖示 下降"/>
          <p:cNvSpPr/>
          <p:nvPr/>
        </p:nvSpPr>
        <p:spPr>
          <a:xfrm>
            <a:off x="1035034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4" y="323846"/>
                </a:moveTo>
                <a:lnTo>
                  <a:pt x="419104" y="323846"/>
                </a:lnTo>
                <a:lnTo>
                  <a:pt x="419104" y="209546"/>
                </a:lnTo>
                <a:moveTo>
                  <a:pt x="419104" y="323846"/>
                </a:moveTo>
                <a:lnTo>
                  <a:pt x="257175" y="161929"/>
                </a:lnTo>
                <a:lnTo>
                  <a:pt x="161929" y="257175"/>
                </a:lnTo>
                <a:lnTo>
                  <a:pt x="38096" y="13335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685800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1000" dirty="0"/>
          </a:p>
        </p:txBody>
      </p:sp>
      <p:sp>
        <p:nvSpPr>
          <p:cNvPr id="56" name="圖示 占比"/>
          <p:cNvSpPr/>
          <p:nvPr/>
        </p:nvSpPr>
        <p:spPr>
          <a:xfrm>
            <a:off x="2190702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10566" y="228600"/>
                  <a:pt x="419195" y="220050"/>
                  <a:pt x="418144" y="209592"/>
                </a:cubicBezTo>
                <a:cubicBezTo>
                  <a:pt x="409091" y="119421"/>
                  <a:pt x="337768" y="48109"/>
                  <a:pt x="247597" y="39068"/>
                </a:cubicBezTo>
                <a:cubicBezTo>
                  <a:pt x="237115" y="38028"/>
                  <a:pt x="228577" y="46657"/>
                  <a:pt x="228577" y="57173"/>
                </a:cubicBezTo>
                <a:lnTo>
                  <a:pt x="228577" y="209569"/>
                </a:lnTo>
                <a:cubicBezTo>
                  <a:pt x="228577" y="220085"/>
                  <a:pt x="237115" y="228623"/>
                  <a:pt x="247631" y="228623"/>
                </a:cubicBezTo>
                <a:close/>
                <a:moveTo>
                  <a:pt x="404050" y="302701"/>
                </a:moveTo>
                <a:cubicBezTo>
                  <a:pt x="370709" y="381545"/>
                  <a:pt x="288870" y="428476"/>
                  <a:pt x="203980" y="417412"/>
                </a:cubicBezTo>
                <a:cubicBezTo>
                  <a:pt x="119101" y="406359"/>
                  <a:pt x="52006" y="340031"/>
                  <a:pt x="39982" y="255278"/>
                </a:cubicBezTo>
                <a:cubicBezTo>
                  <a:pt x="27958" y="170524"/>
                  <a:pt x="73941" y="88148"/>
                  <a:pt x="152396" y="53915"/>
                </a:cubicBez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1841468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1000" dirty="0"/>
          </a:p>
        </p:txBody>
      </p:sp>
      <p:sp>
        <p:nvSpPr>
          <p:cNvPr id="58" name="圖示 監控"/>
          <p:cNvSpPr/>
          <p:nvPr/>
        </p:nvSpPr>
        <p:spPr>
          <a:xfrm>
            <a:off x="3346371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lnTo>
                  <a:pt x="371852" y="228600"/>
                </a:lnTo>
                <a:cubicBezTo>
                  <a:pt x="354741" y="228566"/>
                  <a:pt x="339711" y="239939"/>
                  <a:pt x="335093" y="256409"/>
                </a:cubicBezTo>
                <a:lnTo>
                  <a:pt x="290322" y="415675"/>
                </a:lnTo>
                <a:cubicBezTo>
                  <a:pt x="289728" y="417698"/>
                  <a:pt x="287865" y="419104"/>
                  <a:pt x="285750" y="419104"/>
                </a:cubicBezTo>
                <a:cubicBezTo>
                  <a:pt x="283635" y="419104"/>
                  <a:pt x="281772" y="417698"/>
                  <a:pt x="281178" y="415675"/>
                </a:cubicBezTo>
                <a:lnTo>
                  <a:pt x="176022" y="41525"/>
                </a:lnTo>
                <a:cubicBezTo>
                  <a:pt x="175428" y="39502"/>
                  <a:pt x="173565" y="38096"/>
                  <a:pt x="171450" y="38096"/>
                </a:cubicBezTo>
                <a:cubicBezTo>
                  <a:pt x="169335" y="38096"/>
                  <a:pt x="167472" y="39502"/>
                  <a:pt x="166878" y="41525"/>
                </a:cubicBezTo>
                <a:lnTo>
                  <a:pt x="122107" y="200791"/>
                </a:lnTo>
                <a:cubicBezTo>
                  <a:pt x="117512" y="217193"/>
                  <a:pt x="102573" y="228554"/>
                  <a:pt x="85531" y="228600"/>
                </a:cubicBezTo>
                <a:lnTo>
                  <a:pt x="38096" y="2286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2997137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1000" dirty="0"/>
          </a:p>
        </p:txBody>
      </p:sp>
      <p:sp>
        <p:nvSpPr>
          <p:cNvPr id="60" name="圖示 設定"/>
          <p:cNvSpPr/>
          <p:nvPr/>
        </p:nvSpPr>
        <p:spPr>
          <a:xfrm>
            <a:off x="4502039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4229" y="78787"/>
                </a:moveTo>
                <a:cubicBezTo>
                  <a:pt x="186412" y="55904"/>
                  <a:pt x="205626" y="38428"/>
                  <a:pt x="228611" y="38428"/>
                </a:cubicBezTo>
                <a:cubicBezTo>
                  <a:pt x="251597" y="38428"/>
                  <a:pt x="270811" y="55904"/>
                  <a:pt x="272983" y="78787"/>
                </a:cubicBezTo>
                <a:cubicBezTo>
                  <a:pt x="274263" y="93269"/>
                  <a:pt x="282527" y="106208"/>
                  <a:pt x="295111" y="113477"/>
                </a:cubicBezTo>
                <a:cubicBezTo>
                  <a:pt x="307696" y="120735"/>
                  <a:pt x="323035" y="121409"/>
                  <a:pt x="336213" y="115272"/>
                </a:cubicBezTo>
                <a:cubicBezTo>
                  <a:pt x="357096" y="105785"/>
                  <a:pt x="381762" y="113706"/>
                  <a:pt x="393238" y="133560"/>
                </a:cubicBezTo>
                <a:cubicBezTo>
                  <a:pt x="404713" y="153425"/>
                  <a:pt x="399250" y="178742"/>
                  <a:pt x="380596" y="192104"/>
                </a:cubicBezTo>
                <a:cubicBezTo>
                  <a:pt x="368709" y="200448"/>
                  <a:pt x="361622" y="214061"/>
                  <a:pt x="361622" y="228589"/>
                </a:cubicBezTo>
                <a:cubicBezTo>
                  <a:pt x="361622" y="243116"/>
                  <a:pt x="368709" y="256741"/>
                  <a:pt x="380596" y="265085"/>
                </a:cubicBezTo>
                <a:cubicBezTo>
                  <a:pt x="399250" y="278435"/>
                  <a:pt x="404713" y="303764"/>
                  <a:pt x="393238" y="323618"/>
                </a:cubicBezTo>
                <a:cubicBezTo>
                  <a:pt x="381762" y="343483"/>
                  <a:pt x="357096" y="351392"/>
                  <a:pt x="336213" y="341906"/>
                </a:cubicBezTo>
                <a:cubicBezTo>
                  <a:pt x="323035" y="335768"/>
                  <a:pt x="307696" y="336442"/>
                  <a:pt x="295111" y="343712"/>
                </a:cubicBezTo>
                <a:cubicBezTo>
                  <a:pt x="282527" y="350970"/>
                  <a:pt x="274263" y="363908"/>
                  <a:pt x="272983" y="378390"/>
                </a:cubicBezTo>
                <a:cubicBezTo>
                  <a:pt x="270811" y="401273"/>
                  <a:pt x="251597" y="418749"/>
                  <a:pt x="228611" y="418749"/>
                </a:cubicBezTo>
                <a:cubicBezTo>
                  <a:pt x="205626" y="418749"/>
                  <a:pt x="186412" y="401273"/>
                  <a:pt x="184229" y="378390"/>
                </a:cubicBezTo>
                <a:cubicBezTo>
                  <a:pt x="182960" y="363908"/>
                  <a:pt x="174696" y="350958"/>
                  <a:pt x="162100" y="343700"/>
                </a:cubicBezTo>
                <a:cubicBezTo>
                  <a:pt x="149504" y="336431"/>
                  <a:pt x="134165" y="335768"/>
                  <a:pt x="120987" y="341906"/>
                </a:cubicBezTo>
                <a:cubicBezTo>
                  <a:pt x="100104" y="351392"/>
                  <a:pt x="75438" y="343483"/>
                  <a:pt x="63962" y="323618"/>
                </a:cubicBezTo>
                <a:cubicBezTo>
                  <a:pt x="52487" y="303764"/>
                  <a:pt x="57950" y="278435"/>
                  <a:pt x="76604" y="265085"/>
                </a:cubicBezTo>
                <a:cubicBezTo>
                  <a:pt x="88491" y="256741"/>
                  <a:pt x="95578" y="243116"/>
                  <a:pt x="95578" y="228589"/>
                </a:cubicBezTo>
                <a:cubicBezTo>
                  <a:pt x="95578" y="214061"/>
                  <a:pt x="88491" y="200448"/>
                  <a:pt x="76604" y="192104"/>
                </a:cubicBezTo>
                <a:cubicBezTo>
                  <a:pt x="57984" y="178742"/>
                  <a:pt x="52532" y="153436"/>
                  <a:pt x="63985" y="133594"/>
                </a:cubicBezTo>
                <a:cubicBezTo>
                  <a:pt x="75449" y="113751"/>
                  <a:pt x="100093" y="105819"/>
                  <a:pt x="120964" y="115272"/>
                </a:cubicBezTo>
                <a:cubicBezTo>
                  <a:pt x="134142" y="121409"/>
                  <a:pt x="149482" y="120735"/>
                  <a:pt x="162066" y="113477"/>
                </a:cubicBezTo>
                <a:cubicBezTo>
                  <a:pt x="174662" y="106208"/>
                  <a:pt x="182914" y="93269"/>
                  <a:pt x="184194" y="78787"/>
                </a:cubicBezTo>
                <a:moveTo>
                  <a:pt x="285750" y="228600"/>
                </a:moveTo>
                <a:cubicBezTo>
                  <a:pt x="285750" y="260158"/>
                  <a:pt x="260158" y="285750"/>
                  <a:pt x="228600" y="285750"/>
                </a:cubicBezTo>
                <a:cubicBezTo>
                  <a:pt x="197042" y="285750"/>
                  <a:pt x="171450" y="260158"/>
                  <a:pt x="171450" y="228600"/>
                </a:cubicBezTo>
                <a:cubicBezTo>
                  <a:pt x="171450" y="197042"/>
                  <a:pt x="197042" y="171450"/>
                  <a:pt x="228600" y="171450"/>
                </a:cubicBezTo>
                <a:cubicBezTo>
                  <a:pt x="260158" y="171450"/>
                  <a:pt x="285750" y="197042"/>
                  <a:pt x="285750" y="228600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4152805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000" dirty="0"/>
          </a:p>
        </p:txBody>
      </p:sp>
      <p:sp>
        <p:nvSpPr>
          <p:cNvPr id="62" name="圖示 維修"/>
          <p:cNvSpPr/>
          <p:nvPr/>
        </p:nvSpPr>
        <p:spPr>
          <a:xfrm>
            <a:off x="5657707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0035" y="120015"/>
                </a:moveTo>
                <a:cubicBezTo>
                  <a:pt x="272777" y="127422"/>
                  <a:pt x="272777" y="139275"/>
                  <a:pt x="280035" y="146681"/>
                </a:cubicBezTo>
                <a:lnTo>
                  <a:pt x="310519" y="177165"/>
                </a:lnTo>
                <a:cubicBezTo>
                  <a:pt x="317925" y="184423"/>
                  <a:pt x="329778" y="184423"/>
                  <a:pt x="337185" y="177165"/>
                </a:cubicBezTo>
                <a:lnTo>
                  <a:pt x="396358" y="118015"/>
                </a:lnTo>
                <a:cubicBezTo>
                  <a:pt x="402450" y="111877"/>
                  <a:pt x="412794" y="113820"/>
                  <a:pt x="415080" y="122164"/>
                </a:cubicBezTo>
                <a:cubicBezTo>
                  <a:pt x="426830" y="164901"/>
                  <a:pt x="412817" y="210575"/>
                  <a:pt x="379122" y="239367"/>
                </a:cubicBezTo>
                <a:cubicBezTo>
                  <a:pt x="345426" y="268159"/>
                  <a:pt x="298129" y="274880"/>
                  <a:pt x="257747" y="256604"/>
                </a:cubicBezTo>
                <a:lnTo>
                  <a:pt x="107065" y="407285"/>
                </a:lnTo>
                <a:cubicBezTo>
                  <a:pt x="91280" y="423070"/>
                  <a:pt x="65700" y="423059"/>
                  <a:pt x="49926" y="407274"/>
                </a:cubicBezTo>
                <a:cubicBezTo>
                  <a:pt x="34141" y="391500"/>
                  <a:pt x="34153" y="365920"/>
                  <a:pt x="49926" y="350135"/>
                </a:cubicBezTo>
                <a:lnTo>
                  <a:pt x="200619" y="199454"/>
                </a:lnTo>
                <a:cubicBezTo>
                  <a:pt x="182343" y="159071"/>
                  <a:pt x="189064" y="111774"/>
                  <a:pt x="217856" y="78078"/>
                </a:cubicBezTo>
                <a:cubicBezTo>
                  <a:pt x="246648" y="44383"/>
                  <a:pt x="292322" y="30370"/>
                  <a:pt x="335048" y="42120"/>
                </a:cubicBezTo>
                <a:cubicBezTo>
                  <a:pt x="343391" y="44406"/>
                  <a:pt x="345335" y="54727"/>
                  <a:pt x="339220" y="60865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5308473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1000" dirty="0"/>
          </a:p>
        </p:txBody>
      </p:sp>
      <p:sp>
        <p:nvSpPr>
          <p:cNvPr id="64" name="圖示 搜尋"/>
          <p:cNvSpPr/>
          <p:nvPr/>
        </p:nvSpPr>
        <p:spPr>
          <a:xfrm>
            <a:off x="6813375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400050"/>
                </a:moveTo>
                <a:lnTo>
                  <a:pt x="317377" y="317377"/>
                </a:lnTo>
                <a:moveTo>
                  <a:pt x="361954" y="209546"/>
                </a:moveTo>
                <a:cubicBezTo>
                  <a:pt x="361954" y="293717"/>
                  <a:pt x="293717" y="361954"/>
                  <a:pt x="209546" y="361954"/>
                </a:cubicBezTo>
                <a:cubicBezTo>
                  <a:pt x="125387" y="361954"/>
                  <a:pt x="57150" y="293717"/>
                  <a:pt x="57150" y="209546"/>
                </a:cubicBezTo>
                <a:cubicBezTo>
                  <a:pt x="57150" y="125387"/>
                  <a:pt x="125387" y="57150"/>
                  <a:pt x="209546" y="57150"/>
                </a:cubicBezTo>
                <a:cubicBezTo>
                  <a:pt x="293717" y="57150"/>
                  <a:pt x="361954" y="125387"/>
                  <a:pt x="361954" y="209546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6464141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1000" dirty="0"/>
          </a:p>
        </p:txBody>
      </p:sp>
      <p:sp>
        <p:nvSpPr>
          <p:cNvPr id="66" name="圖示 篩選"/>
          <p:cNvSpPr/>
          <p:nvPr/>
        </p:nvSpPr>
        <p:spPr>
          <a:xfrm>
            <a:off x="7969044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6" y="95246"/>
                </a:moveTo>
                <a:lnTo>
                  <a:pt x="419104" y="95246"/>
                </a:lnTo>
                <a:moveTo>
                  <a:pt x="114300" y="228600"/>
                </a:moveTo>
                <a:lnTo>
                  <a:pt x="342900" y="228600"/>
                </a:lnTo>
                <a:moveTo>
                  <a:pt x="171450" y="361954"/>
                </a:moveTo>
                <a:lnTo>
                  <a:pt x="285750" y="36195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7619809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1000" dirty="0"/>
          </a:p>
        </p:txBody>
      </p:sp>
      <p:sp>
        <p:nvSpPr>
          <p:cNvPr id="68" name="圖示 想法"/>
          <p:cNvSpPr/>
          <p:nvPr/>
        </p:nvSpPr>
        <p:spPr>
          <a:xfrm>
            <a:off x="9124712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266696"/>
                </a:moveTo>
                <a:cubicBezTo>
                  <a:pt x="289556" y="247654"/>
                  <a:pt x="299089" y="234315"/>
                  <a:pt x="314325" y="219079"/>
                </a:cubicBezTo>
                <a:cubicBezTo>
                  <a:pt x="333379" y="201934"/>
                  <a:pt x="342900" y="177165"/>
                  <a:pt x="342900" y="152396"/>
                </a:cubicBezTo>
                <a:cubicBezTo>
                  <a:pt x="342900" y="89268"/>
                  <a:pt x="291728" y="38096"/>
                  <a:pt x="228600" y="38096"/>
                </a:cubicBezTo>
                <a:cubicBezTo>
                  <a:pt x="165472" y="38096"/>
                  <a:pt x="114300" y="89268"/>
                  <a:pt x="114300" y="152396"/>
                </a:cubicBezTo>
                <a:cubicBezTo>
                  <a:pt x="114300" y="171450"/>
                  <a:pt x="118106" y="194310"/>
                  <a:pt x="142875" y="219079"/>
                </a:cubicBezTo>
                <a:cubicBezTo>
                  <a:pt x="156214" y="232406"/>
                  <a:pt x="167644" y="247654"/>
                  <a:pt x="171450" y="266696"/>
                </a:cubicBezTo>
                <a:moveTo>
                  <a:pt x="171450" y="342900"/>
                </a:moveTo>
                <a:lnTo>
                  <a:pt x="285750" y="342900"/>
                </a:lnTo>
                <a:moveTo>
                  <a:pt x="190504" y="419104"/>
                </a:moveTo>
                <a:lnTo>
                  <a:pt x="266696" y="41910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775478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1000" dirty="0"/>
          </a:p>
        </p:txBody>
      </p:sp>
      <p:sp>
        <p:nvSpPr>
          <p:cNvPr id="70" name="圖示 目標"/>
          <p:cNvSpPr/>
          <p:nvPr/>
        </p:nvSpPr>
        <p:spPr>
          <a:xfrm>
            <a:off x="10280380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342900" y="228600"/>
                </a:moveTo>
                <a:cubicBezTo>
                  <a:pt x="342900" y="291728"/>
                  <a:pt x="291728" y="342900"/>
                  <a:pt x="228600" y="342900"/>
                </a:cubicBezTo>
                <a:cubicBezTo>
                  <a:pt x="165472" y="342900"/>
                  <a:pt x="114300" y="291728"/>
                  <a:pt x="114300" y="228600"/>
                </a:cubicBezTo>
                <a:cubicBezTo>
                  <a:pt x="114300" y="165472"/>
                  <a:pt x="165472" y="114300"/>
                  <a:pt x="228600" y="114300"/>
                </a:cubicBezTo>
                <a:cubicBezTo>
                  <a:pt x="291728" y="114300"/>
                  <a:pt x="342900" y="165472"/>
                  <a:pt x="342900" y="228600"/>
                </a:cubicBezTo>
                <a:close/>
                <a:moveTo>
                  <a:pt x="266696" y="228600"/>
                </a:moveTo>
                <a:cubicBezTo>
                  <a:pt x="266696" y="249643"/>
                  <a:pt x="249643" y="266696"/>
                  <a:pt x="228600" y="266696"/>
                </a:cubicBezTo>
                <a:cubicBezTo>
                  <a:pt x="207557" y="266696"/>
                  <a:pt x="190504" y="249643"/>
                  <a:pt x="190504" y="228600"/>
                </a:cubicBezTo>
                <a:cubicBezTo>
                  <a:pt x="190504" y="207557"/>
                  <a:pt x="207557" y="190504"/>
                  <a:pt x="228600" y="190504"/>
                </a:cubicBezTo>
                <a:cubicBezTo>
                  <a:pt x="249643" y="190504"/>
                  <a:pt x="266696" y="207557"/>
                  <a:pt x="266696" y="228600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9931146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000" dirty="0"/>
          </a:p>
        </p:txBody>
      </p:sp>
      <p:sp>
        <p:nvSpPr>
          <p:cNvPr id="72" name="圖示 參數"/>
          <p:cNvSpPr/>
          <p:nvPr/>
        </p:nvSpPr>
        <p:spPr>
          <a:xfrm>
            <a:off x="11436048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4" y="95246"/>
                </a:moveTo>
                <a:lnTo>
                  <a:pt x="57150" y="95246"/>
                </a:lnTo>
                <a:moveTo>
                  <a:pt x="228600" y="361954"/>
                </a:moveTo>
                <a:lnTo>
                  <a:pt x="57150" y="361954"/>
                </a:lnTo>
                <a:moveTo>
                  <a:pt x="266696" y="57150"/>
                </a:moveTo>
                <a:lnTo>
                  <a:pt x="266696" y="133354"/>
                </a:lnTo>
                <a:moveTo>
                  <a:pt x="304804" y="323846"/>
                </a:moveTo>
                <a:lnTo>
                  <a:pt x="304804" y="400050"/>
                </a:lnTo>
                <a:moveTo>
                  <a:pt x="400050" y="228600"/>
                </a:moveTo>
                <a:lnTo>
                  <a:pt x="228600" y="228600"/>
                </a:lnTo>
                <a:moveTo>
                  <a:pt x="400050" y="361954"/>
                </a:moveTo>
                <a:lnTo>
                  <a:pt x="304804" y="361954"/>
                </a:lnTo>
                <a:moveTo>
                  <a:pt x="400050" y="95246"/>
                </a:moveTo>
                <a:lnTo>
                  <a:pt x="266696" y="95246"/>
                </a:lnTo>
                <a:moveTo>
                  <a:pt x="152396" y="190504"/>
                </a:moveTo>
                <a:lnTo>
                  <a:pt x="152396" y="266696"/>
                </a:lnTo>
                <a:moveTo>
                  <a:pt x="152396" y="228600"/>
                </a:moveTo>
                <a:lnTo>
                  <a:pt x="57150" y="2286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11086814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1000" dirty="0"/>
          </a:p>
        </p:txBody>
      </p:sp>
      <p:sp>
        <p:nvSpPr>
          <p:cNvPr id="74" name="圖示 整合"/>
          <p:cNvSpPr/>
          <p:nvPr/>
        </p:nvSpPr>
        <p:spPr>
          <a:xfrm>
            <a:off x="12591717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180" y="83633"/>
                </a:moveTo>
                <a:cubicBezTo>
                  <a:pt x="298060" y="88514"/>
                  <a:pt x="305192" y="90377"/>
                  <a:pt x="311833" y="88502"/>
                </a:cubicBezTo>
                <a:cubicBezTo>
                  <a:pt x="318474" y="86628"/>
                  <a:pt x="323583" y="81313"/>
                  <a:pt x="325184" y="74604"/>
                </a:cubicBezTo>
                <a:cubicBezTo>
                  <a:pt x="330658" y="51824"/>
                  <a:pt x="351884" y="36405"/>
                  <a:pt x="375235" y="38245"/>
                </a:cubicBezTo>
                <a:cubicBezTo>
                  <a:pt x="398587" y="40085"/>
                  <a:pt x="417138" y="58636"/>
                  <a:pt x="418967" y="81999"/>
                </a:cubicBezTo>
                <a:cubicBezTo>
                  <a:pt x="420807" y="105350"/>
                  <a:pt x="405376" y="126576"/>
                  <a:pt x="382596" y="132039"/>
                </a:cubicBezTo>
                <a:cubicBezTo>
                  <a:pt x="375887" y="133640"/>
                  <a:pt x="370572" y="138749"/>
                  <a:pt x="368698" y="145390"/>
                </a:cubicBezTo>
                <a:cubicBezTo>
                  <a:pt x="366823" y="152030"/>
                  <a:pt x="368686" y="159163"/>
                  <a:pt x="373567" y="164043"/>
                </a:cubicBezTo>
                <a:lnTo>
                  <a:pt x="405628" y="196082"/>
                </a:lnTo>
                <a:cubicBezTo>
                  <a:pt x="414257" y="204711"/>
                  <a:pt x="419104" y="216404"/>
                  <a:pt x="419104" y="228600"/>
                </a:cubicBezTo>
                <a:cubicBezTo>
                  <a:pt x="419104" y="240796"/>
                  <a:pt x="414257" y="252489"/>
                  <a:pt x="405628" y="261118"/>
                </a:cubicBezTo>
                <a:lnTo>
                  <a:pt x="373567" y="293180"/>
                </a:lnTo>
                <a:cubicBezTo>
                  <a:pt x="368698" y="298060"/>
                  <a:pt x="361565" y="299923"/>
                  <a:pt x="354924" y="298049"/>
                </a:cubicBezTo>
                <a:cubicBezTo>
                  <a:pt x="348284" y="296174"/>
                  <a:pt x="343174" y="290859"/>
                  <a:pt x="341563" y="284150"/>
                </a:cubicBezTo>
                <a:cubicBezTo>
                  <a:pt x="336099" y="261370"/>
                  <a:pt x="314874" y="245951"/>
                  <a:pt x="291511" y="247802"/>
                </a:cubicBezTo>
                <a:cubicBezTo>
                  <a:pt x="268159" y="249643"/>
                  <a:pt x="249620" y="268194"/>
                  <a:pt x="247780" y="291545"/>
                </a:cubicBezTo>
                <a:cubicBezTo>
                  <a:pt x="245951" y="314897"/>
                  <a:pt x="261370" y="336122"/>
                  <a:pt x="284150" y="341586"/>
                </a:cubicBezTo>
                <a:cubicBezTo>
                  <a:pt x="290859" y="343186"/>
                  <a:pt x="296174" y="348295"/>
                  <a:pt x="298049" y="354936"/>
                </a:cubicBezTo>
                <a:cubicBezTo>
                  <a:pt x="299923" y="361577"/>
                  <a:pt x="298060" y="368709"/>
                  <a:pt x="293180" y="373590"/>
                </a:cubicBezTo>
                <a:lnTo>
                  <a:pt x="261118" y="405628"/>
                </a:lnTo>
                <a:cubicBezTo>
                  <a:pt x="252489" y="414257"/>
                  <a:pt x="240796" y="419104"/>
                  <a:pt x="228600" y="419104"/>
                </a:cubicBezTo>
                <a:cubicBezTo>
                  <a:pt x="216404" y="419104"/>
                  <a:pt x="204711" y="414257"/>
                  <a:pt x="196082" y="405628"/>
                </a:cubicBezTo>
                <a:lnTo>
                  <a:pt x="164020" y="373567"/>
                </a:lnTo>
                <a:cubicBezTo>
                  <a:pt x="159140" y="368686"/>
                  <a:pt x="152008" y="366823"/>
                  <a:pt x="145367" y="368698"/>
                </a:cubicBezTo>
                <a:cubicBezTo>
                  <a:pt x="138726" y="370572"/>
                  <a:pt x="133617" y="375887"/>
                  <a:pt x="132017" y="382596"/>
                </a:cubicBezTo>
                <a:cubicBezTo>
                  <a:pt x="126542" y="405376"/>
                  <a:pt x="105316" y="420795"/>
                  <a:pt x="81965" y="418955"/>
                </a:cubicBezTo>
                <a:cubicBezTo>
                  <a:pt x="58613" y="417115"/>
                  <a:pt x="40062" y="398564"/>
                  <a:pt x="38233" y="375201"/>
                </a:cubicBezTo>
                <a:cubicBezTo>
                  <a:pt x="36393" y="351850"/>
                  <a:pt x="51824" y="330624"/>
                  <a:pt x="74604" y="325161"/>
                </a:cubicBezTo>
                <a:cubicBezTo>
                  <a:pt x="81313" y="323560"/>
                  <a:pt x="86628" y="318451"/>
                  <a:pt x="88502" y="311810"/>
                </a:cubicBezTo>
                <a:cubicBezTo>
                  <a:pt x="90377" y="305170"/>
                  <a:pt x="88514" y="298037"/>
                  <a:pt x="83633" y="293157"/>
                </a:cubicBezTo>
                <a:lnTo>
                  <a:pt x="51572" y="261118"/>
                </a:lnTo>
                <a:cubicBezTo>
                  <a:pt x="42943" y="252489"/>
                  <a:pt x="38096" y="240796"/>
                  <a:pt x="38096" y="228600"/>
                </a:cubicBezTo>
                <a:cubicBezTo>
                  <a:pt x="38096" y="216404"/>
                  <a:pt x="42943" y="204711"/>
                  <a:pt x="51572" y="196082"/>
                </a:cubicBezTo>
                <a:lnTo>
                  <a:pt x="83633" y="164020"/>
                </a:lnTo>
                <a:cubicBezTo>
                  <a:pt x="88502" y="159140"/>
                  <a:pt x="95635" y="157277"/>
                  <a:pt x="102276" y="159151"/>
                </a:cubicBezTo>
                <a:cubicBezTo>
                  <a:pt x="108916" y="161026"/>
                  <a:pt x="114026" y="166341"/>
                  <a:pt x="115637" y="173050"/>
                </a:cubicBezTo>
                <a:cubicBezTo>
                  <a:pt x="121101" y="195830"/>
                  <a:pt x="142326" y="211249"/>
                  <a:pt x="165689" y="209398"/>
                </a:cubicBezTo>
                <a:cubicBezTo>
                  <a:pt x="189041" y="207557"/>
                  <a:pt x="207580" y="189006"/>
                  <a:pt x="209420" y="165655"/>
                </a:cubicBezTo>
                <a:cubicBezTo>
                  <a:pt x="211249" y="142304"/>
                  <a:pt x="195830" y="121078"/>
                  <a:pt x="173050" y="115614"/>
                </a:cubicBezTo>
                <a:cubicBezTo>
                  <a:pt x="166341" y="114014"/>
                  <a:pt x="161026" y="108905"/>
                  <a:pt x="159151" y="102264"/>
                </a:cubicBezTo>
                <a:cubicBezTo>
                  <a:pt x="157277" y="95623"/>
                  <a:pt x="159140" y="88491"/>
                  <a:pt x="164020" y="83610"/>
                </a:cubicBezTo>
                <a:lnTo>
                  <a:pt x="196082" y="51572"/>
                </a:lnTo>
                <a:cubicBezTo>
                  <a:pt x="204711" y="42943"/>
                  <a:pt x="216404" y="38096"/>
                  <a:pt x="228600" y="38096"/>
                </a:cubicBezTo>
                <a:cubicBezTo>
                  <a:pt x="240796" y="38096"/>
                  <a:pt x="252489" y="42943"/>
                  <a:pt x="261118" y="51572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12242483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00" dirty="0"/>
          </a:p>
        </p:txBody>
      </p:sp>
      <p:sp>
        <p:nvSpPr>
          <p:cNvPr id="76" name="圖示 安全"/>
          <p:cNvSpPr/>
          <p:nvPr/>
        </p:nvSpPr>
        <p:spPr>
          <a:xfrm>
            <a:off x="13747385" y="37490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96" y="247654"/>
                </a:moveTo>
                <a:cubicBezTo>
                  <a:pt x="380996" y="342900"/>
                  <a:pt x="314325" y="390529"/>
                  <a:pt x="235081" y="418144"/>
                </a:cubicBezTo>
                <a:cubicBezTo>
                  <a:pt x="230932" y="419550"/>
                  <a:pt x="226417" y="419481"/>
                  <a:pt x="222314" y="417961"/>
                </a:cubicBezTo>
                <a:cubicBezTo>
                  <a:pt x="142875" y="390529"/>
                  <a:pt x="76204" y="342900"/>
                  <a:pt x="76204" y="247654"/>
                </a:cubicBezTo>
                <a:lnTo>
                  <a:pt x="76204" y="114300"/>
                </a:lnTo>
                <a:cubicBezTo>
                  <a:pt x="76204" y="103784"/>
                  <a:pt x="84731" y="95246"/>
                  <a:pt x="95246" y="95246"/>
                </a:cubicBezTo>
                <a:cubicBezTo>
                  <a:pt x="133354" y="95246"/>
                  <a:pt x="180971" y="72386"/>
                  <a:pt x="214118" y="43434"/>
                </a:cubicBezTo>
                <a:cubicBezTo>
                  <a:pt x="222462" y="36313"/>
                  <a:pt x="234738" y="36313"/>
                  <a:pt x="243082" y="43434"/>
                </a:cubicBezTo>
                <a:cubicBezTo>
                  <a:pt x="276412" y="72581"/>
                  <a:pt x="323846" y="95246"/>
                  <a:pt x="361954" y="95246"/>
                </a:cubicBezTo>
                <a:cubicBezTo>
                  <a:pt x="372469" y="95246"/>
                  <a:pt x="380996" y="103784"/>
                  <a:pt x="380996" y="114300"/>
                </a:cubicBezTo>
                <a:close/>
                <a:moveTo>
                  <a:pt x="171450" y="228600"/>
                </a:moveTo>
                <a:lnTo>
                  <a:pt x="209546" y="266696"/>
                </a:lnTo>
                <a:lnTo>
                  <a:pt x="285750" y="190504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13398151" y="425196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1000" dirty="0"/>
          </a:p>
        </p:txBody>
      </p:sp>
      <p:sp>
        <p:nvSpPr>
          <p:cNvPr id="78" name="圖示 權限"/>
          <p:cNvSpPr/>
          <p:nvPr/>
        </p:nvSpPr>
        <p:spPr>
          <a:xfrm>
            <a:off x="1035034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209546"/>
                </a:moveTo>
                <a:lnTo>
                  <a:pt x="361954" y="209546"/>
                </a:lnTo>
                <a:cubicBezTo>
                  <a:pt x="382996" y="209546"/>
                  <a:pt x="400050" y="226611"/>
                  <a:pt x="400050" y="247654"/>
                </a:cubicBezTo>
                <a:lnTo>
                  <a:pt x="400050" y="380996"/>
                </a:lnTo>
                <a:cubicBezTo>
                  <a:pt x="400050" y="402039"/>
                  <a:pt x="382996" y="419104"/>
                  <a:pt x="361954" y="419104"/>
                </a:cubicBezTo>
                <a:lnTo>
                  <a:pt x="95246" y="419104"/>
                </a:lnTo>
                <a:cubicBezTo>
                  <a:pt x="74204" y="419104"/>
                  <a:pt x="57150" y="402039"/>
                  <a:pt x="57150" y="380996"/>
                </a:cubicBezTo>
                <a:lnTo>
                  <a:pt x="57150" y="247654"/>
                </a:lnTo>
                <a:cubicBezTo>
                  <a:pt x="57150" y="226611"/>
                  <a:pt x="74204" y="209546"/>
                  <a:pt x="95246" y="209546"/>
                </a:cubicBezTo>
                <a:close/>
                <a:moveTo>
                  <a:pt x="133354" y="209546"/>
                </a:moveTo>
                <a:lnTo>
                  <a:pt x="133354" y="133354"/>
                </a:lnTo>
                <a:cubicBezTo>
                  <a:pt x="133354" y="80742"/>
                  <a:pt x="175999" y="38096"/>
                  <a:pt x="228600" y="38096"/>
                </a:cubicBezTo>
                <a:cubicBezTo>
                  <a:pt x="281201" y="38096"/>
                  <a:pt x="323846" y="80742"/>
                  <a:pt x="323846" y="133354"/>
                </a:cubicBezTo>
                <a:lnTo>
                  <a:pt x="323846" y="209546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685800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</a:t>
            </a:r>
            <a:endParaRPr lang="en-US" sz="1000" dirty="0"/>
          </a:p>
        </p:txBody>
      </p:sp>
      <p:sp>
        <p:nvSpPr>
          <p:cNvPr id="80" name="圖示 郵件"/>
          <p:cNvSpPr/>
          <p:nvPr/>
        </p:nvSpPr>
        <p:spPr>
          <a:xfrm>
            <a:off x="2190702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133354"/>
                </a:moveTo>
                <a:lnTo>
                  <a:pt x="247825" y="242453"/>
                </a:lnTo>
                <a:cubicBezTo>
                  <a:pt x="235995" y="249323"/>
                  <a:pt x="221376" y="249323"/>
                  <a:pt x="209546" y="242453"/>
                </a:cubicBezTo>
                <a:lnTo>
                  <a:pt x="38096" y="133354"/>
                </a:lnTo>
                <a:moveTo>
                  <a:pt x="76204" y="76204"/>
                </a:moveTo>
                <a:lnTo>
                  <a:pt x="380996" y="76204"/>
                </a:lnTo>
                <a:cubicBezTo>
                  <a:pt x="402039" y="76204"/>
                  <a:pt x="419104" y="93257"/>
                  <a:pt x="419104" y="114300"/>
                </a:cubicBezTo>
                <a:lnTo>
                  <a:pt x="419104" y="342900"/>
                </a:lnTo>
                <a:cubicBezTo>
                  <a:pt x="419104" y="363943"/>
                  <a:pt x="402039" y="380996"/>
                  <a:pt x="380996" y="380996"/>
                </a:cubicBezTo>
                <a:lnTo>
                  <a:pt x="76204" y="380996"/>
                </a:lnTo>
                <a:cubicBezTo>
                  <a:pt x="55161" y="380996"/>
                  <a:pt x="38096" y="363943"/>
                  <a:pt x="38096" y="342900"/>
                </a:cubicBezTo>
                <a:lnTo>
                  <a:pt x="38096" y="114300"/>
                </a:lnTo>
                <a:cubicBezTo>
                  <a:pt x="38096" y="93257"/>
                  <a:pt x="55161" y="76204"/>
                  <a:pt x="76204" y="7620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1841468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1000" dirty="0"/>
          </a:p>
        </p:txBody>
      </p:sp>
      <p:sp>
        <p:nvSpPr>
          <p:cNvPr id="82" name="圖示 電話"/>
          <p:cNvSpPr/>
          <p:nvPr/>
        </p:nvSpPr>
        <p:spPr>
          <a:xfrm>
            <a:off x="3346371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3496" y="315617"/>
                </a:moveTo>
                <a:cubicBezTo>
                  <a:pt x="271600" y="319343"/>
                  <a:pt x="281201" y="316942"/>
                  <a:pt x="286607" y="309844"/>
                </a:cubicBezTo>
                <a:lnTo>
                  <a:pt x="293374" y="300986"/>
                </a:lnTo>
                <a:cubicBezTo>
                  <a:pt x="300563" y="291396"/>
                  <a:pt x="311856" y="285750"/>
                  <a:pt x="323846" y="285750"/>
                </a:cubicBezTo>
                <a:lnTo>
                  <a:pt x="380996" y="285750"/>
                </a:lnTo>
                <a:cubicBezTo>
                  <a:pt x="402039" y="285750"/>
                  <a:pt x="419104" y="302804"/>
                  <a:pt x="419104" y="323846"/>
                </a:cubicBezTo>
                <a:lnTo>
                  <a:pt x="419104" y="380996"/>
                </a:lnTo>
                <a:cubicBezTo>
                  <a:pt x="419104" y="402039"/>
                  <a:pt x="402039" y="419104"/>
                  <a:pt x="380996" y="419104"/>
                </a:cubicBezTo>
                <a:cubicBezTo>
                  <a:pt x="191624" y="419104"/>
                  <a:pt x="38096" y="265576"/>
                  <a:pt x="38096" y="76204"/>
                </a:cubicBezTo>
                <a:cubicBezTo>
                  <a:pt x="38096" y="55161"/>
                  <a:pt x="55161" y="38096"/>
                  <a:pt x="76204" y="38096"/>
                </a:cubicBezTo>
                <a:lnTo>
                  <a:pt x="133354" y="38096"/>
                </a:lnTo>
                <a:cubicBezTo>
                  <a:pt x="154396" y="38096"/>
                  <a:pt x="171450" y="55161"/>
                  <a:pt x="171450" y="76204"/>
                </a:cubicBezTo>
                <a:lnTo>
                  <a:pt x="171450" y="133354"/>
                </a:lnTo>
                <a:cubicBezTo>
                  <a:pt x="171450" y="145344"/>
                  <a:pt x="165804" y="156637"/>
                  <a:pt x="156214" y="163826"/>
                </a:cubicBezTo>
                <a:lnTo>
                  <a:pt x="147298" y="170513"/>
                </a:lnTo>
                <a:cubicBezTo>
                  <a:pt x="140086" y="176022"/>
                  <a:pt x="137754" y="185852"/>
                  <a:pt x="141732" y="194001"/>
                </a:cubicBezTo>
                <a:cubicBezTo>
                  <a:pt x="167770" y="246888"/>
                  <a:pt x="210586" y="289648"/>
                  <a:pt x="263496" y="315617"/>
                </a:cubicBez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2997137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1000" dirty="0"/>
          </a:p>
        </p:txBody>
      </p:sp>
      <p:sp>
        <p:nvSpPr>
          <p:cNvPr id="84" name="圖示 連結"/>
          <p:cNvSpPr/>
          <p:nvPr/>
        </p:nvSpPr>
        <p:spPr>
          <a:xfrm>
            <a:off x="4502039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4" y="247654"/>
                </a:moveTo>
                <a:cubicBezTo>
                  <a:pt x="207054" y="269782"/>
                  <a:pt x="232406" y="283635"/>
                  <a:pt x="259964" y="285601"/>
                </a:cubicBezTo>
                <a:cubicBezTo>
                  <a:pt x="287533" y="287579"/>
                  <a:pt x="314599" y="277486"/>
                  <a:pt x="334133" y="257941"/>
                </a:cubicBezTo>
                <a:lnTo>
                  <a:pt x="391283" y="200791"/>
                </a:lnTo>
                <a:cubicBezTo>
                  <a:pt x="427379" y="163415"/>
                  <a:pt x="426865" y="104002"/>
                  <a:pt x="390129" y="67266"/>
                </a:cubicBezTo>
                <a:cubicBezTo>
                  <a:pt x="353381" y="30518"/>
                  <a:pt x="293980" y="30004"/>
                  <a:pt x="256604" y="66100"/>
                </a:cubicBezTo>
                <a:lnTo>
                  <a:pt x="223834" y="98675"/>
                </a:lnTo>
                <a:moveTo>
                  <a:pt x="266696" y="209546"/>
                </a:moveTo>
                <a:cubicBezTo>
                  <a:pt x="250146" y="187418"/>
                  <a:pt x="224794" y="173565"/>
                  <a:pt x="197236" y="171599"/>
                </a:cubicBezTo>
                <a:cubicBezTo>
                  <a:pt x="169667" y="169621"/>
                  <a:pt x="142601" y="179714"/>
                  <a:pt x="123067" y="199259"/>
                </a:cubicBezTo>
                <a:lnTo>
                  <a:pt x="65917" y="256409"/>
                </a:lnTo>
                <a:cubicBezTo>
                  <a:pt x="29821" y="293785"/>
                  <a:pt x="30335" y="353198"/>
                  <a:pt x="67071" y="389934"/>
                </a:cubicBezTo>
                <a:cubicBezTo>
                  <a:pt x="103819" y="426682"/>
                  <a:pt x="163220" y="427196"/>
                  <a:pt x="200597" y="391100"/>
                </a:cubicBezTo>
                <a:lnTo>
                  <a:pt x="233172" y="358525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4152805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</a:t>
            </a:r>
            <a:endParaRPr lang="en-US" sz="1000" dirty="0"/>
          </a:p>
        </p:txBody>
      </p:sp>
      <p:sp>
        <p:nvSpPr>
          <p:cNvPr id="86" name="圖示 分支"/>
          <p:cNvSpPr/>
          <p:nvPr/>
        </p:nvSpPr>
        <p:spPr>
          <a:xfrm>
            <a:off x="5657707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114300"/>
                </a:moveTo>
                <a:cubicBezTo>
                  <a:pt x="191064" y="114300"/>
                  <a:pt x="114300" y="191064"/>
                  <a:pt x="114300" y="285750"/>
                </a:cubicBezTo>
                <a:lnTo>
                  <a:pt x="114300" y="57150"/>
                </a:lnTo>
                <a:moveTo>
                  <a:pt x="400050" y="114300"/>
                </a:moveTo>
                <a:cubicBezTo>
                  <a:pt x="400050" y="145858"/>
                  <a:pt x="374458" y="171450"/>
                  <a:pt x="342900" y="171450"/>
                </a:cubicBezTo>
                <a:cubicBezTo>
                  <a:pt x="311342" y="171450"/>
                  <a:pt x="285750" y="145858"/>
                  <a:pt x="285750" y="114300"/>
                </a:cubicBezTo>
                <a:cubicBezTo>
                  <a:pt x="285750" y="82742"/>
                  <a:pt x="311342" y="57150"/>
                  <a:pt x="342900" y="57150"/>
                </a:cubicBezTo>
                <a:cubicBezTo>
                  <a:pt x="374458" y="57150"/>
                  <a:pt x="400050" y="82742"/>
                  <a:pt x="400050" y="114300"/>
                </a:cubicBezTo>
                <a:close/>
                <a:moveTo>
                  <a:pt x="171450" y="342900"/>
                </a:moveTo>
                <a:cubicBezTo>
                  <a:pt x="171450" y="374458"/>
                  <a:pt x="145858" y="400050"/>
                  <a:pt x="114300" y="400050"/>
                </a:cubicBezTo>
                <a:cubicBezTo>
                  <a:pt x="82742" y="400050"/>
                  <a:pt x="57150" y="374458"/>
                  <a:pt x="57150" y="342900"/>
                </a:cubicBezTo>
                <a:cubicBezTo>
                  <a:pt x="57150" y="311342"/>
                  <a:pt x="82742" y="285750"/>
                  <a:pt x="114300" y="285750"/>
                </a:cubicBezTo>
                <a:cubicBezTo>
                  <a:pt x="145858" y="285750"/>
                  <a:pt x="171450" y="311342"/>
                  <a:pt x="171450" y="342900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5308473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</a:t>
            </a:r>
            <a:endParaRPr lang="en-US" sz="1000" dirty="0"/>
          </a:p>
        </p:txBody>
      </p:sp>
      <p:sp>
        <p:nvSpPr>
          <p:cNvPr id="88" name="圖示 流程"/>
          <p:cNvSpPr/>
          <p:nvPr/>
        </p:nvSpPr>
        <p:spPr>
          <a:xfrm>
            <a:off x="6813375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46" y="57150"/>
                </a:moveTo>
                <a:lnTo>
                  <a:pt x="171450" y="57150"/>
                </a:lnTo>
                <a:cubicBezTo>
                  <a:pt x="192493" y="57150"/>
                  <a:pt x="209546" y="74204"/>
                  <a:pt x="209546" y="95246"/>
                </a:cubicBezTo>
                <a:lnTo>
                  <a:pt x="209546" y="171450"/>
                </a:lnTo>
                <a:cubicBezTo>
                  <a:pt x="209546" y="192493"/>
                  <a:pt x="192493" y="209546"/>
                  <a:pt x="171450" y="209546"/>
                </a:cubicBezTo>
                <a:lnTo>
                  <a:pt x="95246" y="209546"/>
                </a:lnTo>
                <a:cubicBezTo>
                  <a:pt x="74204" y="209546"/>
                  <a:pt x="57150" y="192493"/>
                  <a:pt x="57150" y="171450"/>
                </a:cubicBezTo>
                <a:lnTo>
                  <a:pt x="57150" y="95246"/>
                </a:lnTo>
                <a:cubicBezTo>
                  <a:pt x="57150" y="74204"/>
                  <a:pt x="74204" y="57150"/>
                  <a:pt x="95246" y="57150"/>
                </a:cubicBezTo>
                <a:close/>
                <a:moveTo>
                  <a:pt x="133354" y="209546"/>
                </a:moveTo>
                <a:lnTo>
                  <a:pt x="133354" y="285750"/>
                </a:lnTo>
                <a:cubicBezTo>
                  <a:pt x="133354" y="306793"/>
                  <a:pt x="150407" y="323846"/>
                  <a:pt x="171450" y="323846"/>
                </a:cubicBezTo>
                <a:lnTo>
                  <a:pt x="247654" y="323846"/>
                </a:lnTo>
                <a:moveTo>
                  <a:pt x="285750" y="247654"/>
                </a:moveTo>
                <a:lnTo>
                  <a:pt x="361954" y="247654"/>
                </a:lnTo>
                <a:cubicBezTo>
                  <a:pt x="382996" y="247654"/>
                  <a:pt x="400050" y="264707"/>
                  <a:pt x="400050" y="285750"/>
                </a:cubicBezTo>
                <a:lnTo>
                  <a:pt x="400050" y="361954"/>
                </a:lnTo>
                <a:cubicBezTo>
                  <a:pt x="400050" y="382996"/>
                  <a:pt x="382996" y="400050"/>
                  <a:pt x="361954" y="400050"/>
                </a:cubicBezTo>
                <a:lnTo>
                  <a:pt x="285750" y="400050"/>
                </a:lnTo>
                <a:cubicBezTo>
                  <a:pt x="264707" y="400050"/>
                  <a:pt x="247654" y="382996"/>
                  <a:pt x="247654" y="361954"/>
                </a:cubicBezTo>
                <a:lnTo>
                  <a:pt x="247654" y="285750"/>
                </a:lnTo>
                <a:cubicBezTo>
                  <a:pt x="247654" y="264707"/>
                  <a:pt x="264707" y="247654"/>
                  <a:pt x="285750" y="2476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6464141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1000" dirty="0"/>
          </a:p>
        </p:txBody>
      </p:sp>
      <p:sp>
        <p:nvSpPr>
          <p:cNvPr id="90" name="圖示 討論"/>
          <p:cNvSpPr/>
          <p:nvPr/>
        </p:nvSpPr>
        <p:spPr>
          <a:xfrm>
            <a:off x="7969044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323846"/>
                </a:moveTo>
                <a:cubicBezTo>
                  <a:pt x="419104" y="344889"/>
                  <a:pt x="402039" y="361954"/>
                  <a:pt x="380996" y="361954"/>
                </a:cubicBezTo>
                <a:lnTo>
                  <a:pt x="130073" y="361954"/>
                </a:lnTo>
                <a:cubicBezTo>
                  <a:pt x="119969" y="361954"/>
                  <a:pt x="110277" y="365966"/>
                  <a:pt x="103133" y="373109"/>
                </a:cubicBezTo>
                <a:lnTo>
                  <a:pt x="61185" y="415058"/>
                </a:lnTo>
                <a:cubicBezTo>
                  <a:pt x="57321" y="418932"/>
                  <a:pt x="51504" y="420087"/>
                  <a:pt x="46452" y="417995"/>
                </a:cubicBezTo>
                <a:cubicBezTo>
                  <a:pt x="41399" y="415903"/>
                  <a:pt x="38096" y="410966"/>
                  <a:pt x="38096" y="405502"/>
                </a:cubicBezTo>
                <a:lnTo>
                  <a:pt x="38096" y="95246"/>
                </a:lnTo>
                <a:cubicBezTo>
                  <a:pt x="38096" y="74204"/>
                  <a:pt x="55161" y="57150"/>
                  <a:pt x="76204" y="57150"/>
                </a:cubicBezTo>
                <a:lnTo>
                  <a:pt x="380996" y="57150"/>
                </a:lnTo>
                <a:cubicBezTo>
                  <a:pt x="402039" y="57150"/>
                  <a:pt x="419104" y="74204"/>
                  <a:pt x="419104" y="95246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7619809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000" dirty="0"/>
          </a:p>
        </p:txBody>
      </p:sp>
      <p:sp>
        <p:nvSpPr>
          <p:cNvPr id="92" name="圖示 顯微檢測"/>
          <p:cNvSpPr/>
          <p:nvPr/>
        </p:nvSpPr>
        <p:spPr>
          <a:xfrm>
            <a:off x="9124712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342900"/>
                </a:moveTo>
                <a:lnTo>
                  <a:pt x="266696" y="342900"/>
                </a:lnTo>
                <a:moveTo>
                  <a:pt x="57150" y="419104"/>
                </a:moveTo>
                <a:lnTo>
                  <a:pt x="400050" y="419104"/>
                </a:lnTo>
                <a:moveTo>
                  <a:pt x="266696" y="419104"/>
                </a:moveTo>
                <a:cubicBezTo>
                  <a:pt x="340351" y="419104"/>
                  <a:pt x="400050" y="359393"/>
                  <a:pt x="400050" y="285750"/>
                </a:cubicBezTo>
                <a:cubicBezTo>
                  <a:pt x="400050" y="212107"/>
                  <a:pt x="340351" y="152396"/>
                  <a:pt x="266696" y="152396"/>
                </a:cubicBezTo>
                <a:lnTo>
                  <a:pt x="247654" y="152396"/>
                </a:lnTo>
                <a:moveTo>
                  <a:pt x="171450" y="266696"/>
                </a:moveTo>
                <a:lnTo>
                  <a:pt x="209546" y="266696"/>
                </a:lnTo>
                <a:moveTo>
                  <a:pt x="171450" y="228600"/>
                </a:moveTo>
                <a:cubicBezTo>
                  <a:pt x="150407" y="228600"/>
                  <a:pt x="133354" y="211546"/>
                  <a:pt x="133354" y="190504"/>
                </a:cubicBezTo>
                <a:lnTo>
                  <a:pt x="133354" y="114300"/>
                </a:lnTo>
                <a:lnTo>
                  <a:pt x="247654" y="114300"/>
                </a:lnTo>
                <a:lnTo>
                  <a:pt x="247654" y="190504"/>
                </a:lnTo>
                <a:cubicBezTo>
                  <a:pt x="247654" y="211546"/>
                  <a:pt x="230589" y="228600"/>
                  <a:pt x="209546" y="228600"/>
                </a:cubicBezTo>
                <a:close/>
                <a:moveTo>
                  <a:pt x="228600" y="114300"/>
                </a:moveTo>
                <a:lnTo>
                  <a:pt x="228600" y="57150"/>
                </a:lnTo>
                <a:cubicBezTo>
                  <a:pt x="228600" y="46634"/>
                  <a:pt x="220073" y="38096"/>
                  <a:pt x="209546" y="38096"/>
                </a:cubicBezTo>
                <a:lnTo>
                  <a:pt x="171450" y="38096"/>
                </a:lnTo>
                <a:cubicBezTo>
                  <a:pt x="160934" y="38096"/>
                  <a:pt x="152396" y="46634"/>
                  <a:pt x="152396" y="57150"/>
                </a:cubicBezTo>
                <a:lnTo>
                  <a:pt x="152396" y="1143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8775478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顯微檢測</a:t>
            </a:r>
            <a:endParaRPr lang="en-US" sz="1000" dirty="0"/>
          </a:p>
        </p:txBody>
      </p:sp>
      <p:sp>
        <p:nvSpPr>
          <p:cNvPr id="94" name="圖示 AOI 影像"/>
          <p:cNvSpPr/>
          <p:nvPr/>
        </p:nvSpPr>
        <p:spPr>
          <a:xfrm>
            <a:off x="10280380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39" y="76204"/>
                </a:moveTo>
                <a:cubicBezTo>
                  <a:pt x="280641" y="76204"/>
                  <a:pt x="293522" y="83885"/>
                  <a:pt x="300175" y="96206"/>
                </a:cubicBezTo>
                <a:lnTo>
                  <a:pt x="309433" y="113351"/>
                </a:lnTo>
                <a:cubicBezTo>
                  <a:pt x="316085" y="125673"/>
                  <a:pt x="328955" y="133354"/>
                  <a:pt x="342957" y="133354"/>
                </a:cubicBezTo>
                <a:lnTo>
                  <a:pt x="380996" y="133354"/>
                </a:lnTo>
                <a:cubicBezTo>
                  <a:pt x="402039" y="133354"/>
                  <a:pt x="419104" y="150407"/>
                  <a:pt x="419104" y="171450"/>
                </a:cubicBezTo>
                <a:lnTo>
                  <a:pt x="419104" y="342900"/>
                </a:lnTo>
                <a:cubicBezTo>
                  <a:pt x="419104" y="363943"/>
                  <a:pt x="402039" y="380996"/>
                  <a:pt x="380996" y="380996"/>
                </a:cubicBezTo>
                <a:lnTo>
                  <a:pt x="76204" y="380996"/>
                </a:lnTo>
                <a:cubicBezTo>
                  <a:pt x="55161" y="380996"/>
                  <a:pt x="38096" y="363943"/>
                  <a:pt x="38096" y="342900"/>
                </a:cubicBezTo>
                <a:lnTo>
                  <a:pt x="38096" y="171450"/>
                </a:lnTo>
                <a:cubicBezTo>
                  <a:pt x="38096" y="150407"/>
                  <a:pt x="55161" y="133354"/>
                  <a:pt x="76204" y="133354"/>
                </a:cubicBezTo>
                <a:lnTo>
                  <a:pt x="114243" y="133354"/>
                </a:lnTo>
                <a:cubicBezTo>
                  <a:pt x="128233" y="133354"/>
                  <a:pt x="141092" y="125684"/>
                  <a:pt x="147756" y="113386"/>
                </a:cubicBezTo>
                <a:lnTo>
                  <a:pt x="157071" y="96161"/>
                </a:lnTo>
                <a:cubicBezTo>
                  <a:pt x="163723" y="83862"/>
                  <a:pt x="176594" y="76204"/>
                  <a:pt x="190572" y="76204"/>
                </a:cubicBezTo>
                <a:close/>
                <a:moveTo>
                  <a:pt x="285750" y="247654"/>
                </a:moveTo>
                <a:cubicBezTo>
                  <a:pt x="285750" y="279212"/>
                  <a:pt x="260158" y="304804"/>
                  <a:pt x="228600" y="304804"/>
                </a:cubicBezTo>
                <a:cubicBezTo>
                  <a:pt x="197042" y="304804"/>
                  <a:pt x="171450" y="279212"/>
                  <a:pt x="171450" y="247654"/>
                </a:cubicBezTo>
                <a:cubicBezTo>
                  <a:pt x="171450" y="216084"/>
                  <a:pt x="197042" y="190504"/>
                  <a:pt x="228600" y="190504"/>
                </a:cubicBezTo>
                <a:cubicBezTo>
                  <a:pt x="260158" y="190504"/>
                  <a:pt x="285750" y="216084"/>
                  <a:pt x="285750" y="2476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9931146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AOI 影像</a:t>
            </a:r>
            <a:endParaRPr lang="en-US" sz="1000" dirty="0"/>
          </a:p>
        </p:txBody>
      </p:sp>
      <p:sp>
        <p:nvSpPr>
          <p:cNvPr id="96" name="圖示 AI"/>
          <p:cNvSpPr/>
          <p:nvPr/>
        </p:nvSpPr>
        <p:spPr>
          <a:xfrm>
            <a:off x="11436048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5246"/>
                </a:moveTo>
                <a:cubicBezTo>
                  <a:pt x="228657" y="74512"/>
                  <a:pt x="217479" y="55367"/>
                  <a:pt x="199385" y="45229"/>
                </a:cubicBezTo>
                <a:cubicBezTo>
                  <a:pt x="181291" y="35090"/>
                  <a:pt x="159117" y="35547"/>
                  <a:pt x="141458" y="46429"/>
                </a:cubicBezTo>
                <a:cubicBezTo>
                  <a:pt x="123810" y="57310"/>
                  <a:pt x="113431" y="76912"/>
                  <a:pt x="114357" y="97635"/>
                </a:cubicBezTo>
                <a:cubicBezTo>
                  <a:pt x="91669" y="103464"/>
                  <a:pt x="72923" y="119409"/>
                  <a:pt x="63528" y="140875"/>
                </a:cubicBezTo>
                <a:cubicBezTo>
                  <a:pt x="54132" y="162329"/>
                  <a:pt x="55127" y="186926"/>
                  <a:pt x="66237" y="207546"/>
                </a:cubicBezTo>
                <a:cubicBezTo>
                  <a:pt x="46669" y="223445"/>
                  <a:pt x="36233" y="247985"/>
                  <a:pt x="38359" y="273097"/>
                </a:cubicBezTo>
                <a:cubicBezTo>
                  <a:pt x="40474" y="298220"/>
                  <a:pt x="54875" y="320657"/>
                  <a:pt x="76832" y="333047"/>
                </a:cubicBezTo>
                <a:cubicBezTo>
                  <a:pt x="73186" y="361199"/>
                  <a:pt x="85496" y="389043"/>
                  <a:pt x="108768" y="405296"/>
                </a:cubicBezTo>
                <a:cubicBezTo>
                  <a:pt x="132039" y="421538"/>
                  <a:pt x="162420" y="423516"/>
                  <a:pt x="187589" y="410406"/>
                </a:cubicBezTo>
                <a:cubicBezTo>
                  <a:pt x="212769" y="397295"/>
                  <a:pt x="228566" y="371281"/>
                  <a:pt x="228600" y="342900"/>
                </a:cubicBezTo>
                <a:close/>
                <a:moveTo>
                  <a:pt x="171450" y="247654"/>
                </a:moveTo>
                <a:cubicBezTo>
                  <a:pt x="204151" y="236144"/>
                  <a:pt x="226714" y="206071"/>
                  <a:pt x="228600" y="171450"/>
                </a:cubicBezTo>
                <a:moveTo>
                  <a:pt x="114357" y="97635"/>
                </a:moveTo>
                <a:cubicBezTo>
                  <a:pt x="114734" y="106848"/>
                  <a:pt x="117340" y="115832"/>
                  <a:pt x="121935" y="123821"/>
                </a:cubicBezTo>
                <a:moveTo>
                  <a:pt x="66237" y="207569"/>
                </a:moveTo>
                <a:cubicBezTo>
                  <a:pt x="69723" y="204734"/>
                  <a:pt x="73449" y="202208"/>
                  <a:pt x="77381" y="200025"/>
                </a:cubicBezTo>
                <a:moveTo>
                  <a:pt x="114300" y="342900"/>
                </a:moveTo>
                <a:cubicBezTo>
                  <a:pt x="101167" y="342911"/>
                  <a:pt x="88262" y="339517"/>
                  <a:pt x="76832" y="333070"/>
                </a:cubicBezTo>
                <a:moveTo>
                  <a:pt x="228600" y="247654"/>
                </a:moveTo>
                <a:lnTo>
                  <a:pt x="304804" y="247654"/>
                </a:lnTo>
                <a:moveTo>
                  <a:pt x="228600" y="342900"/>
                </a:moveTo>
                <a:lnTo>
                  <a:pt x="342900" y="342900"/>
                </a:lnTo>
                <a:cubicBezTo>
                  <a:pt x="363943" y="342900"/>
                  <a:pt x="380996" y="359954"/>
                  <a:pt x="380996" y="380996"/>
                </a:cubicBezTo>
                <a:lnTo>
                  <a:pt x="380996" y="400050"/>
                </a:lnTo>
                <a:moveTo>
                  <a:pt x="228600" y="152396"/>
                </a:moveTo>
                <a:lnTo>
                  <a:pt x="380996" y="152396"/>
                </a:lnTo>
                <a:moveTo>
                  <a:pt x="304804" y="152396"/>
                </a:moveTo>
                <a:lnTo>
                  <a:pt x="304804" y="95246"/>
                </a:lnTo>
                <a:cubicBezTo>
                  <a:pt x="304804" y="74204"/>
                  <a:pt x="321857" y="57150"/>
                  <a:pt x="342900" y="57150"/>
                </a:cubicBezTo>
                <a:moveTo>
                  <a:pt x="314325" y="247654"/>
                </a:moveTo>
                <a:cubicBezTo>
                  <a:pt x="314325" y="252912"/>
                  <a:pt x="310062" y="257175"/>
                  <a:pt x="304804" y="257175"/>
                </a:cubicBezTo>
                <a:cubicBezTo>
                  <a:pt x="299535" y="257175"/>
                  <a:pt x="295271" y="252912"/>
                  <a:pt x="295271" y="247654"/>
                </a:cubicBezTo>
                <a:cubicBezTo>
                  <a:pt x="295271" y="242385"/>
                  <a:pt x="299535" y="238121"/>
                  <a:pt x="304804" y="238121"/>
                </a:cubicBezTo>
                <a:cubicBezTo>
                  <a:pt x="310062" y="238121"/>
                  <a:pt x="314325" y="242385"/>
                  <a:pt x="314325" y="247654"/>
                </a:cubicBezTo>
                <a:close/>
                <a:moveTo>
                  <a:pt x="352421" y="57150"/>
                </a:moveTo>
                <a:cubicBezTo>
                  <a:pt x="352421" y="62408"/>
                  <a:pt x="348158" y="66671"/>
                  <a:pt x="342900" y="66671"/>
                </a:cubicBezTo>
                <a:cubicBezTo>
                  <a:pt x="337642" y="66671"/>
                  <a:pt x="333379" y="62408"/>
                  <a:pt x="333379" y="57150"/>
                </a:cubicBezTo>
                <a:cubicBezTo>
                  <a:pt x="333379" y="51892"/>
                  <a:pt x="337642" y="47629"/>
                  <a:pt x="342900" y="47629"/>
                </a:cubicBezTo>
                <a:cubicBezTo>
                  <a:pt x="348158" y="47629"/>
                  <a:pt x="352421" y="51892"/>
                  <a:pt x="352421" y="57150"/>
                </a:cubicBezTo>
                <a:close/>
                <a:moveTo>
                  <a:pt x="390529" y="400050"/>
                </a:moveTo>
                <a:cubicBezTo>
                  <a:pt x="390529" y="405308"/>
                  <a:pt x="386265" y="409571"/>
                  <a:pt x="380996" y="409571"/>
                </a:cubicBezTo>
                <a:cubicBezTo>
                  <a:pt x="375738" y="409571"/>
                  <a:pt x="371475" y="405308"/>
                  <a:pt x="371475" y="400050"/>
                </a:cubicBezTo>
                <a:cubicBezTo>
                  <a:pt x="371475" y="394792"/>
                  <a:pt x="375738" y="390529"/>
                  <a:pt x="380996" y="390529"/>
                </a:cubicBezTo>
                <a:cubicBezTo>
                  <a:pt x="386265" y="390529"/>
                  <a:pt x="390529" y="394792"/>
                  <a:pt x="390529" y="400050"/>
                </a:cubicBezTo>
                <a:close/>
                <a:moveTo>
                  <a:pt x="390529" y="152396"/>
                </a:moveTo>
                <a:cubicBezTo>
                  <a:pt x="390529" y="157665"/>
                  <a:pt x="386265" y="161929"/>
                  <a:pt x="380996" y="161929"/>
                </a:cubicBezTo>
                <a:cubicBezTo>
                  <a:pt x="375738" y="161929"/>
                  <a:pt x="371475" y="157665"/>
                  <a:pt x="371475" y="152396"/>
                </a:cubicBezTo>
                <a:cubicBezTo>
                  <a:pt x="371475" y="147138"/>
                  <a:pt x="375738" y="142875"/>
                  <a:pt x="380996" y="142875"/>
                </a:cubicBezTo>
                <a:cubicBezTo>
                  <a:pt x="386265" y="142875"/>
                  <a:pt x="390529" y="147138"/>
                  <a:pt x="390529" y="152396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11086814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1000" dirty="0"/>
          </a:p>
        </p:txBody>
      </p:sp>
      <p:sp>
        <p:nvSpPr>
          <p:cNvPr id="98" name="圖示 機器人"/>
          <p:cNvSpPr/>
          <p:nvPr/>
        </p:nvSpPr>
        <p:spPr>
          <a:xfrm>
            <a:off x="12591717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52396"/>
                </a:moveTo>
                <a:lnTo>
                  <a:pt x="228600" y="76204"/>
                </a:lnTo>
                <a:lnTo>
                  <a:pt x="152396" y="76204"/>
                </a:lnTo>
                <a:moveTo>
                  <a:pt x="114300" y="152396"/>
                </a:moveTo>
                <a:lnTo>
                  <a:pt x="342900" y="152396"/>
                </a:lnTo>
                <a:cubicBezTo>
                  <a:pt x="363943" y="152396"/>
                  <a:pt x="380996" y="169461"/>
                  <a:pt x="380996" y="190504"/>
                </a:cubicBezTo>
                <a:lnTo>
                  <a:pt x="380996" y="342900"/>
                </a:lnTo>
                <a:cubicBezTo>
                  <a:pt x="380996" y="363943"/>
                  <a:pt x="363943" y="380996"/>
                  <a:pt x="342900" y="380996"/>
                </a:cubicBezTo>
                <a:lnTo>
                  <a:pt x="114300" y="380996"/>
                </a:lnTo>
                <a:cubicBezTo>
                  <a:pt x="93257" y="380996"/>
                  <a:pt x="76204" y="363943"/>
                  <a:pt x="76204" y="342900"/>
                </a:cubicBezTo>
                <a:lnTo>
                  <a:pt x="76204" y="190504"/>
                </a:lnTo>
                <a:cubicBezTo>
                  <a:pt x="76204" y="169461"/>
                  <a:pt x="93257" y="152396"/>
                  <a:pt x="114300" y="152396"/>
                </a:cubicBezTo>
                <a:close/>
                <a:moveTo>
                  <a:pt x="38096" y="266696"/>
                </a:moveTo>
                <a:lnTo>
                  <a:pt x="76204" y="266696"/>
                </a:lnTo>
                <a:moveTo>
                  <a:pt x="380996" y="266696"/>
                </a:moveTo>
                <a:lnTo>
                  <a:pt x="419104" y="266696"/>
                </a:lnTo>
                <a:moveTo>
                  <a:pt x="285750" y="247654"/>
                </a:moveTo>
                <a:lnTo>
                  <a:pt x="285750" y="285750"/>
                </a:lnTo>
                <a:moveTo>
                  <a:pt x="171450" y="247654"/>
                </a:moveTo>
                <a:lnTo>
                  <a:pt x="171450" y="28575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12242483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</a:t>
            </a:r>
            <a:endParaRPr lang="en-US" sz="1000" dirty="0"/>
          </a:p>
        </p:txBody>
      </p:sp>
      <p:sp>
        <p:nvSpPr>
          <p:cNvPr id="100" name="圖示 物流"/>
          <p:cNvSpPr/>
          <p:nvPr/>
        </p:nvSpPr>
        <p:spPr>
          <a:xfrm>
            <a:off x="13747385" y="4560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96" y="342900"/>
                </a:moveTo>
                <a:lnTo>
                  <a:pt x="266696" y="114300"/>
                </a:lnTo>
                <a:cubicBezTo>
                  <a:pt x="266696" y="93257"/>
                  <a:pt x="249643" y="76204"/>
                  <a:pt x="228600" y="76204"/>
                </a:cubicBezTo>
                <a:lnTo>
                  <a:pt x="76204" y="76204"/>
                </a:lnTo>
                <a:cubicBezTo>
                  <a:pt x="55161" y="76204"/>
                  <a:pt x="38096" y="93257"/>
                  <a:pt x="38096" y="114300"/>
                </a:cubicBezTo>
                <a:lnTo>
                  <a:pt x="38096" y="323846"/>
                </a:lnTo>
                <a:cubicBezTo>
                  <a:pt x="38096" y="334373"/>
                  <a:pt x="46634" y="342900"/>
                  <a:pt x="57150" y="342900"/>
                </a:cubicBezTo>
                <a:lnTo>
                  <a:pt x="95246" y="342900"/>
                </a:lnTo>
                <a:moveTo>
                  <a:pt x="285750" y="342900"/>
                </a:moveTo>
                <a:lnTo>
                  <a:pt x="171450" y="342900"/>
                </a:lnTo>
                <a:moveTo>
                  <a:pt x="361954" y="342900"/>
                </a:moveTo>
                <a:lnTo>
                  <a:pt x="400050" y="342900"/>
                </a:lnTo>
                <a:cubicBezTo>
                  <a:pt x="410566" y="342900"/>
                  <a:pt x="419104" y="334373"/>
                  <a:pt x="419104" y="323846"/>
                </a:cubicBezTo>
                <a:lnTo>
                  <a:pt x="419104" y="254318"/>
                </a:lnTo>
                <a:cubicBezTo>
                  <a:pt x="419092" y="249997"/>
                  <a:pt x="417618" y="245802"/>
                  <a:pt x="414909" y="242430"/>
                </a:cubicBezTo>
                <a:lnTo>
                  <a:pt x="348615" y="159563"/>
                </a:lnTo>
                <a:cubicBezTo>
                  <a:pt x="345003" y="155048"/>
                  <a:pt x="339540" y="152408"/>
                  <a:pt x="333756" y="152396"/>
                </a:cubicBezTo>
                <a:lnTo>
                  <a:pt x="266696" y="152396"/>
                </a:lnTo>
                <a:moveTo>
                  <a:pt x="361954" y="342900"/>
                </a:moveTo>
                <a:cubicBezTo>
                  <a:pt x="361954" y="363943"/>
                  <a:pt x="344889" y="380996"/>
                  <a:pt x="323846" y="380996"/>
                </a:cubicBezTo>
                <a:cubicBezTo>
                  <a:pt x="302804" y="380996"/>
                  <a:pt x="285750" y="363943"/>
                  <a:pt x="285750" y="342900"/>
                </a:cubicBezTo>
                <a:cubicBezTo>
                  <a:pt x="285750" y="321857"/>
                  <a:pt x="302804" y="304804"/>
                  <a:pt x="323846" y="304804"/>
                </a:cubicBezTo>
                <a:cubicBezTo>
                  <a:pt x="344889" y="304804"/>
                  <a:pt x="361954" y="321857"/>
                  <a:pt x="361954" y="342900"/>
                </a:cubicBezTo>
                <a:close/>
                <a:moveTo>
                  <a:pt x="171450" y="342900"/>
                </a:moveTo>
                <a:cubicBezTo>
                  <a:pt x="171450" y="363943"/>
                  <a:pt x="154396" y="380996"/>
                  <a:pt x="133354" y="380996"/>
                </a:cubicBezTo>
                <a:cubicBezTo>
                  <a:pt x="112311" y="380996"/>
                  <a:pt x="95246" y="363943"/>
                  <a:pt x="95246" y="342900"/>
                </a:cubicBezTo>
                <a:cubicBezTo>
                  <a:pt x="95246" y="321857"/>
                  <a:pt x="112311" y="304804"/>
                  <a:pt x="133354" y="304804"/>
                </a:cubicBezTo>
                <a:cubicBezTo>
                  <a:pt x="154396" y="304804"/>
                  <a:pt x="171450" y="321857"/>
                  <a:pt x="171450" y="342900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13398151" y="506349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1000" dirty="0"/>
          </a:p>
        </p:txBody>
      </p:sp>
      <p:sp>
        <p:nvSpPr>
          <p:cNvPr id="102" name="圖示 成本"/>
          <p:cNvSpPr/>
          <p:nvPr/>
        </p:nvSpPr>
        <p:spPr>
          <a:xfrm>
            <a:off x="1035034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304804" y="152396"/>
                </a:moveTo>
                <a:lnTo>
                  <a:pt x="190504" y="152396"/>
                </a:lnTo>
                <a:cubicBezTo>
                  <a:pt x="169461" y="152396"/>
                  <a:pt x="152396" y="169461"/>
                  <a:pt x="152396" y="190504"/>
                </a:cubicBezTo>
                <a:cubicBezTo>
                  <a:pt x="152396" y="211546"/>
                  <a:pt x="169461" y="228600"/>
                  <a:pt x="190504" y="228600"/>
                </a:cubicBezTo>
                <a:lnTo>
                  <a:pt x="266696" y="228600"/>
                </a:lnTo>
                <a:cubicBezTo>
                  <a:pt x="287739" y="228600"/>
                  <a:pt x="304804" y="245654"/>
                  <a:pt x="304804" y="266696"/>
                </a:cubicBezTo>
                <a:cubicBezTo>
                  <a:pt x="304804" y="287739"/>
                  <a:pt x="287739" y="304804"/>
                  <a:pt x="266696" y="304804"/>
                </a:cubicBezTo>
                <a:lnTo>
                  <a:pt x="152396" y="304804"/>
                </a:lnTo>
                <a:moveTo>
                  <a:pt x="228600" y="342900"/>
                </a:moveTo>
                <a:lnTo>
                  <a:pt x="228600" y="1143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685800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</a:t>
            </a:r>
            <a:endParaRPr lang="en-US" sz="1000" dirty="0"/>
          </a:p>
        </p:txBody>
      </p:sp>
      <p:sp>
        <p:nvSpPr>
          <p:cNvPr id="104" name="圖示 良率漏斗"/>
          <p:cNvSpPr/>
          <p:nvPr/>
        </p:nvSpPr>
        <p:spPr>
          <a:xfrm>
            <a:off x="2190702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4" y="380996"/>
                </a:moveTo>
                <a:cubicBezTo>
                  <a:pt x="190492" y="388220"/>
                  <a:pt x="194573" y="394826"/>
                  <a:pt x="201031" y="398050"/>
                </a:cubicBezTo>
                <a:lnTo>
                  <a:pt x="239138" y="417104"/>
                </a:lnTo>
                <a:cubicBezTo>
                  <a:pt x="245036" y="420053"/>
                  <a:pt x="252054" y="419732"/>
                  <a:pt x="257666" y="416258"/>
                </a:cubicBezTo>
                <a:cubicBezTo>
                  <a:pt x="263290" y="412783"/>
                  <a:pt x="266708" y="406657"/>
                  <a:pt x="266696" y="400050"/>
                </a:cubicBezTo>
                <a:lnTo>
                  <a:pt x="266696" y="266696"/>
                </a:lnTo>
                <a:cubicBezTo>
                  <a:pt x="266708" y="257255"/>
                  <a:pt x="270217" y="248157"/>
                  <a:pt x="276549" y="241150"/>
                </a:cubicBezTo>
                <a:lnTo>
                  <a:pt x="414143" y="88960"/>
                </a:lnTo>
                <a:cubicBezTo>
                  <a:pt x="419184" y="83382"/>
                  <a:pt x="420464" y="75358"/>
                  <a:pt x="417424" y="68477"/>
                </a:cubicBezTo>
                <a:cubicBezTo>
                  <a:pt x="414372" y="61608"/>
                  <a:pt x="407571" y="57173"/>
                  <a:pt x="400050" y="57150"/>
                </a:cubicBezTo>
                <a:lnTo>
                  <a:pt x="57150" y="57150"/>
                </a:lnTo>
                <a:cubicBezTo>
                  <a:pt x="49629" y="57150"/>
                  <a:pt x="42805" y="61585"/>
                  <a:pt x="39754" y="68466"/>
                </a:cubicBezTo>
                <a:cubicBezTo>
                  <a:pt x="36690" y="75347"/>
                  <a:pt x="37970" y="83370"/>
                  <a:pt x="43011" y="88960"/>
                </a:cubicBezTo>
                <a:lnTo>
                  <a:pt x="180651" y="241150"/>
                </a:lnTo>
                <a:cubicBezTo>
                  <a:pt x="186983" y="248157"/>
                  <a:pt x="190492" y="257255"/>
                  <a:pt x="190504" y="266696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1841468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良率漏斗</a:t>
            </a:r>
            <a:endParaRPr lang="en-US" sz="1000" dirty="0"/>
          </a:p>
        </p:txBody>
      </p:sp>
      <p:sp>
        <p:nvSpPr>
          <p:cNvPr id="106" name="圖示 回收"/>
          <p:cNvSpPr/>
          <p:nvPr/>
        </p:nvSpPr>
        <p:spPr>
          <a:xfrm>
            <a:off x="3346371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354" y="361954"/>
                </a:moveTo>
                <a:lnTo>
                  <a:pt x="91726" y="361954"/>
                </a:lnTo>
                <a:cubicBezTo>
                  <a:pt x="79507" y="361988"/>
                  <a:pt x="68157" y="355622"/>
                  <a:pt x="61813" y="345163"/>
                </a:cubicBezTo>
                <a:cubicBezTo>
                  <a:pt x="55721" y="334659"/>
                  <a:pt x="55698" y="321709"/>
                  <a:pt x="61745" y="311182"/>
                </a:cubicBezTo>
                <a:lnTo>
                  <a:pt x="137080" y="180971"/>
                </a:lnTo>
                <a:moveTo>
                  <a:pt x="209546" y="361954"/>
                </a:moveTo>
                <a:lnTo>
                  <a:pt x="365817" y="361954"/>
                </a:lnTo>
                <a:cubicBezTo>
                  <a:pt x="377979" y="361851"/>
                  <a:pt x="389214" y="355427"/>
                  <a:pt x="395455" y="344992"/>
                </a:cubicBezTo>
                <a:cubicBezTo>
                  <a:pt x="401467" y="334522"/>
                  <a:pt x="401467" y="321652"/>
                  <a:pt x="395455" y="311182"/>
                </a:cubicBezTo>
                <a:lnTo>
                  <a:pt x="372104" y="270800"/>
                </a:lnTo>
                <a:moveTo>
                  <a:pt x="266696" y="304804"/>
                </a:moveTo>
                <a:lnTo>
                  <a:pt x="209546" y="361954"/>
                </a:lnTo>
                <a:lnTo>
                  <a:pt x="266696" y="419104"/>
                </a:lnTo>
                <a:moveTo>
                  <a:pt x="157985" y="259004"/>
                </a:moveTo>
                <a:lnTo>
                  <a:pt x="137080" y="180971"/>
                </a:lnTo>
                <a:lnTo>
                  <a:pt x="59059" y="201888"/>
                </a:lnTo>
                <a:moveTo>
                  <a:pt x="177999" y="110700"/>
                </a:moveTo>
                <a:lnTo>
                  <a:pt x="198825" y="74661"/>
                </a:lnTo>
                <a:cubicBezTo>
                  <a:pt x="204906" y="64054"/>
                  <a:pt x="216096" y="57413"/>
                  <a:pt x="228314" y="57150"/>
                </a:cubicBezTo>
                <a:cubicBezTo>
                  <a:pt x="240441" y="57127"/>
                  <a:pt x="251677" y="63574"/>
                  <a:pt x="257769" y="74066"/>
                </a:cubicBezTo>
                <a:lnTo>
                  <a:pt x="332876" y="204426"/>
                </a:lnTo>
                <a:moveTo>
                  <a:pt x="254855" y="183509"/>
                </a:moveTo>
                <a:lnTo>
                  <a:pt x="332876" y="204426"/>
                </a:lnTo>
                <a:lnTo>
                  <a:pt x="353781" y="126393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2997137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1000" dirty="0"/>
          </a:p>
        </p:txBody>
      </p:sp>
      <p:sp>
        <p:nvSpPr>
          <p:cNvPr id="108" name="圖示 里程碑"/>
          <p:cNvSpPr/>
          <p:nvPr/>
        </p:nvSpPr>
        <p:spPr>
          <a:xfrm>
            <a:off x="4502039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4" y="419104"/>
                </a:moveTo>
                <a:lnTo>
                  <a:pt x="76204" y="76204"/>
                </a:lnTo>
                <a:cubicBezTo>
                  <a:pt x="76204" y="70203"/>
                  <a:pt x="79027" y="64557"/>
                  <a:pt x="83816" y="60956"/>
                </a:cubicBezTo>
                <a:cubicBezTo>
                  <a:pt x="103602" y="46120"/>
                  <a:pt x="127673" y="38096"/>
                  <a:pt x="152396" y="38096"/>
                </a:cubicBezTo>
                <a:cubicBezTo>
                  <a:pt x="209546" y="38096"/>
                  <a:pt x="247654" y="76204"/>
                  <a:pt x="292094" y="76204"/>
                </a:cubicBezTo>
                <a:cubicBezTo>
                  <a:pt x="317491" y="76204"/>
                  <a:pt x="336968" y="71117"/>
                  <a:pt x="350524" y="60956"/>
                </a:cubicBezTo>
                <a:cubicBezTo>
                  <a:pt x="356296" y="56636"/>
                  <a:pt x="364011" y="55938"/>
                  <a:pt x="370469" y="59162"/>
                </a:cubicBezTo>
                <a:cubicBezTo>
                  <a:pt x="376927" y="62385"/>
                  <a:pt x="380996" y="68980"/>
                  <a:pt x="380996" y="76204"/>
                </a:cubicBezTo>
                <a:lnTo>
                  <a:pt x="380996" y="266696"/>
                </a:lnTo>
                <a:cubicBezTo>
                  <a:pt x="380996" y="272697"/>
                  <a:pt x="378173" y="278343"/>
                  <a:pt x="373384" y="281944"/>
                </a:cubicBezTo>
                <a:cubicBezTo>
                  <a:pt x="353598" y="296780"/>
                  <a:pt x="329527" y="304804"/>
                  <a:pt x="304804" y="304804"/>
                </a:cubicBezTo>
                <a:cubicBezTo>
                  <a:pt x="247654" y="304804"/>
                  <a:pt x="209546" y="266696"/>
                  <a:pt x="152396" y="266696"/>
                </a:cubicBezTo>
                <a:cubicBezTo>
                  <a:pt x="124290" y="266696"/>
                  <a:pt x="97155" y="277063"/>
                  <a:pt x="76204" y="295808"/>
                </a:cubicBez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4152805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1000" dirty="0"/>
          </a:p>
        </p:txBody>
      </p:sp>
      <p:sp>
        <p:nvSpPr>
          <p:cNvPr id="110" name="圖示 重點"/>
          <p:cNvSpPr/>
          <p:nvPr/>
        </p:nvSpPr>
        <p:spPr>
          <a:xfrm>
            <a:off x="5657707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9547" y="43720"/>
                </a:moveTo>
                <a:cubicBezTo>
                  <a:pt x="221251" y="40279"/>
                  <a:pt x="224760" y="38108"/>
                  <a:pt x="228600" y="38108"/>
                </a:cubicBezTo>
                <a:cubicBezTo>
                  <a:pt x="232440" y="38108"/>
                  <a:pt x="235949" y="40279"/>
                  <a:pt x="237653" y="43720"/>
                </a:cubicBezTo>
                <a:lnTo>
                  <a:pt x="281658" y="132851"/>
                </a:lnTo>
                <a:cubicBezTo>
                  <a:pt x="287545" y="144761"/>
                  <a:pt x="298895" y="153025"/>
                  <a:pt x="312039" y="154957"/>
                </a:cubicBezTo>
                <a:lnTo>
                  <a:pt x="410451" y="169358"/>
                </a:lnTo>
                <a:cubicBezTo>
                  <a:pt x="414257" y="169907"/>
                  <a:pt x="417412" y="172570"/>
                  <a:pt x="418601" y="176228"/>
                </a:cubicBezTo>
                <a:cubicBezTo>
                  <a:pt x="419790" y="179874"/>
                  <a:pt x="418807" y="183897"/>
                  <a:pt x="416052" y="186572"/>
                </a:cubicBezTo>
                <a:lnTo>
                  <a:pt x="344877" y="255883"/>
                </a:lnTo>
                <a:cubicBezTo>
                  <a:pt x="335356" y="265165"/>
                  <a:pt x="331001" y="278538"/>
                  <a:pt x="333242" y="291659"/>
                </a:cubicBezTo>
                <a:lnTo>
                  <a:pt x="350044" y="389569"/>
                </a:lnTo>
                <a:cubicBezTo>
                  <a:pt x="350718" y="393375"/>
                  <a:pt x="349164" y="397227"/>
                  <a:pt x="346032" y="399501"/>
                </a:cubicBezTo>
                <a:cubicBezTo>
                  <a:pt x="342911" y="401764"/>
                  <a:pt x="338762" y="402050"/>
                  <a:pt x="335356" y="400244"/>
                </a:cubicBezTo>
                <a:lnTo>
                  <a:pt x="247379" y="353987"/>
                </a:lnTo>
                <a:cubicBezTo>
                  <a:pt x="235618" y="347803"/>
                  <a:pt x="221559" y="347803"/>
                  <a:pt x="209798" y="353987"/>
                </a:cubicBezTo>
                <a:lnTo>
                  <a:pt x="121844" y="400244"/>
                </a:lnTo>
                <a:cubicBezTo>
                  <a:pt x="118438" y="402039"/>
                  <a:pt x="114300" y="401753"/>
                  <a:pt x="111180" y="399478"/>
                </a:cubicBezTo>
                <a:cubicBezTo>
                  <a:pt x="108059" y="397215"/>
                  <a:pt x="106505" y="393375"/>
                  <a:pt x="107179" y="389569"/>
                </a:cubicBezTo>
                <a:lnTo>
                  <a:pt x="123958" y="291671"/>
                </a:lnTo>
                <a:cubicBezTo>
                  <a:pt x="126210" y="278549"/>
                  <a:pt x="121855" y="265165"/>
                  <a:pt x="112323" y="255883"/>
                </a:cubicBezTo>
                <a:lnTo>
                  <a:pt x="41148" y="186595"/>
                </a:lnTo>
                <a:cubicBezTo>
                  <a:pt x="38371" y="183909"/>
                  <a:pt x="37365" y="179885"/>
                  <a:pt x="38553" y="176216"/>
                </a:cubicBezTo>
                <a:cubicBezTo>
                  <a:pt x="39754" y="172547"/>
                  <a:pt x="42931" y="169873"/>
                  <a:pt x="46749" y="169335"/>
                </a:cubicBezTo>
                <a:lnTo>
                  <a:pt x="145138" y="154957"/>
                </a:lnTo>
                <a:cubicBezTo>
                  <a:pt x="158306" y="153036"/>
                  <a:pt x="169678" y="144772"/>
                  <a:pt x="175565" y="132851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5308473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000" dirty="0"/>
          </a:p>
        </p:txBody>
      </p:sp>
      <p:sp>
        <p:nvSpPr>
          <p:cNvPr id="112" name="圖示 首頁"/>
          <p:cNvSpPr/>
          <p:nvPr/>
        </p:nvSpPr>
        <p:spPr>
          <a:xfrm>
            <a:off x="6813375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400050"/>
                </a:moveTo>
                <a:lnTo>
                  <a:pt x="285750" y="247654"/>
                </a:lnTo>
                <a:cubicBezTo>
                  <a:pt x="285750" y="237127"/>
                  <a:pt x="277223" y="228600"/>
                  <a:pt x="266696" y="228600"/>
                </a:cubicBezTo>
                <a:lnTo>
                  <a:pt x="190504" y="228600"/>
                </a:lnTo>
                <a:cubicBezTo>
                  <a:pt x="179977" y="228600"/>
                  <a:pt x="171450" y="237127"/>
                  <a:pt x="171450" y="247654"/>
                </a:cubicBezTo>
                <a:lnTo>
                  <a:pt x="171450" y="400050"/>
                </a:lnTo>
                <a:moveTo>
                  <a:pt x="57150" y="190504"/>
                </a:moveTo>
                <a:cubicBezTo>
                  <a:pt x="57150" y="179280"/>
                  <a:pt x="62088" y="168638"/>
                  <a:pt x="70660" y="161392"/>
                </a:cubicBezTo>
                <a:lnTo>
                  <a:pt x="204003" y="47092"/>
                </a:lnTo>
                <a:cubicBezTo>
                  <a:pt x="218210" y="35090"/>
                  <a:pt x="238990" y="35090"/>
                  <a:pt x="253197" y="47092"/>
                </a:cubicBezTo>
                <a:lnTo>
                  <a:pt x="386540" y="161392"/>
                </a:lnTo>
                <a:cubicBezTo>
                  <a:pt x="395112" y="168638"/>
                  <a:pt x="400050" y="179280"/>
                  <a:pt x="400050" y="190504"/>
                </a:cubicBezTo>
                <a:lnTo>
                  <a:pt x="400050" y="361954"/>
                </a:lnTo>
                <a:cubicBezTo>
                  <a:pt x="400050" y="382996"/>
                  <a:pt x="382996" y="400050"/>
                  <a:pt x="361954" y="400050"/>
                </a:cubicBezTo>
                <a:lnTo>
                  <a:pt x="95246" y="400050"/>
                </a:lnTo>
                <a:cubicBezTo>
                  <a:pt x="74204" y="400050"/>
                  <a:pt x="57150" y="382996"/>
                  <a:pt x="57150" y="36195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6464141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</a:t>
            </a:r>
            <a:endParaRPr lang="en-US" sz="1000" dirty="0"/>
          </a:p>
        </p:txBody>
      </p:sp>
      <p:sp>
        <p:nvSpPr>
          <p:cNvPr id="114" name="圖示 地點"/>
          <p:cNvSpPr/>
          <p:nvPr/>
        </p:nvSpPr>
        <p:spPr>
          <a:xfrm>
            <a:off x="7969044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96" y="190504"/>
                </a:moveTo>
                <a:cubicBezTo>
                  <a:pt x="380996" y="285613"/>
                  <a:pt x="275486" y="384677"/>
                  <a:pt x="240053" y="415275"/>
                </a:cubicBezTo>
                <a:cubicBezTo>
                  <a:pt x="233263" y="420373"/>
                  <a:pt x="223937" y="420373"/>
                  <a:pt x="217147" y="415275"/>
                </a:cubicBezTo>
                <a:cubicBezTo>
                  <a:pt x="181714" y="384677"/>
                  <a:pt x="76204" y="285613"/>
                  <a:pt x="76204" y="190504"/>
                </a:cubicBezTo>
                <a:cubicBezTo>
                  <a:pt x="76204" y="106333"/>
                  <a:pt x="144429" y="38096"/>
                  <a:pt x="228600" y="38096"/>
                </a:cubicBezTo>
                <a:cubicBezTo>
                  <a:pt x="312771" y="38096"/>
                  <a:pt x="380996" y="106333"/>
                  <a:pt x="380996" y="190504"/>
                </a:cubicBezTo>
                <a:moveTo>
                  <a:pt x="285750" y="190504"/>
                </a:moveTo>
                <a:cubicBezTo>
                  <a:pt x="285750" y="222062"/>
                  <a:pt x="260158" y="247654"/>
                  <a:pt x="228600" y="247654"/>
                </a:cubicBezTo>
                <a:cubicBezTo>
                  <a:pt x="197042" y="247654"/>
                  <a:pt x="171450" y="222062"/>
                  <a:pt x="171450" y="190504"/>
                </a:cubicBezTo>
                <a:cubicBezTo>
                  <a:pt x="171450" y="158934"/>
                  <a:pt x="197042" y="133354"/>
                  <a:pt x="228600" y="133354"/>
                </a:cubicBezTo>
                <a:cubicBezTo>
                  <a:pt x="260158" y="133354"/>
                  <a:pt x="285750" y="158934"/>
                  <a:pt x="285750" y="19050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7619809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1000" dirty="0"/>
          </a:p>
        </p:txBody>
      </p:sp>
      <p:sp>
        <p:nvSpPr>
          <p:cNvPr id="116" name="圖示 全球"/>
          <p:cNvSpPr/>
          <p:nvPr/>
        </p:nvSpPr>
        <p:spPr>
          <a:xfrm>
            <a:off x="9124712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104" y="228600"/>
                </a:moveTo>
                <a:cubicBezTo>
                  <a:pt x="419104" y="333813"/>
                  <a:pt x="333813" y="419104"/>
                  <a:pt x="228600" y="419104"/>
                </a:cubicBezTo>
                <a:cubicBezTo>
                  <a:pt x="123387" y="419104"/>
                  <a:pt x="38096" y="333813"/>
                  <a:pt x="38096" y="228600"/>
                </a:cubicBezTo>
                <a:cubicBezTo>
                  <a:pt x="38096" y="123387"/>
                  <a:pt x="123387" y="38096"/>
                  <a:pt x="228600" y="38096"/>
                </a:cubicBezTo>
                <a:cubicBezTo>
                  <a:pt x="333813" y="38096"/>
                  <a:pt x="419104" y="123387"/>
                  <a:pt x="419104" y="228600"/>
                </a:cubicBezTo>
                <a:close/>
                <a:moveTo>
                  <a:pt x="228600" y="38096"/>
                </a:moveTo>
                <a:cubicBezTo>
                  <a:pt x="126999" y="144784"/>
                  <a:pt x="126999" y="312416"/>
                  <a:pt x="228600" y="419104"/>
                </a:cubicBezTo>
                <a:cubicBezTo>
                  <a:pt x="330201" y="312416"/>
                  <a:pt x="330201" y="144784"/>
                  <a:pt x="228600" y="38096"/>
                </a:cubicBezTo>
                <a:moveTo>
                  <a:pt x="38096" y="228600"/>
                </a:moveTo>
                <a:lnTo>
                  <a:pt x="419104" y="228600"/>
                </a:ln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8775478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1000" dirty="0"/>
          </a:p>
        </p:txBody>
      </p:sp>
      <p:sp>
        <p:nvSpPr>
          <p:cNvPr id="118" name="圖示 啟動"/>
          <p:cNvSpPr/>
          <p:nvPr/>
        </p:nvSpPr>
        <p:spPr>
          <a:xfrm>
            <a:off x="10280380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0"/>
                </a:moveTo>
                <a:lnTo>
                  <a:pt x="228600" y="380996"/>
                </a:lnTo>
                <a:cubicBezTo>
                  <a:pt x="228600" y="380996"/>
                  <a:pt x="286322" y="370526"/>
                  <a:pt x="304804" y="342900"/>
                </a:cubicBezTo>
                <a:cubicBezTo>
                  <a:pt x="325378" y="312039"/>
                  <a:pt x="304804" y="247654"/>
                  <a:pt x="304804" y="247654"/>
                </a:cubicBezTo>
                <a:moveTo>
                  <a:pt x="85725" y="314325"/>
                </a:moveTo>
                <a:cubicBezTo>
                  <a:pt x="57150" y="338328"/>
                  <a:pt x="47629" y="409571"/>
                  <a:pt x="47629" y="409571"/>
                </a:cubicBezTo>
                <a:cubicBezTo>
                  <a:pt x="47629" y="409571"/>
                  <a:pt x="118872" y="400050"/>
                  <a:pt x="142875" y="371475"/>
                </a:cubicBezTo>
                <a:cubicBezTo>
                  <a:pt x="156397" y="355473"/>
                  <a:pt x="156214" y="330898"/>
                  <a:pt x="141161" y="316040"/>
                </a:cubicBezTo>
                <a:cubicBezTo>
                  <a:pt x="125833" y="301409"/>
                  <a:pt x="101933" y="300666"/>
                  <a:pt x="85725" y="314325"/>
                </a:cubicBezTo>
                <a:moveTo>
                  <a:pt x="171450" y="228600"/>
                </a:moveTo>
                <a:cubicBezTo>
                  <a:pt x="181588" y="202300"/>
                  <a:pt x="194356" y="177085"/>
                  <a:pt x="209546" y="153356"/>
                </a:cubicBezTo>
                <a:cubicBezTo>
                  <a:pt x="254683" y="81187"/>
                  <a:pt x="333985" y="37570"/>
                  <a:pt x="419104" y="38096"/>
                </a:cubicBezTo>
                <a:cubicBezTo>
                  <a:pt x="419104" y="89920"/>
                  <a:pt x="404245" y="180971"/>
                  <a:pt x="304804" y="247654"/>
                </a:cubicBezTo>
                <a:cubicBezTo>
                  <a:pt x="280732" y="262856"/>
                  <a:pt x="255209" y="275623"/>
                  <a:pt x="228600" y="285750"/>
                </a:cubicBezTo>
                <a:close/>
                <a:moveTo>
                  <a:pt x="171450" y="228600"/>
                </a:moveTo>
                <a:lnTo>
                  <a:pt x="76204" y="228600"/>
                </a:lnTo>
                <a:cubicBezTo>
                  <a:pt x="76204" y="228600"/>
                  <a:pt x="86674" y="170879"/>
                  <a:pt x="114300" y="152396"/>
                </a:cubicBezTo>
                <a:cubicBezTo>
                  <a:pt x="145161" y="131822"/>
                  <a:pt x="209546" y="153356"/>
                  <a:pt x="209546" y="153356"/>
                </a:cubicBezTo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9931146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1000" dirty="0"/>
          </a:p>
        </p:txBody>
      </p:sp>
      <p:sp>
        <p:nvSpPr>
          <p:cNvPr id="120" name="圖示 電力"/>
          <p:cNvSpPr/>
          <p:nvPr/>
        </p:nvSpPr>
        <p:spPr>
          <a:xfrm>
            <a:off x="11436048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3158" y="76204"/>
                </a:moveTo>
                <a:cubicBezTo>
                  <a:pt x="307604" y="63619"/>
                  <a:pt x="302746" y="49640"/>
                  <a:pt x="291465" y="42520"/>
                </a:cubicBezTo>
                <a:cubicBezTo>
                  <a:pt x="280184" y="35410"/>
                  <a:pt x="265473" y="37045"/>
                  <a:pt x="256032" y="46463"/>
                </a:cubicBezTo>
                <a:lnTo>
                  <a:pt x="84582" y="217913"/>
                </a:lnTo>
                <a:cubicBezTo>
                  <a:pt x="76410" y="226085"/>
                  <a:pt x="73964" y="238373"/>
                  <a:pt x="78376" y="249048"/>
                </a:cubicBezTo>
                <a:cubicBezTo>
                  <a:pt x="82799" y="259735"/>
                  <a:pt x="93212" y="266696"/>
                  <a:pt x="104779" y="266696"/>
                </a:cubicBezTo>
                <a:lnTo>
                  <a:pt x="181017" y="266696"/>
                </a:lnTo>
                <a:cubicBezTo>
                  <a:pt x="184103" y="266708"/>
                  <a:pt x="186995" y="268205"/>
                  <a:pt x="188778" y="270720"/>
                </a:cubicBezTo>
                <a:cubicBezTo>
                  <a:pt x="190561" y="273246"/>
                  <a:pt x="191007" y="276480"/>
                  <a:pt x="189989" y="279383"/>
                </a:cubicBezTo>
                <a:lnTo>
                  <a:pt x="154042" y="380996"/>
                </a:lnTo>
                <a:cubicBezTo>
                  <a:pt x="149596" y="393581"/>
                  <a:pt x="154454" y="407571"/>
                  <a:pt x="165746" y="414680"/>
                </a:cubicBezTo>
                <a:cubicBezTo>
                  <a:pt x="177039" y="421801"/>
                  <a:pt x="191750" y="420155"/>
                  <a:pt x="201191" y="410714"/>
                </a:cubicBezTo>
                <a:lnTo>
                  <a:pt x="372641" y="239264"/>
                </a:lnTo>
                <a:cubicBezTo>
                  <a:pt x="380802" y="231092"/>
                  <a:pt x="383236" y="218804"/>
                  <a:pt x="378813" y="208129"/>
                </a:cubicBezTo>
                <a:cubicBezTo>
                  <a:pt x="374390" y="197465"/>
                  <a:pt x="363977" y="190504"/>
                  <a:pt x="352421" y="190504"/>
                </a:cubicBezTo>
                <a:lnTo>
                  <a:pt x="276286" y="190504"/>
                </a:lnTo>
                <a:cubicBezTo>
                  <a:pt x="273188" y="190504"/>
                  <a:pt x="270285" y="189006"/>
                  <a:pt x="268491" y="186480"/>
                </a:cubicBezTo>
                <a:cubicBezTo>
                  <a:pt x="266708" y="183954"/>
                  <a:pt x="266262" y="180708"/>
                  <a:pt x="267291" y="17779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11086814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電力</a:t>
            </a:r>
            <a:endParaRPr lang="en-US" sz="1000" dirty="0"/>
          </a:p>
        </p:txBody>
      </p:sp>
      <p:sp>
        <p:nvSpPr>
          <p:cNvPr id="122" name="圖示 溫度"/>
          <p:cNvSpPr/>
          <p:nvPr/>
        </p:nvSpPr>
        <p:spPr>
          <a:xfrm>
            <a:off x="12591717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96" y="76204"/>
                </a:moveTo>
                <a:lnTo>
                  <a:pt x="266696" y="276983"/>
                </a:lnTo>
                <a:cubicBezTo>
                  <a:pt x="296563" y="294231"/>
                  <a:pt x="311125" y="329390"/>
                  <a:pt x="302209" y="362697"/>
                </a:cubicBezTo>
                <a:cubicBezTo>
                  <a:pt x="293282" y="396015"/>
                  <a:pt x="263084" y="419184"/>
                  <a:pt x="228600" y="419184"/>
                </a:cubicBezTo>
                <a:cubicBezTo>
                  <a:pt x="194116" y="419184"/>
                  <a:pt x="163918" y="396015"/>
                  <a:pt x="154991" y="362697"/>
                </a:cubicBezTo>
                <a:cubicBezTo>
                  <a:pt x="146075" y="329390"/>
                  <a:pt x="160637" y="294231"/>
                  <a:pt x="190504" y="276983"/>
                </a:cubicBezTo>
                <a:lnTo>
                  <a:pt x="190504" y="76204"/>
                </a:lnTo>
                <a:cubicBezTo>
                  <a:pt x="190504" y="55161"/>
                  <a:pt x="207557" y="38096"/>
                  <a:pt x="228600" y="38096"/>
                </a:cubicBezTo>
                <a:cubicBezTo>
                  <a:pt x="249643" y="38096"/>
                  <a:pt x="266696" y="55161"/>
                  <a:pt x="266696" y="76204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12242483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1000" dirty="0"/>
          </a:p>
        </p:txBody>
      </p:sp>
      <p:sp>
        <p:nvSpPr>
          <p:cNvPr id="124" name="圖示 品質"/>
          <p:cNvSpPr/>
          <p:nvPr/>
        </p:nvSpPr>
        <p:spPr>
          <a:xfrm>
            <a:off x="13747385" y="537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4837" y="245551"/>
                </a:moveTo>
                <a:lnTo>
                  <a:pt x="323698" y="407971"/>
                </a:lnTo>
                <a:cubicBezTo>
                  <a:pt x="324361" y="411891"/>
                  <a:pt x="322520" y="415812"/>
                  <a:pt x="319091" y="417801"/>
                </a:cubicBezTo>
                <a:cubicBezTo>
                  <a:pt x="315651" y="419790"/>
                  <a:pt x="311342" y="419447"/>
                  <a:pt x="308267" y="416932"/>
                </a:cubicBezTo>
                <a:lnTo>
                  <a:pt x="240064" y="365737"/>
                </a:lnTo>
                <a:cubicBezTo>
                  <a:pt x="233309" y="360685"/>
                  <a:pt x="224028" y="360685"/>
                  <a:pt x="217261" y="365737"/>
                </a:cubicBezTo>
                <a:lnTo>
                  <a:pt x="148956" y="416909"/>
                </a:lnTo>
                <a:cubicBezTo>
                  <a:pt x="145881" y="419424"/>
                  <a:pt x="141572" y="419767"/>
                  <a:pt x="138143" y="417778"/>
                </a:cubicBezTo>
                <a:cubicBezTo>
                  <a:pt x="134714" y="415801"/>
                  <a:pt x="132874" y="411891"/>
                  <a:pt x="133525" y="407971"/>
                </a:cubicBezTo>
                <a:lnTo>
                  <a:pt x="162363" y="245551"/>
                </a:lnTo>
                <a:moveTo>
                  <a:pt x="342900" y="152396"/>
                </a:moveTo>
                <a:cubicBezTo>
                  <a:pt x="342900" y="215524"/>
                  <a:pt x="291728" y="266696"/>
                  <a:pt x="228600" y="266696"/>
                </a:cubicBezTo>
                <a:cubicBezTo>
                  <a:pt x="165472" y="266696"/>
                  <a:pt x="114300" y="215524"/>
                  <a:pt x="114300" y="152396"/>
                </a:cubicBezTo>
                <a:cubicBezTo>
                  <a:pt x="114300" y="89268"/>
                  <a:pt x="165472" y="38096"/>
                  <a:pt x="228600" y="38096"/>
                </a:cubicBezTo>
                <a:cubicBezTo>
                  <a:pt x="291728" y="38096"/>
                  <a:pt x="342900" y="89268"/>
                  <a:pt x="342900" y="152396"/>
                </a:cubicBezTo>
                <a:close/>
              </a:path>
            </a:pathLst>
          </a:custGeom>
          <a:noFill/>
          <a:ln w="36195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13398151" y="5875020"/>
            <a:ext cx="1155668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</a:t>
            </a:r>
            <a:endParaRPr lang="en-US" sz="1000" dirty="0"/>
          </a:p>
        </p:txBody>
      </p:sp>
      <p:sp>
        <p:nvSpPr>
          <p:cNvPr id="126" name="線條"/>
          <p:cNvSpPr/>
          <p:nvPr/>
        </p:nvSpPr>
        <p:spPr>
          <a:xfrm>
            <a:off x="685800" y="6115050"/>
            <a:ext cx="13868019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85800" y="62693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小節"/>
          <p:cNvSpPr/>
          <p:nvPr/>
        </p:nvSpPr>
        <p:spPr>
          <a:xfrm>
            <a:off x="937260" y="618363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75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685800" y="6595110"/>
            <a:ext cx="2457450" cy="845820"/>
            <a:chOff x="685800" y="6595110"/>
            <a:chExt cx="2457450" cy="845820"/>
          </a:xfrm>
        </p:grpSpPr>
        <p:sp>
          <p:nvSpPr>
            <p:cNvPr id="129" name="流程方塊"/>
            <p:cNvSpPr/>
            <p:nvPr/>
          </p:nvSpPr>
          <p:spPr>
            <a:xfrm>
              <a:off x="685800" y="6595110"/>
              <a:ext cx="2457450" cy="84582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圖示 機台"/>
            <p:cNvSpPr/>
            <p:nvPr/>
          </p:nvSpPr>
          <p:spPr>
            <a:xfrm>
              <a:off x="845820" y="67894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46" y="114300"/>
                  </a:moveTo>
                  <a:lnTo>
                    <a:pt x="361954" y="114300"/>
                  </a:lnTo>
                  <a:cubicBezTo>
                    <a:pt x="382996" y="114300"/>
                    <a:pt x="400050" y="131354"/>
                    <a:pt x="400050" y="152396"/>
                  </a:cubicBezTo>
                  <a:lnTo>
                    <a:pt x="400050" y="323846"/>
                  </a:lnTo>
                  <a:cubicBezTo>
                    <a:pt x="400050" y="344889"/>
                    <a:pt x="382996" y="361954"/>
                    <a:pt x="361954" y="361954"/>
                  </a:cubicBezTo>
                  <a:lnTo>
                    <a:pt x="95246" y="361954"/>
                  </a:lnTo>
                  <a:cubicBezTo>
                    <a:pt x="74204" y="361954"/>
                    <a:pt x="57150" y="344889"/>
                    <a:pt x="57150" y="323846"/>
                  </a:cubicBezTo>
                  <a:lnTo>
                    <a:pt x="57150" y="152396"/>
                  </a:lnTo>
                  <a:cubicBezTo>
                    <a:pt x="57150" y="131354"/>
                    <a:pt x="74204" y="114300"/>
                    <a:pt x="95246" y="114300"/>
                  </a:cubicBezTo>
                  <a:close/>
                  <a:moveTo>
                    <a:pt x="133354" y="171450"/>
                  </a:moveTo>
                  <a:lnTo>
                    <a:pt x="228600" y="171450"/>
                  </a:lnTo>
                  <a:cubicBezTo>
                    <a:pt x="239116" y="171450"/>
                    <a:pt x="247654" y="179977"/>
                    <a:pt x="247654" y="190504"/>
                  </a:cubicBezTo>
                  <a:lnTo>
                    <a:pt x="247654" y="266696"/>
                  </a:lnTo>
                  <a:cubicBezTo>
                    <a:pt x="247654" y="277223"/>
                    <a:pt x="239116" y="285750"/>
                    <a:pt x="228600" y="285750"/>
                  </a:cubicBezTo>
                  <a:lnTo>
                    <a:pt x="133354" y="285750"/>
                  </a:lnTo>
                  <a:cubicBezTo>
                    <a:pt x="122827" y="285750"/>
                    <a:pt x="114300" y="277223"/>
                    <a:pt x="114300" y="266696"/>
                  </a:cubicBezTo>
                  <a:lnTo>
                    <a:pt x="114300" y="190504"/>
                  </a:lnTo>
                  <a:cubicBezTo>
                    <a:pt x="114300" y="179977"/>
                    <a:pt x="122827" y="171450"/>
                    <a:pt x="133354" y="171450"/>
                  </a:cubicBezTo>
                  <a:close/>
                  <a:moveTo>
                    <a:pt x="314325" y="190504"/>
                  </a:moveTo>
                  <a:lnTo>
                    <a:pt x="342900" y="190504"/>
                  </a:lnTo>
                  <a:moveTo>
                    <a:pt x="314325" y="247654"/>
                  </a:moveTo>
                  <a:lnTo>
                    <a:pt x="342900" y="247654"/>
                  </a:lnTo>
                  <a:moveTo>
                    <a:pt x="133354" y="361954"/>
                  </a:moveTo>
                  <a:lnTo>
                    <a:pt x="133354" y="400050"/>
                  </a:lnTo>
                  <a:moveTo>
                    <a:pt x="323846" y="361954"/>
                  </a:moveTo>
                  <a:lnTo>
                    <a:pt x="323846" y="400050"/>
                  </a:lnTo>
                  <a:moveTo>
                    <a:pt x="152396" y="114300"/>
                  </a:moveTo>
                  <a:lnTo>
                    <a:pt x="152396" y="66671"/>
                  </a:lnTo>
                  <a:lnTo>
                    <a:pt x="228600" y="66671"/>
                  </a:lnTo>
                  <a:lnTo>
                    <a:pt x="228600" y="114300"/>
                  </a:lnTo>
                </a:path>
              </a:pathLst>
            </a:custGeom>
            <a:noFill/>
            <a:ln w="36195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文字"/>
            <p:cNvSpPr/>
            <p:nvPr/>
          </p:nvSpPr>
          <p:spPr>
            <a:xfrm>
              <a:off x="1440180" y="6595110"/>
              <a:ext cx="161163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75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3326130" y="6595110"/>
            <a:ext cx="2434590" cy="845820"/>
            <a:chOff x="3326130" y="6595110"/>
            <a:chExt cx="2434590" cy="845820"/>
          </a:xfrm>
        </p:grpSpPr>
        <p:sp>
          <p:nvSpPr>
            <p:cNvPr id="132" name="圖示底圓"/>
            <p:cNvSpPr/>
            <p:nvPr/>
          </p:nvSpPr>
          <p:spPr>
            <a:xfrm>
              <a:off x="3326130" y="6697980"/>
              <a:ext cx="640080" cy="640080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3" name="圖示 顯微檢測"/>
            <p:cNvSpPr/>
            <p:nvPr/>
          </p:nvSpPr>
          <p:spPr>
            <a:xfrm>
              <a:off x="3326130" y="66979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227228" y="412852"/>
                  </a:moveTo>
                  <a:lnTo>
                    <a:pt x="350981" y="412852"/>
                  </a:lnTo>
                  <a:moveTo>
                    <a:pt x="180823" y="474722"/>
                  </a:moveTo>
                  <a:lnTo>
                    <a:pt x="459257" y="474722"/>
                  </a:lnTo>
                  <a:moveTo>
                    <a:pt x="350981" y="474722"/>
                  </a:moveTo>
                  <a:cubicBezTo>
                    <a:pt x="410783" y="474722"/>
                    <a:pt x="459257" y="426248"/>
                    <a:pt x="459257" y="366446"/>
                  </a:cubicBezTo>
                  <a:cubicBezTo>
                    <a:pt x="459257" y="306644"/>
                    <a:pt x="410783" y="258169"/>
                    <a:pt x="350981" y="258169"/>
                  </a:cubicBezTo>
                  <a:lnTo>
                    <a:pt x="335505" y="258169"/>
                  </a:lnTo>
                  <a:moveTo>
                    <a:pt x="273634" y="350981"/>
                  </a:moveTo>
                  <a:lnTo>
                    <a:pt x="304575" y="350981"/>
                  </a:lnTo>
                  <a:moveTo>
                    <a:pt x="273634" y="320040"/>
                  </a:moveTo>
                  <a:cubicBezTo>
                    <a:pt x="256546" y="320040"/>
                    <a:pt x="242693" y="306187"/>
                    <a:pt x="242693" y="289099"/>
                  </a:cubicBezTo>
                  <a:lnTo>
                    <a:pt x="242693" y="227228"/>
                  </a:lnTo>
                  <a:lnTo>
                    <a:pt x="335505" y="227228"/>
                  </a:lnTo>
                  <a:lnTo>
                    <a:pt x="335505" y="289099"/>
                  </a:lnTo>
                  <a:cubicBezTo>
                    <a:pt x="335505" y="306187"/>
                    <a:pt x="321663" y="320040"/>
                    <a:pt x="304575" y="320040"/>
                  </a:cubicBezTo>
                  <a:close/>
                  <a:moveTo>
                    <a:pt x="320040" y="227228"/>
                  </a:moveTo>
                  <a:lnTo>
                    <a:pt x="320040" y="180823"/>
                  </a:lnTo>
                  <a:cubicBezTo>
                    <a:pt x="320040" y="172284"/>
                    <a:pt x="313113" y="165358"/>
                    <a:pt x="304575" y="165358"/>
                  </a:cubicBezTo>
                  <a:lnTo>
                    <a:pt x="273634" y="165358"/>
                  </a:lnTo>
                  <a:cubicBezTo>
                    <a:pt x="265096" y="165358"/>
                    <a:pt x="258169" y="172284"/>
                    <a:pt x="258169" y="180823"/>
                  </a:cubicBezTo>
                  <a:lnTo>
                    <a:pt x="258169" y="227228"/>
                  </a:lnTo>
                </a:path>
              </a:pathLst>
            </a:custGeom>
            <a:noFill/>
            <a:ln w="36576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4" name="文字"/>
            <p:cNvSpPr/>
            <p:nvPr/>
          </p:nvSpPr>
          <p:spPr>
            <a:xfrm>
              <a:off x="4103370" y="6595110"/>
              <a:ext cx="165735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75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5966460" y="6595110"/>
            <a:ext cx="2628900" cy="845820"/>
            <a:chOff x="5966460" y="6595110"/>
            <a:chExt cx="2628900" cy="845820"/>
          </a:xfrm>
        </p:grpSpPr>
        <p:sp>
          <p:nvSpPr>
            <p:cNvPr id="135" name="卡片"/>
            <p:cNvSpPr/>
            <p:nvPr/>
          </p:nvSpPr>
          <p:spPr>
            <a:xfrm>
              <a:off x="5966460" y="6595110"/>
              <a:ext cx="2628900" cy="845820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 w="35687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6" name="圖示底圓"/>
            <p:cNvSpPr/>
            <p:nvPr/>
          </p:nvSpPr>
          <p:spPr>
            <a:xfrm>
              <a:off x="6126480" y="6755130"/>
              <a:ext cx="525780" cy="525780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7" name="圖示 AI"/>
            <p:cNvSpPr/>
            <p:nvPr/>
          </p:nvSpPr>
          <p:spPr>
            <a:xfrm>
              <a:off x="6126480" y="675513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80">
                  <a:moveTo>
                    <a:pt x="262890" y="173942"/>
                  </a:moveTo>
                  <a:cubicBezTo>
                    <a:pt x="262936" y="160111"/>
                    <a:pt x="255472" y="147344"/>
                    <a:pt x="243402" y="140578"/>
                  </a:cubicBezTo>
                  <a:cubicBezTo>
                    <a:pt x="231332" y="133811"/>
                    <a:pt x="216553" y="134120"/>
                    <a:pt x="204768" y="141378"/>
                  </a:cubicBezTo>
                  <a:cubicBezTo>
                    <a:pt x="192996" y="148647"/>
                    <a:pt x="186069" y="161712"/>
                    <a:pt x="186686" y="175531"/>
                  </a:cubicBezTo>
                  <a:cubicBezTo>
                    <a:pt x="171553" y="179428"/>
                    <a:pt x="159048" y="190058"/>
                    <a:pt x="152785" y="204380"/>
                  </a:cubicBezTo>
                  <a:cubicBezTo>
                    <a:pt x="146521" y="218690"/>
                    <a:pt x="147184" y="235092"/>
                    <a:pt x="154591" y="248854"/>
                  </a:cubicBezTo>
                  <a:cubicBezTo>
                    <a:pt x="141549" y="259450"/>
                    <a:pt x="134577" y="275817"/>
                    <a:pt x="135994" y="292574"/>
                  </a:cubicBezTo>
                  <a:cubicBezTo>
                    <a:pt x="137411" y="309330"/>
                    <a:pt x="147013" y="324292"/>
                    <a:pt x="161654" y="332556"/>
                  </a:cubicBezTo>
                  <a:cubicBezTo>
                    <a:pt x="159231" y="351335"/>
                    <a:pt x="167438" y="369898"/>
                    <a:pt x="182960" y="380745"/>
                  </a:cubicBezTo>
                  <a:cubicBezTo>
                    <a:pt x="198482" y="391580"/>
                    <a:pt x="218747" y="392895"/>
                    <a:pt x="235538" y="384151"/>
                  </a:cubicBezTo>
                  <a:cubicBezTo>
                    <a:pt x="252329" y="375407"/>
                    <a:pt x="262867" y="358056"/>
                    <a:pt x="262890" y="339128"/>
                  </a:cubicBezTo>
                  <a:close/>
                  <a:moveTo>
                    <a:pt x="224771" y="275600"/>
                  </a:moveTo>
                  <a:cubicBezTo>
                    <a:pt x="246591" y="267919"/>
                    <a:pt x="261633" y="247860"/>
                    <a:pt x="262890" y="224771"/>
                  </a:cubicBezTo>
                  <a:moveTo>
                    <a:pt x="186686" y="175531"/>
                  </a:moveTo>
                  <a:cubicBezTo>
                    <a:pt x="186938" y="181680"/>
                    <a:pt x="188675" y="187669"/>
                    <a:pt x="191750" y="193007"/>
                  </a:cubicBezTo>
                  <a:moveTo>
                    <a:pt x="154591" y="248865"/>
                  </a:moveTo>
                  <a:cubicBezTo>
                    <a:pt x="156922" y="246968"/>
                    <a:pt x="159403" y="245288"/>
                    <a:pt x="162032" y="243836"/>
                  </a:cubicBezTo>
                  <a:moveTo>
                    <a:pt x="186652" y="339128"/>
                  </a:moveTo>
                  <a:cubicBezTo>
                    <a:pt x="177897" y="339128"/>
                    <a:pt x="169290" y="336876"/>
                    <a:pt x="161654" y="332567"/>
                  </a:cubicBezTo>
                  <a:moveTo>
                    <a:pt x="262890" y="275600"/>
                  </a:moveTo>
                  <a:lnTo>
                    <a:pt x="313719" y="275600"/>
                  </a:lnTo>
                  <a:moveTo>
                    <a:pt x="262890" y="339128"/>
                  </a:moveTo>
                  <a:lnTo>
                    <a:pt x="339128" y="339128"/>
                  </a:lnTo>
                  <a:cubicBezTo>
                    <a:pt x="353164" y="339128"/>
                    <a:pt x="364537" y="350501"/>
                    <a:pt x="364537" y="364537"/>
                  </a:cubicBezTo>
                  <a:lnTo>
                    <a:pt x="364537" y="377247"/>
                  </a:lnTo>
                  <a:moveTo>
                    <a:pt x="262890" y="212061"/>
                  </a:moveTo>
                  <a:lnTo>
                    <a:pt x="364537" y="212061"/>
                  </a:lnTo>
                  <a:moveTo>
                    <a:pt x="313719" y="212061"/>
                  </a:moveTo>
                  <a:lnTo>
                    <a:pt x="313719" y="173942"/>
                  </a:lnTo>
                  <a:cubicBezTo>
                    <a:pt x="313719" y="159906"/>
                    <a:pt x="325092" y="148533"/>
                    <a:pt x="339128" y="148533"/>
                  </a:cubicBezTo>
                  <a:moveTo>
                    <a:pt x="320074" y="275600"/>
                  </a:moveTo>
                  <a:cubicBezTo>
                    <a:pt x="320074" y="279109"/>
                    <a:pt x="317228" y="281955"/>
                    <a:pt x="313719" y="281955"/>
                  </a:cubicBezTo>
                  <a:cubicBezTo>
                    <a:pt x="310210" y="281955"/>
                    <a:pt x="307364" y="279109"/>
                    <a:pt x="307364" y="275600"/>
                  </a:cubicBezTo>
                  <a:cubicBezTo>
                    <a:pt x="307364" y="272091"/>
                    <a:pt x="310210" y="269245"/>
                    <a:pt x="313719" y="269245"/>
                  </a:cubicBezTo>
                  <a:cubicBezTo>
                    <a:pt x="317228" y="269245"/>
                    <a:pt x="320074" y="272091"/>
                    <a:pt x="320074" y="275600"/>
                  </a:cubicBezTo>
                  <a:close/>
                  <a:moveTo>
                    <a:pt x="345483" y="148533"/>
                  </a:moveTo>
                  <a:cubicBezTo>
                    <a:pt x="345483" y="152042"/>
                    <a:pt x="342637" y="154888"/>
                    <a:pt x="339128" y="154888"/>
                  </a:cubicBezTo>
                  <a:cubicBezTo>
                    <a:pt x="335619" y="154888"/>
                    <a:pt x="332773" y="152042"/>
                    <a:pt x="332773" y="148533"/>
                  </a:cubicBezTo>
                  <a:cubicBezTo>
                    <a:pt x="332773" y="145024"/>
                    <a:pt x="335619" y="142178"/>
                    <a:pt x="339128" y="142178"/>
                  </a:cubicBezTo>
                  <a:cubicBezTo>
                    <a:pt x="342637" y="142178"/>
                    <a:pt x="345483" y="145024"/>
                    <a:pt x="345483" y="148533"/>
                  </a:cubicBezTo>
                  <a:close/>
                  <a:moveTo>
                    <a:pt x="370892" y="377247"/>
                  </a:moveTo>
                  <a:cubicBezTo>
                    <a:pt x="370892" y="380756"/>
                    <a:pt x="368046" y="383602"/>
                    <a:pt x="364537" y="383602"/>
                  </a:cubicBezTo>
                  <a:cubicBezTo>
                    <a:pt x="361028" y="383602"/>
                    <a:pt x="358193" y="380756"/>
                    <a:pt x="358193" y="377247"/>
                  </a:cubicBezTo>
                  <a:cubicBezTo>
                    <a:pt x="358193" y="373738"/>
                    <a:pt x="361028" y="370892"/>
                    <a:pt x="364537" y="370892"/>
                  </a:cubicBezTo>
                  <a:cubicBezTo>
                    <a:pt x="368046" y="370892"/>
                    <a:pt x="370892" y="373738"/>
                    <a:pt x="370892" y="377247"/>
                  </a:cubicBezTo>
                  <a:close/>
                  <a:moveTo>
                    <a:pt x="370892" y="212061"/>
                  </a:moveTo>
                  <a:cubicBezTo>
                    <a:pt x="370892" y="215570"/>
                    <a:pt x="368046" y="218416"/>
                    <a:pt x="364537" y="218416"/>
                  </a:cubicBezTo>
                  <a:cubicBezTo>
                    <a:pt x="361028" y="218416"/>
                    <a:pt x="358193" y="215570"/>
                    <a:pt x="358193" y="212061"/>
                  </a:cubicBezTo>
                  <a:cubicBezTo>
                    <a:pt x="358193" y="208552"/>
                    <a:pt x="361028" y="205717"/>
                    <a:pt x="364537" y="205717"/>
                  </a:cubicBezTo>
                  <a:cubicBezTo>
                    <a:pt x="368046" y="205717"/>
                    <a:pt x="370892" y="208552"/>
                    <a:pt x="370892" y="212061"/>
                  </a:cubicBezTo>
                  <a:close/>
                </a:path>
              </a:pathLst>
            </a:custGeom>
            <a:noFill/>
            <a:ln w="29972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8" name="文字"/>
            <p:cNvSpPr/>
            <p:nvPr/>
          </p:nvSpPr>
          <p:spPr>
            <a:xfrm>
              <a:off x="6789420" y="6595110"/>
              <a:ext cx="17145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75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8778240" y="6595110"/>
            <a:ext cx="2343150" cy="845820"/>
            <a:chOff x="8778240" y="6595110"/>
            <a:chExt cx="2343150" cy="845820"/>
          </a:xfrm>
        </p:grpSpPr>
        <p:sp>
          <p:nvSpPr>
            <p:cNvPr id="139" name="淺灰面板"/>
            <p:cNvSpPr/>
            <p:nvPr/>
          </p:nvSpPr>
          <p:spPr>
            <a:xfrm>
              <a:off x="8778240" y="6595110"/>
              <a:ext cx="2343150" cy="845820"/>
            </a:xfrm>
            <a:prstGeom prst="roundRect">
              <a:avLst>
                <a:gd name="adj" fmla="val 1351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0" name="數值"/>
            <p:cNvSpPr/>
            <p:nvPr/>
          </p:nvSpPr>
          <p:spPr>
            <a:xfrm>
              <a:off x="8961120" y="6663690"/>
              <a:ext cx="1543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7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2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141" name="指標名稱"/>
            <p:cNvSpPr/>
            <p:nvPr/>
          </p:nvSpPr>
          <p:spPr>
            <a:xfrm>
              <a:off x="8961120" y="7132320"/>
              <a:ext cx="15430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1150" dirty="0"/>
            </a:p>
          </p:txBody>
        </p:sp>
        <p:sp>
          <p:nvSpPr>
            <p:cNvPr id="142" name="圖示 良率漏斗"/>
            <p:cNvSpPr/>
            <p:nvPr/>
          </p:nvSpPr>
          <p:spPr>
            <a:xfrm>
              <a:off x="10481310" y="67894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90504" y="380996"/>
                  </a:moveTo>
                  <a:cubicBezTo>
                    <a:pt x="190492" y="388220"/>
                    <a:pt x="194573" y="394826"/>
                    <a:pt x="201031" y="398050"/>
                  </a:cubicBezTo>
                  <a:lnTo>
                    <a:pt x="239138" y="417104"/>
                  </a:lnTo>
                  <a:cubicBezTo>
                    <a:pt x="245036" y="420053"/>
                    <a:pt x="252054" y="419732"/>
                    <a:pt x="257666" y="416258"/>
                  </a:cubicBezTo>
                  <a:cubicBezTo>
                    <a:pt x="263290" y="412783"/>
                    <a:pt x="266708" y="406657"/>
                    <a:pt x="266696" y="400050"/>
                  </a:cubicBezTo>
                  <a:lnTo>
                    <a:pt x="266696" y="266696"/>
                  </a:lnTo>
                  <a:cubicBezTo>
                    <a:pt x="266708" y="257255"/>
                    <a:pt x="270217" y="248157"/>
                    <a:pt x="276549" y="241150"/>
                  </a:cubicBezTo>
                  <a:lnTo>
                    <a:pt x="414143" y="88960"/>
                  </a:lnTo>
                  <a:cubicBezTo>
                    <a:pt x="419184" y="83382"/>
                    <a:pt x="420464" y="75358"/>
                    <a:pt x="417424" y="68477"/>
                  </a:cubicBezTo>
                  <a:cubicBezTo>
                    <a:pt x="414372" y="61608"/>
                    <a:pt x="407571" y="57173"/>
                    <a:pt x="400050" y="57150"/>
                  </a:cubicBezTo>
                  <a:lnTo>
                    <a:pt x="57150" y="57150"/>
                  </a:lnTo>
                  <a:cubicBezTo>
                    <a:pt x="49629" y="57150"/>
                    <a:pt x="42805" y="61585"/>
                    <a:pt x="39754" y="68466"/>
                  </a:cubicBezTo>
                  <a:cubicBezTo>
                    <a:pt x="36690" y="75347"/>
                    <a:pt x="37970" y="83370"/>
                    <a:pt x="43011" y="88960"/>
                  </a:cubicBezTo>
                  <a:lnTo>
                    <a:pt x="180651" y="241150"/>
                  </a:lnTo>
                  <a:cubicBezTo>
                    <a:pt x="186983" y="248157"/>
                    <a:pt x="190492" y="257255"/>
                    <a:pt x="190504" y="266696"/>
                  </a:cubicBezTo>
                  <a:close/>
                </a:path>
              </a:pathLst>
            </a:custGeom>
            <a:noFill/>
            <a:ln w="36195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10961370" y="6617970"/>
            <a:ext cx="3935349" cy="777240"/>
            <a:chOff x="10961370" y="6617970"/>
            <a:chExt cx="3935349" cy="777240"/>
          </a:xfrm>
        </p:grpSpPr>
        <p:sp>
          <p:nvSpPr>
            <p:cNvPr id="143" name="圖示底圓"/>
            <p:cNvSpPr/>
            <p:nvPr/>
          </p:nvSpPr>
          <p:spPr>
            <a:xfrm>
              <a:off x="11304270" y="6617970"/>
              <a:ext cx="502920" cy="502920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4" name="圖示 晶圓"/>
            <p:cNvSpPr/>
            <p:nvPr/>
          </p:nvSpPr>
          <p:spPr>
            <a:xfrm>
              <a:off x="11304270" y="66179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1385" y="348695"/>
                  </a:moveTo>
                  <a:cubicBezTo>
                    <a:pt x="156500" y="325584"/>
                    <a:pt x="133262" y="274743"/>
                    <a:pt x="145150" y="225674"/>
                  </a:cubicBezTo>
                  <a:cubicBezTo>
                    <a:pt x="157048" y="176616"/>
                    <a:pt x="200974" y="142052"/>
                    <a:pt x="251460" y="142052"/>
                  </a:cubicBezTo>
                  <a:cubicBezTo>
                    <a:pt x="301946" y="142052"/>
                    <a:pt x="345872" y="176616"/>
                    <a:pt x="357770" y="225674"/>
                  </a:cubicBezTo>
                  <a:cubicBezTo>
                    <a:pt x="369658" y="274743"/>
                    <a:pt x="346420" y="325584"/>
                    <a:pt x="301535" y="348695"/>
                  </a:cubicBezTo>
                  <a:close/>
                  <a:moveTo>
                    <a:pt x="214998" y="166387"/>
                  </a:moveTo>
                  <a:lnTo>
                    <a:pt x="214998" y="324383"/>
                  </a:lnTo>
                  <a:moveTo>
                    <a:pt x="287922" y="166387"/>
                  </a:moveTo>
                  <a:lnTo>
                    <a:pt x="287922" y="324383"/>
                  </a:lnTo>
                  <a:moveTo>
                    <a:pt x="166387" y="214998"/>
                  </a:moveTo>
                  <a:lnTo>
                    <a:pt x="336533" y="214998"/>
                  </a:lnTo>
                  <a:moveTo>
                    <a:pt x="166387" y="287922"/>
                  </a:moveTo>
                  <a:lnTo>
                    <a:pt x="336533" y="287922"/>
                  </a:lnTo>
                </a:path>
              </a:pathLst>
            </a:custGeom>
            <a:noFill/>
            <a:ln w="28702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5" name="圖說"/>
            <p:cNvSpPr/>
            <p:nvPr/>
          </p:nvSpPr>
          <p:spPr>
            <a:xfrm>
              <a:off x="10961370" y="716661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1150" dirty="0"/>
            </a:p>
          </p:txBody>
        </p:sp>
        <p:sp>
          <p:nvSpPr>
            <p:cNvPr id="146" name="圖示底圓"/>
            <p:cNvSpPr/>
            <p:nvPr/>
          </p:nvSpPr>
          <p:spPr>
            <a:xfrm>
              <a:off x="12677585" y="6617970"/>
              <a:ext cx="502920" cy="502920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7" name="圖示 顯微檢測"/>
            <p:cNvSpPr/>
            <p:nvPr/>
          </p:nvSpPr>
          <p:spPr>
            <a:xfrm>
              <a:off x="12677585" y="66179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178537" y="324383"/>
                  </a:moveTo>
                  <a:lnTo>
                    <a:pt x="275772" y="324383"/>
                  </a:lnTo>
                  <a:moveTo>
                    <a:pt x="142075" y="372995"/>
                  </a:moveTo>
                  <a:lnTo>
                    <a:pt x="360845" y="372995"/>
                  </a:lnTo>
                  <a:moveTo>
                    <a:pt x="275772" y="372995"/>
                  </a:moveTo>
                  <a:cubicBezTo>
                    <a:pt x="322760" y="372995"/>
                    <a:pt x="360845" y="334910"/>
                    <a:pt x="360845" y="287922"/>
                  </a:cubicBezTo>
                  <a:cubicBezTo>
                    <a:pt x="360845" y="240933"/>
                    <a:pt x="322760" y="202848"/>
                    <a:pt x="275772" y="202848"/>
                  </a:cubicBezTo>
                  <a:lnTo>
                    <a:pt x="263610" y="202848"/>
                  </a:lnTo>
                  <a:moveTo>
                    <a:pt x="214998" y="275772"/>
                  </a:moveTo>
                  <a:lnTo>
                    <a:pt x="239310" y="275772"/>
                  </a:lnTo>
                  <a:moveTo>
                    <a:pt x="214998" y="251460"/>
                  </a:moveTo>
                  <a:cubicBezTo>
                    <a:pt x="201568" y="251460"/>
                    <a:pt x="190687" y="240579"/>
                    <a:pt x="190687" y="227148"/>
                  </a:cubicBezTo>
                  <a:lnTo>
                    <a:pt x="190687" y="178537"/>
                  </a:lnTo>
                  <a:lnTo>
                    <a:pt x="263610" y="178537"/>
                  </a:lnTo>
                  <a:lnTo>
                    <a:pt x="263610" y="227148"/>
                  </a:lnTo>
                  <a:cubicBezTo>
                    <a:pt x="263610" y="240579"/>
                    <a:pt x="252729" y="251460"/>
                    <a:pt x="239310" y="251460"/>
                  </a:cubicBezTo>
                  <a:close/>
                  <a:moveTo>
                    <a:pt x="251460" y="178537"/>
                  </a:moveTo>
                  <a:lnTo>
                    <a:pt x="251460" y="142075"/>
                  </a:lnTo>
                  <a:cubicBezTo>
                    <a:pt x="251460" y="135365"/>
                    <a:pt x="246019" y="129925"/>
                    <a:pt x="239310" y="129925"/>
                  </a:cubicBezTo>
                  <a:lnTo>
                    <a:pt x="214998" y="129925"/>
                  </a:lnTo>
                  <a:cubicBezTo>
                    <a:pt x="208289" y="129925"/>
                    <a:pt x="202848" y="135365"/>
                    <a:pt x="202848" y="142075"/>
                  </a:cubicBezTo>
                  <a:lnTo>
                    <a:pt x="202848" y="178537"/>
                  </a:lnTo>
                </a:path>
              </a:pathLst>
            </a:custGeom>
            <a:noFill/>
            <a:ln w="28702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8" name="圖說"/>
            <p:cNvSpPr/>
            <p:nvPr/>
          </p:nvSpPr>
          <p:spPr>
            <a:xfrm>
              <a:off x="12334685" y="716661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1150" dirty="0"/>
            </a:p>
          </p:txBody>
        </p:sp>
        <p:sp>
          <p:nvSpPr>
            <p:cNvPr id="149" name="圖示底圓"/>
            <p:cNvSpPr/>
            <p:nvPr/>
          </p:nvSpPr>
          <p:spPr>
            <a:xfrm>
              <a:off x="14050899" y="6617970"/>
              <a:ext cx="502920" cy="502920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0" name="圖示 維修"/>
            <p:cNvSpPr/>
            <p:nvPr/>
          </p:nvSpPr>
          <p:spPr>
            <a:xfrm>
              <a:off x="14050899" y="66179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84276" y="182183"/>
                  </a:moveTo>
                  <a:cubicBezTo>
                    <a:pt x="279646" y="186903"/>
                    <a:pt x="279646" y="194470"/>
                    <a:pt x="284276" y="199202"/>
                  </a:cubicBezTo>
                  <a:lnTo>
                    <a:pt x="303718" y="218644"/>
                  </a:lnTo>
                  <a:cubicBezTo>
                    <a:pt x="308450" y="223274"/>
                    <a:pt x="316017" y="223274"/>
                    <a:pt x="320737" y="218644"/>
                  </a:cubicBezTo>
                  <a:lnTo>
                    <a:pt x="358491" y="180903"/>
                  </a:lnTo>
                  <a:cubicBezTo>
                    <a:pt x="362377" y="176994"/>
                    <a:pt x="368972" y="178228"/>
                    <a:pt x="370435" y="183554"/>
                  </a:cubicBezTo>
                  <a:cubicBezTo>
                    <a:pt x="377933" y="210826"/>
                    <a:pt x="368995" y="239961"/>
                    <a:pt x="347495" y="258329"/>
                  </a:cubicBezTo>
                  <a:cubicBezTo>
                    <a:pt x="325995" y="276697"/>
                    <a:pt x="295820" y="280984"/>
                    <a:pt x="270057" y="269325"/>
                  </a:cubicBezTo>
                  <a:lnTo>
                    <a:pt x="173919" y="365463"/>
                  </a:lnTo>
                  <a:cubicBezTo>
                    <a:pt x="163849" y="375533"/>
                    <a:pt x="147527" y="375521"/>
                    <a:pt x="137457" y="365463"/>
                  </a:cubicBezTo>
                  <a:cubicBezTo>
                    <a:pt x="127399" y="355393"/>
                    <a:pt x="127399" y="339071"/>
                    <a:pt x="137469" y="329001"/>
                  </a:cubicBezTo>
                  <a:lnTo>
                    <a:pt x="233606" y="232863"/>
                  </a:lnTo>
                  <a:cubicBezTo>
                    <a:pt x="221948" y="207100"/>
                    <a:pt x="226234" y="176925"/>
                    <a:pt x="244602" y="155425"/>
                  </a:cubicBezTo>
                  <a:cubicBezTo>
                    <a:pt x="262970" y="133925"/>
                    <a:pt x="292117" y="124987"/>
                    <a:pt x="319377" y="132485"/>
                  </a:cubicBezTo>
                  <a:cubicBezTo>
                    <a:pt x="324703" y="133948"/>
                    <a:pt x="325938" y="140532"/>
                    <a:pt x="322040" y="144441"/>
                  </a:cubicBezTo>
                  <a:close/>
                </a:path>
              </a:pathLst>
            </a:custGeom>
            <a:noFill/>
            <a:ln w="28702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1" name="圖說"/>
            <p:cNvSpPr/>
            <p:nvPr/>
          </p:nvSpPr>
          <p:spPr>
            <a:xfrm>
              <a:off x="13707999" y="716661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1150" dirty="0"/>
            </a:p>
          </p:txBody>
        </p:sp>
        <p:cxnSp>
          <p:nvCxnSpPr>
            <p:cNvPr id="152" name="連接線"/>
            <p:cNvCxnSpPr>
              <a:stCxn id="143" idx="6"/>
              <a:endCxn id="146" idx="2"/>
            </p:cNvCxnSpPr>
            <p:nvPr/>
          </p:nvCxnSpPr>
          <p:spPr>
            <a:xfrm>
              <a:off x="11807190" y="6869430"/>
              <a:ext cx="87039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53" name="連接線"/>
            <p:cNvCxnSpPr>
              <a:stCxn id="146" idx="6"/>
              <a:endCxn id="149" idx="2"/>
            </p:cNvCxnSpPr>
            <p:nvPr/>
          </p:nvCxnSpPr>
          <p:spPr>
            <a:xfrm>
              <a:off x="13180505" y="6869430"/>
              <a:ext cx="870395" cy="0"/>
            </a:xfrm>
            <a:prstGeom prst="straightConnector1">
              <a:avLst/>
            </a:prstGeom>
            <a:ln w="23876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154" name="Text 152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55" name="Text 153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62814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色彩、字級與元件語言一覽：暖灰畫布、粗灰外框扁平卡片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0472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#2F5D50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24483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#24483E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E2EBE7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#E2EBE7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#C9A227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0649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455485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37260" y="44348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40pt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F5D5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1525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66710" y="2228850"/>
            <a:ext cx="65871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3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2.25pt</a:t>
            </a:r>
            <a:endParaRPr lang="en-US" sz="1250" dirty="0"/>
          </a:p>
        </p:txBody>
      </p:sp>
      <p:sp>
        <p:nvSpPr>
          <p:cNvPr id="46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137160"/>
                </a:lnTo>
                <a:arcTo hR="137160" wR="137160" stAng="10800000" swAng="5400000"/>
                <a:lnTo>
                  <a:pt x="1348740" y="0"/>
                </a:lnTo>
                <a:arcTo hR="137160" wR="13716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小圓角方籤</a:t>
            </a:r>
            <a:endParaRPr lang="en-US" sz="1250" dirty="0"/>
          </a:p>
        </p:txBody>
      </p:sp>
      <p:sp>
        <p:nvSpPr>
          <p:cNvPr id="52" name="標籤"/>
          <p:cNvSpPr/>
          <p:nvPr/>
        </p:nvSpPr>
        <p:spPr>
          <a:xfrm>
            <a:off x="8858250" y="3886200"/>
            <a:ext cx="688238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3" name="標籤"/>
          <p:cNvSpPr/>
          <p:nvPr/>
        </p:nvSpPr>
        <p:spPr>
          <a:xfrm>
            <a:off x="9683648" y="3886200"/>
            <a:ext cx="688238" cy="365760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4" name="標籤"/>
          <p:cNvSpPr/>
          <p:nvPr/>
        </p:nvSpPr>
        <p:spPr>
          <a:xfrm>
            <a:off x="10509047" y="3886200"/>
            <a:ext cx="688238" cy="365760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5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圓角方塊</a:t>
            </a:r>
            <a:endParaRPr lang="en-US" sz="1250" dirty="0"/>
          </a:p>
        </p:txBody>
      </p:sp>
      <p:sp>
        <p:nvSpPr>
          <p:cNvPr id="58" name="編號"/>
          <p:cNvSpPr/>
          <p:nvPr/>
        </p:nvSpPr>
        <p:spPr>
          <a:xfrm>
            <a:off x="8903970" y="465201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編號"/>
          <p:cNvSpPr/>
          <p:nvPr/>
        </p:nvSpPr>
        <p:spPr>
          <a:xfrm>
            <a:off x="9612630" y="465201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60" name="編號"/>
          <p:cNvSpPr/>
          <p:nvPr/>
        </p:nvSpPr>
        <p:spPr>
          <a:xfrm>
            <a:off x="10321290" y="465201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2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6" name="三角形"/>
          <p:cNvSpPr/>
          <p:nvPr/>
        </p:nvSpPr>
        <p:spPr>
          <a:xfrm>
            <a:off x="9669780" y="5617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三角形"/>
          <p:cNvSpPr/>
          <p:nvPr/>
        </p:nvSpPr>
        <p:spPr>
          <a:xfrm>
            <a:off x="9829800" y="5617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三角形"/>
          <p:cNvSpPr/>
          <p:nvPr/>
        </p:nvSpPr>
        <p:spPr>
          <a:xfrm>
            <a:off x="9989820" y="5617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70" name="三角形"/>
          <p:cNvSpPr/>
          <p:nvPr/>
        </p:nvSpPr>
        <p:spPr>
          <a:xfrm>
            <a:off x="11041380" y="5617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三角形"/>
          <p:cNvSpPr/>
          <p:nvPr/>
        </p:nvSpPr>
        <p:spPr>
          <a:xfrm>
            <a:off x="11201400" y="5617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三角形"/>
          <p:cNvSpPr/>
          <p:nvPr/>
        </p:nvSpPr>
        <p:spPr>
          <a:xfrm>
            <a:off x="11361420" y="5617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74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1.5pt 實線＋三角箭頭</a:t>
            </a:r>
            <a:endParaRPr lang="en-US" sz="1250" dirty="0"/>
          </a:p>
        </p:txBody>
      </p:sp>
      <p:sp>
        <p:nvSpPr>
          <p:cNvPr id="77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78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六角形鏈</a:t>
            </a:r>
            <a:endParaRPr lang="en-US" sz="1250" dirty="0"/>
          </a:p>
        </p:txBody>
      </p:sp>
      <p:sp>
        <p:nvSpPr>
          <p:cNvPr id="82" name="流程鏈"/>
          <p:cNvSpPr/>
          <p:nvPr/>
        </p:nvSpPr>
        <p:spPr>
          <a:xfrm>
            <a:off x="8858250" y="7063740"/>
            <a:ext cx="723900" cy="50292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83" name="三角形"/>
          <p:cNvSpPr/>
          <p:nvPr/>
        </p:nvSpPr>
        <p:spPr>
          <a:xfrm>
            <a:off x="9679305" y="724090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三角形"/>
          <p:cNvSpPr/>
          <p:nvPr/>
        </p:nvSpPr>
        <p:spPr>
          <a:xfrm>
            <a:off x="9839325" y="724090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三角形"/>
          <p:cNvSpPr/>
          <p:nvPr/>
        </p:nvSpPr>
        <p:spPr>
          <a:xfrm>
            <a:off x="9999345" y="724090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流程鏈"/>
          <p:cNvSpPr/>
          <p:nvPr/>
        </p:nvSpPr>
        <p:spPr>
          <a:xfrm>
            <a:off x="10210800" y="7063740"/>
            <a:ext cx="723900" cy="50292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87" name="三角形"/>
          <p:cNvSpPr/>
          <p:nvPr/>
        </p:nvSpPr>
        <p:spPr>
          <a:xfrm>
            <a:off x="11031855" y="724090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三角形"/>
          <p:cNvSpPr/>
          <p:nvPr/>
        </p:nvSpPr>
        <p:spPr>
          <a:xfrm>
            <a:off x="11191875" y="724090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三角形"/>
          <p:cNvSpPr/>
          <p:nvPr/>
        </p:nvSpPr>
        <p:spPr>
          <a:xfrm>
            <a:off x="11351895" y="724090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流程鏈"/>
          <p:cNvSpPr/>
          <p:nvPr/>
        </p:nvSpPr>
        <p:spPr>
          <a:xfrm>
            <a:off x="11563350" y="7063740"/>
            <a:ext cx="723900" cy="50292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517017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93598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2000" dirty="0"/>
          </a:p>
        </p:txBody>
      </p:sp>
      <p:sp>
        <p:nvSpPr>
          <p:cNvPr id="8" name="線條"/>
          <p:cNvSpPr/>
          <p:nvPr/>
        </p:nvSpPr>
        <p:spPr>
          <a:xfrm>
            <a:off x="982980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10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2" name="線條"/>
          <p:cNvSpPr/>
          <p:nvPr/>
        </p:nvSpPr>
        <p:spPr>
          <a:xfrm>
            <a:off x="5785295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4" name="標籤"/>
          <p:cNvSpPr/>
          <p:nvPr/>
        </p:nvSpPr>
        <p:spPr>
          <a:xfrm>
            <a:off x="8567865" y="2183130"/>
            <a:ext cx="932180" cy="320040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5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137160"/>
                </a:lnTo>
                <a:arcTo hR="137160" wR="137160" stAng="10800000" swAng="5400000"/>
                <a:lnTo>
                  <a:pt x="4126230" y="0"/>
                </a:lnTo>
                <a:arcTo hR="137160" wR="13716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8350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7260" y="5715000"/>
            <a:ext cx="77495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4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5" name="標籤"/>
          <p:cNvSpPr/>
          <p:nvPr/>
        </p:nvSpPr>
        <p:spPr>
          <a:xfrm>
            <a:off x="685800" y="6377940"/>
            <a:ext cx="937260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685800" y="6858000"/>
            <a:ext cx="937260" cy="365760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685800" y="7338060"/>
            <a:ext cx="937260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144000" y="58350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95460" y="5715000"/>
            <a:ext cx="51583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3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472567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49148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685800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2219046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C9A22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1" name="標籤"/>
          <p:cNvSpPr/>
          <p:nvPr/>
        </p:nvSpPr>
        <p:spPr>
          <a:xfrm>
            <a:off x="3752291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2" name="標籤"/>
          <p:cNvSpPr/>
          <p:nvPr/>
        </p:nvSpPr>
        <p:spPr>
          <a:xfrm>
            <a:off x="5285537" y="2914650"/>
            <a:ext cx="1190346" cy="43434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812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4" name="標籤"/>
          <p:cNvSpPr/>
          <p:nvPr/>
        </p:nvSpPr>
        <p:spPr>
          <a:xfrm>
            <a:off x="8076082" y="2960370"/>
            <a:ext cx="61468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812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8862212" y="2960370"/>
            <a:ext cx="614680" cy="34290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6" name="標籤"/>
          <p:cNvSpPr/>
          <p:nvPr/>
        </p:nvSpPr>
        <p:spPr>
          <a:xfrm>
            <a:off x="9648342" y="2960370"/>
            <a:ext cx="614680" cy="34290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9490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7260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685800" y="458343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529209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2" name="標籤"/>
          <p:cNvSpPr/>
          <p:nvPr/>
        </p:nvSpPr>
        <p:spPr>
          <a:xfrm>
            <a:off x="685800" y="600075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3" name="標籤"/>
          <p:cNvSpPr/>
          <p:nvPr/>
        </p:nvSpPr>
        <p:spPr>
          <a:xfrm>
            <a:off x="685800" y="6709410"/>
            <a:ext cx="33147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53825" y="39490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05284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5499544" y="4594860"/>
            <a:ext cx="480060" cy="480060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28" name="編號"/>
          <p:cNvSpPr/>
          <p:nvPr/>
        </p:nvSpPr>
        <p:spPr>
          <a:xfrm>
            <a:off x="6208205" y="4594860"/>
            <a:ext cx="480060" cy="480060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29" name="編號"/>
          <p:cNvSpPr/>
          <p:nvPr/>
        </p:nvSpPr>
        <p:spPr>
          <a:xfrm>
            <a:off x="6916865" y="4594860"/>
            <a:ext cx="480060" cy="480060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編號"/>
          <p:cNvSpPr/>
          <p:nvPr/>
        </p:nvSpPr>
        <p:spPr>
          <a:xfrm>
            <a:off x="7625524" y="4594860"/>
            <a:ext cx="480060" cy="480060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31" name="編號"/>
          <p:cNvSpPr/>
          <p:nvPr/>
        </p:nvSpPr>
        <p:spPr>
          <a:xfrm>
            <a:off x="5533835" y="5646420"/>
            <a:ext cx="411480" cy="411480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5533835" y="6355080"/>
            <a:ext cx="411480" cy="411480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5533835" y="7063740"/>
            <a:ext cx="411480" cy="411480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21849" y="39490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473309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42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6" name="Text 44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7" name="Text 45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45034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692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61493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3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4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867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38160" y="2228850"/>
            <a:ext cx="64156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7886700" y="2994660"/>
            <a:ext cx="1803273" cy="82296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9" name="三角形"/>
          <p:cNvSpPr/>
          <p:nvPr/>
        </p:nvSpPr>
        <p:spPr>
          <a:xfrm>
            <a:off x="9787128" y="3331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三角形"/>
          <p:cNvSpPr/>
          <p:nvPr/>
        </p:nvSpPr>
        <p:spPr>
          <a:xfrm>
            <a:off x="9947148" y="3331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三角形"/>
          <p:cNvSpPr/>
          <p:nvPr/>
        </p:nvSpPr>
        <p:spPr>
          <a:xfrm>
            <a:off x="10107168" y="3331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流程鏈"/>
          <p:cNvSpPr/>
          <p:nvPr/>
        </p:nvSpPr>
        <p:spPr>
          <a:xfrm>
            <a:off x="10318623" y="2994660"/>
            <a:ext cx="1803273" cy="82296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23" name="三角形"/>
          <p:cNvSpPr/>
          <p:nvPr/>
        </p:nvSpPr>
        <p:spPr>
          <a:xfrm>
            <a:off x="12219051" y="3331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三角形"/>
          <p:cNvSpPr/>
          <p:nvPr/>
        </p:nvSpPr>
        <p:spPr>
          <a:xfrm>
            <a:off x="12379071" y="3331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三角形"/>
          <p:cNvSpPr/>
          <p:nvPr/>
        </p:nvSpPr>
        <p:spPr>
          <a:xfrm>
            <a:off x="12539091" y="333184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流程鏈"/>
          <p:cNvSpPr/>
          <p:nvPr/>
        </p:nvSpPr>
        <p:spPr>
          <a:xfrm>
            <a:off x="12750546" y="2994660"/>
            <a:ext cx="1803273" cy="82296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7" name="流程鏈"/>
          <p:cNvSpPr/>
          <p:nvPr/>
        </p:nvSpPr>
        <p:spPr>
          <a:xfrm>
            <a:off x="7886700" y="4400550"/>
            <a:ext cx="941146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8" name="三角形"/>
          <p:cNvSpPr/>
          <p:nvPr/>
        </p:nvSpPr>
        <p:spPr>
          <a:xfrm>
            <a:off x="8855850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三角形"/>
          <p:cNvSpPr/>
          <p:nvPr/>
        </p:nvSpPr>
        <p:spPr>
          <a:xfrm>
            <a:off x="9015870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三角形"/>
          <p:cNvSpPr/>
          <p:nvPr/>
        </p:nvSpPr>
        <p:spPr>
          <a:xfrm>
            <a:off x="9175890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流程鏈"/>
          <p:cNvSpPr/>
          <p:nvPr/>
        </p:nvSpPr>
        <p:spPr>
          <a:xfrm>
            <a:off x="9318193" y="4400550"/>
            <a:ext cx="941146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32" name="三角形"/>
          <p:cNvSpPr/>
          <p:nvPr/>
        </p:nvSpPr>
        <p:spPr>
          <a:xfrm>
            <a:off x="10287343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三角形"/>
          <p:cNvSpPr/>
          <p:nvPr/>
        </p:nvSpPr>
        <p:spPr>
          <a:xfrm>
            <a:off x="10447363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三角形"/>
          <p:cNvSpPr/>
          <p:nvPr/>
        </p:nvSpPr>
        <p:spPr>
          <a:xfrm>
            <a:off x="10607383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流程鏈"/>
          <p:cNvSpPr/>
          <p:nvPr/>
        </p:nvSpPr>
        <p:spPr>
          <a:xfrm>
            <a:off x="10749686" y="4400550"/>
            <a:ext cx="941146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36" name="三角形"/>
          <p:cNvSpPr/>
          <p:nvPr/>
        </p:nvSpPr>
        <p:spPr>
          <a:xfrm>
            <a:off x="11718836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三角形"/>
          <p:cNvSpPr/>
          <p:nvPr/>
        </p:nvSpPr>
        <p:spPr>
          <a:xfrm>
            <a:off x="11878856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12038876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流程鏈"/>
          <p:cNvSpPr/>
          <p:nvPr/>
        </p:nvSpPr>
        <p:spPr>
          <a:xfrm>
            <a:off x="12181180" y="4400550"/>
            <a:ext cx="941146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40" name="三角形"/>
          <p:cNvSpPr/>
          <p:nvPr/>
        </p:nvSpPr>
        <p:spPr>
          <a:xfrm>
            <a:off x="13150329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三角形"/>
          <p:cNvSpPr/>
          <p:nvPr/>
        </p:nvSpPr>
        <p:spPr>
          <a:xfrm>
            <a:off x="13310349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三角形"/>
          <p:cNvSpPr/>
          <p:nvPr/>
        </p:nvSpPr>
        <p:spPr>
          <a:xfrm>
            <a:off x="13470369" y="46462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流程鏈"/>
          <p:cNvSpPr/>
          <p:nvPr/>
        </p:nvSpPr>
        <p:spPr>
          <a:xfrm>
            <a:off x="13612673" y="4400550"/>
            <a:ext cx="941146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44" name="流程鏈"/>
          <p:cNvSpPr/>
          <p:nvPr/>
        </p:nvSpPr>
        <p:spPr>
          <a:xfrm>
            <a:off x="7886700" y="5657850"/>
            <a:ext cx="1195292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45" name="三角形"/>
          <p:cNvSpPr/>
          <p:nvPr/>
        </p:nvSpPr>
        <p:spPr>
          <a:xfrm>
            <a:off x="9179147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三角形"/>
          <p:cNvSpPr/>
          <p:nvPr/>
        </p:nvSpPr>
        <p:spPr>
          <a:xfrm>
            <a:off x="9339167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三角形"/>
          <p:cNvSpPr/>
          <p:nvPr/>
        </p:nvSpPr>
        <p:spPr>
          <a:xfrm>
            <a:off x="9499187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流程鏈"/>
          <p:cNvSpPr/>
          <p:nvPr/>
        </p:nvSpPr>
        <p:spPr>
          <a:xfrm>
            <a:off x="9710642" y="5657850"/>
            <a:ext cx="1195292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49" name="三角形"/>
          <p:cNvSpPr/>
          <p:nvPr/>
        </p:nvSpPr>
        <p:spPr>
          <a:xfrm>
            <a:off x="11003090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三角形"/>
          <p:cNvSpPr/>
          <p:nvPr/>
        </p:nvSpPr>
        <p:spPr>
          <a:xfrm>
            <a:off x="11163110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三角形"/>
          <p:cNvSpPr/>
          <p:nvPr/>
        </p:nvSpPr>
        <p:spPr>
          <a:xfrm>
            <a:off x="11323130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流程鏈"/>
          <p:cNvSpPr/>
          <p:nvPr/>
        </p:nvSpPr>
        <p:spPr>
          <a:xfrm>
            <a:off x="11534585" y="5657850"/>
            <a:ext cx="1195292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53" name="三角形"/>
          <p:cNvSpPr/>
          <p:nvPr/>
        </p:nvSpPr>
        <p:spPr>
          <a:xfrm>
            <a:off x="12827032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三角形"/>
          <p:cNvSpPr/>
          <p:nvPr/>
        </p:nvSpPr>
        <p:spPr>
          <a:xfrm>
            <a:off x="12987052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三角形"/>
          <p:cNvSpPr/>
          <p:nvPr/>
        </p:nvSpPr>
        <p:spPr>
          <a:xfrm>
            <a:off x="13147072" y="590359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流程鏈"/>
          <p:cNvSpPr/>
          <p:nvPr/>
        </p:nvSpPr>
        <p:spPr>
          <a:xfrm>
            <a:off x="13358527" y="5657850"/>
            <a:ext cx="1195292" cy="640080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5875" tIns="0" rIns="1587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57" name="Text 55"/>
          <p:cNvSpPr/>
          <p:nvPr/>
        </p:nvSpPr>
        <p:spPr>
          <a:xfrm>
            <a:off x="7886700" y="6423660"/>
            <a:ext cx="119529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710642" y="6423660"/>
            <a:ext cx="119529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534585" y="6423660"/>
            <a:ext cx="119529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3358527" y="6423660"/>
            <a:ext cx="119529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5681345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447155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2" name="Text 10"/>
          <p:cNvSpPr/>
          <p:nvPr/>
        </p:nvSpPr>
        <p:spPr>
          <a:xfrm>
            <a:off x="4244245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95705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4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8" name="Text 16"/>
          <p:cNvSpPr/>
          <p:nvPr/>
        </p:nvSpPr>
        <p:spPr>
          <a:xfrm>
            <a:off x="780269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415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2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23876">
            <a:solidFill>
              <a:srgbClr val="8C8C8C"/>
            </a:solidFill>
            <a:prstDash val="sysDot"/>
            <a:tailEnd type="triangle"/>
          </a:ln>
        </p:spPr>
      </p:cxnSp>
      <p:sp>
        <p:nvSpPr>
          <p:cNvPr id="24" name="Text 22"/>
          <p:cNvSpPr/>
          <p:nvPr/>
        </p:nvSpPr>
        <p:spPr>
          <a:xfrm>
            <a:off x="11361134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612594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8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9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noFill/>
          <a:ln w="23876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" y="50349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3726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2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4" name="三角形"/>
          <p:cNvSpPr/>
          <p:nvPr/>
        </p:nvSpPr>
        <p:spPr>
          <a:xfrm>
            <a:off x="1443966" y="638365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三角形"/>
          <p:cNvSpPr/>
          <p:nvPr/>
        </p:nvSpPr>
        <p:spPr>
          <a:xfrm>
            <a:off x="1603986" y="638365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三角形"/>
          <p:cNvSpPr/>
          <p:nvPr/>
        </p:nvSpPr>
        <p:spPr>
          <a:xfrm>
            <a:off x="1764006" y="638365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8" name="三角形"/>
          <p:cNvSpPr/>
          <p:nvPr/>
        </p:nvSpPr>
        <p:spPr>
          <a:xfrm>
            <a:off x="2685979" y="638365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三角形"/>
          <p:cNvSpPr/>
          <p:nvPr/>
        </p:nvSpPr>
        <p:spPr>
          <a:xfrm>
            <a:off x="2845999" y="638365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三角形"/>
          <p:cNvSpPr/>
          <p:nvPr/>
        </p:nvSpPr>
        <p:spPr>
          <a:xfrm>
            <a:off x="3006019" y="638365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4244245" y="50349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95705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44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5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6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7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802690" y="50349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5415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52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3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54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63867C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55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C9A22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361134" y="503491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612594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8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9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60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61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62" name="連接線"/>
          <p:cNvCxnSpPr>
            <a:stCxn id="59" idx="3"/>
            <a:endCxn id="60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63" name="連接線"/>
          <p:cNvCxnSpPr>
            <a:stCxn id="59" idx="3"/>
            <a:endCxn id="61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64" name="Text 62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561467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8048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8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10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FFFFFF"/>
          </a:solidFill>
          <a:ln w="35687">
            <a:solidFill>
              <a:srgbClr val="C9A22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2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4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6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85800" y="482917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7260" y="470916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2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3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FFFFFF"/>
          </a:solidFill>
          <a:ln w="35687">
            <a:solidFill>
              <a:srgbClr val="C9A22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4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5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6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2" name="Text 30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3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23876">
            <a:solidFill>
              <a:srgbClr val="8C8C8C"/>
            </a:solidFill>
            <a:prstDash val="sysDash"/>
            <a:headEnd type="triangle"/>
            <a:tailEnd type="triangle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23876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6" name="Text 34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40589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8247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7260" y="2228850"/>
            <a:ext cx="6263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24000"/>
            </a:avLst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3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5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6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2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1525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66710" y="2228850"/>
            <a:ext cx="31203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2F5D5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9" name="標籤"/>
          <p:cNvSpPr/>
          <p:nvPr/>
        </p:nvSpPr>
        <p:spPr>
          <a:xfrm>
            <a:off x="8186420" y="403479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9969500" y="403479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8186420" y="568071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2" name="標籤"/>
          <p:cNvSpPr/>
          <p:nvPr/>
        </p:nvSpPr>
        <p:spPr>
          <a:xfrm>
            <a:off x="9969500" y="5680710"/>
            <a:ext cx="646430" cy="34290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544300" y="2348865"/>
            <a:ext cx="125730" cy="12573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795760" y="2228850"/>
            <a:ext cx="27580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9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2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1935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1935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12778740" y="3737610"/>
            <a:ext cx="525780" cy="52578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650" dirty="0"/>
          </a:p>
        </p:txBody>
      </p:sp>
      <p:sp>
        <p:nvSpPr>
          <p:cNvPr id="46" name="編號"/>
          <p:cNvSpPr/>
          <p:nvPr/>
        </p:nvSpPr>
        <p:spPr>
          <a:xfrm>
            <a:off x="13750290" y="3737610"/>
            <a:ext cx="525780" cy="52578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12778740" y="4937760"/>
            <a:ext cx="525780" cy="52578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650" dirty="0"/>
          </a:p>
        </p:txBody>
      </p:sp>
      <p:sp>
        <p:nvSpPr>
          <p:cNvPr id="49" name="編號"/>
          <p:cNvSpPr/>
          <p:nvPr/>
        </p:nvSpPr>
        <p:spPr>
          <a:xfrm>
            <a:off x="13750290" y="4937760"/>
            <a:ext cx="525780" cy="52578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12778740" y="6137910"/>
            <a:ext cx="525780" cy="52578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50" dirty="0"/>
          </a:p>
        </p:txBody>
      </p:sp>
      <p:sp>
        <p:nvSpPr>
          <p:cNvPr id="52" name="編號"/>
          <p:cNvSpPr/>
          <p:nvPr/>
        </p:nvSpPr>
        <p:spPr>
          <a:xfrm>
            <a:off x="13750290" y="6137910"/>
            <a:ext cx="525780" cy="52578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45034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692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9" name="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5" name="三角形"/>
          <p:cNvSpPr/>
          <p:nvPr/>
        </p:nvSpPr>
        <p:spPr>
          <a:xfrm>
            <a:off x="5047869" y="368274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三角形"/>
          <p:cNvSpPr/>
          <p:nvPr/>
        </p:nvSpPr>
        <p:spPr>
          <a:xfrm>
            <a:off x="5239893" y="368274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三角形"/>
          <p:cNvSpPr/>
          <p:nvPr/>
        </p:nvSpPr>
        <p:spPr>
          <a:xfrm>
            <a:off x="5431917" y="368274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三角形"/>
          <p:cNvSpPr/>
          <p:nvPr/>
        </p:nvSpPr>
        <p:spPr>
          <a:xfrm>
            <a:off x="9670542" y="368274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9862566" y="368274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三角形"/>
          <p:cNvSpPr/>
          <p:nvPr/>
        </p:nvSpPr>
        <p:spPr>
          <a:xfrm>
            <a:off x="10054590" y="368274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22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23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7" name="標籤"/>
          <p:cNvSpPr/>
          <p:nvPr/>
        </p:nvSpPr>
        <p:spPr>
          <a:xfrm>
            <a:off x="1682687" y="57150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1682687" y="634365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1682687" y="69723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30" name="標籤"/>
          <p:cNvSpPr/>
          <p:nvPr/>
        </p:nvSpPr>
        <p:spPr>
          <a:xfrm>
            <a:off x="10928033" y="57150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31" name="標籤"/>
          <p:cNvSpPr/>
          <p:nvPr/>
        </p:nvSpPr>
        <p:spPr>
          <a:xfrm>
            <a:off x="10928033" y="634365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32" name="標籤"/>
          <p:cNvSpPr/>
          <p:nvPr/>
        </p:nvSpPr>
        <p:spPr>
          <a:xfrm>
            <a:off x="10928033" y="6972300"/>
            <a:ext cx="2628900" cy="480060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405892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82473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8" name="三角形"/>
          <p:cNvSpPr/>
          <p:nvPr/>
        </p:nvSpPr>
        <p:spPr>
          <a:xfrm>
            <a:off x="3084500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三角形"/>
          <p:cNvSpPr/>
          <p:nvPr/>
        </p:nvSpPr>
        <p:spPr>
          <a:xfrm>
            <a:off x="3244520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三角形"/>
          <p:cNvSpPr/>
          <p:nvPr/>
        </p:nvSpPr>
        <p:spPr>
          <a:xfrm>
            <a:off x="3404540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3" name="三角形"/>
          <p:cNvSpPr/>
          <p:nvPr/>
        </p:nvSpPr>
        <p:spPr>
          <a:xfrm>
            <a:off x="5963260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三角形"/>
          <p:cNvSpPr/>
          <p:nvPr/>
        </p:nvSpPr>
        <p:spPr>
          <a:xfrm>
            <a:off x="6123280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三角形"/>
          <p:cNvSpPr/>
          <p:nvPr/>
        </p:nvSpPr>
        <p:spPr>
          <a:xfrm>
            <a:off x="6283300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C1CE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7" name="三角形"/>
          <p:cNvSpPr/>
          <p:nvPr/>
        </p:nvSpPr>
        <p:spPr>
          <a:xfrm>
            <a:off x="8842019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三角形"/>
          <p:cNvSpPr/>
          <p:nvPr/>
        </p:nvSpPr>
        <p:spPr>
          <a:xfrm>
            <a:off x="9002039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9162059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22" name="三角形"/>
          <p:cNvSpPr/>
          <p:nvPr/>
        </p:nvSpPr>
        <p:spPr>
          <a:xfrm>
            <a:off x="11720779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三角形"/>
          <p:cNvSpPr/>
          <p:nvPr/>
        </p:nvSpPr>
        <p:spPr>
          <a:xfrm>
            <a:off x="11880799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三角形"/>
          <p:cNvSpPr/>
          <p:nvPr/>
        </p:nvSpPr>
        <p:spPr>
          <a:xfrm>
            <a:off x="12040819" y="5366385"/>
            <a:ext cx="114300" cy="148590"/>
          </a:xfrm>
          <a:custGeom>
            <a:avLst/>
            <a:gdLst/>
            <a:ahLst/>
            <a:cxnLst/>
            <a:rect l="l" t="t" r="r" b="b"/>
            <a:pathLst>
              <a:path w="114300" h="148590">
                <a:moveTo>
                  <a:pt x="0" y="0"/>
                </a:moveTo>
                <a:lnTo>
                  <a:pt x="114300" y="74295"/>
                </a:lnTo>
                <a:lnTo>
                  <a:pt x="0" y="14859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27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9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31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33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noFill/>
          <a:ln w="23876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noFill/>
          <a:ln w="23876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23876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36" name="編號"/>
          <p:cNvSpPr/>
          <p:nvPr/>
        </p:nvSpPr>
        <p:spPr>
          <a:xfrm>
            <a:off x="685800" y="23317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1154430" y="23317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標籤"/>
          <p:cNvSpPr/>
          <p:nvPr/>
        </p:nvSpPr>
        <p:spPr>
          <a:xfrm>
            <a:off x="1657350" y="23431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9" name="編號"/>
          <p:cNvSpPr/>
          <p:nvPr/>
        </p:nvSpPr>
        <p:spPr>
          <a:xfrm>
            <a:off x="685800" y="29032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40" name="編號"/>
          <p:cNvSpPr/>
          <p:nvPr/>
        </p:nvSpPr>
        <p:spPr>
          <a:xfrm>
            <a:off x="1154430" y="29032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41" name="標籤"/>
          <p:cNvSpPr/>
          <p:nvPr/>
        </p:nvSpPr>
        <p:spPr>
          <a:xfrm>
            <a:off x="1657350" y="29146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12086539" y="23317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12555169" y="23317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標籤"/>
          <p:cNvSpPr/>
          <p:nvPr/>
        </p:nvSpPr>
        <p:spPr>
          <a:xfrm>
            <a:off x="13058089" y="23431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12086539" y="29032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12555169" y="290322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標籤"/>
          <p:cNvSpPr/>
          <p:nvPr/>
        </p:nvSpPr>
        <p:spPr>
          <a:xfrm>
            <a:off x="13058089" y="291465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8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50" name="編號"/>
          <p:cNvSpPr/>
          <p:nvPr/>
        </p:nvSpPr>
        <p:spPr>
          <a:xfrm>
            <a:off x="1430658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1899288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標籤"/>
          <p:cNvSpPr/>
          <p:nvPr/>
        </p:nvSpPr>
        <p:spPr>
          <a:xfrm>
            <a:off x="2402208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53" name="編號"/>
          <p:cNvSpPr/>
          <p:nvPr/>
        </p:nvSpPr>
        <p:spPr>
          <a:xfrm>
            <a:off x="4897663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  <p:sp>
        <p:nvSpPr>
          <p:cNvPr id="54" name="編號"/>
          <p:cNvSpPr/>
          <p:nvPr/>
        </p:nvSpPr>
        <p:spPr>
          <a:xfrm>
            <a:off x="5366293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  <p:sp>
        <p:nvSpPr>
          <p:cNvPr id="55" name="標籤"/>
          <p:cNvSpPr/>
          <p:nvPr/>
        </p:nvSpPr>
        <p:spPr>
          <a:xfrm>
            <a:off x="5869213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56" name="編號"/>
          <p:cNvSpPr/>
          <p:nvPr/>
        </p:nvSpPr>
        <p:spPr>
          <a:xfrm>
            <a:off x="8598983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  <p:sp>
        <p:nvSpPr>
          <p:cNvPr id="57" name="標籤"/>
          <p:cNvSpPr/>
          <p:nvPr/>
        </p:nvSpPr>
        <p:spPr>
          <a:xfrm>
            <a:off x="9101903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58" name="編號"/>
          <p:cNvSpPr/>
          <p:nvPr/>
        </p:nvSpPr>
        <p:spPr>
          <a:xfrm>
            <a:off x="11831672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  <p:sp>
        <p:nvSpPr>
          <p:cNvPr id="59" name="編號"/>
          <p:cNvSpPr/>
          <p:nvPr/>
        </p:nvSpPr>
        <p:spPr>
          <a:xfrm>
            <a:off x="12300302" y="7269480"/>
            <a:ext cx="388620" cy="388620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60" name="標籤"/>
          <p:cNvSpPr/>
          <p:nvPr/>
        </p:nvSpPr>
        <p:spPr>
          <a:xfrm>
            <a:off x="12803222" y="7280910"/>
            <a:ext cx="1005738" cy="365760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114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337310"/>
            <a:ext cx="4281170" cy="4572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046980" y="1337310"/>
            <a:ext cx="1371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C9A227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7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20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20000"/>
            </a:avLst>
          </a:prstGeom>
          <a:solidFill>
            <a:srgbClr val="2F5D50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2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8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1" name="標籤"/>
          <p:cNvSpPr/>
          <p:nvPr/>
        </p:nvSpPr>
        <p:spPr>
          <a:xfrm>
            <a:off x="7500620" y="2857500"/>
            <a:ext cx="614680" cy="320040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2" name="標籤"/>
          <p:cNvSpPr/>
          <p:nvPr/>
        </p:nvSpPr>
        <p:spPr>
          <a:xfrm>
            <a:off x="6172200" y="3680460"/>
            <a:ext cx="773430" cy="320040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3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5" name="標籤"/>
          <p:cNvSpPr/>
          <p:nvPr/>
        </p:nvSpPr>
        <p:spPr>
          <a:xfrm>
            <a:off x="7500620" y="4514850"/>
            <a:ext cx="614680" cy="320040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6" name="標籤"/>
          <p:cNvSpPr/>
          <p:nvPr/>
        </p:nvSpPr>
        <p:spPr>
          <a:xfrm>
            <a:off x="6172200" y="5337810"/>
            <a:ext cx="773430" cy="320040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7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5687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9" name="標籤"/>
          <p:cNvSpPr/>
          <p:nvPr/>
        </p:nvSpPr>
        <p:spPr>
          <a:xfrm>
            <a:off x="7500620" y="6172200"/>
            <a:ext cx="614680" cy="320040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40" name="標籤"/>
          <p:cNvSpPr/>
          <p:nvPr/>
        </p:nvSpPr>
        <p:spPr>
          <a:xfrm>
            <a:off x="6172200" y="6995160"/>
            <a:ext cx="773430" cy="320040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1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2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2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8926830" y="3154680"/>
            <a:ext cx="548640" cy="54864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750" dirty="0"/>
          </a:p>
        </p:txBody>
      </p:sp>
      <p:sp>
        <p:nvSpPr>
          <p:cNvPr id="45" name="編號"/>
          <p:cNvSpPr/>
          <p:nvPr/>
        </p:nvSpPr>
        <p:spPr>
          <a:xfrm>
            <a:off x="9841230" y="3154680"/>
            <a:ext cx="548640" cy="54864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750" dirty="0"/>
          </a:p>
        </p:txBody>
      </p:sp>
      <p:sp>
        <p:nvSpPr>
          <p:cNvPr id="46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8926830" y="4812030"/>
            <a:ext cx="548640" cy="54864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750" dirty="0"/>
          </a:p>
        </p:txBody>
      </p:sp>
      <p:sp>
        <p:nvSpPr>
          <p:cNvPr id="48" name="編號"/>
          <p:cNvSpPr/>
          <p:nvPr/>
        </p:nvSpPr>
        <p:spPr>
          <a:xfrm>
            <a:off x="9841230" y="4812030"/>
            <a:ext cx="548640" cy="54864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8926830" y="6469380"/>
            <a:ext cx="548640" cy="54864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750" dirty="0"/>
          </a:p>
        </p:txBody>
      </p:sp>
      <p:sp>
        <p:nvSpPr>
          <p:cNvPr id="51" name="編號"/>
          <p:cNvSpPr/>
          <p:nvPr/>
        </p:nvSpPr>
        <p:spPr>
          <a:xfrm>
            <a:off x="9841230" y="6469380"/>
            <a:ext cx="548640" cy="54864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6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58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1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23876">
            <a:solidFill>
              <a:srgbClr val="8C8C8C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6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23876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68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墨綠筆記</dc:title>
  <dc:subject>PptxGenJS Presentation</dc:subject>
  <dc:creator>PPT Style Studio</dc:creator>
  <cp:lastModifiedBy>PPT Style Studio</cp:lastModifiedBy>
  <cp:revision>1</cp:revision>
  <dcterms:created xsi:type="dcterms:W3CDTF">2026-10-09T02:56:27Z</dcterms:created>
  <dcterms:modified xsi:type="dcterms:W3CDTF">2026-10-09T02:56:27Z</dcterms:modified>
</cp:coreProperties>
</file>