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5239619" cy="8572500"/>
  <p:notesSz cx="8572500" cy="15239619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6725920" cy="45720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491730" y="1337310"/>
            <a:ext cx="137160" cy="45720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685800" y="206311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7" name="流程方塊"/>
          <p:cNvSpPr/>
          <p:nvPr/>
        </p:nvSpPr>
        <p:spPr>
          <a:xfrm>
            <a:off x="2497700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8" name="圖說"/>
          <p:cNvSpPr/>
          <p:nvPr/>
        </p:nvSpPr>
        <p:spPr>
          <a:xfrm>
            <a:off x="2343150" y="24974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1050" dirty="0"/>
          </a:p>
        </p:txBody>
      </p:sp>
      <p:sp>
        <p:nvSpPr>
          <p:cNvPr id="9" name="流程方塊"/>
          <p:cNvSpPr/>
          <p:nvPr/>
        </p:nvSpPr>
        <p:spPr>
          <a:xfrm>
            <a:off x="4246980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06045" dist="30353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0" name="圖說"/>
          <p:cNvSpPr/>
          <p:nvPr/>
        </p:nvSpPr>
        <p:spPr>
          <a:xfrm>
            <a:off x="4092430" y="24974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11" name="流程方塊"/>
          <p:cNvSpPr/>
          <p:nvPr/>
        </p:nvSpPr>
        <p:spPr>
          <a:xfrm>
            <a:off x="5996260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E2EBE7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2" name="圖說"/>
          <p:cNvSpPr/>
          <p:nvPr/>
        </p:nvSpPr>
        <p:spPr>
          <a:xfrm>
            <a:off x="5841710" y="24974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13" name="流程方塊"/>
          <p:cNvSpPr/>
          <p:nvPr/>
        </p:nvSpPr>
        <p:spPr>
          <a:xfrm>
            <a:off x="7745540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E6E6E6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4" name="圖說"/>
          <p:cNvSpPr/>
          <p:nvPr/>
        </p:nvSpPr>
        <p:spPr>
          <a:xfrm>
            <a:off x="7590990" y="24974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15" name="流程方塊"/>
          <p:cNvSpPr/>
          <p:nvPr/>
        </p:nvSpPr>
        <p:spPr>
          <a:xfrm>
            <a:off x="9494819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7813">
            <a:solidFill>
              <a:srgbClr val="2F5D50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6" name="圖說"/>
          <p:cNvSpPr/>
          <p:nvPr/>
        </p:nvSpPr>
        <p:spPr>
          <a:xfrm>
            <a:off x="9340269" y="24974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1050" dirty="0"/>
          </a:p>
        </p:txBody>
      </p:sp>
      <p:sp>
        <p:nvSpPr>
          <p:cNvPr id="17" name="流程方塊"/>
          <p:cNvSpPr/>
          <p:nvPr/>
        </p:nvSpPr>
        <p:spPr>
          <a:xfrm>
            <a:off x="11244099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2F5D50"/>
          </a:solidFill>
          <a:ln/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450" dirty="0"/>
          </a:p>
        </p:txBody>
      </p:sp>
      <p:sp>
        <p:nvSpPr>
          <p:cNvPr id="18" name="圖說"/>
          <p:cNvSpPr/>
          <p:nvPr/>
        </p:nvSpPr>
        <p:spPr>
          <a:xfrm>
            <a:off x="11089549" y="24974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19" name="流程方塊"/>
          <p:cNvSpPr/>
          <p:nvPr/>
        </p:nvSpPr>
        <p:spPr>
          <a:xfrm>
            <a:off x="12993379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450" dirty="0"/>
          </a:p>
        </p:txBody>
      </p:sp>
      <p:sp>
        <p:nvSpPr>
          <p:cNvPr id="20" name="圖說"/>
          <p:cNvSpPr/>
          <p:nvPr/>
        </p:nvSpPr>
        <p:spPr>
          <a:xfrm>
            <a:off x="12838829" y="24974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1050" dirty="0"/>
          </a:p>
        </p:txBody>
      </p:sp>
      <p:sp>
        <p:nvSpPr>
          <p:cNvPr id="21" name="線條"/>
          <p:cNvSpPr/>
          <p:nvPr/>
        </p:nvSpPr>
        <p:spPr>
          <a:xfrm>
            <a:off x="685800" y="27146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685800" y="292036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23" name="判斷菱形"/>
          <p:cNvSpPr/>
          <p:nvPr/>
        </p:nvSpPr>
        <p:spPr>
          <a:xfrm>
            <a:off x="2583425" y="27774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4" name="圖說"/>
          <p:cNvSpPr/>
          <p:nvPr/>
        </p:nvSpPr>
        <p:spPr>
          <a:xfrm>
            <a:off x="2343150" y="34118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25" name="判斷菱形"/>
          <p:cNvSpPr/>
          <p:nvPr/>
        </p:nvSpPr>
        <p:spPr>
          <a:xfrm>
            <a:off x="4332705" y="2777490"/>
            <a:ext cx="1200150" cy="594360"/>
          </a:xfrm>
          <a:prstGeom prst="diamond">
            <a:avLst/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6" name="圖說"/>
          <p:cNvSpPr/>
          <p:nvPr/>
        </p:nvSpPr>
        <p:spPr>
          <a:xfrm>
            <a:off x="4092430" y="34118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27" name="判斷菱形"/>
          <p:cNvSpPr/>
          <p:nvPr/>
        </p:nvSpPr>
        <p:spPr>
          <a:xfrm>
            <a:off x="6081985" y="2777490"/>
            <a:ext cx="1200150" cy="594360"/>
          </a:xfrm>
          <a:prstGeom prst="diamond">
            <a:avLst/>
          </a:prstGeom>
          <a:solidFill>
            <a:srgbClr val="E2EB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8" name="圖說"/>
          <p:cNvSpPr/>
          <p:nvPr/>
        </p:nvSpPr>
        <p:spPr>
          <a:xfrm>
            <a:off x="5841710" y="34118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29" name="判斷菱形"/>
          <p:cNvSpPr/>
          <p:nvPr/>
        </p:nvSpPr>
        <p:spPr>
          <a:xfrm>
            <a:off x="7831265" y="2777490"/>
            <a:ext cx="1200150" cy="594360"/>
          </a:xfrm>
          <a:prstGeom prst="diamond">
            <a:avLst/>
          </a:prstGeom>
          <a:solidFill>
            <a:srgbClr val="FFFFFF"/>
          </a:solidFill>
          <a:ln w="23876">
            <a:solidFill>
              <a:srgbClr val="2F5D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0" name="圖說"/>
          <p:cNvSpPr/>
          <p:nvPr/>
        </p:nvSpPr>
        <p:spPr>
          <a:xfrm>
            <a:off x="7590990" y="34118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1050" dirty="0"/>
          </a:p>
        </p:txBody>
      </p:sp>
      <p:sp>
        <p:nvSpPr>
          <p:cNvPr id="31" name="判斷菱形"/>
          <p:cNvSpPr/>
          <p:nvPr/>
        </p:nvSpPr>
        <p:spPr>
          <a:xfrm>
            <a:off x="9580544" y="2777490"/>
            <a:ext cx="1200150" cy="594360"/>
          </a:xfrm>
          <a:prstGeom prst="diamond">
            <a:avLst/>
          </a:prstGeom>
          <a:solidFill>
            <a:srgbClr val="2F5D50"/>
          </a:solidFill>
          <a:ln/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2" name="圖說"/>
          <p:cNvSpPr/>
          <p:nvPr/>
        </p:nvSpPr>
        <p:spPr>
          <a:xfrm>
            <a:off x="9340269" y="34118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33" name="判斷菱形"/>
          <p:cNvSpPr/>
          <p:nvPr/>
        </p:nvSpPr>
        <p:spPr>
          <a:xfrm>
            <a:off x="11329824" y="27774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4" name="圖說"/>
          <p:cNvSpPr/>
          <p:nvPr/>
        </p:nvSpPr>
        <p:spPr>
          <a:xfrm>
            <a:off x="11089549" y="34118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10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2913369" y="2777490"/>
            <a:ext cx="1394460" cy="594360"/>
            <a:chOff x="12913369" y="2777490"/>
            <a:chExt cx="1394460" cy="594360"/>
          </a:xfrm>
        </p:grpSpPr>
        <p:sp>
          <p:nvSpPr>
            <p:cNvPr id="35" name="判斷菱形"/>
            <p:cNvSpPr/>
            <p:nvPr/>
          </p:nvSpPr>
          <p:spPr>
            <a:xfrm>
              <a:off x="12913369" y="2777490"/>
              <a:ext cx="708660" cy="594360"/>
            </a:xfrm>
            <a:prstGeom prst="diamond">
              <a:avLst/>
            </a:prstGeom>
            <a:solidFill>
              <a:srgbClr val="FFFFFF"/>
            </a:solidFill>
            <a:ln w="19812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3622029" y="3074670"/>
              <a:ext cx="685800" cy="0"/>
            </a:xfrm>
            <a:prstGeom prst="line">
              <a:avLst/>
            </a:prstGeom>
            <a:noFill/>
            <a:ln w="23876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37" name="標註"/>
            <p:cNvSpPr/>
            <p:nvPr/>
          </p:nvSpPr>
          <p:spPr>
            <a:xfrm>
              <a:off x="13644889" y="2846070"/>
              <a:ext cx="342900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2838829" y="34118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1050" dirty="0"/>
          </a:p>
        </p:txBody>
      </p:sp>
      <p:sp>
        <p:nvSpPr>
          <p:cNvPr id="39" name="線條"/>
          <p:cNvSpPr/>
          <p:nvPr/>
        </p:nvSpPr>
        <p:spPr>
          <a:xfrm>
            <a:off x="685800" y="36290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685800" y="375475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750" dirty="0"/>
          </a:p>
        </p:txBody>
      </p:sp>
      <p:sp>
        <p:nvSpPr>
          <p:cNvPr id="41" name="開始／結束"/>
          <p:cNvSpPr/>
          <p:nvPr/>
        </p:nvSpPr>
        <p:spPr>
          <a:xfrm>
            <a:off x="249770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2F5D50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2" name="圖說"/>
          <p:cNvSpPr/>
          <p:nvPr/>
        </p:nvSpPr>
        <p:spPr>
          <a:xfrm>
            <a:off x="2343150" y="41662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43" name="開始／結束"/>
          <p:cNvSpPr/>
          <p:nvPr/>
        </p:nvSpPr>
        <p:spPr>
          <a:xfrm>
            <a:off x="424698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4" name="圖說"/>
          <p:cNvSpPr/>
          <p:nvPr/>
        </p:nvSpPr>
        <p:spPr>
          <a:xfrm>
            <a:off x="4092430" y="41662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45" name="開始／結束"/>
          <p:cNvSpPr/>
          <p:nvPr/>
        </p:nvSpPr>
        <p:spPr>
          <a:xfrm>
            <a:off x="599626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6" name="圖說"/>
          <p:cNvSpPr/>
          <p:nvPr/>
        </p:nvSpPr>
        <p:spPr>
          <a:xfrm>
            <a:off x="5841710" y="41662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47" name="開始／結束"/>
          <p:cNvSpPr/>
          <p:nvPr/>
        </p:nvSpPr>
        <p:spPr>
          <a:xfrm>
            <a:off x="774554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96012" dist="27432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8" name="圖說"/>
          <p:cNvSpPr/>
          <p:nvPr/>
        </p:nvSpPr>
        <p:spPr>
          <a:xfrm>
            <a:off x="7590990" y="41662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49" name="開始／結束"/>
          <p:cNvSpPr/>
          <p:nvPr/>
        </p:nvSpPr>
        <p:spPr>
          <a:xfrm>
            <a:off x="9494819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0" name="圖說"/>
          <p:cNvSpPr/>
          <p:nvPr/>
        </p:nvSpPr>
        <p:spPr>
          <a:xfrm>
            <a:off x="9340269" y="41662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51" name="開始／結束"/>
          <p:cNvSpPr/>
          <p:nvPr/>
        </p:nvSpPr>
        <p:spPr>
          <a:xfrm>
            <a:off x="11244099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2" name="圖說"/>
          <p:cNvSpPr/>
          <p:nvPr/>
        </p:nvSpPr>
        <p:spPr>
          <a:xfrm>
            <a:off x="11089549" y="41662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1050" dirty="0"/>
          </a:p>
        </p:txBody>
      </p:sp>
      <p:sp>
        <p:nvSpPr>
          <p:cNvPr id="53" name="線條"/>
          <p:cNvSpPr/>
          <p:nvPr/>
        </p:nvSpPr>
        <p:spPr>
          <a:xfrm>
            <a:off x="685800" y="43834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685800" y="452056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750" dirty="0"/>
          </a:p>
        </p:txBody>
      </p:sp>
      <p:sp>
        <p:nvSpPr>
          <p:cNvPr id="55" name="線條"/>
          <p:cNvSpPr/>
          <p:nvPr/>
        </p:nvSpPr>
        <p:spPr>
          <a:xfrm>
            <a:off x="2520560" y="4674870"/>
            <a:ext cx="1325880" cy="0"/>
          </a:xfrm>
          <a:prstGeom prst="line">
            <a:avLst/>
          </a:prstGeom>
          <a:noFill/>
          <a:ln w="23876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2343150" y="49434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1050" dirty="0"/>
          </a:p>
        </p:txBody>
      </p:sp>
      <p:sp>
        <p:nvSpPr>
          <p:cNvPr id="57" name="線條"/>
          <p:cNvSpPr/>
          <p:nvPr/>
        </p:nvSpPr>
        <p:spPr>
          <a:xfrm>
            <a:off x="4269840" y="4674870"/>
            <a:ext cx="1325880" cy="0"/>
          </a:xfrm>
          <a:prstGeom prst="line">
            <a:avLst/>
          </a:prstGeom>
          <a:noFill/>
          <a:ln w="42926">
            <a:solidFill>
              <a:srgbClr val="2F5D50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4092430" y="49434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1050" dirty="0"/>
          </a:p>
        </p:txBody>
      </p:sp>
      <p:sp>
        <p:nvSpPr>
          <p:cNvPr id="59" name="連接線"/>
          <p:cNvSpPr/>
          <p:nvPr/>
        </p:nvSpPr>
        <p:spPr>
          <a:xfrm>
            <a:off x="6019120" y="4503420"/>
            <a:ext cx="1325880" cy="342900"/>
          </a:xfrm>
          <a:custGeom>
            <a:avLst/>
            <a:gdLst/>
            <a:ahLst/>
            <a:cxnLst/>
            <a:rect l="l" t="t" r="r" b="b"/>
            <a:pathLst>
              <a:path w="1325880" h="342900">
                <a:moveTo>
                  <a:pt x="0" y="0"/>
                </a:moveTo>
                <a:lnTo>
                  <a:pt x="662940" y="0"/>
                </a:lnTo>
                <a:lnTo>
                  <a:pt x="662940" y="342900"/>
                </a:lnTo>
                <a:lnTo>
                  <a:pt x="1325880" y="342900"/>
                </a:lnTo>
              </a:path>
            </a:pathLst>
          </a:custGeom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5841710" y="49434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1050" dirty="0"/>
          </a:p>
        </p:txBody>
      </p:sp>
      <p:sp>
        <p:nvSpPr>
          <p:cNvPr id="61" name="線條"/>
          <p:cNvSpPr/>
          <p:nvPr/>
        </p:nvSpPr>
        <p:spPr>
          <a:xfrm>
            <a:off x="7768400" y="4674870"/>
            <a:ext cx="1325880" cy="0"/>
          </a:xfrm>
          <a:prstGeom prst="line">
            <a:avLst/>
          </a:prstGeom>
          <a:noFill/>
          <a:ln w="23876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7590990" y="49434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1050" dirty="0"/>
          </a:p>
        </p:txBody>
      </p:sp>
      <p:sp>
        <p:nvSpPr>
          <p:cNvPr id="63" name="線條"/>
          <p:cNvSpPr/>
          <p:nvPr/>
        </p:nvSpPr>
        <p:spPr>
          <a:xfrm>
            <a:off x="9517679" y="4674870"/>
            <a:ext cx="1325880" cy="0"/>
          </a:xfrm>
          <a:prstGeom prst="line">
            <a:avLst/>
          </a:prstGeom>
          <a:noFill/>
          <a:ln w="23876">
            <a:solidFill>
              <a:srgbClr val="8C8C8C"/>
            </a:solidFill>
            <a:prstDash val="solid"/>
            <a:headEnd type="triangle"/>
            <a:tailEnd type="triangle"/>
          </a:ln>
        </p:spPr>
      </p:sp>
      <p:sp>
        <p:nvSpPr>
          <p:cNvPr id="64" name="圖說"/>
          <p:cNvSpPr/>
          <p:nvPr/>
        </p:nvSpPr>
        <p:spPr>
          <a:xfrm>
            <a:off x="9340269" y="49434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10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11518419" y="4514850"/>
            <a:ext cx="800100" cy="320040"/>
            <a:chOff x="11518419" y="4514850"/>
            <a:chExt cx="800100" cy="320040"/>
          </a:xfrm>
        </p:grpSpPr>
        <p:sp>
          <p:nvSpPr>
            <p:cNvPr id="65" name="三角分隔"/>
            <p:cNvSpPr/>
            <p:nvPr/>
          </p:nvSpPr>
          <p:spPr>
            <a:xfrm>
              <a:off x="11518419" y="4549140"/>
              <a:ext cx="194310" cy="251460"/>
            </a:xfrm>
            <a:custGeom>
              <a:avLst/>
              <a:gdLst/>
              <a:ahLst/>
              <a:cxnLst/>
              <a:rect l="l" t="t" r="r" b="b"/>
              <a:pathLst>
                <a:path w="194310" h="251460">
                  <a:moveTo>
                    <a:pt x="0" y="0"/>
                  </a:moveTo>
                  <a:lnTo>
                    <a:pt x="194310" y="125730"/>
                  </a:lnTo>
                  <a:lnTo>
                    <a:pt x="0" y="251460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12135639" y="4514850"/>
              <a:ext cx="182880" cy="320040"/>
            </a:xfrm>
            <a:prstGeom prst="chevron">
              <a:avLst>
                <a:gd name="adj" fmla="val 62500"/>
              </a:avLst>
            </a:prstGeom>
            <a:solidFill>
              <a:srgbClr val="2F5D5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11089549" y="49434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1050" dirty="0"/>
          </a:p>
        </p:txBody>
      </p:sp>
      <p:sp>
        <p:nvSpPr>
          <p:cNvPr id="68" name="區塊箭頭"/>
          <p:cNvSpPr/>
          <p:nvPr/>
        </p:nvSpPr>
        <p:spPr>
          <a:xfrm>
            <a:off x="13050529" y="4446270"/>
            <a:ext cx="1257300" cy="457200"/>
          </a:xfrm>
          <a:custGeom>
            <a:avLst/>
            <a:gdLst/>
            <a:ahLst/>
            <a:cxnLst/>
            <a:rect l="l" t="t" r="r" b="b"/>
            <a:pathLst>
              <a:path w="1257300" h="457200">
                <a:moveTo>
                  <a:pt x="0" y="137160"/>
                </a:moveTo>
                <a:lnTo>
                  <a:pt x="982980" y="137160"/>
                </a:lnTo>
                <a:lnTo>
                  <a:pt x="982980" y="0"/>
                </a:lnTo>
                <a:lnTo>
                  <a:pt x="1257300" y="228600"/>
                </a:lnTo>
                <a:lnTo>
                  <a:pt x="982980" y="457200"/>
                </a:lnTo>
                <a:lnTo>
                  <a:pt x="982980" y="320040"/>
                </a:lnTo>
                <a:lnTo>
                  <a:pt x="0" y="320040"/>
                </a:lnTo>
                <a:close/>
              </a:path>
            </a:pathLst>
          </a:custGeom>
          <a:solidFill>
            <a:srgbClr val="2F5D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2838829" y="49434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1050" dirty="0"/>
          </a:p>
        </p:txBody>
      </p:sp>
      <p:sp>
        <p:nvSpPr>
          <p:cNvPr id="70" name="線條"/>
          <p:cNvSpPr/>
          <p:nvPr/>
        </p:nvSpPr>
        <p:spPr>
          <a:xfrm>
            <a:off x="685800" y="516064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685800" y="532066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750" dirty="0"/>
          </a:p>
        </p:txBody>
      </p:sp>
      <p:sp>
        <p:nvSpPr>
          <p:cNvPr id="72" name="警示方塊"/>
          <p:cNvSpPr/>
          <p:nvPr/>
        </p:nvSpPr>
        <p:spPr>
          <a:xfrm>
            <a:off x="2497700" y="52235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23876">
            <a:solidFill>
              <a:srgbClr val="C0504D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450" dirty="0"/>
          </a:p>
        </p:txBody>
      </p:sp>
      <p:sp>
        <p:nvSpPr>
          <p:cNvPr id="73" name="圖說"/>
          <p:cNvSpPr/>
          <p:nvPr/>
        </p:nvSpPr>
        <p:spPr>
          <a:xfrm>
            <a:off x="2343150" y="5766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1050" dirty="0"/>
          </a:p>
        </p:txBody>
      </p:sp>
      <p:sp>
        <p:nvSpPr>
          <p:cNvPr id="74" name="警示方塊"/>
          <p:cNvSpPr/>
          <p:nvPr/>
        </p:nvSpPr>
        <p:spPr>
          <a:xfrm>
            <a:off x="4246980" y="52235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450" dirty="0"/>
          </a:p>
        </p:txBody>
      </p:sp>
      <p:sp>
        <p:nvSpPr>
          <p:cNvPr id="75" name="圖說"/>
          <p:cNvSpPr/>
          <p:nvPr/>
        </p:nvSpPr>
        <p:spPr>
          <a:xfrm>
            <a:off x="4092430" y="5766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1050" dirty="0"/>
          </a:p>
        </p:txBody>
      </p:sp>
      <p:sp>
        <p:nvSpPr>
          <p:cNvPr id="76" name="警示方塊"/>
          <p:cNvSpPr/>
          <p:nvPr/>
        </p:nvSpPr>
        <p:spPr>
          <a:xfrm>
            <a:off x="5996260" y="52235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/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450" dirty="0"/>
          </a:p>
        </p:txBody>
      </p:sp>
      <p:sp>
        <p:nvSpPr>
          <p:cNvPr id="77" name="圖說"/>
          <p:cNvSpPr/>
          <p:nvPr/>
        </p:nvSpPr>
        <p:spPr>
          <a:xfrm>
            <a:off x="5841710" y="5766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10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8133812" y="5218481"/>
            <a:ext cx="595055" cy="512978"/>
            <a:chOff x="8133812" y="5218481"/>
            <a:chExt cx="595055" cy="512978"/>
          </a:xfrm>
        </p:grpSpPr>
        <p:sp>
          <p:nvSpPr>
            <p:cNvPr id="78" name="警告三角"/>
            <p:cNvSpPr/>
            <p:nvPr/>
          </p:nvSpPr>
          <p:spPr>
            <a:xfrm>
              <a:off x="8133812" y="5218481"/>
              <a:ext cx="595055" cy="512978"/>
            </a:xfrm>
            <a:custGeom>
              <a:avLst/>
              <a:gdLst/>
              <a:ahLst/>
              <a:cxnLst/>
              <a:rect l="l" t="t" r="r" b="b"/>
              <a:pathLst>
                <a:path w="595055" h="512978">
                  <a:moveTo>
                    <a:pt x="0" y="512978"/>
                  </a:moveTo>
                  <a:lnTo>
                    <a:pt x="297527" y="0"/>
                  </a:lnTo>
                  <a:lnTo>
                    <a:pt x="595055" y="512978"/>
                  </a:lnTo>
                  <a:close/>
                </a:path>
              </a:pathLst>
            </a:custGeom>
            <a:solidFill>
              <a:srgbClr val="C0504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8133812" y="5372374"/>
              <a:ext cx="595055" cy="3488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21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215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7590990" y="5766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1050" dirty="0"/>
          </a:p>
        </p:txBody>
      </p:sp>
      <p:sp>
        <p:nvSpPr>
          <p:cNvPr id="81" name="錯誤標記"/>
          <p:cNvSpPr/>
          <p:nvPr/>
        </p:nvSpPr>
        <p:spPr>
          <a:xfrm>
            <a:off x="9974422" y="5268773"/>
            <a:ext cx="412394" cy="412394"/>
          </a:xfrm>
          <a:prstGeom prst="ellipse">
            <a:avLst/>
          </a:prstGeom>
          <a:solidFill>
            <a:srgbClr val="C050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000" dirty="0"/>
          </a:p>
        </p:txBody>
      </p:sp>
      <p:sp>
        <p:nvSpPr>
          <p:cNvPr id="82" name="圖說"/>
          <p:cNvSpPr/>
          <p:nvPr/>
        </p:nvSpPr>
        <p:spPr>
          <a:xfrm>
            <a:off x="9340269" y="5766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10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11244099" y="5149215"/>
            <a:ext cx="1445895" cy="577215"/>
            <a:chOff x="11244099" y="5149215"/>
            <a:chExt cx="1445895" cy="577215"/>
          </a:xfrm>
        </p:grpSpPr>
        <p:sp>
          <p:nvSpPr>
            <p:cNvPr id="83" name="流程方塊"/>
            <p:cNvSpPr/>
            <p:nvPr/>
          </p:nvSpPr>
          <p:spPr>
            <a:xfrm>
              <a:off x="11244099" y="5223510"/>
              <a:ext cx="1371600" cy="502920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45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12495684" y="5149215"/>
              <a:ext cx="194310" cy="194310"/>
            </a:xfrm>
            <a:prstGeom prst="ellipse">
              <a:avLst/>
            </a:prstGeom>
            <a:solidFill>
              <a:srgbClr val="C0504D"/>
            </a:solidFill>
            <a:ln w="19812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11089549" y="5766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1050" dirty="0"/>
          </a:p>
        </p:txBody>
      </p:sp>
      <p:sp>
        <p:nvSpPr>
          <p:cNvPr id="86" name="連接線"/>
          <p:cNvSpPr/>
          <p:nvPr/>
        </p:nvSpPr>
        <p:spPr>
          <a:xfrm>
            <a:off x="13016239" y="5292090"/>
            <a:ext cx="1325880" cy="365760"/>
          </a:xfrm>
          <a:custGeom>
            <a:avLst/>
            <a:gdLst/>
            <a:ahLst/>
            <a:cxnLst/>
            <a:rect l="l" t="t" r="r" b="b"/>
            <a:pathLst>
              <a:path w="1325880" h="365760">
                <a:moveTo>
                  <a:pt x="0" y="0"/>
                </a:moveTo>
                <a:lnTo>
                  <a:pt x="548640" y="0"/>
                </a:lnTo>
                <a:lnTo>
                  <a:pt x="548640" y="365760"/>
                </a:lnTo>
                <a:lnTo>
                  <a:pt x="1325880" y="365760"/>
                </a:lnTo>
              </a:path>
            </a:pathLst>
          </a:custGeom>
          <a:ln w="19812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2838829" y="5766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1050" dirty="0"/>
          </a:p>
        </p:txBody>
      </p:sp>
      <p:sp>
        <p:nvSpPr>
          <p:cNvPr id="88" name="線條"/>
          <p:cNvSpPr/>
          <p:nvPr/>
        </p:nvSpPr>
        <p:spPr>
          <a:xfrm>
            <a:off x="685800" y="59836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685800" y="624649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750" dirty="0"/>
          </a:p>
        </p:txBody>
      </p:sp>
      <p:sp>
        <p:nvSpPr>
          <p:cNvPr id="90" name="大圓"/>
          <p:cNvSpPr/>
          <p:nvPr/>
        </p:nvSpPr>
        <p:spPr>
          <a:xfrm>
            <a:off x="2829170" y="6046470"/>
            <a:ext cx="708660" cy="708660"/>
          </a:xfrm>
          <a:prstGeom prst="ellipse">
            <a:avLst/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  <a:effectLst>
            <a:outerShdw blurRad="106680" dist="1905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2343150" y="67951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10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4509870" y="5977890"/>
            <a:ext cx="845820" cy="845820"/>
            <a:chOff x="4509870" y="5977890"/>
            <a:chExt cx="845820" cy="845820"/>
          </a:xfrm>
        </p:grpSpPr>
        <p:sp>
          <p:nvSpPr>
            <p:cNvPr id="92" name="外圈細環"/>
            <p:cNvSpPr/>
            <p:nvPr/>
          </p:nvSpPr>
          <p:spPr>
            <a:xfrm>
              <a:off x="4509870" y="5977890"/>
              <a:ext cx="845820" cy="845820"/>
            </a:xfrm>
            <a:prstGeom prst="ellipse">
              <a:avLst/>
            </a:prstGeom>
            <a:ln w="11938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4578450" y="6046470"/>
              <a:ext cx="708660" cy="708660"/>
            </a:xfrm>
            <a:prstGeom prst="ellipse">
              <a:avLst/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  <a:effectLst>
              <a:outerShdw blurRad="106680" dist="1905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4092430" y="67951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1050" dirty="0"/>
          </a:p>
        </p:txBody>
      </p:sp>
      <p:sp>
        <p:nvSpPr>
          <p:cNvPr id="95" name="外框圓"/>
          <p:cNvSpPr/>
          <p:nvPr/>
        </p:nvSpPr>
        <p:spPr>
          <a:xfrm>
            <a:off x="6327730" y="6046470"/>
            <a:ext cx="708660" cy="70866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5841710" y="67951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10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7756970" y="6206490"/>
            <a:ext cx="1348740" cy="388620"/>
            <a:chOff x="7756970" y="6206490"/>
            <a:chExt cx="1348740" cy="388620"/>
          </a:xfrm>
        </p:grpSpPr>
        <p:sp>
          <p:nvSpPr>
            <p:cNvPr id="97" name="編號"/>
            <p:cNvSpPr/>
            <p:nvPr/>
          </p:nvSpPr>
          <p:spPr>
            <a:xfrm>
              <a:off x="7756970" y="6206490"/>
              <a:ext cx="388620" cy="388620"/>
            </a:xfrm>
            <a:prstGeom prst="roundRect">
              <a:avLst>
                <a:gd name="adj" fmla="val 17647"/>
              </a:avLst>
            </a:prstGeom>
            <a:solidFill>
              <a:srgbClr val="2F5D5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25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8237030" y="6206490"/>
              <a:ext cx="388620" cy="388620"/>
            </a:xfrm>
            <a:prstGeom prst="roundRect">
              <a:avLst>
                <a:gd name="adj" fmla="val 17647"/>
              </a:avLst>
            </a:prstGeom>
            <a:solidFill>
              <a:srgbClr val="2F5D5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25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8717090" y="6206490"/>
              <a:ext cx="388620" cy="388620"/>
            </a:xfrm>
            <a:prstGeom prst="roundRect">
              <a:avLst>
                <a:gd name="adj" fmla="val 17647"/>
              </a:avLst>
            </a:prstGeom>
            <a:solidFill>
              <a:srgbClr val="C9A227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25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7590990" y="67951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1050" dirty="0"/>
          </a:p>
        </p:txBody>
      </p:sp>
      <p:sp>
        <p:nvSpPr>
          <p:cNvPr id="101" name="標籤"/>
          <p:cNvSpPr/>
          <p:nvPr/>
        </p:nvSpPr>
        <p:spPr>
          <a:xfrm>
            <a:off x="9677750" y="621792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400" dirty="0"/>
          </a:p>
        </p:txBody>
      </p:sp>
      <p:sp>
        <p:nvSpPr>
          <p:cNvPr id="102" name="圖說"/>
          <p:cNvSpPr/>
          <p:nvPr/>
        </p:nvSpPr>
        <p:spPr>
          <a:xfrm>
            <a:off x="9340269" y="67951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10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11237749" y="6229350"/>
            <a:ext cx="1384300" cy="342900"/>
            <a:chOff x="11237749" y="6229350"/>
            <a:chExt cx="1384300" cy="342900"/>
          </a:xfrm>
        </p:grpSpPr>
        <p:sp>
          <p:nvSpPr>
            <p:cNvPr id="103" name="標籤"/>
            <p:cNvSpPr/>
            <p:nvPr/>
          </p:nvSpPr>
          <p:spPr>
            <a:xfrm>
              <a:off x="11237749" y="6229350"/>
              <a:ext cx="646430" cy="342900"/>
            </a:xfrm>
            <a:prstGeom prst="roundRect">
              <a:avLst>
                <a:gd name="adj" fmla="val 16667"/>
              </a:avLst>
            </a:prstGeom>
            <a:solidFill>
              <a:srgbClr val="C9A227"/>
            </a:solidFill>
            <a:ln/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400" dirty="0"/>
            </a:p>
          </p:txBody>
        </p:sp>
        <p:sp>
          <p:nvSpPr>
            <p:cNvPr id="104" name="標籤"/>
            <p:cNvSpPr/>
            <p:nvPr/>
          </p:nvSpPr>
          <p:spPr>
            <a:xfrm>
              <a:off x="11975619" y="6229350"/>
              <a:ext cx="646430" cy="342900"/>
            </a:xfrm>
            <a:prstGeom prst="roundRect">
              <a:avLst>
                <a:gd name="adj" fmla="val 16667"/>
              </a:avLst>
            </a:prstGeom>
            <a:solidFill>
              <a:srgbClr val="DFDFDF"/>
            </a:solidFill>
            <a:ln/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400" dirty="0"/>
            </a:p>
          </p:txBody>
        </p:sp>
      </p:grpSp>
      <p:sp>
        <p:nvSpPr>
          <p:cNvPr id="105" name="圖說"/>
          <p:cNvSpPr/>
          <p:nvPr/>
        </p:nvSpPr>
        <p:spPr>
          <a:xfrm>
            <a:off x="11089549" y="67951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10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3250554" y="6315075"/>
            <a:ext cx="857250" cy="171450"/>
            <a:chOff x="13250554" y="6315075"/>
            <a:chExt cx="857250" cy="171450"/>
          </a:xfrm>
        </p:grpSpPr>
        <p:sp>
          <p:nvSpPr>
            <p:cNvPr id="106" name="圓點"/>
            <p:cNvSpPr/>
            <p:nvPr/>
          </p:nvSpPr>
          <p:spPr>
            <a:xfrm>
              <a:off x="13250554" y="6315075"/>
              <a:ext cx="171450" cy="171450"/>
            </a:xfrm>
            <a:prstGeom prst="ellipse">
              <a:avLst/>
            </a:prstGeom>
            <a:solidFill>
              <a:srgbClr val="2F5D5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13593454" y="6315075"/>
              <a:ext cx="171450" cy="171450"/>
            </a:xfrm>
            <a:prstGeom prst="ellipse">
              <a:avLst/>
            </a:prstGeom>
            <a:solidFill>
              <a:srgbClr val="C9A227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3936354" y="6315075"/>
              <a:ext cx="171450" cy="171450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12838829" y="67951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1050" dirty="0"/>
          </a:p>
        </p:txBody>
      </p:sp>
      <p:sp>
        <p:nvSpPr>
          <p:cNvPr id="110" name="線條"/>
          <p:cNvSpPr/>
          <p:nvPr/>
        </p:nvSpPr>
        <p:spPr>
          <a:xfrm>
            <a:off x="685800" y="70123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685800" y="718375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75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2497700" y="7040880"/>
            <a:ext cx="1371600" cy="560070"/>
            <a:chOff x="2497700" y="7040880"/>
            <a:chExt cx="1371600" cy="560070"/>
          </a:xfrm>
        </p:grpSpPr>
        <p:sp>
          <p:nvSpPr>
            <p:cNvPr id="112" name="群組框"/>
            <p:cNvSpPr/>
            <p:nvPr/>
          </p:nvSpPr>
          <p:spPr>
            <a:xfrm>
              <a:off x="2497700" y="7143750"/>
              <a:ext cx="1371600" cy="457200"/>
            </a:xfrm>
            <a:prstGeom prst="roundRect">
              <a:avLst>
                <a:gd name="adj" fmla="val 25000"/>
              </a:avLst>
            </a:prstGeom>
            <a:ln w="11938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2612000" y="7040880"/>
              <a:ext cx="708660" cy="205740"/>
            </a:xfrm>
            <a:prstGeom prst="rect">
              <a:avLst/>
            </a:prstGeom>
            <a:solidFill>
              <a:srgbClr val="F4F4F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1000" dirty="0"/>
            </a:p>
          </p:txBody>
        </p:sp>
      </p:grpSp>
      <p:sp>
        <p:nvSpPr>
          <p:cNvPr id="114" name="圖說"/>
          <p:cNvSpPr/>
          <p:nvPr/>
        </p:nvSpPr>
        <p:spPr>
          <a:xfrm>
            <a:off x="2343150" y="76409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1050" dirty="0"/>
          </a:p>
        </p:txBody>
      </p:sp>
      <p:sp>
        <p:nvSpPr>
          <p:cNvPr id="115" name="淺灰面板"/>
          <p:cNvSpPr/>
          <p:nvPr/>
        </p:nvSpPr>
        <p:spPr>
          <a:xfrm>
            <a:off x="4246980" y="7075170"/>
            <a:ext cx="1371600" cy="525780"/>
          </a:xfrm>
          <a:prstGeom prst="roundRect">
            <a:avLst>
              <a:gd name="adj" fmla="val 21739"/>
            </a:avLst>
          </a:prstGeom>
          <a:solidFill>
            <a:srgbClr val="E6E6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4092430" y="76409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1050" dirty="0"/>
          </a:p>
        </p:txBody>
      </p:sp>
      <p:sp>
        <p:nvSpPr>
          <p:cNvPr id="117" name="卡片"/>
          <p:cNvSpPr/>
          <p:nvPr/>
        </p:nvSpPr>
        <p:spPr>
          <a:xfrm>
            <a:off x="5996260" y="7075170"/>
            <a:ext cx="13716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5841710" y="76409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1050" dirty="0"/>
          </a:p>
        </p:txBody>
      </p:sp>
      <p:sp>
        <p:nvSpPr>
          <p:cNvPr id="119" name="卡片"/>
          <p:cNvSpPr/>
          <p:nvPr/>
        </p:nvSpPr>
        <p:spPr>
          <a:xfrm>
            <a:off x="7745540" y="7075170"/>
            <a:ext cx="13716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7590990" y="76409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10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9494819" y="7075170"/>
            <a:ext cx="1371600" cy="525780"/>
            <a:chOff x="9494819" y="7075170"/>
            <a:chExt cx="1371600" cy="525780"/>
          </a:xfrm>
        </p:grpSpPr>
        <p:sp>
          <p:nvSpPr>
            <p:cNvPr id="121" name="卡片"/>
            <p:cNvSpPr/>
            <p:nvPr/>
          </p:nvSpPr>
          <p:spPr>
            <a:xfrm>
              <a:off x="9494819" y="7075170"/>
              <a:ext cx="1371600" cy="52578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9494819" y="7075170"/>
              <a:ext cx="1371600" cy="182880"/>
            </a:xfrm>
            <a:custGeom>
              <a:avLst/>
              <a:gdLst/>
              <a:ahLst/>
              <a:cxnLst/>
              <a:rect l="l" t="t" r="r" b="b"/>
              <a:pathLst>
                <a:path w="1371600" h="182880">
                  <a:moveTo>
                    <a:pt x="0" y="182880"/>
                  </a:moveTo>
                  <a:lnTo>
                    <a:pt x="0" y="114300"/>
                  </a:lnTo>
                  <a:arcTo hR="114300" wR="114300" stAng="10800000" swAng="5400000"/>
                  <a:lnTo>
                    <a:pt x="1257300" y="0"/>
                  </a:lnTo>
                  <a:arcTo hR="114300" wR="114300" stAng="16200000" swAng="5400000"/>
                  <a:lnTo>
                    <a:pt x="1371600" y="182880"/>
                  </a:lnTo>
                  <a:close/>
                </a:path>
              </a:pathLst>
            </a:custGeom>
            <a:solidFill>
              <a:srgbClr val="2F5D5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9340269" y="76409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10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11244099" y="7075170"/>
            <a:ext cx="1371600" cy="525780"/>
            <a:chOff x="11244099" y="7075170"/>
            <a:chExt cx="1371600" cy="525780"/>
          </a:xfrm>
        </p:grpSpPr>
        <p:sp>
          <p:nvSpPr>
            <p:cNvPr id="124" name="卡片"/>
            <p:cNvSpPr/>
            <p:nvPr/>
          </p:nvSpPr>
          <p:spPr>
            <a:xfrm>
              <a:off x="11244099" y="70751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11244099" y="7075170"/>
              <a:ext cx="68580" cy="525780"/>
            </a:xfrm>
            <a:prstGeom prst="rect">
              <a:avLst/>
            </a:prstGeom>
            <a:solidFill>
              <a:srgbClr val="C9A227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11089549" y="76409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10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3221979" y="7075170"/>
            <a:ext cx="914400" cy="525780"/>
            <a:chOff x="13221979" y="7075170"/>
            <a:chExt cx="914400" cy="525780"/>
          </a:xfrm>
        </p:grpSpPr>
        <p:sp>
          <p:nvSpPr>
            <p:cNvPr id="127" name="寬欄條"/>
            <p:cNvSpPr/>
            <p:nvPr/>
          </p:nvSpPr>
          <p:spPr>
            <a:xfrm>
              <a:off x="13221979" y="7075170"/>
              <a:ext cx="388620" cy="525780"/>
            </a:xfrm>
            <a:prstGeom prst="roundRect">
              <a:avLst>
                <a:gd name="adj" fmla="val 35294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13747759" y="7075170"/>
              <a:ext cx="388620" cy="525780"/>
            </a:xfrm>
            <a:prstGeom prst="roundRect">
              <a:avLst>
                <a:gd name="adj" fmla="val 35294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2838829" y="76409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1050" dirty="0"/>
          </a:p>
        </p:txBody>
      </p:sp>
      <p:sp>
        <p:nvSpPr>
          <p:cNvPr id="130" name="線條"/>
          <p:cNvSpPr/>
          <p:nvPr/>
        </p:nvSpPr>
        <p:spPr>
          <a:xfrm>
            <a:off x="2171700" y="2125980"/>
            <a:ext cx="0" cy="5669280"/>
          </a:xfrm>
          <a:prstGeom prst="line">
            <a:avLst/>
          </a:prstGeom>
          <a:noFill/>
          <a:ln w="8001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32" name="Text 130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13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7170420" cy="45720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6230" y="1337310"/>
            <a:ext cx="137160" cy="45720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6885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937260" y="2171700"/>
            <a:ext cx="302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750" dirty="0"/>
          </a:p>
        </p:txBody>
      </p:sp>
      <p:sp>
        <p:nvSpPr>
          <p:cNvPr id="8" name="線條"/>
          <p:cNvSpPr/>
          <p:nvPr/>
        </p:nvSpPr>
        <p:spPr>
          <a:xfrm>
            <a:off x="68580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685800" y="2846070"/>
            <a:ext cx="3278410" cy="971550"/>
            <a:chOff x="685800" y="2846070"/>
            <a:chExt cx="3278410" cy="971550"/>
          </a:xfrm>
        </p:grpSpPr>
        <p:sp>
          <p:nvSpPr>
            <p:cNvPr id="9" name="處理"/>
            <p:cNvSpPr/>
            <p:nvPr/>
          </p:nvSpPr>
          <p:spPr>
            <a:xfrm>
              <a:off x="685800" y="333756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30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960120" y="2846070"/>
              <a:ext cx="297180" cy="297180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15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902095" y="333756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30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2176415" y="2846070"/>
              <a:ext cx="297180" cy="297180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15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3118390" y="333756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30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3392710" y="2846070"/>
              <a:ext cx="297180" cy="297180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15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531620" y="3577590"/>
              <a:ext cx="370475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747915" y="3577590"/>
              <a:ext cx="370475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17" name="Text 15"/>
          <p:cNvSpPr/>
          <p:nvPr/>
        </p:nvSpPr>
        <p:spPr>
          <a:xfrm>
            <a:off x="4215670" y="226885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4467130" y="2171700"/>
            <a:ext cx="302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750" dirty="0"/>
          </a:p>
        </p:txBody>
      </p:sp>
      <p:sp>
        <p:nvSpPr>
          <p:cNvPr id="19" name="線條"/>
          <p:cNvSpPr/>
          <p:nvPr/>
        </p:nvSpPr>
        <p:spPr>
          <a:xfrm>
            <a:off x="421567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4215670" y="2777490"/>
            <a:ext cx="3278410" cy="1771650"/>
            <a:chOff x="4215670" y="2777490"/>
            <a:chExt cx="3278410" cy="1771650"/>
          </a:xfrm>
        </p:grpSpPr>
        <p:sp>
          <p:nvSpPr>
            <p:cNvPr id="20" name="處理"/>
            <p:cNvSpPr/>
            <p:nvPr/>
          </p:nvSpPr>
          <p:spPr>
            <a:xfrm>
              <a:off x="4215670" y="2903220"/>
              <a:ext cx="82296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30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5335810" y="2777490"/>
              <a:ext cx="960120" cy="731520"/>
            </a:xfrm>
            <a:prstGeom prst="diamond">
              <a:avLst/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120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5038630" y="3143250"/>
              <a:ext cx="297180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3" name="處理"/>
            <p:cNvSpPr/>
            <p:nvPr/>
          </p:nvSpPr>
          <p:spPr>
            <a:xfrm>
              <a:off x="6648260" y="290322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30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6295930" y="3143250"/>
              <a:ext cx="352330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5" name="標註"/>
            <p:cNvSpPr/>
            <p:nvPr/>
          </p:nvSpPr>
          <p:spPr>
            <a:xfrm>
              <a:off x="6295930" y="2868930"/>
              <a:ext cx="457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5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5392960" y="406908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30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5815870" y="3509010"/>
              <a:ext cx="0" cy="56007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8" name="標註"/>
            <p:cNvSpPr/>
            <p:nvPr/>
          </p:nvSpPr>
          <p:spPr>
            <a:xfrm>
              <a:off x="5838730" y="3554730"/>
              <a:ext cx="3429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10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7745540" y="226885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7997000" y="2171700"/>
            <a:ext cx="302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750" dirty="0"/>
          </a:p>
        </p:txBody>
      </p:sp>
      <p:sp>
        <p:nvSpPr>
          <p:cNvPr id="31" name="線條"/>
          <p:cNvSpPr/>
          <p:nvPr/>
        </p:nvSpPr>
        <p:spPr>
          <a:xfrm>
            <a:off x="774554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7745540" y="3040380"/>
            <a:ext cx="3278410" cy="1234440"/>
            <a:chOff x="7745540" y="3040380"/>
            <a:chExt cx="3278410" cy="1234440"/>
          </a:xfrm>
        </p:grpSpPr>
        <p:sp>
          <p:nvSpPr>
            <p:cNvPr id="32" name="處理"/>
            <p:cNvSpPr/>
            <p:nvPr/>
          </p:nvSpPr>
          <p:spPr>
            <a:xfrm>
              <a:off x="7745540" y="304038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30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8961834" y="304038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30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10178129" y="304038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30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8591360" y="3280410"/>
              <a:ext cx="370475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9807654" y="3280410"/>
              <a:ext cx="370475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8773854" y="2915036"/>
              <a:ext cx="5486" cy="1216295"/>
            </a:xfrm>
            <a:prstGeom prst="bentConnector3">
              <a:avLst>
                <a:gd name="adj1" fmla="val 8750000"/>
              </a:avLst>
            </a:prstGeom>
            <a:ln w="23876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8168450" y="4046220"/>
              <a:ext cx="121629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105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11275409" y="226885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11526869" y="2171700"/>
            <a:ext cx="302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750" dirty="0"/>
          </a:p>
        </p:txBody>
      </p:sp>
      <p:sp>
        <p:nvSpPr>
          <p:cNvPr id="41" name="線條"/>
          <p:cNvSpPr/>
          <p:nvPr/>
        </p:nvSpPr>
        <p:spPr>
          <a:xfrm>
            <a:off x="11275409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11275409" y="2651760"/>
            <a:ext cx="3278410" cy="1451610"/>
            <a:chOff x="11275409" y="2651760"/>
            <a:chExt cx="3278410" cy="1451610"/>
          </a:xfrm>
        </p:grpSpPr>
        <p:sp>
          <p:nvSpPr>
            <p:cNvPr id="42" name="處理"/>
            <p:cNvSpPr/>
            <p:nvPr/>
          </p:nvSpPr>
          <p:spPr>
            <a:xfrm>
              <a:off x="11275409" y="3520440"/>
              <a:ext cx="91440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30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12418409" y="3417570"/>
              <a:ext cx="845820" cy="685800"/>
            </a:xfrm>
            <a:prstGeom prst="diamond">
              <a:avLst/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20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12189809" y="3760470"/>
              <a:ext cx="228600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5" name="處理"/>
            <p:cNvSpPr/>
            <p:nvPr/>
          </p:nvSpPr>
          <p:spPr>
            <a:xfrm>
              <a:off x="13845159" y="3520440"/>
              <a:ext cx="708660" cy="480060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30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3264229" y="3760470"/>
              <a:ext cx="580930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13264229" y="3486150"/>
              <a:ext cx="58093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105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12235529" y="2914650"/>
              <a:ext cx="102870" cy="1108710"/>
            </a:xfrm>
            <a:prstGeom prst="bentConnector3">
              <a:avLst>
                <a:gd name="adj1" fmla="val -500000"/>
              </a:avLst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9" name="標註"/>
            <p:cNvSpPr/>
            <p:nvPr/>
          </p:nvSpPr>
          <p:spPr>
            <a:xfrm>
              <a:off x="11755469" y="2651760"/>
              <a:ext cx="10858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105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685800" y="514921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937260" y="5052060"/>
            <a:ext cx="302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750" dirty="0"/>
          </a:p>
        </p:txBody>
      </p:sp>
      <p:sp>
        <p:nvSpPr>
          <p:cNvPr id="52" name="線條"/>
          <p:cNvSpPr/>
          <p:nvPr/>
        </p:nvSpPr>
        <p:spPr>
          <a:xfrm>
            <a:off x="68580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685800" y="5554980"/>
            <a:ext cx="3278410" cy="1897380"/>
            <a:chOff x="685800" y="5554980"/>
            <a:chExt cx="3278410" cy="1897380"/>
          </a:xfrm>
        </p:grpSpPr>
        <p:sp>
          <p:nvSpPr>
            <p:cNvPr id="53" name="泳道"/>
            <p:cNvSpPr/>
            <p:nvPr/>
          </p:nvSpPr>
          <p:spPr>
            <a:xfrm>
              <a:off x="685800" y="555498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685800" y="5554980"/>
              <a:ext cx="525780" cy="91440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105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685800" y="653796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685800" y="6537960"/>
              <a:ext cx="525780" cy="91440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10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371600" y="5772150"/>
              <a:ext cx="80010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30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514600" y="6755130"/>
              <a:ext cx="80010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30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3072670" y="5772150"/>
              <a:ext cx="800100" cy="480060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30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2171700" y="6012180"/>
              <a:ext cx="742950" cy="742950"/>
            </a:xfrm>
            <a:prstGeom prst="bentConnector2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3314700" y="6252210"/>
              <a:ext cx="158020" cy="742950"/>
            </a:xfrm>
            <a:prstGeom prst="bentConnector2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62" name="Text 60"/>
          <p:cNvSpPr/>
          <p:nvPr/>
        </p:nvSpPr>
        <p:spPr>
          <a:xfrm>
            <a:off x="4215670" y="514921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4467130" y="5052060"/>
            <a:ext cx="302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750" dirty="0"/>
          </a:p>
        </p:txBody>
      </p:sp>
      <p:sp>
        <p:nvSpPr>
          <p:cNvPr id="64" name="線條"/>
          <p:cNvSpPr/>
          <p:nvPr/>
        </p:nvSpPr>
        <p:spPr>
          <a:xfrm>
            <a:off x="421567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4215670" y="5623560"/>
            <a:ext cx="3278410" cy="1691640"/>
            <a:chOff x="4215670" y="5623560"/>
            <a:chExt cx="3278410" cy="1691640"/>
          </a:xfrm>
        </p:grpSpPr>
        <p:sp>
          <p:nvSpPr>
            <p:cNvPr id="65" name="處理"/>
            <p:cNvSpPr/>
            <p:nvPr/>
          </p:nvSpPr>
          <p:spPr>
            <a:xfrm>
              <a:off x="4215670" y="6229350"/>
              <a:ext cx="64008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30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5084350" y="5623560"/>
              <a:ext cx="80010" cy="1691640"/>
            </a:xfrm>
            <a:prstGeom prst="rect">
              <a:avLst/>
            </a:prstGeom>
            <a:solidFill>
              <a:srgbClr val="2F5D5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5404390" y="570357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30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5404390" y="675513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30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6282500" y="5623560"/>
              <a:ext cx="80010" cy="1691640"/>
            </a:xfrm>
            <a:prstGeom prst="rect">
              <a:avLst/>
            </a:prstGeom>
            <a:solidFill>
              <a:srgbClr val="2F5D5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6785420" y="6229350"/>
              <a:ext cx="708660" cy="480060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30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4855750" y="6469380"/>
              <a:ext cx="228600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5164360" y="5943600"/>
              <a:ext cx="240030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5164360" y="6995160"/>
              <a:ext cx="240030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6250210" y="5943600"/>
              <a:ext cx="32290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6250210" y="6995160"/>
              <a:ext cx="32290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6362510" y="6469380"/>
              <a:ext cx="422910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77" name="Text 75"/>
          <p:cNvSpPr/>
          <p:nvPr/>
        </p:nvSpPr>
        <p:spPr>
          <a:xfrm>
            <a:off x="7745540" y="514921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7997000" y="5052060"/>
            <a:ext cx="302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750" dirty="0"/>
          </a:p>
        </p:txBody>
      </p:sp>
      <p:sp>
        <p:nvSpPr>
          <p:cNvPr id="79" name="線條"/>
          <p:cNvSpPr/>
          <p:nvPr/>
        </p:nvSpPr>
        <p:spPr>
          <a:xfrm>
            <a:off x="774554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7688390" y="6023610"/>
            <a:ext cx="3392710" cy="971550"/>
            <a:chOff x="7688390" y="6023610"/>
            <a:chExt cx="3392710" cy="971550"/>
          </a:xfrm>
        </p:grpSpPr>
        <p:sp>
          <p:nvSpPr>
            <p:cNvPr id="80" name="輸入輸出"/>
            <p:cNvSpPr/>
            <p:nvPr/>
          </p:nvSpPr>
          <p:spPr>
            <a:xfrm>
              <a:off x="7745540" y="6080760"/>
              <a:ext cx="937260" cy="480060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30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7688390" y="6766560"/>
              <a:ext cx="10515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105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8984694" y="6080760"/>
              <a:ext cx="800100" cy="480060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30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8927544" y="6766560"/>
              <a:ext cx="9144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105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10086689" y="6023610"/>
              <a:ext cx="937260" cy="594360"/>
            </a:xfrm>
            <a:prstGeom prst="flowChartDocument">
              <a:avLst/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0" rIns="47625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30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10029539" y="6766560"/>
              <a:ext cx="10515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105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8581987" y="6320790"/>
              <a:ext cx="402707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9784794" y="6320790"/>
              <a:ext cx="301895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88" name="Text 86"/>
          <p:cNvSpPr/>
          <p:nvPr/>
        </p:nvSpPr>
        <p:spPr>
          <a:xfrm>
            <a:off x="11275409" y="514921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11526869" y="5052060"/>
            <a:ext cx="302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750" dirty="0"/>
          </a:p>
        </p:txBody>
      </p:sp>
      <p:sp>
        <p:nvSpPr>
          <p:cNvPr id="90" name="線條"/>
          <p:cNvSpPr/>
          <p:nvPr/>
        </p:nvSpPr>
        <p:spPr>
          <a:xfrm>
            <a:off x="11275409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11275409" y="5737860"/>
            <a:ext cx="3278410" cy="1485900"/>
            <a:chOff x="11275409" y="5737860"/>
            <a:chExt cx="3278410" cy="1485900"/>
          </a:xfrm>
        </p:grpSpPr>
        <p:sp>
          <p:nvSpPr>
            <p:cNvPr id="91" name="卡片"/>
            <p:cNvSpPr/>
            <p:nvPr/>
          </p:nvSpPr>
          <p:spPr>
            <a:xfrm>
              <a:off x="11275409" y="5737860"/>
              <a:ext cx="1348740" cy="1485900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11435429" y="5875020"/>
              <a:ext cx="1028700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4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11435429" y="6286500"/>
              <a:ext cx="1028700" cy="8001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1200" dirty="0"/>
            </a:p>
          </p:txBody>
        </p:sp>
        <p:sp>
          <p:nvSpPr>
            <p:cNvPr id="94" name="三角形"/>
            <p:cNvSpPr/>
            <p:nvPr/>
          </p:nvSpPr>
          <p:spPr>
            <a:xfrm>
              <a:off x="12697444" y="6406515"/>
              <a:ext cx="114300" cy="148590"/>
            </a:xfrm>
            <a:custGeom>
              <a:avLst/>
              <a:gdLst/>
              <a:ahLst/>
              <a:cxnLst/>
              <a:rect l="l" t="t" r="r" b="b"/>
              <a:pathLst>
                <a:path w="114300" h="148590">
                  <a:moveTo>
                    <a:pt x="0" y="0"/>
                  </a:moveTo>
                  <a:lnTo>
                    <a:pt x="114300" y="74295"/>
                  </a:lnTo>
                  <a:lnTo>
                    <a:pt x="0" y="148590"/>
                  </a:lnTo>
                  <a:close/>
                </a:path>
              </a:pathLst>
            </a:custGeom>
            <a:solidFill>
              <a:srgbClr val="C9A227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三角形"/>
            <p:cNvSpPr/>
            <p:nvPr/>
          </p:nvSpPr>
          <p:spPr>
            <a:xfrm>
              <a:off x="12857464" y="6406515"/>
              <a:ext cx="114300" cy="148590"/>
            </a:xfrm>
            <a:custGeom>
              <a:avLst/>
              <a:gdLst/>
              <a:ahLst/>
              <a:cxnLst/>
              <a:rect l="l" t="t" r="r" b="b"/>
              <a:pathLst>
                <a:path w="114300" h="148590">
                  <a:moveTo>
                    <a:pt x="0" y="0"/>
                  </a:moveTo>
                  <a:lnTo>
                    <a:pt x="114300" y="74295"/>
                  </a:lnTo>
                  <a:lnTo>
                    <a:pt x="0" y="148590"/>
                  </a:lnTo>
                  <a:close/>
                </a:path>
              </a:pathLst>
            </a:custGeom>
            <a:solidFill>
              <a:srgbClr val="C9A227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三角形"/>
            <p:cNvSpPr/>
            <p:nvPr/>
          </p:nvSpPr>
          <p:spPr>
            <a:xfrm>
              <a:off x="13017484" y="6406515"/>
              <a:ext cx="114300" cy="148590"/>
            </a:xfrm>
            <a:custGeom>
              <a:avLst/>
              <a:gdLst/>
              <a:ahLst/>
              <a:cxnLst/>
              <a:rect l="l" t="t" r="r" b="b"/>
              <a:pathLst>
                <a:path w="114300" h="148590">
                  <a:moveTo>
                    <a:pt x="0" y="0"/>
                  </a:moveTo>
                  <a:lnTo>
                    <a:pt x="114300" y="74295"/>
                  </a:lnTo>
                  <a:lnTo>
                    <a:pt x="0" y="148590"/>
                  </a:lnTo>
                  <a:close/>
                </a:path>
              </a:pathLst>
            </a:custGeom>
            <a:solidFill>
              <a:srgbClr val="C9A227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7" name="強調卡片"/>
            <p:cNvSpPr/>
            <p:nvPr/>
          </p:nvSpPr>
          <p:spPr>
            <a:xfrm>
              <a:off x="13205079" y="5737860"/>
              <a:ext cx="1348740" cy="1485900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27813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8" name="卡片標題"/>
            <p:cNvSpPr/>
            <p:nvPr/>
          </p:nvSpPr>
          <p:spPr>
            <a:xfrm>
              <a:off x="13365099" y="5875020"/>
              <a:ext cx="1028700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400" dirty="0"/>
            </a:p>
          </p:txBody>
        </p:sp>
        <p:sp>
          <p:nvSpPr>
            <p:cNvPr id="99" name="卡片內文"/>
            <p:cNvSpPr/>
            <p:nvPr/>
          </p:nvSpPr>
          <p:spPr>
            <a:xfrm>
              <a:off x="13365099" y="6286500"/>
              <a:ext cx="1028700" cy="8001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1200" dirty="0"/>
            </a:p>
          </p:txBody>
        </p:sp>
      </p:grpSp>
      <p:sp>
        <p:nvSpPr>
          <p:cNvPr id="100" name="Text 98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01" name="Text 99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13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8775065" cy="45720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9540875" y="1337310"/>
            <a:ext cx="137160" cy="45720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6885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937260" y="2171700"/>
            <a:ext cx="411213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750" dirty="0"/>
          </a:p>
        </p:txBody>
      </p:sp>
      <p:sp>
        <p:nvSpPr>
          <p:cNvPr id="8" name="線條"/>
          <p:cNvSpPr/>
          <p:nvPr/>
        </p:nvSpPr>
        <p:spPr>
          <a:xfrm>
            <a:off x="685800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59428"/>
                <a:gridCol w="759428"/>
                <a:gridCol w="759428"/>
                <a:gridCol w="759428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2197084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1" name="RACI 標記"/>
          <p:cNvSpPr/>
          <p:nvPr/>
        </p:nvSpPr>
        <p:spPr>
          <a:xfrm>
            <a:off x="2956512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2" name="RACI 標記"/>
          <p:cNvSpPr/>
          <p:nvPr/>
        </p:nvSpPr>
        <p:spPr>
          <a:xfrm>
            <a:off x="3715941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3" name="RACI 標記"/>
          <p:cNvSpPr/>
          <p:nvPr/>
        </p:nvSpPr>
        <p:spPr>
          <a:xfrm>
            <a:off x="4475369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4" name="RACI 標記"/>
          <p:cNvSpPr/>
          <p:nvPr/>
        </p:nvSpPr>
        <p:spPr>
          <a:xfrm>
            <a:off x="2197084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5" name="RACI 標記"/>
          <p:cNvSpPr/>
          <p:nvPr/>
        </p:nvSpPr>
        <p:spPr>
          <a:xfrm>
            <a:off x="2956512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6" name="RACI 標記"/>
          <p:cNvSpPr/>
          <p:nvPr/>
        </p:nvSpPr>
        <p:spPr>
          <a:xfrm>
            <a:off x="3715941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7" name="RACI 標記"/>
          <p:cNvSpPr/>
          <p:nvPr/>
        </p:nvSpPr>
        <p:spPr>
          <a:xfrm>
            <a:off x="4475369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18" name="RACI 標記"/>
          <p:cNvSpPr/>
          <p:nvPr/>
        </p:nvSpPr>
        <p:spPr>
          <a:xfrm>
            <a:off x="2197084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9" name="RACI 標記"/>
          <p:cNvSpPr/>
          <p:nvPr/>
        </p:nvSpPr>
        <p:spPr>
          <a:xfrm>
            <a:off x="2956512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20" name="RACI 標記"/>
          <p:cNvSpPr/>
          <p:nvPr/>
        </p:nvSpPr>
        <p:spPr>
          <a:xfrm>
            <a:off x="3715941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RACI 標記"/>
          <p:cNvSpPr/>
          <p:nvPr/>
        </p:nvSpPr>
        <p:spPr>
          <a:xfrm>
            <a:off x="4475369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2" name="RACI 標記"/>
          <p:cNvSpPr/>
          <p:nvPr/>
        </p:nvSpPr>
        <p:spPr>
          <a:xfrm>
            <a:off x="2197084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23" name="RACI 標記"/>
          <p:cNvSpPr/>
          <p:nvPr/>
        </p:nvSpPr>
        <p:spPr>
          <a:xfrm>
            <a:off x="2956512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4" name="RACI 標記"/>
          <p:cNvSpPr/>
          <p:nvPr/>
        </p:nvSpPr>
        <p:spPr>
          <a:xfrm>
            <a:off x="3715941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25" name="RACI 標記"/>
          <p:cNvSpPr/>
          <p:nvPr/>
        </p:nvSpPr>
        <p:spPr>
          <a:xfrm>
            <a:off x="4475369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6" name="圖例"/>
          <p:cNvSpPr/>
          <p:nvPr/>
        </p:nvSpPr>
        <p:spPr>
          <a:xfrm>
            <a:off x="68580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7" name="圖例"/>
          <p:cNvSpPr/>
          <p:nvPr/>
        </p:nvSpPr>
        <p:spPr>
          <a:xfrm>
            <a:off x="982980" y="46405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000" dirty="0"/>
          </a:p>
        </p:txBody>
      </p:sp>
      <p:sp>
        <p:nvSpPr>
          <p:cNvPr id="28" name="圖例"/>
          <p:cNvSpPr/>
          <p:nvPr/>
        </p:nvSpPr>
        <p:spPr>
          <a:xfrm>
            <a:off x="166878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9" name="圖例"/>
          <p:cNvSpPr/>
          <p:nvPr/>
        </p:nvSpPr>
        <p:spPr>
          <a:xfrm>
            <a:off x="1965960" y="46405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1000" dirty="0"/>
          </a:p>
        </p:txBody>
      </p:sp>
      <p:sp>
        <p:nvSpPr>
          <p:cNvPr id="30" name="圖例"/>
          <p:cNvSpPr/>
          <p:nvPr/>
        </p:nvSpPr>
        <p:spPr>
          <a:xfrm>
            <a:off x="265176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31" name="圖例"/>
          <p:cNvSpPr/>
          <p:nvPr/>
        </p:nvSpPr>
        <p:spPr>
          <a:xfrm>
            <a:off x="2948940" y="46405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1000" dirty="0"/>
          </a:p>
        </p:txBody>
      </p:sp>
      <p:sp>
        <p:nvSpPr>
          <p:cNvPr id="32" name="圖例"/>
          <p:cNvSpPr/>
          <p:nvPr/>
        </p:nvSpPr>
        <p:spPr>
          <a:xfrm>
            <a:off x="363474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33" name="圖例"/>
          <p:cNvSpPr/>
          <p:nvPr/>
        </p:nvSpPr>
        <p:spPr>
          <a:xfrm>
            <a:off x="3931920" y="46405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5438013" y="226885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5689473" y="2171700"/>
            <a:ext cx="411213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750" dirty="0"/>
          </a:p>
        </p:txBody>
      </p:sp>
      <p:sp>
        <p:nvSpPr>
          <p:cNvPr id="36" name="線條"/>
          <p:cNvSpPr/>
          <p:nvPr/>
        </p:nvSpPr>
        <p:spPr>
          <a:xfrm>
            <a:off x="5438013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38013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10297"/>
                <a:gridCol w="1610297"/>
              </a:tblGrid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5438013" y="4732020"/>
            <a:ext cx="43635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10190226" y="226885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10441686" y="2171700"/>
            <a:ext cx="411213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750" dirty="0"/>
          </a:p>
        </p:txBody>
      </p:sp>
      <p:sp>
        <p:nvSpPr>
          <p:cNvPr id="41" name="線條"/>
          <p:cNvSpPr/>
          <p:nvPr/>
        </p:nvSpPr>
        <p:spPr>
          <a:xfrm>
            <a:off x="10190226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10190226" y="2880360"/>
            <a:ext cx="4363593" cy="1325880"/>
            <a:chOff x="10190226" y="2880360"/>
            <a:chExt cx="4363593" cy="1325880"/>
          </a:xfrm>
        </p:grpSpPr>
        <p:sp>
          <p:nvSpPr>
            <p:cNvPr id="42" name="問題"/>
            <p:cNvSpPr/>
            <p:nvPr/>
          </p:nvSpPr>
          <p:spPr>
            <a:xfrm>
              <a:off x="10190226" y="2880360"/>
              <a:ext cx="1165860" cy="1325880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23876">
              <a:solidFill>
                <a:srgbClr val="C0504D"/>
              </a:solidFill>
              <a:prstDash val="solid"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105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11789093" y="2880360"/>
              <a:ext cx="1165860" cy="1325880"/>
            </a:xfrm>
            <a:prstGeom prst="roundRect">
              <a:avLst>
                <a:gd name="adj" fmla="val 11765"/>
              </a:avLst>
            </a:prstGeom>
            <a:solidFill>
              <a:srgbClr val="E6E6E6"/>
            </a:solidFill>
            <a:ln/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105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13387959" y="2880360"/>
              <a:ext cx="1165860" cy="1325880"/>
            </a:xfrm>
            <a:prstGeom prst="roundRect">
              <a:avLst>
                <a:gd name="adj" fmla="val 11765"/>
              </a:avLst>
            </a:prstGeom>
            <a:solidFill>
              <a:srgbClr val="2F5D50"/>
            </a:solidFill>
            <a:ln/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C1CEC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105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11356086" y="3543300"/>
              <a:ext cx="433007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2954953" y="3543300"/>
              <a:ext cx="433006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47" name="Text 43"/>
          <p:cNvSpPr/>
          <p:nvPr/>
        </p:nvSpPr>
        <p:spPr>
          <a:xfrm>
            <a:off x="685800" y="512635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937260" y="5029200"/>
            <a:ext cx="411213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750" dirty="0"/>
          </a:p>
        </p:txBody>
      </p:sp>
      <p:sp>
        <p:nvSpPr>
          <p:cNvPr id="49" name="線條"/>
          <p:cNvSpPr/>
          <p:nvPr/>
        </p:nvSpPr>
        <p:spPr>
          <a:xfrm>
            <a:off x="685800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685800" y="5554980"/>
            <a:ext cx="4363593" cy="2217420"/>
            <a:chOff x="685800" y="5554980"/>
            <a:chExt cx="4363593" cy="2217420"/>
          </a:xfrm>
        </p:grpSpPr>
        <p:sp>
          <p:nvSpPr>
            <p:cNvPr id="50" name="方案"/>
            <p:cNvSpPr/>
            <p:nvPr/>
          </p:nvSpPr>
          <p:spPr>
            <a:xfrm>
              <a:off x="685800" y="5554980"/>
              <a:ext cx="1363091" cy="205740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686943" y="5556123"/>
              <a:ext cx="1360805" cy="45720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685800" y="5554980"/>
              <a:ext cx="136309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75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822960" y="617220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822960" y="634365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120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822960" y="658368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822960" y="675513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120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822960" y="699516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822960" y="716661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120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2186051" y="5554980"/>
              <a:ext cx="1363091" cy="205740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27813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2186051" y="5554980"/>
              <a:ext cx="1363091" cy="457200"/>
            </a:xfrm>
            <a:custGeom>
              <a:avLst/>
              <a:gdLst/>
              <a:ahLst/>
              <a:cxnLst/>
              <a:rect l="l" t="t" r="r" b="b"/>
              <a:pathLst>
                <a:path w="1363091" h="457200">
                  <a:moveTo>
                    <a:pt x="0" y="457200"/>
                  </a:moveTo>
                  <a:lnTo>
                    <a:pt x="0" y="137160"/>
                  </a:lnTo>
                  <a:arcTo hR="137160" wR="137160" stAng="10800000" swAng="5400000"/>
                  <a:lnTo>
                    <a:pt x="1225931" y="0"/>
                  </a:lnTo>
                  <a:arcTo hR="137160" wR="137160" stAng="16200000" swAng="5400000"/>
                  <a:lnTo>
                    <a:pt x="1363091" y="457200"/>
                  </a:lnTo>
                  <a:close/>
                </a:path>
              </a:pathLst>
            </a:custGeom>
            <a:solidFill>
              <a:srgbClr val="2F5D5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2186051" y="5554980"/>
              <a:ext cx="136309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C1CEC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75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2323211" y="617220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2323211" y="634365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120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2323211" y="658368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2323211" y="675513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120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2323211" y="699516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2323211" y="716661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120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2592007" y="7520940"/>
              <a:ext cx="551180" cy="251460"/>
            </a:xfrm>
            <a:prstGeom prst="roundRect">
              <a:avLst>
                <a:gd name="adj" fmla="val 22727"/>
              </a:avLst>
            </a:prstGeom>
            <a:solidFill>
              <a:srgbClr val="C9A227"/>
            </a:solidFill>
            <a:ln/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1000" dirty="0"/>
            </a:p>
          </p:txBody>
        </p:sp>
        <p:sp>
          <p:nvSpPr>
            <p:cNvPr id="69" name="方案"/>
            <p:cNvSpPr/>
            <p:nvPr/>
          </p:nvSpPr>
          <p:spPr>
            <a:xfrm>
              <a:off x="3686302" y="5554980"/>
              <a:ext cx="1363091" cy="205740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3687445" y="5556123"/>
              <a:ext cx="1360805" cy="45720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3686302" y="5554980"/>
              <a:ext cx="136309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75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3823462" y="617220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3823462" y="634365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120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3823462" y="658368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3823462" y="675513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1200" dirty="0"/>
            </a:p>
          </p:txBody>
        </p:sp>
        <p:sp>
          <p:nvSpPr>
            <p:cNvPr id="76" name="項目"/>
            <p:cNvSpPr/>
            <p:nvPr/>
          </p:nvSpPr>
          <p:spPr>
            <a:xfrm>
              <a:off x="3823462" y="699516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77" name="內容"/>
            <p:cNvSpPr/>
            <p:nvPr/>
          </p:nvSpPr>
          <p:spPr>
            <a:xfrm>
              <a:off x="3823462" y="716661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1200" dirty="0"/>
            </a:p>
          </p:txBody>
        </p:sp>
      </p:grpSp>
      <p:sp>
        <p:nvSpPr>
          <p:cNvPr id="78" name="Text 74"/>
          <p:cNvSpPr/>
          <p:nvPr/>
        </p:nvSpPr>
        <p:spPr>
          <a:xfrm>
            <a:off x="5438013" y="512635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組合名稱"/>
          <p:cNvSpPr/>
          <p:nvPr/>
        </p:nvSpPr>
        <p:spPr>
          <a:xfrm>
            <a:off x="5689473" y="5029200"/>
            <a:ext cx="411213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750" dirty="0"/>
          </a:p>
        </p:txBody>
      </p:sp>
      <p:sp>
        <p:nvSpPr>
          <p:cNvPr id="80" name="線條"/>
          <p:cNvSpPr/>
          <p:nvPr/>
        </p:nvSpPr>
        <p:spPr>
          <a:xfrm>
            <a:off x="5438013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5438013" y="5737860"/>
            <a:ext cx="4363593" cy="1554480"/>
            <a:chOff x="5438013" y="5737860"/>
            <a:chExt cx="4363593" cy="1554480"/>
          </a:xfrm>
        </p:grpSpPr>
        <p:sp>
          <p:nvSpPr>
            <p:cNvPr id="81" name="卡片"/>
            <p:cNvSpPr/>
            <p:nvPr/>
          </p:nvSpPr>
          <p:spPr>
            <a:xfrm>
              <a:off x="5438013" y="5737860"/>
              <a:ext cx="1347851" cy="1554480"/>
            </a:xfrm>
            <a:prstGeom prst="roundRect">
              <a:avLst>
                <a:gd name="adj" fmla="val 10176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5598033" y="5920740"/>
              <a:ext cx="274320" cy="45720"/>
            </a:xfrm>
            <a:prstGeom prst="rect">
              <a:avLst/>
            </a:prstGeom>
            <a:solidFill>
              <a:srgbClr val="2F5D5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5598033" y="6035040"/>
              <a:ext cx="1119251" cy="2514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105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5575173" y="6309360"/>
              <a:ext cx="1142111" cy="5257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5598033" y="6880860"/>
              <a:ext cx="111925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6945884" y="5737860"/>
              <a:ext cx="1347851" cy="1554480"/>
            </a:xfrm>
            <a:prstGeom prst="roundRect">
              <a:avLst>
                <a:gd name="adj" fmla="val 10176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7105904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7105904" y="6035040"/>
              <a:ext cx="1119251" cy="2514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105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7083044" y="6309360"/>
              <a:ext cx="1142111" cy="5257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75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7105904" y="6880860"/>
              <a:ext cx="111925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91" name="卡片"/>
            <p:cNvSpPr/>
            <p:nvPr/>
          </p:nvSpPr>
          <p:spPr>
            <a:xfrm>
              <a:off x="8453755" y="5737860"/>
              <a:ext cx="1347851" cy="1554480"/>
            </a:xfrm>
            <a:prstGeom prst="roundRect">
              <a:avLst>
                <a:gd name="adj" fmla="val 10176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8613775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8613775" y="6035040"/>
              <a:ext cx="1119251" cy="2514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1050" dirty="0"/>
            </a:p>
          </p:txBody>
        </p:sp>
        <p:sp>
          <p:nvSpPr>
            <p:cNvPr id="94" name="數值"/>
            <p:cNvSpPr/>
            <p:nvPr/>
          </p:nvSpPr>
          <p:spPr>
            <a:xfrm>
              <a:off x="8590915" y="6309360"/>
              <a:ext cx="1142111" cy="5257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750" dirty="0"/>
            </a:p>
          </p:txBody>
        </p:sp>
        <p:sp>
          <p:nvSpPr>
            <p:cNvPr id="95" name="變化"/>
            <p:cNvSpPr/>
            <p:nvPr/>
          </p:nvSpPr>
          <p:spPr>
            <a:xfrm>
              <a:off x="8613775" y="6880860"/>
              <a:ext cx="111925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</p:grpSp>
      <p:sp>
        <p:nvSpPr>
          <p:cNvPr id="96" name="Text 92"/>
          <p:cNvSpPr/>
          <p:nvPr/>
        </p:nvSpPr>
        <p:spPr>
          <a:xfrm>
            <a:off x="10190226" y="512635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組合名稱"/>
          <p:cNvSpPr/>
          <p:nvPr/>
        </p:nvSpPr>
        <p:spPr>
          <a:xfrm>
            <a:off x="10441686" y="5029200"/>
            <a:ext cx="411213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750" dirty="0"/>
          </a:p>
        </p:txBody>
      </p:sp>
      <p:sp>
        <p:nvSpPr>
          <p:cNvPr id="98" name="線條"/>
          <p:cNvSpPr/>
          <p:nvPr/>
        </p:nvSpPr>
        <p:spPr>
          <a:xfrm>
            <a:off x="10190226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10190226" y="5554980"/>
            <a:ext cx="4363593" cy="2057400"/>
            <a:chOff x="10190226" y="5554980"/>
            <a:chExt cx="4363593" cy="2057400"/>
          </a:xfrm>
        </p:grpSpPr>
        <p:sp>
          <p:nvSpPr>
            <p:cNvPr id="99" name="PDCA Plan"/>
            <p:cNvSpPr/>
            <p:nvPr/>
          </p:nvSpPr>
          <p:spPr>
            <a:xfrm>
              <a:off x="10190226" y="555498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1050" dirty="0"/>
            </a:p>
          </p:txBody>
        </p:sp>
        <p:sp>
          <p:nvSpPr>
            <p:cNvPr id="100" name="PDCA Do"/>
            <p:cNvSpPr/>
            <p:nvPr/>
          </p:nvSpPr>
          <p:spPr>
            <a:xfrm>
              <a:off x="12907899" y="555498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1050" dirty="0"/>
            </a:p>
          </p:txBody>
        </p:sp>
        <p:sp>
          <p:nvSpPr>
            <p:cNvPr id="101" name="PDCA Check"/>
            <p:cNvSpPr/>
            <p:nvPr/>
          </p:nvSpPr>
          <p:spPr>
            <a:xfrm>
              <a:off x="12907899" y="683514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1050" dirty="0"/>
            </a:p>
          </p:txBody>
        </p:sp>
        <p:sp>
          <p:nvSpPr>
            <p:cNvPr id="102" name="PDCA Act"/>
            <p:cNvSpPr/>
            <p:nvPr/>
          </p:nvSpPr>
          <p:spPr>
            <a:xfrm>
              <a:off x="10190226" y="683514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1050" dirty="0"/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11836146" y="5943600"/>
              <a:ext cx="1071753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13730859" y="6332220"/>
              <a:ext cx="0" cy="50292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11836146" y="7223760"/>
              <a:ext cx="1071753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11013186" y="6332220"/>
              <a:ext cx="0" cy="50292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11800523" y="6435090"/>
              <a:ext cx="1143000" cy="29718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1000" dirty="0"/>
            </a:p>
          </p:txBody>
        </p:sp>
      </p:grpSp>
      <p:sp>
        <p:nvSpPr>
          <p:cNvPr id="108" name="Text 104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09" name="Text 105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13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6281420" cy="45720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色彩、字級與元件語言一覽：暖灰畫布、粗灰外框扁平卡片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047230" y="1337310"/>
            <a:ext cx="137160" cy="45720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7260" y="222885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2F5D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#2F5D50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47447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2448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38303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33731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#24483E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26314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E2EBE7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17170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12598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#E2EBE7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05181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96037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91465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#C9A227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84048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74904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70332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62915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3771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49199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41782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32638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28066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20649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11505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06933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85800" y="455485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937260" y="443484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650" dirty="0"/>
          </a:p>
        </p:txBody>
      </p:sp>
      <p:sp>
        <p:nvSpPr>
          <p:cNvPr id="35" name="線條"/>
          <p:cNvSpPr/>
          <p:nvPr/>
        </p:nvSpPr>
        <p:spPr>
          <a:xfrm>
            <a:off x="685800" y="491490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4914900"/>
            <a:ext cx="62865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40pt</a:t>
            </a:r>
            <a:endParaRPr lang="en-US" sz="1750" dirty="0"/>
          </a:p>
        </p:txBody>
      </p:sp>
      <p:sp>
        <p:nvSpPr>
          <p:cNvPr id="37" name="Text 35"/>
          <p:cNvSpPr/>
          <p:nvPr/>
        </p:nvSpPr>
        <p:spPr>
          <a:xfrm>
            <a:off x="685800" y="5737860"/>
            <a:ext cx="6286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F5D5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8" name="Text 36"/>
          <p:cNvSpPr/>
          <p:nvPr/>
        </p:nvSpPr>
        <p:spPr>
          <a:xfrm>
            <a:off x="685800" y="6240780"/>
            <a:ext cx="62865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685800" y="672084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750" dirty="0"/>
          </a:p>
        </p:txBody>
      </p:sp>
      <p:sp>
        <p:nvSpPr>
          <p:cNvPr id="40" name="Text 38"/>
          <p:cNvSpPr/>
          <p:nvPr/>
        </p:nvSpPr>
        <p:spPr>
          <a:xfrm>
            <a:off x="685800" y="7155180"/>
            <a:ext cx="62865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715250" y="234886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966710" y="2228850"/>
            <a:ext cx="65871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650" dirty="0"/>
          </a:p>
        </p:txBody>
      </p:sp>
      <p:sp>
        <p:nvSpPr>
          <p:cNvPr id="43" name="線條"/>
          <p:cNvSpPr/>
          <p:nvPr/>
        </p:nvSpPr>
        <p:spPr>
          <a:xfrm>
            <a:off x="7715250" y="2708910"/>
            <a:ext cx="683856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15250" y="291465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2515850" y="291465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2.25pt</a:t>
            </a:r>
            <a:endParaRPr lang="en-US" sz="1250" dirty="0"/>
          </a:p>
        </p:txBody>
      </p:sp>
      <p:sp>
        <p:nvSpPr>
          <p:cNvPr id="46" name="卡片"/>
          <p:cNvSpPr/>
          <p:nvPr/>
        </p:nvSpPr>
        <p:spPr>
          <a:xfrm>
            <a:off x="8858250" y="2960370"/>
            <a:ext cx="1657350" cy="59436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10744200" y="2960370"/>
            <a:ext cx="1485900" cy="59436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10744200" y="2960370"/>
            <a:ext cx="1485900" cy="205740"/>
          </a:xfrm>
          <a:custGeom>
            <a:avLst/>
            <a:gdLst/>
            <a:ahLst/>
            <a:cxnLst/>
            <a:rect l="l" t="t" r="r" b="b"/>
            <a:pathLst>
              <a:path w="1485900" h="205740">
                <a:moveTo>
                  <a:pt x="0" y="205740"/>
                </a:moveTo>
                <a:lnTo>
                  <a:pt x="0" y="137160"/>
                </a:lnTo>
                <a:arcTo hR="137160" wR="137160" stAng="10800000" swAng="5400000"/>
                <a:lnTo>
                  <a:pt x="1348740" y="0"/>
                </a:lnTo>
                <a:arcTo hR="137160" wR="137160" stAng="16200000" swAng="5400000"/>
                <a:lnTo>
                  <a:pt x="1485900" y="205740"/>
                </a:lnTo>
                <a:close/>
              </a:path>
            </a:pathLst>
          </a:custGeom>
          <a:solidFill>
            <a:srgbClr val="2F5D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7715250" y="366903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15250" y="372618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2515850" y="372618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小圓角方籤</a:t>
            </a:r>
            <a:endParaRPr lang="en-US" sz="1250" dirty="0"/>
          </a:p>
        </p:txBody>
      </p:sp>
      <p:sp>
        <p:nvSpPr>
          <p:cNvPr id="52" name="標籤"/>
          <p:cNvSpPr/>
          <p:nvPr/>
        </p:nvSpPr>
        <p:spPr>
          <a:xfrm>
            <a:off x="8858250" y="3886200"/>
            <a:ext cx="688238" cy="365760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500" dirty="0"/>
          </a:p>
        </p:txBody>
      </p:sp>
      <p:sp>
        <p:nvSpPr>
          <p:cNvPr id="53" name="標籤"/>
          <p:cNvSpPr/>
          <p:nvPr/>
        </p:nvSpPr>
        <p:spPr>
          <a:xfrm>
            <a:off x="9683648" y="3886200"/>
            <a:ext cx="688238" cy="365760"/>
          </a:xfrm>
          <a:prstGeom prst="roundRect">
            <a:avLst>
              <a:gd name="adj" fmla="val 15625"/>
            </a:avLst>
          </a:prstGeom>
          <a:solidFill>
            <a:srgbClr val="C9A227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500" dirty="0"/>
          </a:p>
        </p:txBody>
      </p:sp>
      <p:sp>
        <p:nvSpPr>
          <p:cNvPr id="54" name="標籤"/>
          <p:cNvSpPr/>
          <p:nvPr/>
        </p:nvSpPr>
        <p:spPr>
          <a:xfrm>
            <a:off x="10509047" y="3886200"/>
            <a:ext cx="688238" cy="365760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500" dirty="0"/>
          </a:p>
        </p:txBody>
      </p:sp>
      <p:sp>
        <p:nvSpPr>
          <p:cNvPr id="55" name="線條"/>
          <p:cNvSpPr/>
          <p:nvPr/>
        </p:nvSpPr>
        <p:spPr>
          <a:xfrm>
            <a:off x="7715250" y="448056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15250" y="453771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650" dirty="0"/>
          </a:p>
        </p:txBody>
      </p:sp>
      <p:sp>
        <p:nvSpPr>
          <p:cNvPr id="57" name="Text 55"/>
          <p:cNvSpPr/>
          <p:nvPr/>
        </p:nvSpPr>
        <p:spPr>
          <a:xfrm>
            <a:off x="12515850" y="453771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圓角方塊</a:t>
            </a:r>
            <a:endParaRPr lang="en-US" sz="1250" dirty="0"/>
          </a:p>
        </p:txBody>
      </p:sp>
      <p:sp>
        <p:nvSpPr>
          <p:cNvPr id="58" name="編號"/>
          <p:cNvSpPr/>
          <p:nvPr/>
        </p:nvSpPr>
        <p:spPr>
          <a:xfrm>
            <a:off x="8903970" y="4652010"/>
            <a:ext cx="457200" cy="45720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9" name="編號"/>
          <p:cNvSpPr/>
          <p:nvPr/>
        </p:nvSpPr>
        <p:spPr>
          <a:xfrm>
            <a:off x="9612630" y="4652010"/>
            <a:ext cx="457200" cy="45720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60" name="編號"/>
          <p:cNvSpPr/>
          <p:nvPr/>
        </p:nvSpPr>
        <p:spPr>
          <a:xfrm>
            <a:off x="10321290" y="4652010"/>
            <a:ext cx="457200" cy="45720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61" name="Text 59"/>
          <p:cNvSpPr/>
          <p:nvPr/>
        </p:nvSpPr>
        <p:spPr>
          <a:xfrm>
            <a:off x="11087100" y="4537710"/>
            <a:ext cx="1257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750" dirty="0"/>
          </a:p>
        </p:txBody>
      </p:sp>
      <p:sp>
        <p:nvSpPr>
          <p:cNvPr id="62" name="線條"/>
          <p:cNvSpPr/>
          <p:nvPr/>
        </p:nvSpPr>
        <p:spPr>
          <a:xfrm>
            <a:off x="7715250" y="529209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15250" y="534924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650" dirty="0"/>
          </a:p>
        </p:txBody>
      </p:sp>
      <p:sp>
        <p:nvSpPr>
          <p:cNvPr id="64" name="Text 62"/>
          <p:cNvSpPr/>
          <p:nvPr/>
        </p:nvSpPr>
        <p:spPr>
          <a:xfrm>
            <a:off x="12515850" y="534924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</a:t>
            </a:r>
            <a:endParaRPr lang="en-US" sz="1250" dirty="0"/>
          </a:p>
        </p:txBody>
      </p:sp>
      <p:sp>
        <p:nvSpPr>
          <p:cNvPr id="65" name="Text 63"/>
          <p:cNvSpPr/>
          <p:nvPr/>
        </p:nvSpPr>
        <p:spPr>
          <a:xfrm>
            <a:off x="8858250" y="53492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500" dirty="0"/>
          </a:p>
        </p:txBody>
      </p:sp>
      <p:sp>
        <p:nvSpPr>
          <p:cNvPr id="66" name="三角形"/>
          <p:cNvSpPr/>
          <p:nvPr/>
        </p:nvSpPr>
        <p:spPr>
          <a:xfrm>
            <a:off x="9669780" y="5617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三角形"/>
          <p:cNvSpPr/>
          <p:nvPr/>
        </p:nvSpPr>
        <p:spPr>
          <a:xfrm>
            <a:off x="9829800" y="5617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三角形"/>
          <p:cNvSpPr/>
          <p:nvPr/>
        </p:nvSpPr>
        <p:spPr>
          <a:xfrm>
            <a:off x="9989820" y="5617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10229850" y="53492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500" dirty="0"/>
          </a:p>
        </p:txBody>
      </p:sp>
      <p:sp>
        <p:nvSpPr>
          <p:cNvPr id="70" name="三角形"/>
          <p:cNvSpPr/>
          <p:nvPr/>
        </p:nvSpPr>
        <p:spPr>
          <a:xfrm>
            <a:off x="11041380" y="5617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三角形"/>
          <p:cNvSpPr/>
          <p:nvPr/>
        </p:nvSpPr>
        <p:spPr>
          <a:xfrm>
            <a:off x="11201400" y="5617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三角形"/>
          <p:cNvSpPr/>
          <p:nvPr/>
        </p:nvSpPr>
        <p:spPr>
          <a:xfrm>
            <a:off x="11361420" y="5617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11601450" y="53492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500" dirty="0"/>
          </a:p>
        </p:txBody>
      </p:sp>
      <p:sp>
        <p:nvSpPr>
          <p:cNvPr id="74" name="線條"/>
          <p:cNvSpPr/>
          <p:nvPr/>
        </p:nvSpPr>
        <p:spPr>
          <a:xfrm>
            <a:off x="7715250" y="610362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715250" y="616077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650" dirty="0"/>
          </a:p>
        </p:txBody>
      </p:sp>
      <p:sp>
        <p:nvSpPr>
          <p:cNvPr id="76" name="Text 74"/>
          <p:cNvSpPr/>
          <p:nvPr/>
        </p:nvSpPr>
        <p:spPr>
          <a:xfrm>
            <a:off x="12515850" y="616077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1.5pt 實線＋三角箭頭</a:t>
            </a:r>
            <a:endParaRPr lang="en-US" sz="1250" dirty="0"/>
          </a:p>
        </p:txBody>
      </p:sp>
      <p:sp>
        <p:nvSpPr>
          <p:cNvPr id="77" name="線條"/>
          <p:cNvSpPr/>
          <p:nvPr/>
        </p:nvSpPr>
        <p:spPr>
          <a:xfrm>
            <a:off x="8858250" y="6503670"/>
            <a:ext cx="1485900" cy="0"/>
          </a:xfrm>
          <a:prstGeom prst="line">
            <a:avLst/>
          </a:prstGeom>
          <a:noFill/>
          <a:ln w="23876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78" name="連接線"/>
          <p:cNvSpPr/>
          <p:nvPr/>
        </p:nvSpPr>
        <p:spPr>
          <a:xfrm>
            <a:off x="10687050" y="6252210"/>
            <a:ext cx="1543050" cy="502920"/>
          </a:xfrm>
          <a:custGeom>
            <a:avLst/>
            <a:gdLst/>
            <a:ahLst/>
            <a:cxnLst/>
            <a:rect l="l" t="t" r="r" b="b"/>
            <a:pathLst>
              <a:path w="1543050" h="502920">
                <a:moveTo>
                  <a:pt x="0" y="0"/>
                </a:moveTo>
                <a:lnTo>
                  <a:pt x="685800" y="0"/>
                </a:lnTo>
                <a:lnTo>
                  <a:pt x="685800" y="502920"/>
                </a:lnTo>
                <a:lnTo>
                  <a:pt x="1543050" y="502920"/>
                </a:lnTo>
              </a:path>
            </a:pathLst>
          </a:custGeom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線條"/>
          <p:cNvSpPr/>
          <p:nvPr/>
        </p:nvSpPr>
        <p:spPr>
          <a:xfrm>
            <a:off x="7715250" y="691515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715250" y="697230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650" dirty="0"/>
          </a:p>
        </p:txBody>
      </p:sp>
      <p:sp>
        <p:nvSpPr>
          <p:cNvPr id="81" name="Text 79"/>
          <p:cNvSpPr/>
          <p:nvPr/>
        </p:nvSpPr>
        <p:spPr>
          <a:xfrm>
            <a:off x="12515850" y="697230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六角形鏈</a:t>
            </a:r>
            <a:endParaRPr lang="en-US" sz="1250" dirty="0"/>
          </a:p>
        </p:txBody>
      </p:sp>
      <p:sp>
        <p:nvSpPr>
          <p:cNvPr id="82" name="流程鏈"/>
          <p:cNvSpPr/>
          <p:nvPr/>
        </p:nvSpPr>
        <p:spPr>
          <a:xfrm>
            <a:off x="8858250" y="7063740"/>
            <a:ext cx="723900" cy="50292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83" name="三角形"/>
          <p:cNvSpPr/>
          <p:nvPr/>
        </p:nvSpPr>
        <p:spPr>
          <a:xfrm>
            <a:off x="9679305" y="724090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三角形"/>
          <p:cNvSpPr/>
          <p:nvPr/>
        </p:nvSpPr>
        <p:spPr>
          <a:xfrm>
            <a:off x="9839325" y="724090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三角形"/>
          <p:cNvSpPr/>
          <p:nvPr/>
        </p:nvSpPr>
        <p:spPr>
          <a:xfrm>
            <a:off x="9999345" y="724090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流程鏈"/>
          <p:cNvSpPr/>
          <p:nvPr/>
        </p:nvSpPr>
        <p:spPr>
          <a:xfrm>
            <a:off x="10210800" y="7063740"/>
            <a:ext cx="723900" cy="50292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87" name="三角形"/>
          <p:cNvSpPr/>
          <p:nvPr/>
        </p:nvSpPr>
        <p:spPr>
          <a:xfrm>
            <a:off x="11031855" y="724090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三角形"/>
          <p:cNvSpPr/>
          <p:nvPr/>
        </p:nvSpPr>
        <p:spPr>
          <a:xfrm>
            <a:off x="11191875" y="724090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三角形"/>
          <p:cNvSpPr/>
          <p:nvPr/>
        </p:nvSpPr>
        <p:spPr>
          <a:xfrm>
            <a:off x="11351895" y="724090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流程鏈"/>
          <p:cNvSpPr/>
          <p:nvPr/>
        </p:nvSpPr>
        <p:spPr>
          <a:xfrm>
            <a:off x="11563350" y="7063740"/>
            <a:ext cx="723900" cy="50292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400" dirty="0"/>
          </a:p>
        </p:txBody>
      </p:sp>
      <p:sp>
        <p:nvSpPr>
          <p:cNvPr id="91" name="Text 89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92" name="Text 90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13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5170170" cy="45720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5935980" y="1337310"/>
            <a:ext cx="137160" cy="45720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685800" y="2343150"/>
            <a:ext cx="4263390" cy="268605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82980" y="2526030"/>
            <a:ext cx="36690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25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2000" dirty="0"/>
          </a:p>
        </p:txBody>
      </p:sp>
      <p:sp>
        <p:nvSpPr>
          <p:cNvPr id="8" name="線條"/>
          <p:cNvSpPr/>
          <p:nvPr/>
        </p:nvSpPr>
        <p:spPr>
          <a:xfrm>
            <a:off x="982980" y="3143250"/>
            <a:ext cx="366903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2980" y="3326130"/>
            <a:ext cx="3669030" cy="147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500" dirty="0"/>
          </a:p>
        </p:txBody>
      </p:sp>
      <p:sp>
        <p:nvSpPr>
          <p:cNvPr id="10" name="卡片"/>
          <p:cNvSpPr/>
          <p:nvPr/>
        </p:nvSpPr>
        <p:spPr>
          <a:xfrm>
            <a:off x="5488115" y="2343150"/>
            <a:ext cx="4263390" cy="268605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785295" y="2526030"/>
            <a:ext cx="36690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2000" dirty="0"/>
          </a:p>
        </p:txBody>
      </p:sp>
      <p:sp>
        <p:nvSpPr>
          <p:cNvPr id="12" name="線條"/>
          <p:cNvSpPr/>
          <p:nvPr/>
        </p:nvSpPr>
        <p:spPr>
          <a:xfrm>
            <a:off x="5785295" y="3143250"/>
            <a:ext cx="366903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85295" y="3326130"/>
            <a:ext cx="3669030" cy="147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500" dirty="0"/>
          </a:p>
        </p:txBody>
      </p:sp>
      <p:sp>
        <p:nvSpPr>
          <p:cNvPr id="14" name="標籤"/>
          <p:cNvSpPr/>
          <p:nvPr/>
        </p:nvSpPr>
        <p:spPr>
          <a:xfrm>
            <a:off x="8567865" y="2183130"/>
            <a:ext cx="932180" cy="320040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250" dirty="0"/>
          </a:p>
        </p:txBody>
      </p:sp>
      <p:sp>
        <p:nvSpPr>
          <p:cNvPr id="15" name="卡片"/>
          <p:cNvSpPr/>
          <p:nvPr/>
        </p:nvSpPr>
        <p:spPr>
          <a:xfrm>
            <a:off x="10290429" y="2343150"/>
            <a:ext cx="4263390" cy="268605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表頭"/>
          <p:cNvSpPr/>
          <p:nvPr/>
        </p:nvSpPr>
        <p:spPr>
          <a:xfrm>
            <a:off x="10290429" y="2343150"/>
            <a:ext cx="4263390" cy="662940"/>
          </a:xfrm>
          <a:custGeom>
            <a:avLst/>
            <a:gdLst/>
            <a:ahLst/>
            <a:cxnLst/>
            <a:rect l="l" t="t" r="r" b="b"/>
            <a:pathLst>
              <a:path w="4263390" h="662940">
                <a:moveTo>
                  <a:pt x="0" y="662940"/>
                </a:moveTo>
                <a:lnTo>
                  <a:pt x="0" y="137160"/>
                </a:lnTo>
                <a:arcTo hR="137160" wR="137160" stAng="10800000" swAng="5400000"/>
                <a:lnTo>
                  <a:pt x="4126230" y="0"/>
                </a:lnTo>
                <a:arcTo hR="137160" wR="137160" stAng="16200000" swAng="5400000"/>
                <a:lnTo>
                  <a:pt x="4263390" y="662940"/>
                </a:lnTo>
                <a:close/>
              </a:path>
            </a:pathLst>
          </a:custGeom>
          <a:solidFill>
            <a:srgbClr val="2F5D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0587609" y="2343150"/>
            <a:ext cx="366903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587609" y="3234690"/>
            <a:ext cx="3669030" cy="1565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5800" y="5234940"/>
            <a:ext cx="42633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8115" y="5234940"/>
            <a:ext cx="42633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290429" y="5234940"/>
            <a:ext cx="42633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5800" y="583501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37260" y="5715000"/>
            <a:ext cx="77495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650" dirty="0"/>
          </a:p>
        </p:txBody>
      </p:sp>
      <p:sp>
        <p:nvSpPr>
          <p:cNvPr id="24" name="線條"/>
          <p:cNvSpPr/>
          <p:nvPr/>
        </p:nvSpPr>
        <p:spPr>
          <a:xfrm>
            <a:off x="685800" y="6195060"/>
            <a:ext cx="80010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5" name="標籤"/>
          <p:cNvSpPr/>
          <p:nvPr/>
        </p:nvSpPr>
        <p:spPr>
          <a:xfrm>
            <a:off x="685800" y="6377940"/>
            <a:ext cx="937260" cy="365760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828800" y="6377940"/>
            <a:ext cx="662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650" dirty="0"/>
          </a:p>
        </p:txBody>
      </p:sp>
      <p:sp>
        <p:nvSpPr>
          <p:cNvPr id="27" name="標籤"/>
          <p:cNvSpPr/>
          <p:nvPr/>
        </p:nvSpPr>
        <p:spPr>
          <a:xfrm>
            <a:off x="685800" y="6858000"/>
            <a:ext cx="937260" cy="365760"/>
          </a:xfrm>
          <a:prstGeom prst="roundRect">
            <a:avLst>
              <a:gd name="adj" fmla="val 15625"/>
            </a:avLst>
          </a:prstGeom>
          <a:solidFill>
            <a:srgbClr val="C9A227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828800" y="6858000"/>
            <a:ext cx="662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650" dirty="0"/>
          </a:p>
        </p:txBody>
      </p:sp>
      <p:sp>
        <p:nvSpPr>
          <p:cNvPr id="29" name="標籤"/>
          <p:cNvSpPr/>
          <p:nvPr/>
        </p:nvSpPr>
        <p:spPr>
          <a:xfrm>
            <a:off x="685800" y="7338060"/>
            <a:ext cx="937260" cy="365760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828800" y="7338060"/>
            <a:ext cx="662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9144000" y="583501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9395460" y="5715000"/>
            <a:ext cx="51583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650" dirty="0"/>
          </a:p>
        </p:txBody>
      </p:sp>
      <p:sp>
        <p:nvSpPr>
          <p:cNvPr id="33" name="線條"/>
          <p:cNvSpPr/>
          <p:nvPr/>
        </p:nvSpPr>
        <p:spPr>
          <a:xfrm>
            <a:off x="9144000" y="6195060"/>
            <a:ext cx="54098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0" y="6400800"/>
            <a:ext cx="540981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144000" y="6858000"/>
            <a:ext cx="540981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13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4725670" cy="45720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5491480" y="1337310"/>
            <a:ext cx="137160" cy="45720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7260" y="2228850"/>
            <a:ext cx="13616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685800" y="2914650"/>
            <a:ext cx="1190346" cy="434340"/>
          </a:xfrm>
          <a:prstGeom prst="roundRect">
            <a:avLst>
              <a:gd name="adj" fmla="val 13158"/>
            </a:avLst>
          </a:prstGeom>
          <a:solidFill>
            <a:srgbClr val="2F5D5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650" dirty="0"/>
          </a:p>
        </p:txBody>
      </p:sp>
      <p:sp>
        <p:nvSpPr>
          <p:cNvPr id="10" name="標籤"/>
          <p:cNvSpPr/>
          <p:nvPr/>
        </p:nvSpPr>
        <p:spPr>
          <a:xfrm>
            <a:off x="2219046" y="2914650"/>
            <a:ext cx="1190346" cy="434340"/>
          </a:xfrm>
          <a:prstGeom prst="roundRect">
            <a:avLst>
              <a:gd name="adj" fmla="val 13158"/>
            </a:avLst>
          </a:prstGeom>
          <a:solidFill>
            <a:srgbClr val="C9A227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650" dirty="0"/>
          </a:p>
        </p:txBody>
      </p:sp>
      <p:sp>
        <p:nvSpPr>
          <p:cNvPr id="11" name="標籤"/>
          <p:cNvSpPr/>
          <p:nvPr/>
        </p:nvSpPr>
        <p:spPr>
          <a:xfrm>
            <a:off x="3752291" y="2914650"/>
            <a:ext cx="1190346" cy="434340"/>
          </a:xfrm>
          <a:prstGeom prst="roundRect">
            <a:avLst>
              <a:gd name="adj" fmla="val 13158"/>
            </a:avLst>
          </a:prstGeom>
          <a:solidFill>
            <a:srgbClr val="DFDFDF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650" dirty="0"/>
          </a:p>
        </p:txBody>
      </p:sp>
      <p:sp>
        <p:nvSpPr>
          <p:cNvPr id="12" name="標籤"/>
          <p:cNvSpPr/>
          <p:nvPr/>
        </p:nvSpPr>
        <p:spPr>
          <a:xfrm>
            <a:off x="5285537" y="2914650"/>
            <a:ext cx="1190346" cy="434340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9812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61682" y="2914650"/>
            <a:ext cx="10287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400" dirty="0"/>
          </a:p>
        </p:txBody>
      </p:sp>
      <p:sp>
        <p:nvSpPr>
          <p:cNvPr id="14" name="標籤"/>
          <p:cNvSpPr/>
          <p:nvPr/>
        </p:nvSpPr>
        <p:spPr>
          <a:xfrm>
            <a:off x="8076082" y="2960370"/>
            <a:ext cx="61468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812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250" dirty="0"/>
          </a:p>
        </p:txBody>
      </p:sp>
      <p:sp>
        <p:nvSpPr>
          <p:cNvPr id="15" name="標籤"/>
          <p:cNvSpPr/>
          <p:nvPr/>
        </p:nvSpPr>
        <p:spPr>
          <a:xfrm>
            <a:off x="8862212" y="2960370"/>
            <a:ext cx="614680" cy="34290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250" dirty="0"/>
          </a:p>
        </p:txBody>
      </p:sp>
      <p:sp>
        <p:nvSpPr>
          <p:cNvPr id="16" name="標籤"/>
          <p:cNvSpPr/>
          <p:nvPr/>
        </p:nvSpPr>
        <p:spPr>
          <a:xfrm>
            <a:off x="9648342" y="2960370"/>
            <a:ext cx="614680" cy="34290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394906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37260" y="3829050"/>
            <a:ext cx="40805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650" dirty="0"/>
          </a:p>
        </p:txBody>
      </p:sp>
      <p:sp>
        <p:nvSpPr>
          <p:cNvPr id="19" name="線條"/>
          <p:cNvSpPr/>
          <p:nvPr/>
        </p:nvSpPr>
        <p:spPr>
          <a:xfrm>
            <a:off x="685800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685800" y="4583430"/>
            <a:ext cx="3314700" cy="480060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650" dirty="0"/>
          </a:p>
        </p:txBody>
      </p:sp>
      <p:sp>
        <p:nvSpPr>
          <p:cNvPr id="21" name="標籤"/>
          <p:cNvSpPr/>
          <p:nvPr/>
        </p:nvSpPr>
        <p:spPr>
          <a:xfrm>
            <a:off x="685800" y="5292090"/>
            <a:ext cx="3314700" cy="480060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650" dirty="0"/>
          </a:p>
        </p:txBody>
      </p:sp>
      <p:sp>
        <p:nvSpPr>
          <p:cNvPr id="22" name="標籤"/>
          <p:cNvSpPr/>
          <p:nvPr/>
        </p:nvSpPr>
        <p:spPr>
          <a:xfrm>
            <a:off x="685800" y="6000750"/>
            <a:ext cx="3314700" cy="480060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650" dirty="0"/>
          </a:p>
        </p:txBody>
      </p:sp>
      <p:sp>
        <p:nvSpPr>
          <p:cNvPr id="23" name="標籤"/>
          <p:cNvSpPr/>
          <p:nvPr/>
        </p:nvSpPr>
        <p:spPr>
          <a:xfrm>
            <a:off x="685800" y="6709410"/>
            <a:ext cx="3314700" cy="480060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5453825" y="394906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705284" y="3829050"/>
            <a:ext cx="40805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650" dirty="0"/>
          </a:p>
        </p:txBody>
      </p:sp>
      <p:sp>
        <p:nvSpPr>
          <p:cNvPr id="26" name="線條"/>
          <p:cNvSpPr/>
          <p:nvPr/>
        </p:nvSpPr>
        <p:spPr>
          <a:xfrm>
            <a:off x="5453825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5499544" y="4594860"/>
            <a:ext cx="480060" cy="480060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50" dirty="0"/>
          </a:p>
        </p:txBody>
      </p:sp>
      <p:sp>
        <p:nvSpPr>
          <p:cNvPr id="28" name="編號"/>
          <p:cNvSpPr/>
          <p:nvPr/>
        </p:nvSpPr>
        <p:spPr>
          <a:xfrm>
            <a:off x="6208205" y="4594860"/>
            <a:ext cx="480060" cy="480060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50" dirty="0"/>
          </a:p>
        </p:txBody>
      </p:sp>
      <p:sp>
        <p:nvSpPr>
          <p:cNvPr id="29" name="編號"/>
          <p:cNvSpPr/>
          <p:nvPr/>
        </p:nvSpPr>
        <p:spPr>
          <a:xfrm>
            <a:off x="6916865" y="4594860"/>
            <a:ext cx="480060" cy="480060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50" dirty="0"/>
          </a:p>
        </p:txBody>
      </p:sp>
      <p:sp>
        <p:nvSpPr>
          <p:cNvPr id="30" name="編號"/>
          <p:cNvSpPr/>
          <p:nvPr/>
        </p:nvSpPr>
        <p:spPr>
          <a:xfrm>
            <a:off x="7625524" y="4594860"/>
            <a:ext cx="480060" cy="480060"/>
          </a:xfrm>
          <a:prstGeom prst="roundRect">
            <a:avLst>
              <a:gd name="adj" fmla="val 14286"/>
            </a:avLst>
          </a:prstGeom>
          <a:solidFill>
            <a:srgbClr val="C9A2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50" dirty="0"/>
          </a:p>
        </p:txBody>
      </p:sp>
      <p:sp>
        <p:nvSpPr>
          <p:cNvPr id="31" name="編號"/>
          <p:cNvSpPr/>
          <p:nvPr/>
        </p:nvSpPr>
        <p:spPr>
          <a:xfrm>
            <a:off x="5533835" y="5646420"/>
            <a:ext cx="411480" cy="411480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162485" y="5657850"/>
            <a:ext cx="1371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7454075" y="5657850"/>
            <a:ext cx="23317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400" dirty="0"/>
          </a:p>
        </p:txBody>
      </p:sp>
      <p:sp>
        <p:nvSpPr>
          <p:cNvPr id="34" name="編號"/>
          <p:cNvSpPr/>
          <p:nvPr/>
        </p:nvSpPr>
        <p:spPr>
          <a:xfrm>
            <a:off x="5533835" y="6355080"/>
            <a:ext cx="411480" cy="411480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162485" y="6366510"/>
            <a:ext cx="1371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7454075" y="6366510"/>
            <a:ext cx="23317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400" dirty="0"/>
          </a:p>
        </p:txBody>
      </p:sp>
      <p:sp>
        <p:nvSpPr>
          <p:cNvPr id="37" name="編號"/>
          <p:cNvSpPr/>
          <p:nvPr/>
        </p:nvSpPr>
        <p:spPr>
          <a:xfrm>
            <a:off x="5533835" y="7063740"/>
            <a:ext cx="411480" cy="411480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162485" y="7075170"/>
            <a:ext cx="1371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7454075" y="7075170"/>
            <a:ext cx="23317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0221849" y="394906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0473309" y="3829050"/>
            <a:ext cx="40805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650" dirty="0"/>
          </a:p>
        </p:txBody>
      </p:sp>
      <p:sp>
        <p:nvSpPr>
          <p:cNvPr id="42" name="線條"/>
          <p:cNvSpPr/>
          <p:nvPr/>
        </p:nvSpPr>
        <p:spPr>
          <a:xfrm>
            <a:off x="10221849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221849" y="4572000"/>
            <a:ext cx="20574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750" dirty="0"/>
          </a:p>
        </p:txBody>
      </p:sp>
      <p:sp>
        <p:nvSpPr>
          <p:cNvPr id="44" name="Text 42"/>
          <p:cNvSpPr/>
          <p:nvPr/>
        </p:nvSpPr>
        <p:spPr>
          <a:xfrm>
            <a:off x="10221849" y="5052060"/>
            <a:ext cx="20574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750" dirty="0"/>
          </a:p>
        </p:txBody>
      </p:sp>
      <p:sp>
        <p:nvSpPr>
          <p:cNvPr id="45" name="Text 43"/>
          <p:cNvSpPr/>
          <p:nvPr/>
        </p:nvSpPr>
        <p:spPr>
          <a:xfrm>
            <a:off x="10221849" y="5532120"/>
            <a:ext cx="20574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750" dirty="0"/>
          </a:p>
        </p:txBody>
      </p:sp>
      <p:sp>
        <p:nvSpPr>
          <p:cNvPr id="46" name="Text 44"/>
          <p:cNvSpPr/>
          <p:nvPr/>
        </p:nvSpPr>
        <p:spPr>
          <a:xfrm>
            <a:off x="10221849" y="6012180"/>
            <a:ext cx="20574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750" dirty="0"/>
          </a:p>
        </p:txBody>
      </p:sp>
      <p:sp>
        <p:nvSpPr>
          <p:cNvPr id="47" name="Text 45"/>
          <p:cNvSpPr/>
          <p:nvPr/>
        </p:nvSpPr>
        <p:spPr>
          <a:xfrm>
            <a:off x="12507849" y="4572000"/>
            <a:ext cx="204597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12507849" y="5052060"/>
            <a:ext cx="204597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2507849" y="5532120"/>
            <a:ext cx="204597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10221849" y="6629400"/>
            <a:ext cx="43319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13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4503420" cy="45720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5269230" y="1337310"/>
            <a:ext cx="137160" cy="45720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7260" y="2228850"/>
            <a:ext cx="61493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4008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2308860" y="2937510"/>
            <a:ext cx="3154680" cy="3154680"/>
          </a:xfrm>
          <a:prstGeom prst="ellipse">
            <a:avLst/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308860" y="3347618"/>
            <a:ext cx="3154680" cy="977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5150" dirty="0"/>
          </a:p>
        </p:txBody>
      </p:sp>
      <p:sp>
        <p:nvSpPr>
          <p:cNvPr id="11" name="Text 9"/>
          <p:cNvSpPr/>
          <p:nvPr/>
        </p:nvSpPr>
        <p:spPr>
          <a:xfrm>
            <a:off x="2624328" y="4357116"/>
            <a:ext cx="2523744" cy="883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2" name="小圓"/>
          <p:cNvSpPr/>
          <p:nvPr/>
        </p:nvSpPr>
        <p:spPr>
          <a:xfrm>
            <a:off x="2146420" y="4984057"/>
            <a:ext cx="960120" cy="960120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3" name="小圓"/>
          <p:cNvSpPr/>
          <p:nvPr/>
        </p:nvSpPr>
        <p:spPr>
          <a:xfrm>
            <a:off x="3406140" y="5612130"/>
            <a:ext cx="960120" cy="960120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4" name="小圓"/>
          <p:cNvSpPr/>
          <p:nvPr/>
        </p:nvSpPr>
        <p:spPr>
          <a:xfrm>
            <a:off x="4665860" y="4984057"/>
            <a:ext cx="960120" cy="960120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886700" y="234886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138160" y="2228850"/>
            <a:ext cx="64156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650" dirty="0"/>
          </a:p>
        </p:txBody>
      </p:sp>
      <p:sp>
        <p:nvSpPr>
          <p:cNvPr id="17" name="線條"/>
          <p:cNvSpPr/>
          <p:nvPr/>
        </p:nvSpPr>
        <p:spPr>
          <a:xfrm>
            <a:off x="7886700" y="2708910"/>
            <a:ext cx="66671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7886700" y="2994660"/>
            <a:ext cx="1803273" cy="82296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2000" dirty="0"/>
          </a:p>
        </p:txBody>
      </p:sp>
      <p:sp>
        <p:nvSpPr>
          <p:cNvPr id="19" name="三角形"/>
          <p:cNvSpPr/>
          <p:nvPr/>
        </p:nvSpPr>
        <p:spPr>
          <a:xfrm>
            <a:off x="9787128" y="3331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三角形"/>
          <p:cNvSpPr/>
          <p:nvPr/>
        </p:nvSpPr>
        <p:spPr>
          <a:xfrm>
            <a:off x="9947148" y="3331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三角形"/>
          <p:cNvSpPr/>
          <p:nvPr/>
        </p:nvSpPr>
        <p:spPr>
          <a:xfrm>
            <a:off x="10107168" y="3331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流程鏈"/>
          <p:cNvSpPr/>
          <p:nvPr/>
        </p:nvSpPr>
        <p:spPr>
          <a:xfrm>
            <a:off x="10318623" y="2994660"/>
            <a:ext cx="1803273" cy="82296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2000" dirty="0"/>
          </a:p>
        </p:txBody>
      </p:sp>
      <p:sp>
        <p:nvSpPr>
          <p:cNvPr id="23" name="三角形"/>
          <p:cNvSpPr/>
          <p:nvPr/>
        </p:nvSpPr>
        <p:spPr>
          <a:xfrm>
            <a:off x="12219051" y="3331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三角形"/>
          <p:cNvSpPr/>
          <p:nvPr/>
        </p:nvSpPr>
        <p:spPr>
          <a:xfrm>
            <a:off x="12379071" y="3331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三角形"/>
          <p:cNvSpPr/>
          <p:nvPr/>
        </p:nvSpPr>
        <p:spPr>
          <a:xfrm>
            <a:off x="12539091" y="3331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流程鏈"/>
          <p:cNvSpPr/>
          <p:nvPr/>
        </p:nvSpPr>
        <p:spPr>
          <a:xfrm>
            <a:off x="12750546" y="2994660"/>
            <a:ext cx="1803273" cy="82296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2000" dirty="0"/>
          </a:p>
        </p:txBody>
      </p:sp>
      <p:sp>
        <p:nvSpPr>
          <p:cNvPr id="27" name="流程鏈"/>
          <p:cNvSpPr/>
          <p:nvPr/>
        </p:nvSpPr>
        <p:spPr>
          <a:xfrm>
            <a:off x="7886700" y="4400550"/>
            <a:ext cx="941146" cy="64008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</p:txBody>
      </p:sp>
      <p:sp>
        <p:nvSpPr>
          <p:cNvPr id="28" name="三角形"/>
          <p:cNvSpPr/>
          <p:nvPr/>
        </p:nvSpPr>
        <p:spPr>
          <a:xfrm>
            <a:off x="8855850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三角形"/>
          <p:cNvSpPr/>
          <p:nvPr/>
        </p:nvSpPr>
        <p:spPr>
          <a:xfrm>
            <a:off x="9015870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三角形"/>
          <p:cNvSpPr/>
          <p:nvPr/>
        </p:nvSpPr>
        <p:spPr>
          <a:xfrm>
            <a:off x="9175890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流程鏈"/>
          <p:cNvSpPr/>
          <p:nvPr/>
        </p:nvSpPr>
        <p:spPr>
          <a:xfrm>
            <a:off x="9318193" y="4400550"/>
            <a:ext cx="941146" cy="64008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</p:txBody>
      </p:sp>
      <p:sp>
        <p:nvSpPr>
          <p:cNvPr id="32" name="三角形"/>
          <p:cNvSpPr/>
          <p:nvPr/>
        </p:nvSpPr>
        <p:spPr>
          <a:xfrm>
            <a:off x="10287343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三角形"/>
          <p:cNvSpPr/>
          <p:nvPr/>
        </p:nvSpPr>
        <p:spPr>
          <a:xfrm>
            <a:off x="10447363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三角形"/>
          <p:cNvSpPr/>
          <p:nvPr/>
        </p:nvSpPr>
        <p:spPr>
          <a:xfrm>
            <a:off x="10607383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流程鏈"/>
          <p:cNvSpPr/>
          <p:nvPr/>
        </p:nvSpPr>
        <p:spPr>
          <a:xfrm>
            <a:off x="10749686" y="4400550"/>
            <a:ext cx="941146" cy="64008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</p:txBody>
      </p:sp>
      <p:sp>
        <p:nvSpPr>
          <p:cNvPr id="36" name="三角形"/>
          <p:cNvSpPr/>
          <p:nvPr/>
        </p:nvSpPr>
        <p:spPr>
          <a:xfrm>
            <a:off x="11718836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三角形"/>
          <p:cNvSpPr/>
          <p:nvPr/>
        </p:nvSpPr>
        <p:spPr>
          <a:xfrm>
            <a:off x="11878856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12038876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流程鏈"/>
          <p:cNvSpPr/>
          <p:nvPr/>
        </p:nvSpPr>
        <p:spPr>
          <a:xfrm>
            <a:off x="12181180" y="4400550"/>
            <a:ext cx="941146" cy="64008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</p:txBody>
      </p:sp>
      <p:sp>
        <p:nvSpPr>
          <p:cNvPr id="40" name="三角形"/>
          <p:cNvSpPr/>
          <p:nvPr/>
        </p:nvSpPr>
        <p:spPr>
          <a:xfrm>
            <a:off x="13150329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三角形"/>
          <p:cNvSpPr/>
          <p:nvPr/>
        </p:nvSpPr>
        <p:spPr>
          <a:xfrm>
            <a:off x="13310349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三角形"/>
          <p:cNvSpPr/>
          <p:nvPr/>
        </p:nvSpPr>
        <p:spPr>
          <a:xfrm>
            <a:off x="13470369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流程鏈"/>
          <p:cNvSpPr/>
          <p:nvPr/>
        </p:nvSpPr>
        <p:spPr>
          <a:xfrm>
            <a:off x="13612673" y="4400550"/>
            <a:ext cx="941146" cy="64008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</p:txBody>
      </p:sp>
      <p:sp>
        <p:nvSpPr>
          <p:cNvPr id="44" name="流程鏈"/>
          <p:cNvSpPr/>
          <p:nvPr/>
        </p:nvSpPr>
        <p:spPr>
          <a:xfrm>
            <a:off x="7886700" y="5657850"/>
            <a:ext cx="1195292" cy="64008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750" dirty="0"/>
          </a:p>
        </p:txBody>
      </p:sp>
      <p:sp>
        <p:nvSpPr>
          <p:cNvPr id="45" name="三角形"/>
          <p:cNvSpPr/>
          <p:nvPr/>
        </p:nvSpPr>
        <p:spPr>
          <a:xfrm>
            <a:off x="9179147" y="59035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三角形"/>
          <p:cNvSpPr/>
          <p:nvPr/>
        </p:nvSpPr>
        <p:spPr>
          <a:xfrm>
            <a:off x="9339167" y="59035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三角形"/>
          <p:cNvSpPr/>
          <p:nvPr/>
        </p:nvSpPr>
        <p:spPr>
          <a:xfrm>
            <a:off x="9499187" y="59035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流程鏈"/>
          <p:cNvSpPr/>
          <p:nvPr/>
        </p:nvSpPr>
        <p:spPr>
          <a:xfrm>
            <a:off x="9710642" y="5657850"/>
            <a:ext cx="1195292" cy="64008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750" dirty="0"/>
          </a:p>
        </p:txBody>
      </p:sp>
      <p:sp>
        <p:nvSpPr>
          <p:cNvPr id="49" name="三角形"/>
          <p:cNvSpPr/>
          <p:nvPr/>
        </p:nvSpPr>
        <p:spPr>
          <a:xfrm>
            <a:off x="11003090" y="59035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三角形"/>
          <p:cNvSpPr/>
          <p:nvPr/>
        </p:nvSpPr>
        <p:spPr>
          <a:xfrm>
            <a:off x="11163110" y="59035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三角形"/>
          <p:cNvSpPr/>
          <p:nvPr/>
        </p:nvSpPr>
        <p:spPr>
          <a:xfrm>
            <a:off x="11323130" y="59035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流程鏈"/>
          <p:cNvSpPr/>
          <p:nvPr/>
        </p:nvSpPr>
        <p:spPr>
          <a:xfrm>
            <a:off x="11534585" y="5657850"/>
            <a:ext cx="1195292" cy="64008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750" dirty="0"/>
          </a:p>
        </p:txBody>
      </p:sp>
      <p:sp>
        <p:nvSpPr>
          <p:cNvPr id="53" name="三角形"/>
          <p:cNvSpPr/>
          <p:nvPr/>
        </p:nvSpPr>
        <p:spPr>
          <a:xfrm>
            <a:off x="12827032" y="59035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三角形"/>
          <p:cNvSpPr/>
          <p:nvPr/>
        </p:nvSpPr>
        <p:spPr>
          <a:xfrm>
            <a:off x="12987052" y="59035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三角形"/>
          <p:cNvSpPr/>
          <p:nvPr/>
        </p:nvSpPr>
        <p:spPr>
          <a:xfrm>
            <a:off x="13147072" y="59035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流程鏈"/>
          <p:cNvSpPr/>
          <p:nvPr/>
        </p:nvSpPr>
        <p:spPr>
          <a:xfrm>
            <a:off x="13358527" y="5657850"/>
            <a:ext cx="1195292" cy="64008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750" dirty="0"/>
          </a:p>
        </p:txBody>
      </p:sp>
      <p:sp>
        <p:nvSpPr>
          <p:cNvPr id="57" name="Text 55"/>
          <p:cNvSpPr/>
          <p:nvPr/>
        </p:nvSpPr>
        <p:spPr>
          <a:xfrm>
            <a:off x="7886700" y="6423660"/>
            <a:ext cx="119529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9710642" y="6423660"/>
            <a:ext cx="119529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11534585" y="6423660"/>
            <a:ext cx="119529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13358527" y="6423660"/>
            <a:ext cx="119529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7886700" y="7200900"/>
            <a:ext cx="66671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3" name="Text 61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13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5681345" cy="45720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447155" y="1337310"/>
            <a:ext cx="137160" cy="45720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7260" y="2228850"/>
            <a:ext cx="2941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685800" y="350901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0" name="處理"/>
          <p:cNvSpPr/>
          <p:nvPr/>
        </p:nvSpPr>
        <p:spPr>
          <a:xfrm>
            <a:off x="2849785" y="350901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714500" y="3771900"/>
            <a:ext cx="1135285" cy="0"/>
          </a:xfrm>
          <a:prstGeom prst="straightConnector1">
            <a:avLst/>
          </a:prstGeom>
          <a:ln w="23876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12" name="Text 10"/>
          <p:cNvSpPr/>
          <p:nvPr/>
        </p:nvSpPr>
        <p:spPr>
          <a:xfrm>
            <a:off x="4244245" y="234886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495705" y="2228850"/>
            <a:ext cx="2941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650" dirty="0"/>
          </a:p>
        </p:txBody>
      </p:sp>
      <p:sp>
        <p:nvSpPr>
          <p:cNvPr id="14" name="線條"/>
          <p:cNvSpPr/>
          <p:nvPr/>
        </p:nvSpPr>
        <p:spPr>
          <a:xfrm>
            <a:off x="4244245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4244245" y="308610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6" name="處理"/>
          <p:cNvSpPr/>
          <p:nvPr/>
        </p:nvSpPr>
        <p:spPr>
          <a:xfrm>
            <a:off x="6408230" y="422910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5272945" y="3348990"/>
            <a:ext cx="1135285" cy="1143000"/>
          </a:xfrm>
          <a:prstGeom prst="bentConnector3">
            <a:avLst>
              <a:gd name="adj1" fmla="val 50000"/>
            </a:avLst>
          </a:prstGeom>
          <a:ln w="23876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18" name="Text 16"/>
          <p:cNvSpPr/>
          <p:nvPr/>
        </p:nvSpPr>
        <p:spPr>
          <a:xfrm>
            <a:off x="7802690" y="234886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054150" y="2228850"/>
            <a:ext cx="2941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650" dirty="0"/>
          </a:p>
        </p:txBody>
      </p:sp>
      <p:sp>
        <p:nvSpPr>
          <p:cNvPr id="20" name="線條"/>
          <p:cNvSpPr/>
          <p:nvPr/>
        </p:nvSpPr>
        <p:spPr>
          <a:xfrm>
            <a:off x="780269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7802690" y="350901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2" name="處理"/>
          <p:cNvSpPr/>
          <p:nvPr/>
        </p:nvSpPr>
        <p:spPr>
          <a:xfrm>
            <a:off x="9966674" y="350901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8831389" y="3771900"/>
            <a:ext cx="1135285" cy="0"/>
          </a:xfrm>
          <a:prstGeom prst="straightConnector1">
            <a:avLst/>
          </a:prstGeom>
          <a:ln w="23876">
            <a:solidFill>
              <a:srgbClr val="8C8C8C"/>
            </a:solidFill>
            <a:prstDash val="sysDot"/>
            <a:tailEnd type="triangle"/>
          </a:ln>
        </p:spPr>
      </p:cxnSp>
      <p:sp>
        <p:nvSpPr>
          <p:cNvPr id="24" name="Text 22"/>
          <p:cNvSpPr/>
          <p:nvPr/>
        </p:nvSpPr>
        <p:spPr>
          <a:xfrm>
            <a:off x="11361134" y="234886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1612594" y="2228850"/>
            <a:ext cx="2941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650" dirty="0"/>
          </a:p>
        </p:txBody>
      </p:sp>
      <p:sp>
        <p:nvSpPr>
          <p:cNvPr id="26" name="線條"/>
          <p:cNvSpPr/>
          <p:nvPr/>
        </p:nvSpPr>
        <p:spPr>
          <a:xfrm>
            <a:off x="11361134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11361134" y="405765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8" name="處理"/>
          <p:cNvSpPr/>
          <p:nvPr/>
        </p:nvSpPr>
        <p:spPr>
          <a:xfrm>
            <a:off x="13525119" y="405765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29" name="曲線箭頭"/>
          <p:cNvSpPr/>
          <p:nvPr/>
        </p:nvSpPr>
        <p:spPr>
          <a:xfrm>
            <a:off x="11875484" y="3028950"/>
            <a:ext cx="2163985" cy="960120"/>
          </a:xfrm>
          <a:custGeom>
            <a:avLst/>
            <a:gdLst/>
            <a:ahLst/>
            <a:cxnLst/>
            <a:rect l="l" t="t" r="r" b="b"/>
            <a:pathLst>
              <a:path w="2163985" h="960120">
                <a:moveTo>
                  <a:pt x="0" y="960120"/>
                </a:moveTo>
                <a:cubicBezTo>
                  <a:pt x="0" y="0"/>
                  <a:pt x="2163985" y="0"/>
                  <a:pt x="2163985" y="960120"/>
                </a:cubicBezTo>
              </a:path>
            </a:pathLst>
          </a:custGeom>
          <a:ln w="23876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85800" y="503491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937260" y="4914900"/>
            <a:ext cx="2941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650" dirty="0"/>
          </a:p>
        </p:txBody>
      </p:sp>
      <p:sp>
        <p:nvSpPr>
          <p:cNvPr id="32" name="線條"/>
          <p:cNvSpPr/>
          <p:nvPr/>
        </p:nvSpPr>
        <p:spPr>
          <a:xfrm>
            <a:off x="68580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6229350"/>
            <a:ext cx="7086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650" dirty="0"/>
          </a:p>
        </p:txBody>
      </p:sp>
      <p:sp>
        <p:nvSpPr>
          <p:cNvPr id="34" name="三角形"/>
          <p:cNvSpPr/>
          <p:nvPr/>
        </p:nvSpPr>
        <p:spPr>
          <a:xfrm>
            <a:off x="1443966" y="638365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三角形"/>
          <p:cNvSpPr/>
          <p:nvPr/>
        </p:nvSpPr>
        <p:spPr>
          <a:xfrm>
            <a:off x="1603986" y="638365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三角形"/>
          <p:cNvSpPr/>
          <p:nvPr/>
        </p:nvSpPr>
        <p:spPr>
          <a:xfrm>
            <a:off x="1764006" y="638365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927812" y="6229350"/>
            <a:ext cx="7086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650" dirty="0"/>
          </a:p>
        </p:txBody>
      </p:sp>
      <p:sp>
        <p:nvSpPr>
          <p:cNvPr id="38" name="三角形"/>
          <p:cNvSpPr/>
          <p:nvPr/>
        </p:nvSpPr>
        <p:spPr>
          <a:xfrm>
            <a:off x="2685979" y="638365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三角形"/>
          <p:cNvSpPr/>
          <p:nvPr/>
        </p:nvSpPr>
        <p:spPr>
          <a:xfrm>
            <a:off x="2845999" y="638365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三角形"/>
          <p:cNvSpPr/>
          <p:nvPr/>
        </p:nvSpPr>
        <p:spPr>
          <a:xfrm>
            <a:off x="3006019" y="638365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3169825" y="6229350"/>
            <a:ext cx="7086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4244245" y="503491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4495705" y="4914900"/>
            <a:ext cx="2941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650" dirty="0"/>
          </a:p>
        </p:txBody>
      </p:sp>
      <p:sp>
        <p:nvSpPr>
          <p:cNvPr id="44" name="線條"/>
          <p:cNvSpPr/>
          <p:nvPr/>
        </p:nvSpPr>
        <p:spPr>
          <a:xfrm>
            <a:off x="4244245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5" name="處理"/>
          <p:cNvSpPr/>
          <p:nvPr/>
        </p:nvSpPr>
        <p:spPr>
          <a:xfrm>
            <a:off x="4244245" y="619506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46" name="處理"/>
          <p:cNvSpPr/>
          <p:nvPr/>
        </p:nvSpPr>
        <p:spPr>
          <a:xfrm>
            <a:off x="6408230" y="619506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47" name="三角形"/>
          <p:cNvSpPr/>
          <p:nvPr/>
        </p:nvSpPr>
        <p:spPr>
          <a:xfrm>
            <a:off x="5579983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三角形"/>
          <p:cNvSpPr/>
          <p:nvPr/>
        </p:nvSpPr>
        <p:spPr>
          <a:xfrm>
            <a:off x="5772007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三角形"/>
          <p:cNvSpPr/>
          <p:nvPr/>
        </p:nvSpPr>
        <p:spPr>
          <a:xfrm>
            <a:off x="5964031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7802690" y="503491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8054150" y="4914900"/>
            <a:ext cx="2941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650" dirty="0"/>
          </a:p>
        </p:txBody>
      </p:sp>
      <p:sp>
        <p:nvSpPr>
          <p:cNvPr id="52" name="線條"/>
          <p:cNvSpPr/>
          <p:nvPr/>
        </p:nvSpPr>
        <p:spPr>
          <a:xfrm>
            <a:off x="780269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3" name="區塊箭號"/>
          <p:cNvSpPr/>
          <p:nvPr/>
        </p:nvSpPr>
        <p:spPr>
          <a:xfrm>
            <a:off x="7802690" y="6149340"/>
            <a:ext cx="1201388" cy="617220"/>
          </a:xfrm>
          <a:prstGeom prst="homePlate">
            <a:avLst>
              <a:gd name="adj" fmla="val 33333"/>
            </a:avLst>
          </a:prstGeom>
          <a:solidFill>
            <a:srgbClr val="2F5D5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650" dirty="0"/>
          </a:p>
        </p:txBody>
      </p:sp>
      <p:sp>
        <p:nvSpPr>
          <p:cNvPr id="54" name="區塊箭號"/>
          <p:cNvSpPr/>
          <p:nvPr/>
        </p:nvSpPr>
        <p:spPr>
          <a:xfrm>
            <a:off x="8844058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63867C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650" dirty="0"/>
          </a:p>
        </p:txBody>
      </p:sp>
      <p:sp>
        <p:nvSpPr>
          <p:cNvPr id="55" name="區塊箭號"/>
          <p:cNvSpPr/>
          <p:nvPr/>
        </p:nvSpPr>
        <p:spPr>
          <a:xfrm>
            <a:off x="9885426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C9A227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650" dirty="0"/>
          </a:p>
        </p:txBody>
      </p:sp>
      <p:sp>
        <p:nvSpPr>
          <p:cNvPr id="56" name="Text 54"/>
          <p:cNvSpPr/>
          <p:nvPr/>
        </p:nvSpPr>
        <p:spPr>
          <a:xfrm>
            <a:off x="11361134" y="503491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11612594" y="4914900"/>
            <a:ext cx="2941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650" dirty="0"/>
          </a:p>
        </p:txBody>
      </p:sp>
      <p:sp>
        <p:nvSpPr>
          <p:cNvPr id="58" name="線條"/>
          <p:cNvSpPr/>
          <p:nvPr/>
        </p:nvSpPr>
        <p:spPr>
          <a:xfrm>
            <a:off x="11361134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9" name="處理"/>
          <p:cNvSpPr/>
          <p:nvPr/>
        </p:nvSpPr>
        <p:spPr>
          <a:xfrm>
            <a:off x="11361134" y="619506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60" name="處理"/>
          <p:cNvSpPr/>
          <p:nvPr/>
        </p:nvSpPr>
        <p:spPr>
          <a:xfrm>
            <a:off x="13525119" y="571500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650" dirty="0"/>
          </a:p>
        </p:txBody>
      </p:sp>
      <p:sp>
        <p:nvSpPr>
          <p:cNvPr id="61" name="處理"/>
          <p:cNvSpPr/>
          <p:nvPr/>
        </p:nvSpPr>
        <p:spPr>
          <a:xfrm>
            <a:off x="13525119" y="667512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650" dirty="0"/>
          </a:p>
        </p:txBody>
      </p:sp>
      <p:cxnSp>
        <p:nvCxnSpPr>
          <p:cNvPr id="62" name="連接線"/>
          <p:cNvCxnSpPr>
            <a:stCxn id="59" idx="3"/>
            <a:endCxn id="60" idx="1"/>
          </p:cNvCxnSpPr>
          <p:nvPr/>
        </p:nvCxnSpPr>
        <p:spPr>
          <a:xfrm flipV="1">
            <a:off x="12389834" y="5977890"/>
            <a:ext cx="1135285" cy="480060"/>
          </a:xfrm>
          <a:prstGeom prst="bentConnector3">
            <a:avLst>
              <a:gd name="adj1" fmla="val 50000"/>
            </a:avLst>
          </a:prstGeom>
          <a:ln w="23876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63" name="連接線"/>
          <p:cNvCxnSpPr>
            <a:stCxn id="59" idx="3"/>
            <a:endCxn id="61" idx="1"/>
          </p:cNvCxnSpPr>
          <p:nvPr/>
        </p:nvCxnSpPr>
        <p:spPr>
          <a:xfrm>
            <a:off x="12389834" y="6457950"/>
            <a:ext cx="1135285" cy="480060"/>
          </a:xfrm>
          <a:prstGeom prst="bentConnector3">
            <a:avLst>
              <a:gd name="adj1" fmla="val 50000"/>
            </a:avLst>
          </a:prstGeom>
          <a:ln w="23876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64" name="Text 62"/>
          <p:cNvSpPr/>
          <p:nvPr/>
        </p:nvSpPr>
        <p:spPr>
          <a:xfrm>
            <a:off x="685800" y="7429500"/>
            <a:ext cx="138680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13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5614670" cy="45720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380480" y="1337310"/>
            <a:ext cx="137160" cy="45720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984218" y="2788920"/>
            <a:ext cx="1714500" cy="70866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685800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750" dirty="0"/>
          </a:p>
        </p:txBody>
      </p:sp>
      <p:sp>
        <p:nvSpPr>
          <p:cNvPr id="8" name="處理"/>
          <p:cNvSpPr/>
          <p:nvPr/>
        </p:nvSpPr>
        <p:spPr>
          <a:xfrm>
            <a:off x="3238405" y="2731770"/>
            <a:ext cx="1828800" cy="822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2997137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10" name="判斷"/>
          <p:cNvSpPr/>
          <p:nvPr/>
        </p:nvSpPr>
        <p:spPr>
          <a:xfrm>
            <a:off x="5606891" y="2571750"/>
            <a:ext cx="1714500" cy="1143000"/>
          </a:xfrm>
          <a:prstGeom prst="diamond">
            <a:avLst/>
          </a:prstGeom>
          <a:solidFill>
            <a:srgbClr val="FFFFFF"/>
          </a:solidFill>
          <a:ln w="35687">
            <a:solidFill>
              <a:srgbClr val="C9A22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5308473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12" name="輸入輸出"/>
          <p:cNvSpPr/>
          <p:nvPr/>
        </p:nvSpPr>
        <p:spPr>
          <a:xfrm>
            <a:off x="7803928" y="2731770"/>
            <a:ext cx="1943100" cy="822960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7619809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750" dirty="0"/>
          </a:p>
        </p:txBody>
      </p:sp>
      <p:sp>
        <p:nvSpPr>
          <p:cNvPr id="14" name="文件"/>
          <p:cNvSpPr/>
          <p:nvPr/>
        </p:nvSpPr>
        <p:spPr>
          <a:xfrm>
            <a:off x="10229564" y="2657475"/>
            <a:ext cx="1714500" cy="971550"/>
          </a:xfrm>
          <a:prstGeom prst="flowChartDocument">
            <a:avLst/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9931146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750" dirty="0"/>
          </a:p>
        </p:txBody>
      </p:sp>
      <p:sp>
        <p:nvSpPr>
          <p:cNvPr id="16" name="資料庫"/>
          <p:cNvSpPr/>
          <p:nvPr/>
        </p:nvSpPr>
        <p:spPr>
          <a:xfrm>
            <a:off x="12769501" y="2571750"/>
            <a:ext cx="1257300" cy="11430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2242483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685800" y="482917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37260" y="4709160"/>
            <a:ext cx="13616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650" dirty="0"/>
          </a:p>
        </p:txBody>
      </p:sp>
      <p:sp>
        <p:nvSpPr>
          <p:cNvPr id="20" name="線條"/>
          <p:cNvSpPr/>
          <p:nvPr/>
        </p:nvSpPr>
        <p:spPr>
          <a:xfrm>
            <a:off x="685800" y="518922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685800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22" name="輸入輸出"/>
          <p:cNvSpPr/>
          <p:nvPr/>
        </p:nvSpPr>
        <p:spPr>
          <a:xfrm>
            <a:off x="2785034" y="5497830"/>
            <a:ext cx="2057400" cy="777240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750" dirty="0"/>
          </a:p>
        </p:txBody>
      </p:sp>
      <p:sp>
        <p:nvSpPr>
          <p:cNvPr id="23" name="判斷"/>
          <p:cNvSpPr/>
          <p:nvPr/>
        </p:nvSpPr>
        <p:spPr>
          <a:xfrm>
            <a:off x="5512918" y="5314950"/>
            <a:ext cx="1943100" cy="1143000"/>
          </a:xfrm>
          <a:prstGeom prst="diamond">
            <a:avLst/>
          </a:prstGeom>
          <a:solidFill>
            <a:srgbClr val="FFFFFF"/>
          </a:solidFill>
          <a:ln w="35687">
            <a:solidFill>
              <a:srgbClr val="C9A22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650" dirty="0"/>
          </a:p>
        </p:txBody>
      </p:sp>
      <p:sp>
        <p:nvSpPr>
          <p:cNvPr id="24" name="處理"/>
          <p:cNvSpPr/>
          <p:nvPr/>
        </p:nvSpPr>
        <p:spPr>
          <a:xfrm>
            <a:off x="8126501" y="5497830"/>
            <a:ext cx="1828800" cy="777240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750" dirty="0"/>
          </a:p>
        </p:txBody>
      </p:sp>
      <p:sp>
        <p:nvSpPr>
          <p:cNvPr id="25" name="文件"/>
          <p:cNvSpPr/>
          <p:nvPr/>
        </p:nvSpPr>
        <p:spPr>
          <a:xfrm>
            <a:off x="10625785" y="5429250"/>
            <a:ext cx="1828800" cy="914400"/>
          </a:xfrm>
          <a:prstGeom prst="flowChartDocument">
            <a:avLst/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750" dirty="0"/>
          </a:p>
        </p:txBody>
      </p:sp>
      <p:sp>
        <p:nvSpPr>
          <p:cNvPr id="26" name="開始／結束"/>
          <p:cNvSpPr/>
          <p:nvPr/>
        </p:nvSpPr>
        <p:spPr>
          <a:xfrm>
            <a:off x="13125069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75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2114550" y="5886450"/>
            <a:ext cx="833704" cy="0"/>
          </a:xfrm>
          <a:prstGeom prst="straightConnector1">
            <a:avLst/>
          </a:prstGeom>
          <a:ln w="23876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4679213" y="5886450"/>
            <a:ext cx="833704" cy="0"/>
          </a:xfrm>
          <a:prstGeom prst="straightConnector1">
            <a:avLst/>
          </a:prstGeom>
          <a:ln w="23876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7456018" y="5886450"/>
            <a:ext cx="670484" cy="0"/>
          </a:xfrm>
          <a:prstGeom prst="straightConnector1">
            <a:avLst/>
          </a:prstGeom>
          <a:ln w="23876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9955301" y="5886450"/>
            <a:ext cx="670484" cy="0"/>
          </a:xfrm>
          <a:prstGeom prst="straightConnector1">
            <a:avLst/>
          </a:prstGeom>
          <a:ln w="23876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12454585" y="5886450"/>
            <a:ext cx="670484" cy="0"/>
          </a:xfrm>
          <a:prstGeom prst="straightConnector1">
            <a:avLst/>
          </a:prstGeom>
          <a:ln w="23876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32" name="Text 30"/>
          <p:cNvSpPr/>
          <p:nvPr/>
        </p:nvSpPr>
        <p:spPr>
          <a:xfrm>
            <a:off x="7478878" y="5406390"/>
            <a:ext cx="6704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400" dirty="0"/>
          </a:p>
        </p:txBody>
      </p:sp>
      <p:sp>
        <p:nvSpPr>
          <p:cNvPr id="33" name="資料庫"/>
          <p:cNvSpPr/>
          <p:nvPr/>
        </p:nvSpPr>
        <p:spPr>
          <a:xfrm>
            <a:off x="8469401" y="6766560"/>
            <a:ext cx="1143000" cy="93726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50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9040901" y="6275070"/>
            <a:ext cx="0" cy="491490"/>
          </a:xfrm>
          <a:prstGeom prst="straightConnector1">
            <a:avLst/>
          </a:prstGeom>
          <a:ln w="23876">
            <a:solidFill>
              <a:srgbClr val="8C8C8C"/>
            </a:solidFill>
            <a:prstDash val="sysDash"/>
            <a:headEnd type="triangle"/>
            <a:tailEnd type="triangle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5057661" y="5031143"/>
            <a:ext cx="182880" cy="2670734"/>
          </a:xfrm>
          <a:prstGeom prst="bentConnector3">
            <a:avLst>
              <a:gd name="adj1" fmla="val -468750"/>
            </a:avLst>
          </a:prstGeom>
          <a:ln w="23876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36" name="Text 34"/>
          <p:cNvSpPr/>
          <p:nvPr/>
        </p:nvSpPr>
        <p:spPr>
          <a:xfrm>
            <a:off x="6598768" y="6595110"/>
            <a:ext cx="571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13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4058920" cy="45720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4824730" y="1337310"/>
            <a:ext cx="137160" cy="45720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7260" y="2228850"/>
            <a:ext cx="6263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5151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685800" y="4743450"/>
            <a:ext cx="937260" cy="5715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650" dirty="0"/>
          </a:p>
        </p:txBody>
      </p:sp>
      <p:sp>
        <p:nvSpPr>
          <p:cNvPr id="10" name="處理"/>
          <p:cNvSpPr/>
          <p:nvPr/>
        </p:nvSpPr>
        <p:spPr>
          <a:xfrm>
            <a:off x="2343150" y="3829050"/>
            <a:ext cx="1051560" cy="5715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500" dirty="0"/>
          </a:p>
        </p:txBody>
      </p:sp>
      <p:sp>
        <p:nvSpPr>
          <p:cNvPr id="11" name="處理"/>
          <p:cNvSpPr/>
          <p:nvPr/>
        </p:nvSpPr>
        <p:spPr>
          <a:xfrm>
            <a:off x="2343150" y="5657850"/>
            <a:ext cx="1051560" cy="5715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500" dirty="0"/>
          </a:p>
        </p:txBody>
      </p:sp>
      <p:sp>
        <p:nvSpPr>
          <p:cNvPr id="12" name="處理"/>
          <p:cNvSpPr/>
          <p:nvPr/>
        </p:nvSpPr>
        <p:spPr>
          <a:xfrm>
            <a:off x="4114800" y="4743450"/>
            <a:ext cx="937260" cy="571500"/>
          </a:xfrm>
          <a:prstGeom prst="roundRect">
            <a:avLst>
              <a:gd name="adj" fmla="val 24000"/>
            </a:avLst>
          </a:prstGeom>
          <a:solidFill>
            <a:srgbClr val="2F5D5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650" dirty="0"/>
          </a:p>
        </p:txBody>
      </p:sp>
      <p:sp>
        <p:nvSpPr>
          <p:cNvPr id="13" name="處理"/>
          <p:cNvSpPr/>
          <p:nvPr/>
        </p:nvSpPr>
        <p:spPr>
          <a:xfrm>
            <a:off x="5772150" y="3257550"/>
            <a:ext cx="1428750" cy="5715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5772150" y="4743450"/>
            <a:ext cx="1428750" cy="5715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500" dirty="0"/>
          </a:p>
        </p:txBody>
      </p:sp>
      <p:sp>
        <p:nvSpPr>
          <p:cNvPr id="15" name="處理"/>
          <p:cNvSpPr/>
          <p:nvPr/>
        </p:nvSpPr>
        <p:spPr>
          <a:xfrm>
            <a:off x="5772150" y="6229350"/>
            <a:ext cx="1428750" cy="5715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500" dirty="0"/>
          </a:p>
        </p:txBody>
      </p:sp>
      <p:sp>
        <p:nvSpPr>
          <p:cNvPr id="16" name="連接線"/>
          <p:cNvSpPr/>
          <p:nvPr/>
        </p:nvSpPr>
        <p:spPr>
          <a:xfrm>
            <a:off x="169164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69164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346329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346329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5120640" y="35433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1485900"/>
                </a:moveTo>
                <a:lnTo>
                  <a:pt x="291465" y="14859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5120640" y="5029200"/>
            <a:ext cx="582930" cy="0"/>
          </a:xfrm>
          <a:prstGeom prst="line">
            <a:avLst/>
          </a:prstGeom>
          <a:noFill/>
          <a:ln w="23876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5120640" y="50292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0"/>
                </a:moveTo>
                <a:lnTo>
                  <a:pt x="291465" y="0"/>
                </a:lnTo>
                <a:lnTo>
                  <a:pt x="291465" y="1485900"/>
                </a:lnTo>
                <a:lnTo>
                  <a:pt x="582930" y="1485900"/>
                </a:lnTo>
              </a:path>
            </a:pathLst>
          </a:custGeom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715250" y="234886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66710" y="2228850"/>
            <a:ext cx="31203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650" dirty="0"/>
          </a:p>
        </p:txBody>
      </p:sp>
      <p:sp>
        <p:nvSpPr>
          <p:cNvPr id="25" name="線條"/>
          <p:cNvSpPr/>
          <p:nvPr/>
        </p:nvSpPr>
        <p:spPr>
          <a:xfrm>
            <a:off x="7715250" y="2708910"/>
            <a:ext cx="337185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8195310" y="5029200"/>
            <a:ext cx="241173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9401175" y="3371850"/>
            <a:ext cx="0" cy="331470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8875395" y="4503420"/>
            <a:ext cx="1051560" cy="1051560"/>
          </a:xfrm>
          <a:prstGeom prst="ellipse">
            <a:avLst/>
          </a:prstGeom>
          <a:solidFill>
            <a:srgbClr val="2F5D5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5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500" dirty="0"/>
          </a:p>
        </p:txBody>
      </p:sp>
      <p:sp>
        <p:nvSpPr>
          <p:cNvPr id="29" name="標籤"/>
          <p:cNvSpPr/>
          <p:nvPr/>
        </p:nvSpPr>
        <p:spPr>
          <a:xfrm>
            <a:off x="8186420" y="4034790"/>
            <a:ext cx="646430" cy="34290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400" dirty="0"/>
          </a:p>
        </p:txBody>
      </p:sp>
      <p:sp>
        <p:nvSpPr>
          <p:cNvPr id="30" name="標籤"/>
          <p:cNvSpPr/>
          <p:nvPr/>
        </p:nvSpPr>
        <p:spPr>
          <a:xfrm>
            <a:off x="9969500" y="4034790"/>
            <a:ext cx="646430" cy="342900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400" dirty="0"/>
          </a:p>
        </p:txBody>
      </p:sp>
      <p:sp>
        <p:nvSpPr>
          <p:cNvPr id="31" name="標籤"/>
          <p:cNvSpPr/>
          <p:nvPr/>
        </p:nvSpPr>
        <p:spPr>
          <a:xfrm>
            <a:off x="8186420" y="5680710"/>
            <a:ext cx="646430" cy="34290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400" dirty="0"/>
          </a:p>
        </p:txBody>
      </p:sp>
      <p:sp>
        <p:nvSpPr>
          <p:cNvPr id="32" name="標籤"/>
          <p:cNvSpPr/>
          <p:nvPr/>
        </p:nvSpPr>
        <p:spPr>
          <a:xfrm>
            <a:off x="9969500" y="5680710"/>
            <a:ext cx="646430" cy="34290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715375" y="2971800"/>
            <a:ext cx="1371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715375" y="6743700"/>
            <a:ext cx="1371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658100" y="4857750"/>
            <a:ext cx="514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0629900" y="4857750"/>
            <a:ext cx="514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1544300" y="2348865"/>
            <a:ext cx="125730" cy="12573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1795760" y="2228850"/>
            <a:ext cx="27580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650" dirty="0"/>
          </a:p>
        </p:txBody>
      </p:sp>
      <p:sp>
        <p:nvSpPr>
          <p:cNvPr id="39" name="線條"/>
          <p:cNvSpPr/>
          <p:nvPr/>
        </p:nvSpPr>
        <p:spPr>
          <a:xfrm>
            <a:off x="11544300" y="2708910"/>
            <a:ext cx="30095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2458700" y="2857500"/>
            <a:ext cx="11658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3430250" y="2857500"/>
            <a:ext cx="11658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400" dirty="0"/>
          </a:p>
        </p:txBody>
      </p:sp>
      <p:sp>
        <p:nvSpPr>
          <p:cNvPr id="42" name="寬欄條"/>
          <p:cNvSpPr/>
          <p:nvPr/>
        </p:nvSpPr>
        <p:spPr>
          <a:xfrm>
            <a:off x="12687300" y="3257550"/>
            <a:ext cx="708660" cy="3886200"/>
          </a:xfrm>
          <a:prstGeom prst="roundRect">
            <a:avLst>
              <a:gd name="adj" fmla="val 19355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13658850" y="3257550"/>
            <a:ext cx="708660" cy="3886200"/>
          </a:xfrm>
          <a:prstGeom prst="roundRect">
            <a:avLst>
              <a:gd name="adj" fmla="val 19355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1544300" y="3806190"/>
            <a:ext cx="10287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12778740" y="3737610"/>
            <a:ext cx="525780" cy="525780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650" dirty="0"/>
          </a:p>
        </p:txBody>
      </p:sp>
      <p:sp>
        <p:nvSpPr>
          <p:cNvPr id="46" name="編號"/>
          <p:cNvSpPr/>
          <p:nvPr/>
        </p:nvSpPr>
        <p:spPr>
          <a:xfrm>
            <a:off x="13750290" y="3737610"/>
            <a:ext cx="525780" cy="525780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650" dirty="0"/>
          </a:p>
        </p:txBody>
      </p:sp>
      <p:sp>
        <p:nvSpPr>
          <p:cNvPr id="47" name="Text 45"/>
          <p:cNvSpPr/>
          <p:nvPr/>
        </p:nvSpPr>
        <p:spPr>
          <a:xfrm>
            <a:off x="11544300" y="5006340"/>
            <a:ext cx="10287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12778740" y="4937760"/>
            <a:ext cx="525780" cy="525780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650" dirty="0"/>
          </a:p>
        </p:txBody>
      </p:sp>
      <p:sp>
        <p:nvSpPr>
          <p:cNvPr id="49" name="編號"/>
          <p:cNvSpPr/>
          <p:nvPr/>
        </p:nvSpPr>
        <p:spPr>
          <a:xfrm>
            <a:off x="13750290" y="4937760"/>
            <a:ext cx="525780" cy="525780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11544300" y="6206490"/>
            <a:ext cx="10287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12778740" y="6137910"/>
            <a:ext cx="525780" cy="525780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650" dirty="0"/>
          </a:p>
        </p:txBody>
      </p:sp>
      <p:sp>
        <p:nvSpPr>
          <p:cNvPr id="52" name="編號"/>
          <p:cNvSpPr/>
          <p:nvPr/>
        </p:nvSpPr>
        <p:spPr>
          <a:xfrm>
            <a:off x="13750290" y="6137910"/>
            <a:ext cx="525780" cy="525780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650" dirty="0"/>
          </a:p>
        </p:txBody>
      </p:sp>
      <p:sp>
        <p:nvSpPr>
          <p:cNvPr id="53" name="Text 51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13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4503420" cy="45720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5269230" y="1337310"/>
            <a:ext cx="137160" cy="45720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大圓"/>
          <p:cNvSpPr/>
          <p:nvPr/>
        </p:nvSpPr>
        <p:spPr>
          <a:xfrm>
            <a:off x="1511237" y="2286000"/>
            <a:ext cx="2971800" cy="2971800"/>
          </a:xfrm>
          <a:prstGeom prst="ellipse">
            <a:avLst/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511237" y="2672334"/>
            <a:ext cx="2971800" cy="921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4900" dirty="0"/>
          </a:p>
        </p:txBody>
      </p:sp>
      <p:sp>
        <p:nvSpPr>
          <p:cNvPr id="8" name="Text 6"/>
          <p:cNvSpPr/>
          <p:nvPr/>
        </p:nvSpPr>
        <p:spPr>
          <a:xfrm>
            <a:off x="1808417" y="3623310"/>
            <a:ext cx="23774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900" dirty="0"/>
          </a:p>
        </p:txBody>
      </p:sp>
      <p:sp>
        <p:nvSpPr>
          <p:cNvPr id="9" name="大圓"/>
          <p:cNvSpPr/>
          <p:nvPr/>
        </p:nvSpPr>
        <p:spPr>
          <a:xfrm>
            <a:off x="6133910" y="2286000"/>
            <a:ext cx="2971800" cy="2971800"/>
          </a:xfrm>
          <a:prstGeom prst="ellipse">
            <a:avLst/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133910" y="2672334"/>
            <a:ext cx="2971800" cy="921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900" dirty="0"/>
          </a:p>
        </p:txBody>
      </p:sp>
      <p:sp>
        <p:nvSpPr>
          <p:cNvPr id="11" name="Text 9"/>
          <p:cNvSpPr/>
          <p:nvPr/>
        </p:nvSpPr>
        <p:spPr>
          <a:xfrm>
            <a:off x="6431090" y="3623310"/>
            <a:ext cx="23774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2" name="大圓"/>
          <p:cNvSpPr/>
          <p:nvPr/>
        </p:nvSpPr>
        <p:spPr>
          <a:xfrm>
            <a:off x="10756582" y="2286000"/>
            <a:ext cx="2971800" cy="2971800"/>
          </a:xfrm>
          <a:prstGeom prst="ellipse">
            <a:avLst/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0756582" y="2672334"/>
            <a:ext cx="2971800" cy="921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4900" dirty="0"/>
          </a:p>
        </p:txBody>
      </p:sp>
      <p:sp>
        <p:nvSpPr>
          <p:cNvPr id="14" name="Text 12"/>
          <p:cNvSpPr/>
          <p:nvPr/>
        </p:nvSpPr>
        <p:spPr>
          <a:xfrm>
            <a:off x="11053763" y="3623310"/>
            <a:ext cx="23774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900" dirty="0"/>
          </a:p>
        </p:txBody>
      </p:sp>
      <p:sp>
        <p:nvSpPr>
          <p:cNvPr id="15" name="三角形"/>
          <p:cNvSpPr/>
          <p:nvPr/>
        </p:nvSpPr>
        <p:spPr>
          <a:xfrm>
            <a:off x="5047869" y="368274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三角形"/>
          <p:cNvSpPr/>
          <p:nvPr/>
        </p:nvSpPr>
        <p:spPr>
          <a:xfrm>
            <a:off x="5239893" y="368274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三角形"/>
          <p:cNvSpPr/>
          <p:nvPr/>
        </p:nvSpPr>
        <p:spPr>
          <a:xfrm>
            <a:off x="5431917" y="368274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三角形"/>
          <p:cNvSpPr/>
          <p:nvPr/>
        </p:nvSpPr>
        <p:spPr>
          <a:xfrm>
            <a:off x="9670542" y="368274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9862566" y="368274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三角形"/>
          <p:cNvSpPr/>
          <p:nvPr/>
        </p:nvSpPr>
        <p:spPr>
          <a:xfrm>
            <a:off x="10054590" y="368274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小圓"/>
          <p:cNvSpPr/>
          <p:nvPr/>
        </p:nvSpPr>
        <p:spPr>
          <a:xfrm>
            <a:off x="5975917" y="4208937"/>
            <a:ext cx="914400" cy="914400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22" name="小圓"/>
          <p:cNvSpPr/>
          <p:nvPr/>
        </p:nvSpPr>
        <p:spPr>
          <a:xfrm>
            <a:off x="7162610" y="4800600"/>
            <a:ext cx="914400" cy="914400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23" name="小圓"/>
          <p:cNvSpPr/>
          <p:nvPr/>
        </p:nvSpPr>
        <p:spPr>
          <a:xfrm>
            <a:off x="8349302" y="4208937"/>
            <a:ext cx="914400" cy="914400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953057" y="5886450"/>
            <a:ext cx="108585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139750" y="5886450"/>
            <a:ext cx="108585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326442" y="5886450"/>
            <a:ext cx="108585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450" dirty="0"/>
          </a:p>
        </p:txBody>
      </p:sp>
      <p:sp>
        <p:nvSpPr>
          <p:cNvPr id="27" name="標籤"/>
          <p:cNvSpPr/>
          <p:nvPr/>
        </p:nvSpPr>
        <p:spPr>
          <a:xfrm>
            <a:off x="1682687" y="571500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650" dirty="0"/>
          </a:p>
        </p:txBody>
      </p:sp>
      <p:sp>
        <p:nvSpPr>
          <p:cNvPr id="28" name="標籤"/>
          <p:cNvSpPr/>
          <p:nvPr/>
        </p:nvSpPr>
        <p:spPr>
          <a:xfrm>
            <a:off x="1682687" y="634365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650" dirty="0"/>
          </a:p>
        </p:txBody>
      </p:sp>
      <p:sp>
        <p:nvSpPr>
          <p:cNvPr id="29" name="標籤"/>
          <p:cNvSpPr/>
          <p:nvPr/>
        </p:nvSpPr>
        <p:spPr>
          <a:xfrm>
            <a:off x="1682687" y="697230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30" name="標籤"/>
          <p:cNvSpPr/>
          <p:nvPr/>
        </p:nvSpPr>
        <p:spPr>
          <a:xfrm>
            <a:off x="10928033" y="571500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650" dirty="0"/>
          </a:p>
        </p:txBody>
      </p:sp>
      <p:sp>
        <p:nvSpPr>
          <p:cNvPr id="31" name="標籤"/>
          <p:cNvSpPr/>
          <p:nvPr/>
        </p:nvSpPr>
        <p:spPr>
          <a:xfrm>
            <a:off x="10928033" y="634365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650" dirty="0"/>
          </a:p>
        </p:txBody>
      </p:sp>
      <p:sp>
        <p:nvSpPr>
          <p:cNvPr id="32" name="標籤"/>
          <p:cNvSpPr/>
          <p:nvPr/>
        </p:nvSpPr>
        <p:spPr>
          <a:xfrm>
            <a:off x="10928033" y="697230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685800" y="7520940"/>
            <a:ext cx="138680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13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4058920" cy="45720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4824730" y="1337310"/>
            <a:ext cx="137160" cy="45720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685800" y="4914900"/>
            <a:ext cx="235298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85800" y="4914900"/>
            <a:ext cx="23529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750" dirty="0"/>
          </a:p>
        </p:txBody>
      </p:sp>
      <p:sp>
        <p:nvSpPr>
          <p:cNvPr id="8" name="三角形"/>
          <p:cNvSpPr/>
          <p:nvPr/>
        </p:nvSpPr>
        <p:spPr>
          <a:xfrm>
            <a:off x="3084500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三角形"/>
          <p:cNvSpPr/>
          <p:nvPr/>
        </p:nvSpPr>
        <p:spPr>
          <a:xfrm>
            <a:off x="3244520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三角形"/>
          <p:cNvSpPr/>
          <p:nvPr/>
        </p:nvSpPr>
        <p:spPr>
          <a:xfrm>
            <a:off x="3404540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卡片"/>
          <p:cNvSpPr/>
          <p:nvPr/>
        </p:nvSpPr>
        <p:spPr>
          <a:xfrm>
            <a:off x="3564560" y="4914900"/>
            <a:ext cx="235298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64560" y="4914900"/>
            <a:ext cx="23529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750" dirty="0"/>
          </a:p>
        </p:txBody>
      </p:sp>
      <p:sp>
        <p:nvSpPr>
          <p:cNvPr id="13" name="三角形"/>
          <p:cNvSpPr/>
          <p:nvPr/>
        </p:nvSpPr>
        <p:spPr>
          <a:xfrm>
            <a:off x="5963260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三角形"/>
          <p:cNvSpPr/>
          <p:nvPr/>
        </p:nvSpPr>
        <p:spPr>
          <a:xfrm>
            <a:off x="6123280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三角形"/>
          <p:cNvSpPr/>
          <p:nvPr/>
        </p:nvSpPr>
        <p:spPr>
          <a:xfrm>
            <a:off x="6283300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重點卡片"/>
          <p:cNvSpPr/>
          <p:nvPr/>
        </p:nvSpPr>
        <p:spPr>
          <a:xfrm>
            <a:off x="6443320" y="4914900"/>
            <a:ext cx="2352980" cy="1051560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C1CEC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750" dirty="0"/>
          </a:p>
        </p:txBody>
      </p:sp>
      <p:sp>
        <p:nvSpPr>
          <p:cNvPr id="17" name="三角形"/>
          <p:cNvSpPr/>
          <p:nvPr/>
        </p:nvSpPr>
        <p:spPr>
          <a:xfrm>
            <a:off x="8842019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三角形"/>
          <p:cNvSpPr/>
          <p:nvPr/>
        </p:nvSpPr>
        <p:spPr>
          <a:xfrm>
            <a:off x="9002039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9162059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卡片"/>
          <p:cNvSpPr/>
          <p:nvPr/>
        </p:nvSpPr>
        <p:spPr>
          <a:xfrm>
            <a:off x="9322079" y="4914900"/>
            <a:ext cx="235298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322079" y="4914900"/>
            <a:ext cx="23529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750" dirty="0"/>
          </a:p>
        </p:txBody>
      </p:sp>
      <p:sp>
        <p:nvSpPr>
          <p:cNvPr id="22" name="三角形"/>
          <p:cNvSpPr/>
          <p:nvPr/>
        </p:nvSpPr>
        <p:spPr>
          <a:xfrm>
            <a:off x="11720779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三角形"/>
          <p:cNvSpPr/>
          <p:nvPr/>
        </p:nvSpPr>
        <p:spPr>
          <a:xfrm>
            <a:off x="11880799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三角形"/>
          <p:cNvSpPr/>
          <p:nvPr/>
        </p:nvSpPr>
        <p:spPr>
          <a:xfrm>
            <a:off x="12040819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卡片"/>
          <p:cNvSpPr/>
          <p:nvPr/>
        </p:nvSpPr>
        <p:spPr>
          <a:xfrm>
            <a:off x="12200839" y="4914900"/>
            <a:ext cx="235298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2200839" y="4914900"/>
            <a:ext cx="23529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750" dirty="0"/>
          </a:p>
        </p:txBody>
      </p:sp>
      <p:sp>
        <p:nvSpPr>
          <p:cNvPr id="27" name="卡片"/>
          <p:cNvSpPr/>
          <p:nvPr/>
        </p:nvSpPr>
        <p:spPr>
          <a:xfrm>
            <a:off x="6443320" y="2286000"/>
            <a:ext cx="2352980" cy="10287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443320" y="2286000"/>
            <a:ext cx="235298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750" dirty="0"/>
          </a:p>
        </p:txBody>
      </p:sp>
      <p:sp>
        <p:nvSpPr>
          <p:cNvPr id="29" name="卡片"/>
          <p:cNvSpPr/>
          <p:nvPr/>
        </p:nvSpPr>
        <p:spPr>
          <a:xfrm>
            <a:off x="3335960" y="3486150"/>
            <a:ext cx="1929443" cy="822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335960" y="3486150"/>
            <a:ext cx="192944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750" dirty="0"/>
          </a:p>
        </p:txBody>
      </p:sp>
      <p:sp>
        <p:nvSpPr>
          <p:cNvPr id="31" name="卡片"/>
          <p:cNvSpPr/>
          <p:nvPr/>
        </p:nvSpPr>
        <p:spPr>
          <a:xfrm>
            <a:off x="9974216" y="3486150"/>
            <a:ext cx="1929443" cy="822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9974216" y="3486150"/>
            <a:ext cx="192944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750" dirty="0"/>
          </a:p>
        </p:txBody>
      </p:sp>
      <p:sp>
        <p:nvSpPr>
          <p:cNvPr id="33" name="曲線箭頭"/>
          <p:cNvSpPr/>
          <p:nvPr/>
        </p:nvSpPr>
        <p:spPr>
          <a:xfrm>
            <a:off x="4300682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617220"/>
                </a:moveTo>
                <a:cubicBezTo>
                  <a:pt x="0" y="0"/>
                  <a:pt x="342900" y="0"/>
                  <a:pt x="2051198" y="0"/>
                </a:cubicBezTo>
              </a:path>
            </a:pathLst>
          </a:custGeom>
          <a:ln w="23876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曲線箭頭"/>
          <p:cNvSpPr/>
          <p:nvPr/>
        </p:nvSpPr>
        <p:spPr>
          <a:xfrm>
            <a:off x="8887739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0"/>
                </a:moveTo>
                <a:cubicBezTo>
                  <a:pt x="1708298" y="0"/>
                  <a:pt x="2051198" y="0"/>
                  <a:pt x="2051198" y="617220"/>
                </a:cubicBezTo>
              </a:path>
            </a:pathLst>
          </a:custGeom>
          <a:ln w="23876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線條"/>
          <p:cNvSpPr/>
          <p:nvPr/>
        </p:nvSpPr>
        <p:spPr>
          <a:xfrm>
            <a:off x="5356843" y="3897630"/>
            <a:ext cx="4525933" cy="0"/>
          </a:xfrm>
          <a:prstGeom prst="line">
            <a:avLst/>
          </a:prstGeom>
          <a:noFill/>
          <a:ln w="23876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36" name="編號"/>
          <p:cNvSpPr/>
          <p:nvPr/>
        </p:nvSpPr>
        <p:spPr>
          <a:xfrm>
            <a:off x="685800" y="233172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37" name="編號"/>
          <p:cNvSpPr/>
          <p:nvPr/>
        </p:nvSpPr>
        <p:spPr>
          <a:xfrm>
            <a:off x="1154430" y="233172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38" name="標籤"/>
          <p:cNvSpPr/>
          <p:nvPr/>
        </p:nvSpPr>
        <p:spPr>
          <a:xfrm>
            <a:off x="1657350" y="234315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400" dirty="0"/>
          </a:p>
        </p:txBody>
      </p:sp>
      <p:sp>
        <p:nvSpPr>
          <p:cNvPr id="39" name="編號"/>
          <p:cNvSpPr/>
          <p:nvPr/>
        </p:nvSpPr>
        <p:spPr>
          <a:xfrm>
            <a:off x="685800" y="290322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40" name="編號"/>
          <p:cNvSpPr/>
          <p:nvPr/>
        </p:nvSpPr>
        <p:spPr>
          <a:xfrm>
            <a:off x="1154430" y="290322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400" dirty="0"/>
          </a:p>
        </p:txBody>
      </p:sp>
      <p:sp>
        <p:nvSpPr>
          <p:cNvPr id="41" name="標籤"/>
          <p:cNvSpPr/>
          <p:nvPr/>
        </p:nvSpPr>
        <p:spPr>
          <a:xfrm>
            <a:off x="1657350" y="291465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400" dirty="0"/>
          </a:p>
        </p:txBody>
      </p:sp>
      <p:sp>
        <p:nvSpPr>
          <p:cNvPr id="42" name="編號"/>
          <p:cNvSpPr/>
          <p:nvPr/>
        </p:nvSpPr>
        <p:spPr>
          <a:xfrm>
            <a:off x="12086539" y="233172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400" dirty="0"/>
          </a:p>
        </p:txBody>
      </p:sp>
      <p:sp>
        <p:nvSpPr>
          <p:cNvPr id="43" name="編號"/>
          <p:cNvSpPr/>
          <p:nvPr/>
        </p:nvSpPr>
        <p:spPr>
          <a:xfrm>
            <a:off x="12555169" y="233172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400" dirty="0"/>
          </a:p>
        </p:txBody>
      </p:sp>
      <p:sp>
        <p:nvSpPr>
          <p:cNvPr id="44" name="標籤"/>
          <p:cNvSpPr/>
          <p:nvPr/>
        </p:nvSpPr>
        <p:spPr>
          <a:xfrm>
            <a:off x="13058089" y="234315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12086539" y="290322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400" dirty="0"/>
          </a:p>
        </p:txBody>
      </p:sp>
      <p:sp>
        <p:nvSpPr>
          <p:cNvPr id="46" name="編號"/>
          <p:cNvSpPr/>
          <p:nvPr/>
        </p:nvSpPr>
        <p:spPr>
          <a:xfrm>
            <a:off x="12555169" y="290322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400" dirty="0"/>
          </a:p>
        </p:txBody>
      </p:sp>
      <p:sp>
        <p:nvSpPr>
          <p:cNvPr id="47" name="標籤"/>
          <p:cNvSpPr/>
          <p:nvPr/>
        </p:nvSpPr>
        <p:spPr>
          <a:xfrm>
            <a:off x="13058089" y="291465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400" dirty="0"/>
          </a:p>
        </p:txBody>
      </p:sp>
      <p:sp>
        <p:nvSpPr>
          <p:cNvPr id="48" name="卡片"/>
          <p:cNvSpPr/>
          <p:nvPr/>
        </p:nvSpPr>
        <p:spPr>
          <a:xfrm>
            <a:off x="685800" y="6343650"/>
            <a:ext cx="13868019" cy="6858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85800" y="6343650"/>
            <a:ext cx="1386801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750" dirty="0"/>
          </a:p>
        </p:txBody>
      </p:sp>
      <p:sp>
        <p:nvSpPr>
          <p:cNvPr id="50" name="編號"/>
          <p:cNvSpPr/>
          <p:nvPr/>
        </p:nvSpPr>
        <p:spPr>
          <a:xfrm>
            <a:off x="1430658" y="726948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1899288" y="726948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400" dirty="0"/>
          </a:p>
        </p:txBody>
      </p:sp>
      <p:sp>
        <p:nvSpPr>
          <p:cNvPr id="52" name="標籤"/>
          <p:cNvSpPr/>
          <p:nvPr/>
        </p:nvSpPr>
        <p:spPr>
          <a:xfrm>
            <a:off x="2402208" y="728091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400" dirty="0"/>
          </a:p>
        </p:txBody>
      </p:sp>
      <p:sp>
        <p:nvSpPr>
          <p:cNvPr id="53" name="編號"/>
          <p:cNvSpPr/>
          <p:nvPr/>
        </p:nvSpPr>
        <p:spPr>
          <a:xfrm>
            <a:off x="4897663" y="726948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400" dirty="0"/>
          </a:p>
        </p:txBody>
      </p:sp>
      <p:sp>
        <p:nvSpPr>
          <p:cNvPr id="54" name="編號"/>
          <p:cNvSpPr/>
          <p:nvPr/>
        </p:nvSpPr>
        <p:spPr>
          <a:xfrm>
            <a:off x="5366293" y="726948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400" dirty="0"/>
          </a:p>
        </p:txBody>
      </p:sp>
      <p:sp>
        <p:nvSpPr>
          <p:cNvPr id="55" name="標籤"/>
          <p:cNvSpPr/>
          <p:nvPr/>
        </p:nvSpPr>
        <p:spPr>
          <a:xfrm>
            <a:off x="5869213" y="728091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400" dirty="0"/>
          </a:p>
        </p:txBody>
      </p:sp>
      <p:sp>
        <p:nvSpPr>
          <p:cNvPr id="56" name="編號"/>
          <p:cNvSpPr/>
          <p:nvPr/>
        </p:nvSpPr>
        <p:spPr>
          <a:xfrm>
            <a:off x="8598983" y="726948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400" dirty="0"/>
          </a:p>
        </p:txBody>
      </p:sp>
      <p:sp>
        <p:nvSpPr>
          <p:cNvPr id="57" name="標籤"/>
          <p:cNvSpPr/>
          <p:nvPr/>
        </p:nvSpPr>
        <p:spPr>
          <a:xfrm>
            <a:off x="9101903" y="728091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400" dirty="0"/>
          </a:p>
        </p:txBody>
      </p:sp>
      <p:sp>
        <p:nvSpPr>
          <p:cNvPr id="58" name="編號"/>
          <p:cNvSpPr/>
          <p:nvPr/>
        </p:nvSpPr>
        <p:spPr>
          <a:xfrm>
            <a:off x="11831672" y="726948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400" dirty="0"/>
          </a:p>
        </p:txBody>
      </p:sp>
      <p:sp>
        <p:nvSpPr>
          <p:cNvPr id="59" name="編號"/>
          <p:cNvSpPr/>
          <p:nvPr/>
        </p:nvSpPr>
        <p:spPr>
          <a:xfrm>
            <a:off x="12300302" y="726948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400" dirty="0"/>
          </a:p>
        </p:txBody>
      </p:sp>
      <p:sp>
        <p:nvSpPr>
          <p:cNvPr id="60" name="標籤"/>
          <p:cNvSpPr/>
          <p:nvPr/>
        </p:nvSpPr>
        <p:spPr>
          <a:xfrm>
            <a:off x="12803222" y="728091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13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4281170" cy="45720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5046980" y="1337310"/>
            <a:ext cx="137160" cy="45720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7172325" y="2914650"/>
            <a:ext cx="445770" cy="4202125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7172325" y="3613099"/>
            <a:ext cx="445770" cy="3503676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7172325" y="4311548"/>
            <a:ext cx="445770" cy="2805227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7172325" y="5009998"/>
            <a:ext cx="445770" cy="2106778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7172325" y="5708447"/>
            <a:ext cx="445770" cy="1408328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7172325" y="6406896"/>
            <a:ext cx="445770" cy="709879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6949440" y="7105345"/>
            <a:ext cx="891540" cy="552755"/>
          </a:xfrm>
          <a:custGeom>
            <a:avLst/>
            <a:gdLst/>
            <a:ahLst/>
            <a:cxnLst/>
            <a:rect l="l" t="t" r="r" b="b"/>
            <a:pathLst>
              <a:path w="891540" h="552755">
                <a:moveTo>
                  <a:pt x="0" y="0"/>
                </a:moveTo>
                <a:lnTo>
                  <a:pt x="891540" y="0"/>
                </a:lnTo>
                <a:lnTo>
                  <a:pt x="445770" y="552755"/>
                </a:lnTo>
                <a:close/>
              </a:path>
            </a:pathLst>
          </a:custGeom>
          <a:solidFill>
            <a:srgbClr val="C9A227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978140" y="7200900"/>
            <a:ext cx="14859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685800" y="4743450"/>
            <a:ext cx="1085850" cy="6858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571500" y="5520690"/>
            <a:ext cx="13144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2343150" y="3749040"/>
            <a:ext cx="1143000" cy="61722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750" dirty="0"/>
          </a:p>
        </p:txBody>
      </p:sp>
      <p:sp>
        <p:nvSpPr>
          <p:cNvPr id="17" name="處理"/>
          <p:cNvSpPr/>
          <p:nvPr/>
        </p:nvSpPr>
        <p:spPr>
          <a:xfrm>
            <a:off x="2343150" y="5806440"/>
            <a:ext cx="1143000" cy="61722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2286000" y="3429000"/>
            <a:ext cx="12573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86000" y="6469380"/>
            <a:ext cx="12573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300" dirty="0"/>
          </a:p>
        </p:txBody>
      </p:sp>
      <p:sp>
        <p:nvSpPr>
          <p:cNvPr id="20" name="處理"/>
          <p:cNvSpPr/>
          <p:nvPr/>
        </p:nvSpPr>
        <p:spPr>
          <a:xfrm>
            <a:off x="4057650" y="4743450"/>
            <a:ext cx="1085850" cy="685800"/>
          </a:xfrm>
          <a:prstGeom prst="roundRect">
            <a:avLst>
              <a:gd name="adj" fmla="val 20000"/>
            </a:avLst>
          </a:prstGeom>
          <a:solidFill>
            <a:srgbClr val="2F5D5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3943350" y="5520690"/>
            <a:ext cx="13144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300" dirty="0"/>
          </a:p>
        </p:txBody>
      </p:sp>
      <p:sp>
        <p:nvSpPr>
          <p:cNvPr id="22" name="連接線"/>
          <p:cNvSpPr/>
          <p:nvPr/>
        </p:nvSpPr>
        <p:spPr>
          <a:xfrm>
            <a:off x="18402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8402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35547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35547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5212080" y="342900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1657350"/>
                </a:moveTo>
                <a:lnTo>
                  <a:pt x="360045" y="1657350"/>
                </a:lnTo>
                <a:lnTo>
                  <a:pt x="360045" y="0"/>
                </a:lnTo>
                <a:lnTo>
                  <a:pt x="720090" y="0"/>
                </a:lnTo>
              </a:path>
            </a:pathLst>
          </a:custGeom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5212080" y="5086350"/>
            <a:ext cx="720090" cy="0"/>
          </a:xfrm>
          <a:prstGeom prst="line">
            <a:avLst/>
          </a:prstGeom>
          <a:noFill/>
          <a:ln w="23876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5212080" y="508635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0"/>
                </a:moveTo>
                <a:lnTo>
                  <a:pt x="360045" y="0"/>
                </a:lnTo>
                <a:lnTo>
                  <a:pt x="360045" y="1657350"/>
                </a:lnTo>
                <a:lnTo>
                  <a:pt x="720090" y="1657350"/>
                </a:lnTo>
              </a:path>
            </a:pathLst>
          </a:custGeom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6000750" y="3017520"/>
            <a:ext cx="2286000" cy="822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000750" y="3017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2000" dirty="0"/>
          </a:p>
        </p:txBody>
      </p:sp>
      <p:sp>
        <p:nvSpPr>
          <p:cNvPr id="31" name="標籤"/>
          <p:cNvSpPr/>
          <p:nvPr/>
        </p:nvSpPr>
        <p:spPr>
          <a:xfrm>
            <a:off x="7500620" y="2857500"/>
            <a:ext cx="614680" cy="320040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250" dirty="0"/>
          </a:p>
        </p:txBody>
      </p:sp>
      <p:sp>
        <p:nvSpPr>
          <p:cNvPr id="32" name="標籤"/>
          <p:cNvSpPr/>
          <p:nvPr/>
        </p:nvSpPr>
        <p:spPr>
          <a:xfrm>
            <a:off x="6172200" y="3680460"/>
            <a:ext cx="773430" cy="320040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250" dirty="0"/>
          </a:p>
        </p:txBody>
      </p:sp>
      <p:sp>
        <p:nvSpPr>
          <p:cNvPr id="33" name="卡片"/>
          <p:cNvSpPr/>
          <p:nvPr/>
        </p:nvSpPr>
        <p:spPr>
          <a:xfrm>
            <a:off x="6000750" y="4674870"/>
            <a:ext cx="2286000" cy="822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000750" y="467487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2000" dirty="0"/>
          </a:p>
        </p:txBody>
      </p:sp>
      <p:sp>
        <p:nvSpPr>
          <p:cNvPr id="35" name="標籤"/>
          <p:cNvSpPr/>
          <p:nvPr/>
        </p:nvSpPr>
        <p:spPr>
          <a:xfrm>
            <a:off x="7500620" y="4514850"/>
            <a:ext cx="614680" cy="320040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250" dirty="0"/>
          </a:p>
        </p:txBody>
      </p:sp>
      <p:sp>
        <p:nvSpPr>
          <p:cNvPr id="36" name="標籤"/>
          <p:cNvSpPr/>
          <p:nvPr/>
        </p:nvSpPr>
        <p:spPr>
          <a:xfrm>
            <a:off x="6172200" y="5337810"/>
            <a:ext cx="773430" cy="320040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250" dirty="0"/>
          </a:p>
        </p:txBody>
      </p:sp>
      <p:sp>
        <p:nvSpPr>
          <p:cNvPr id="37" name="卡片"/>
          <p:cNvSpPr/>
          <p:nvPr/>
        </p:nvSpPr>
        <p:spPr>
          <a:xfrm>
            <a:off x="6000750" y="6332220"/>
            <a:ext cx="2286000" cy="822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000750" y="63322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2000" dirty="0"/>
          </a:p>
        </p:txBody>
      </p:sp>
      <p:sp>
        <p:nvSpPr>
          <p:cNvPr id="39" name="標籤"/>
          <p:cNvSpPr/>
          <p:nvPr/>
        </p:nvSpPr>
        <p:spPr>
          <a:xfrm>
            <a:off x="7500620" y="6172200"/>
            <a:ext cx="614680" cy="320040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250" dirty="0"/>
          </a:p>
        </p:txBody>
      </p:sp>
      <p:sp>
        <p:nvSpPr>
          <p:cNvPr id="40" name="標籤"/>
          <p:cNvSpPr/>
          <p:nvPr/>
        </p:nvSpPr>
        <p:spPr>
          <a:xfrm>
            <a:off x="6172200" y="6995160"/>
            <a:ext cx="773430" cy="320040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250" dirty="0"/>
          </a:p>
        </p:txBody>
      </p:sp>
      <p:sp>
        <p:nvSpPr>
          <p:cNvPr id="41" name="寬欄條"/>
          <p:cNvSpPr/>
          <p:nvPr/>
        </p:nvSpPr>
        <p:spPr>
          <a:xfrm>
            <a:off x="8858250" y="2571750"/>
            <a:ext cx="685800" cy="4857750"/>
          </a:xfrm>
          <a:prstGeom prst="roundRect">
            <a:avLst>
              <a:gd name="adj" fmla="val 2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9772650" y="2571750"/>
            <a:ext cx="685800" cy="4857750"/>
          </a:xfrm>
          <a:prstGeom prst="roundRect">
            <a:avLst>
              <a:gd name="adj" fmla="val 2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458200" y="2194560"/>
            <a:ext cx="24003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8926830" y="3154680"/>
            <a:ext cx="548640" cy="54864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750" dirty="0"/>
          </a:p>
        </p:txBody>
      </p:sp>
      <p:sp>
        <p:nvSpPr>
          <p:cNvPr id="45" name="編號"/>
          <p:cNvSpPr/>
          <p:nvPr/>
        </p:nvSpPr>
        <p:spPr>
          <a:xfrm>
            <a:off x="9841230" y="3154680"/>
            <a:ext cx="548640" cy="54864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750" dirty="0"/>
          </a:p>
        </p:txBody>
      </p:sp>
      <p:sp>
        <p:nvSpPr>
          <p:cNvPr id="46" name="線條"/>
          <p:cNvSpPr/>
          <p:nvPr/>
        </p:nvSpPr>
        <p:spPr>
          <a:xfrm>
            <a:off x="8378190" y="34290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8926830" y="4812030"/>
            <a:ext cx="548640" cy="54864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750" dirty="0"/>
          </a:p>
        </p:txBody>
      </p:sp>
      <p:sp>
        <p:nvSpPr>
          <p:cNvPr id="48" name="編號"/>
          <p:cNvSpPr/>
          <p:nvPr/>
        </p:nvSpPr>
        <p:spPr>
          <a:xfrm>
            <a:off x="9841230" y="4812030"/>
            <a:ext cx="548640" cy="54864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750" dirty="0"/>
          </a:p>
        </p:txBody>
      </p:sp>
      <p:sp>
        <p:nvSpPr>
          <p:cNvPr id="49" name="線條"/>
          <p:cNvSpPr/>
          <p:nvPr/>
        </p:nvSpPr>
        <p:spPr>
          <a:xfrm>
            <a:off x="8378190" y="508635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8926830" y="6469380"/>
            <a:ext cx="548640" cy="54864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750" dirty="0"/>
          </a:p>
        </p:txBody>
      </p:sp>
      <p:sp>
        <p:nvSpPr>
          <p:cNvPr id="51" name="編號"/>
          <p:cNvSpPr/>
          <p:nvPr/>
        </p:nvSpPr>
        <p:spPr>
          <a:xfrm>
            <a:off x="9841230" y="6469380"/>
            <a:ext cx="548640" cy="54864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750" dirty="0"/>
          </a:p>
        </p:txBody>
      </p:sp>
      <p:sp>
        <p:nvSpPr>
          <p:cNvPr id="52" name="線條"/>
          <p:cNvSpPr/>
          <p:nvPr/>
        </p:nvSpPr>
        <p:spPr>
          <a:xfrm>
            <a:off x="8378190" y="67437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10458450" y="3429000"/>
            <a:ext cx="285750" cy="0"/>
          </a:xfrm>
          <a:prstGeom prst="line">
            <a:avLst/>
          </a:prstGeom>
          <a:noFill/>
          <a:ln w="23876">
            <a:solidFill>
              <a:srgbClr val="8C8C8C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10744200" y="30632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11144250" y="289179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400" dirty="0"/>
          </a:p>
        </p:txBody>
      </p:sp>
      <p:sp>
        <p:nvSpPr>
          <p:cNvPr id="56" name="連接線"/>
          <p:cNvSpPr/>
          <p:nvPr/>
        </p:nvSpPr>
        <p:spPr>
          <a:xfrm>
            <a:off x="10744200" y="34290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11144250" y="362331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400" dirty="0"/>
          </a:p>
        </p:txBody>
      </p:sp>
      <p:sp>
        <p:nvSpPr>
          <p:cNvPr id="58" name="線條"/>
          <p:cNvSpPr/>
          <p:nvPr/>
        </p:nvSpPr>
        <p:spPr>
          <a:xfrm>
            <a:off x="10458450" y="5086350"/>
            <a:ext cx="285750" cy="0"/>
          </a:xfrm>
          <a:prstGeom prst="line">
            <a:avLst/>
          </a:prstGeom>
          <a:noFill/>
          <a:ln w="23876">
            <a:solidFill>
              <a:srgbClr val="8C8C8C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10744200" y="472059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11144250" y="454914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400" dirty="0"/>
          </a:p>
        </p:txBody>
      </p:sp>
      <p:sp>
        <p:nvSpPr>
          <p:cNvPr id="61" name="連接線"/>
          <p:cNvSpPr/>
          <p:nvPr/>
        </p:nvSpPr>
        <p:spPr>
          <a:xfrm>
            <a:off x="10744200" y="508635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11144250" y="528066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400" dirty="0"/>
          </a:p>
        </p:txBody>
      </p:sp>
      <p:sp>
        <p:nvSpPr>
          <p:cNvPr id="63" name="線條"/>
          <p:cNvSpPr/>
          <p:nvPr/>
        </p:nvSpPr>
        <p:spPr>
          <a:xfrm>
            <a:off x="10458450" y="6743700"/>
            <a:ext cx="285750" cy="0"/>
          </a:xfrm>
          <a:prstGeom prst="line">
            <a:avLst/>
          </a:prstGeom>
          <a:noFill/>
          <a:ln w="23876">
            <a:solidFill>
              <a:srgbClr val="8C8C8C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10744200" y="63779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1144250" y="620649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400" dirty="0"/>
          </a:p>
        </p:txBody>
      </p:sp>
      <p:sp>
        <p:nvSpPr>
          <p:cNvPr id="66" name="連接線"/>
          <p:cNvSpPr/>
          <p:nvPr/>
        </p:nvSpPr>
        <p:spPr>
          <a:xfrm>
            <a:off x="10744200" y="67437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11144250" y="693801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400" dirty="0"/>
          </a:p>
        </p:txBody>
      </p:sp>
      <p:sp>
        <p:nvSpPr>
          <p:cNvPr id="68" name="漸隱直條"/>
          <p:cNvSpPr/>
          <p:nvPr/>
        </p:nvSpPr>
        <p:spPr>
          <a:xfrm>
            <a:off x="14167485" y="2810637"/>
            <a:ext cx="217170" cy="4391406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4167485" y="3175635"/>
            <a:ext cx="217170" cy="3661410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4167485" y="3540633"/>
            <a:ext cx="217170" cy="293141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4167485" y="3905631"/>
            <a:ext cx="217170" cy="220141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4167485" y="4270629"/>
            <a:ext cx="217170" cy="1471422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4167485" y="4635627"/>
            <a:ext cx="217170" cy="741426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4058900" y="2571750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238887"/>
                </a:moveTo>
                <a:lnTo>
                  <a:pt x="217170" y="0"/>
                </a:lnTo>
                <a:lnTo>
                  <a:pt x="434340" y="238887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4058900" y="7190613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0"/>
                </a:moveTo>
                <a:lnTo>
                  <a:pt x="434340" y="0"/>
                </a:lnTo>
                <a:lnTo>
                  <a:pt x="217170" y="238887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2973050" y="2194560"/>
            <a:ext cx="1600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250" dirty="0"/>
          </a:p>
        </p:txBody>
      </p:sp>
      <p:sp>
        <p:nvSpPr>
          <p:cNvPr id="77" name="Text 75"/>
          <p:cNvSpPr/>
          <p:nvPr/>
        </p:nvSpPr>
        <p:spPr>
          <a:xfrm>
            <a:off x="12973050" y="7486650"/>
            <a:ext cx="1600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250" dirty="0"/>
          </a:p>
        </p:txBody>
      </p:sp>
      <p:sp>
        <p:nvSpPr>
          <p:cNvPr id="78" name="Text 76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79" name="Text 77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13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墨綠筆記</dc:title>
  <dc:subject>PptxGenJS Presentation</dc:subject>
  <dc:creator>PPT Style Studio</dc:creator>
  <cp:lastModifiedBy>PPT Style Studio</cp:lastModifiedBy>
  <cp:revision>1</cp:revision>
  <dcterms:created xsi:type="dcterms:W3CDTF">2026-10-09T02:33:48Z</dcterms:created>
  <dcterms:modified xsi:type="dcterms:W3CDTF">2026-10-09T02:33:48Z</dcterms:modified>
</cp:coreProperties>
</file>