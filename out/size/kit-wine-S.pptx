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元件總表 Element Catalog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100" dirty="0"/>
          </a:p>
        </p:txBody>
      </p:sp>
      <p:sp>
        <p:nvSpPr>
          <p:cNvPr id="5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100" dirty="0"/>
          </a:p>
        </p:txBody>
      </p:sp>
      <p:sp>
        <p:nvSpPr>
          <p:cNvPr id="6" name="流程方塊"/>
          <p:cNvSpPr/>
          <p:nvPr/>
        </p:nvSpPr>
        <p:spPr>
          <a:xfrm>
            <a:off x="1598528" y="1338682"/>
            <a:ext cx="877824" cy="307238"/>
          </a:xfrm>
          <a:prstGeom prst="rect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7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8" name="流程方塊"/>
          <p:cNvSpPr/>
          <p:nvPr/>
        </p:nvSpPr>
        <p:spPr>
          <a:xfrm>
            <a:off x="2718067" y="1338682"/>
            <a:ext cx="877824" cy="307238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9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0" name="流程方塊"/>
          <p:cNvSpPr/>
          <p:nvPr/>
        </p:nvSpPr>
        <p:spPr>
          <a:xfrm>
            <a:off x="3837606" y="1338682"/>
            <a:ext cx="877824" cy="307238"/>
          </a:xfrm>
          <a:prstGeom prst="rect">
            <a:avLst/>
          </a:prstGeom>
          <a:solidFill>
            <a:srgbClr val="F3E6E8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1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2" name="流程方塊"/>
          <p:cNvSpPr/>
          <p:nvPr/>
        </p:nvSpPr>
        <p:spPr>
          <a:xfrm>
            <a:off x="4957145" y="1338682"/>
            <a:ext cx="877824" cy="30723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3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4" name="流程方塊"/>
          <p:cNvSpPr/>
          <p:nvPr/>
        </p:nvSpPr>
        <p:spPr>
          <a:xfrm>
            <a:off x="6076684" y="1338682"/>
            <a:ext cx="877824" cy="307238"/>
          </a:xfrm>
          <a:prstGeom prst="rect">
            <a:avLst/>
          </a:prstGeom>
          <a:solidFill>
            <a:srgbClr val="FFFFFF"/>
          </a:solidFill>
          <a:ln w="1778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5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6" name="流程方塊"/>
          <p:cNvSpPr/>
          <p:nvPr/>
        </p:nvSpPr>
        <p:spPr>
          <a:xfrm>
            <a:off x="7196223" y="1338682"/>
            <a:ext cx="877824" cy="307238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7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8" name="流程方塊"/>
          <p:cNvSpPr/>
          <p:nvPr/>
        </p:nvSpPr>
        <p:spPr>
          <a:xfrm>
            <a:off x="8315763" y="1338682"/>
            <a:ext cx="877824" cy="307238"/>
          </a:xfrm>
          <a:prstGeom prst="rect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19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0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2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3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4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5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6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7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8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9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0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7A1F2B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1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2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3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4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8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0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1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2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3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4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5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6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7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8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49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0" name="開始／結束"/>
          <p:cNvSpPr/>
          <p:nvPr/>
        </p:nvSpPr>
        <p:spPr>
          <a:xfrm>
            <a:off x="7196223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1" name="圖說"/>
          <p:cNvSpPr/>
          <p:nvPr/>
        </p:nvSpPr>
        <p:spPr>
          <a:xfrm>
            <a:off x="709731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2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Arrows</a:t>
            </a:r>
            <a:endParaRPr lang="en-US" sz="1100" dirty="0"/>
          </a:p>
        </p:txBody>
      </p:sp>
      <p:sp>
        <p:nvSpPr>
          <p:cNvPr id="54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55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6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8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0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016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2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4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7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9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1" name="警示方塊"/>
          <p:cNvSpPr/>
          <p:nvPr/>
        </p:nvSpPr>
        <p:spPr>
          <a:xfrm>
            <a:off x="1598528" y="3416198"/>
            <a:ext cx="877824" cy="321869"/>
          </a:xfrm>
          <a:prstGeom prst="rect">
            <a:avLst/>
          </a:prstGeom>
          <a:solidFill>
            <a:srgbClr val="FFFFFF"/>
          </a:solidFill>
          <a:ln w="1524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2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3" name="警示方塊"/>
          <p:cNvSpPr/>
          <p:nvPr/>
        </p:nvSpPr>
        <p:spPr>
          <a:xfrm>
            <a:off x="2718067" y="3416198"/>
            <a:ext cx="877824" cy="321869"/>
          </a:xfrm>
          <a:prstGeom prst="rect">
            <a:avLst/>
          </a:prstGeom>
          <a:solidFill>
            <a:srgbClr val="ECE0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4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5" name="警示方塊"/>
          <p:cNvSpPr/>
          <p:nvPr/>
        </p:nvSpPr>
        <p:spPr>
          <a:xfrm>
            <a:off x="3837606" y="3416198"/>
            <a:ext cx="877824" cy="321869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6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7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0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1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2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7A1F2B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5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7A1F2B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7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/ Badge / Tag</a:t>
            </a:r>
            <a:endParaRPr lang="en-US" sz="1100" dirty="0"/>
          </a:p>
        </p:txBody>
      </p:sp>
      <p:grpSp>
        <p:nvGrpSpPr>
          <p:cNvPr id="5004" name="光暈大圓"/>
          <p:cNvGrpSpPr/>
          <p:nvPr/>
        </p:nvGrpSpPr>
        <p:grpSpPr>
          <a:xfrm>
            <a:off x="1810669" y="3942893"/>
            <a:ext cx="453542" cy="453542"/>
            <a:chOff x="1810669" y="3942893"/>
            <a:chExt cx="453542" cy="453542"/>
          </a:xfrm>
        </p:grpSpPr>
        <p:sp>
          <p:nvSpPr>
            <p:cNvPr id="89" name="大圓"/>
            <p:cNvSpPr/>
            <p:nvPr/>
          </p:nvSpPr>
          <p:spPr>
            <a:xfrm>
              <a:off x="1810669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1837881" y="3970105"/>
              <a:ext cx="399117" cy="399117"/>
            </a:xfrm>
            <a:prstGeom prst="ellipse">
              <a:avLst/>
            </a:prstGeom>
            <a:noFill/>
            <a:ln w="7620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2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2957420" y="3970105"/>
              <a:ext cx="399117" cy="399117"/>
            </a:xfrm>
            <a:prstGeom prst="ellipse">
              <a:avLst/>
            </a:prstGeom>
            <a:noFill/>
            <a:ln w="7620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6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6" name="編號徽章"/>
          <p:cNvGrpSpPr/>
          <p:nvPr/>
        </p:nvGrpSpPr>
        <p:grpSpPr>
          <a:xfrm>
            <a:off x="4964460" y="4045306"/>
            <a:ext cx="863194" cy="248717"/>
            <a:chOff x="4964460" y="4045306"/>
            <a:chExt cx="863194" cy="248717"/>
          </a:xfrm>
        </p:grpSpPr>
        <p:sp>
          <p:nvSpPr>
            <p:cNvPr id="98" name="編號"/>
            <p:cNvSpPr/>
            <p:nvPr/>
          </p:nvSpPr>
          <p:spPr>
            <a:xfrm>
              <a:off x="4964460" y="4045306"/>
              <a:ext cx="248717" cy="248717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271699" y="4045306"/>
              <a:ext cx="248717" cy="248717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800" dirty="0"/>
            </a:p>
          </p:txBody>
        </p:sp>
        <p:sp>
          <p:nvSpPr>
            <p:cNvPr id="100" name="編號"/>
            <p:cNvSpPr/>
            <p:nvPr/>
          </p:nvSpPr>
          <p:spPr>
            <a:xfrm>
              <a:off x="5578937" y="4045306"/>
              <a:ext cx="248717" cy="248717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800" dirty="0"/>
            </a:p>
          </p:txBody>
        </p:sp>
      </p:grpSp>
      <p:sp>
        <p:nvSpPr>
          <p:cNvPr id="101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2" name="標籤"/>
          <p:cNvSpPr/>
          <p:nvPr/>
        </p:nvSpPr>
        <p:spPr>
          <a:xfrm>
            <a:off x="6193760" y="4052621"/>
            <a:ext cx="643673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3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4" name="標籤"/>
            <p:cNvSpPr/>
            <p:nvPr/>
          </p:nvSpPr>
          <p:spPr>
            <a:xfrm>
              <a:off x="7192159" y="4059936"/>
              <a:ext cx="413715" cy="219456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5" name="標籤"/>
            <p:cNvSpPr/>
            <p:nvPr/>
          </p:nvSpPr>
          <p:spPr>
            <a:xfrm>
              <a:off x="7664396" y="4059936"/>
              <a:ext cx="413715" cy="21945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7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1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3" name="群組框"/>
            <p:cNvSpPr/>
            <p:nvPr/>
          </p:nvSpPr>
          <p:spPr>
            <a:xfrm>
              <a:off x="1598528" y="4645152"/>
              <a:ext cx="877824" cy="292608"/>
            </a:xfrm>
            <a:prstGeom prst="rect">
              <a:avLst/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5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6" name="淺灰面板"/>
          <p:cNvSpPr/>
          <p:nvPr/>
        </p:nvSpPr>
        <p:spPr>
          <a:xfrm>
            <a:off x="2718067" y="4601261"/>
            <a:ext cx="877824" cy="3364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grpSp>
        <p:nvGrpSpPr>
          <p:cNvPr id="5010" name="本風格卡片"/>
          <p:cNvGrpSpPr/>
          <p:nvPr/>
        </p:nvGrpSpPr>
        <p:grpSpPr>
          <a:xfrm>
            <a:off x="3837606" y="4601261"/>
            <a:ext cx="877824" cy="336499"/>
            <a:chOff x="3837606" y="4601261"/>
            <a:chExt cx="877824" cy="336499"/>
          </a:xfrm>
        </p:grpSpPr>
        <p:sp>
          <p:nvSpPr>
            <p:cNvPr id="118" name="卡片"/>
            <p:cNvSpPr/>
            <p:nvPr/>
          </p:nvSpPr>
          <p:spPr>
            <a:xfrm>
              <a:off x="3837606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3837606" y="4601261"/>
              <a:ext cx="877824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grpSp>
        <p:nvGrpSpPr>
          <p:cNvPr id="5011" name="卡片＋陰影"/>
          <p:cNvGrpSpPr/>
          <p:nvPr/>
        </p:nvGrpSpPr>
        <p:grpSpPr>
          <a:xfrm>
            <a:off x="4957145" y="4601261"/>
            <a:ext cx="877824" cy="336499"/>
            <a:chOff x="4957145" y="4601261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4957145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4957145" y="4601261"/>
              <a:ext cx="877824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12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6076684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6076684" y="4601261"/>
              <a:ext cx="877824" cy="117043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7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4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30" name="寬欄條"/>
            <p:cNvSpPr/>
            <p:nvPr/>
          </p:nvSpPr>
          <p:spPr>
            <a:xfrm>
              <a:off x="8462067" y="4601261"/>
              <a:ext cx="248717" cy="336499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8798566" y="4601261"/>
              <a:ext cx="248717" cy="336499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3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 Common Patterns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8" name="處理"/>
            <p:cNvSpPr/>
            <p:nvPr/>
          </p:nvSpPr>
          <p:spPr>
            <a:xfrm>
              <a:off x="438912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614477" y="1821485"/>
              <a:ext cx="190195" cy="190195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70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217341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392906" y="1821485"/>
              <a:ext cx="190195" cy="190195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70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1995769" y="2136038"/>
              <a:ext cx="541325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171334" y="1821485"/>
              <a:ext cx="190195" cy="190195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70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16" name="Text 14"/>
          <p:cNvSpPr/>
          <p:nvPr/>
        </p:nvSpPr>
        <p:spPr>
          <a:xfrm>
            <a:off x="2698029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8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19" name="處理"/>
            <p:cNvSpPr/>
            <p:nvPr/>
          </p:nvSpPr>
          <p:spPr>
            <a:xfrm>
              <a:off x="2698029" y="1858061"/>
              <a:ext cx="52669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0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1" name="連接線"/>
            <p:cNvCxnSpPr>
              <a:stCxn id="19" idx="3"/>
              <a:endCxn id="20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2" name="處理"/>
            <p:cNvSpPr/>
            <p:nvPr/>
          </p:nvSpPr>
          <p:spPr>
            <a:xfrm>
              <a:off x="4254886" y="1858061"/>
              <a:ext cx="541325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3" name="連接線"/>
            <p:cNvCxnSpPr>
              <a:stCxn id="20" idx="3"/>
              <a:endCxn id="22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4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3451494" y="2604211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6" name="連接線"/>
            <p:cNvCxnSpPr>
              <a:stCxn id="20" idx="2"/>
              <a:endCxn id="25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8" name="Text 26"/>
          <p:cNvSpPr/>
          <p:nvPr/>
        </p:nvSpPr>
        <p:spPr>
          <a:xfrm>
            <a:off x="4957145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0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1" name="處理"/>
            <p:cNvSpPr/>
            <p:nvPr/>
          </p:nvSpPr>
          <p:spPr>
            <a:xfrm>
              <a:off x="4957145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5735574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6514003" y="1945843"/>
              <a:ext cx="541325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6" name="連接線"/>
            <p:cNvCxnSpPr>
              <a:stCxn id="32" idx="2"/>
              <a:endCxn id="31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7A1F2B"/>
              </a:solidFill>
              <a:prstDash val="sysDash"/>
              <a:tailEnd type="triangle"/>
            </a:ln>
          </p:spPr>
        </p:cxnSp>
        <p:sp>
          <p:nvSpPr>
            <p:cNvPr id="37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8" name="Text 36"/>
          <p:cNvSpPr/>
          <p:nvPr/>
        </p:nvSpPr>
        <p:spPr>
          <a:xfrm>
            <a:off x="7216262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0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1" name="處理"/>
            <p:cNvSpPr/>
            <p:nvPr/>
          </p:nvSpPr>
          <p:spPr>
            <a:xfrm>
              <a:off x="7216262" y="2253082"/>
              <a:ext cx="585216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2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3" name="連接線"/>
            <p:cNvCxnSpPr>
              <a:stCxn id="41" idx="3"/>
              <a:endCxn id="42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4" name="處理"/>
            <p:cNvSpPr/>
            <p:nvPr/>
          </p:nvSpPr>
          <p:spPr>
            <a:xfrm>
              <a:off x="8860902" y="2253082"/>
              <a:ext cx="453542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4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6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7" name="連接線"/>
            <p:cNvCxnSpPr>
              <a:stCxn id="42" idx="0"/>
              <a:endCxn id="41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8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49" name="Text 47"/>
          <p:cNvSpPr/>
          <p:nvPr/>
        </p:nvSpPr>
        <p:spPr>
          <a:xfrm>
            <a:off x="438912" y="3295498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2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4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877824" y="3694176"/>
              <a:ext cx="51206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609344" y="4323283"/>
              <a:ext cx="51206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966509" y="3694176"/>
              <a:ext cx="512064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59" name="連接線"/>
            <p:cNvCxnSpPr>
              <a:stCxn id="56" idx="3"/>
              <a:endCxn id="57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60" name="連接線"/>
            <p:cNvCxnSpPr>
              <a:stCxn id="57" idx="3"/>
              <a:endCxn id="58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61" name="Text 59"/>
          <p:cNvSpPr/>
          <p:nvPr/>
        </p:nvSpPr>
        <p:spPr>
          <a:xfrm>
            <a:off x="2698029" y="3295498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4" name="處理"/>
            <p:cNvSpPr/>
            <p:nvPr/>
          </p:nvSpPr>
          <p:spPr>
            <a:xfrm>
              <a:off x="2698029" y="3986784"/>
              <a:ext cx="409651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3458809" y="3650285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432328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8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42668" y="3986784"/>
              <a:ext cx="453542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0" name="連接線"/>
            <p:cNvCxnSpPr>
              <a:stCxn id="64" idx="3"/>
              <a:endCxn id="65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5" name="連接線"/>
            <p:cNvCxnSpPr>
              <a:stCxn id="68" idx="3"/>
              <a:endCxn id="69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76" name="Text 74"/>
          <p:cNvSpPr/>
          <p:nvPr/>
        </p:nvSpPr>
        <p:spPr>
          <a:xfrm>
            <a:off x="4957145" y="3295498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8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79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1" name="處理"/>
            <p:cNvSpPr/>
            <p:nvPr/>
          </p:nvSpPr>
          <p:spPr>
            <a:xfrm>
              <a:off x="5750204" y="3891686"/>
              <a:ext cx="512064" cy="30723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2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3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5" name="連接線"/>
            <p:cNvCxnSpPr>
              <a:stCxn id="79" idx="2"/>
              <a:endCxn id="81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86" name="連接線"/>
            <p:cNvCxnSpPr>
              <a:stCxn id="81" idx="3"/>
              <a:endCxn id="83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87" name="Text 85"/>
          <p:cNvSpPr/>
          <p:nvPr/>
        </p:nvSpPr>
        <p:spPr>
          <a:xfrm>
            <a:off x="7216262" y="3295498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89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0" name="卡片"/>
            <p:cNvSpPr/>
            <p:nvPr/>
          </p:nvSpPr>
          <p:spPr>
            <a:xfrm>
              <a:off x="7216262" y="3672230"/>
              <a:ext cx="863194" cy="95097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7216262" y="3672230"/>
              <a:ext cx="863194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8075158" y="4147718"/>
              <a:ext cx="365760" cy="0"/>
            </a:xfrm>
            <a:prstGeom prst="line">
              <a:avLst/>
            </a:prstGeom>
            <a:noFill/>
            <a:ln w="10160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常見組合（二）Common Patterns II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500" dirty="0"/>
          </a:p>
        </p:txBody>
      </p:sp>
      <p:sp>
        <p:nvSpPr>
          <p:cNvPr id="26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500" dirty="0"/>
          </a:p>
        </p:txBody>
      </p:sp>
      <p:sp>
        <p:nvSpPr>
          <p:cNvPr id="28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500" dirty="0"/>
          </a:p>
        </p:txBody>
      </p:sp>
      <p:sp>
        <p:nvSpPr>
          <p:cNvPr id="30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500" dirty="0"/>
          </a:p>
        </p:txBody>
      </p:sp>
      <p:sp>
        <p:nvSpPr>
          <p:cNvPr id="32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3480328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8" name="Text 34"/>
          <p:cNvSpPr/>
          <p:nvPr/>
        </p:nvSpPr>
        <p:spPr>
          <a:xfrm>
            <a:off x="6521745" y="14520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0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1" name="問題"/>
            <p:cNvSpPr/>
            <p:nvPr/>
          </p:nvSpPr>
          <p:spPr>
            <a:xfrm>
              <a:off x="6521745" y="1843430"/>
              <a:ext cx="746150" cy="848563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7A1F2B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7545019" y="1843430"/>
              <a:ext cx="746150" cy="848563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8568294" y="1843430"/>
              <a:ext cx="746150" cy="848563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438912" y="32808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8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9" name="方案"/>
            <p:cNvSpPr/>
            <p:nvPr/>
          </p:nvSpPr>
          <p:spPr>
            <a:xfrm>
              <a:off x="438912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1658884" y="4813402"/>
              <a:ext cx="352755" cy="160934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2359233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3480328" y="32808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0" name="卡片"/>
            <p:cNvSpPr/>
            <p:nvPr/>
          </p:nvSpPr>
          <p:spPr>
            <a:xfrm>
              <a:off x="3480328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3480328" y="3672230"/>
              <a:ext cx="862625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4445366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4445366" y="3672230"/>
              <a:ext cx="862625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5410403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5410403" y="3672230"/>
              <a:ext cx="862625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6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7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8" name="Text 94"/>
          <p:cNvSpPr/>
          <p:nvPr/>
        </p:nvSpPr>
        <p:spPr>
          <a:xfrm>
            <a:off x="6521745" y="328086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100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101" name="PDCA Plan"/>
            <p:cNvSpPr/>
            <p:nvPr/>
          </p:nvSpPr>
          <p:spPr>
            <a:xfrm>
              <a:off x="6521745" y="3555187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2" name="PDCA Do"/>
            <p:cNvSpPr/>
            <p:nvPr/>
          </p:nvSpPr>
          <p:spPr>
            <a:xfrm>
              <a:off x="8261055" y="3555187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3" name="PDCA Check"/>
            <p:cNvSpPr/>
            <p:nvPr/>
          </p:nvSpPr>
          <p:spPr>
            <a:xfrm>
              <a:off x="8261055" y="4374490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4" name="PDCA Act"/>
            <p:cNvSpPr/>
            <p:nvPr/>
          </p:nvSpPr>
          <p:spPr>
            <a:xfrm>
              <a:off x="6521745" y="4374490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5" name="連接線"/>
            <p:cNvCxnSpPr>
              <a:stCxn id="101" idx="3"/>
              <a:endCxn id="102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6" name="連接線"/>
            <p:cNvCxnSpPr>
              <a:stCxn id="102" idx="2"/>
              <a:endCxn id="103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7" name="連接線"/>
            <p:cNvCxnSpPr>
              <a:stCxn id="103" idx="1"/>
              <a:endCxn id="104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8" name="連接線"/>
            <p:cNvCxnSpPr>
              <a:stCxn id="104" idx="0"/>
              <a:endCxn id="101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109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10" name="Text 10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11" name="Text 10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圖示庫 Icon Library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 個線條圖示：顏色、線寬跟著風格；每個都是可編輯的 PowerPoint 圖案，點一下即可複製</a:t>
            </a:r>
            <a:endParaRPr lang="en-US" sz="1100" dirty="0"/>
          </a:p>
        </p:txBody>
      </p:sp>
      <p:sp>
        <p:nvSpPr>
          <p:cNvPr id="5" name="圖示 人員"/>
          <p:cNvSpPr/>
          <p:nvPr/>
        </p:nvSpPr>
        <p:spPr>
          <a:xfrm>
            <a:off x="662422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31650" y="256032"/>
                </a:moveTo>
                <a:lnTo>
                  <a:pt x="231650" y="231650"/>
                </a:lnTo>
                <a:cubicBezTo>
                  <a:pt x="231650" y="204716"/>
                  <a:pt x="209815" y="182880"/>
                  <a:pt x="182880" y="182880"/>
                </a:cubicBezTo>
                <a:lnTo>
                  <a:pt x="109728" y="182880"/>
                </a:lnTo>
                <a:cubicBezTo>
                  <a:pt x="82793" y="182880"/>
                  <a:pt x="60958" y="204716"/>
                  <a:pt x="60958" y="231650"/>
                </a:cubicBezTo>
                <a:lnTo>
                  <a:pt x="60958" y="256032"/>
                </a:lnTo>
                <a:moveTo>
                  <a:pt x="195074" y="85346"/>
                </a:moveTo>
                <a:cubicBezTo>
                  <a:pt x="195074" y="112281"/>
                  <a:pt x="173239" y="134110"/>
                  <a:pt x="146304" y="134110"/>
                </a:cubicBezTo>
                <a:cubicBezTo>
                  <a:pt x="119369" y="134110"/>
                  <a:pt x="97534" y="112281"/>
                  <a:pt x="97534" y="85346"/>
                </a:cubicBezTo>
                <a:cubicBezTo>
                  <a:pt x="97534" y="58412"/>
                  <a:pt x="119369" y="36576"/>
                  <a:pt x="146304" y="36576"/>
                </a:cubicBezTo>
                <a:cubicBezTo>
                  <a:pt x="173239" y="36576"/>
                  <a:pt x="195074" y="58412"/>
                  <a:pt x="195074" y="85346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438912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50" dirty="0"/>
          </a:p>
        </p:txBody>
      </p:sp>
      <p:sp>
        <p:nvSpPr>
          <p:cNvPr id="7" name="圖示 團隊"/>
          <p:cNvSpPr/>
          <p:nvPr/>
        </p:nvSpPr>
        <p:spPr>
          <a:xfrm>
            <a:off x="140205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95074" y="38134"/>
                </a:moveTo>
                <a:cubicBezTo>
                  <a:pt x="216581" y="43716"/>
                  <a:pt x="231599" y="63123"/>
                  <a:pt x="231599" y="85346"/>
                </a:cubicBezTo>
                <a:cubicBezTo>
                  <a:pt x="231599" y="107563"/>
                  <a:pt x="216581" y="126977"/>
                  <a:pt x="195074" y="132551"/>
                </a:cubicBezTo>
                <a:moveTo>
                  <a:pt x="268226" y="256032"/>
                </a:moveTo>
                <a:lnTo>
                  <a:pt x="268226" y="231650"/>
                </a:lnTo>
                <a:cubicBezTo>
                  <a:pt x="268204" y="209427"/>
                  <a:pt x="253164" y="190020"/>
                  <a:pt x="231650" y="184467"/>
                </a:cubicBez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17854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50" dirty="0"/>
          </a:p>
        </p:txBody>
      </p:sp>
      <p:sp>
        <p:nvSpPr>
          <p:cNvPr id="9" name="圖示 負責人"/>
          <p:cNvSpPr/>
          <p:nvPr/>
        </p:nvSpPr>
        <p:spPr>
          <a:xfrm>
            <a:off x="2141677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134110"/>
                </a:moveTo>
                <a:lnTo>
                  <a:pt x="219456" y="158498"/>
                </a:lnTo>
                <a:lnTo>
                  <a:pt x="268226" y="109728"/>
                </a:lnTo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1918167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650" dirty="0"/>
          </a:p>
        </p:txBody>
      </p:sp>
      <p:sp>
        <p:nvSpPr>
          <p:cNvPr id="11" name="圖示 合作"/>
          <p:cNvSpPr/>
          <p:nvPr/>
        </p:nvSpPr>
        <p:spPr>
          <a:xfrm>
            <a:off x="2881305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07262"/>
                </a:moveTo>
                <a:lnTo>
                  <a:pt x="158498" y="231650"/>
                </a:lnTo>
                <a:cubicBezTo>
                  <a:pt x="168593" y="241745"/>
                  <a:pt x="184972" y="241745"/>
                  <a:pt x="195074" y="231650"/>
                </a:cubicBezTo>
                <a:cubicBezTo>
                  <a:pt x="205169" y="221548"/>
                  <a:pt x="205169" y="205169"/>
                  <a:pt x="195074" y="195074"/>
                </a:cubicBezTo>
                <a:moveTo>
                  <a:pt x="170686" y="170686"/>
                </a:moveTo>
                <a:lnTo>
                  <a:pt x="201168" y="201168"/>
                </a:lnTo>
                <a:cubicBezTo>
                  <a:pt x="211270" y="211270"/>
                  <a:pt x="227642" y="211270"/>
                  <a:pt x="237744" y="201168"/>
                </a:cubicBezTo>
                <a:cubicBezTo>
                  <a:pt x="247846" y="191066"/>
                  <a:pt x="247846" y="174694"/>
                  <a:pt x="237744" y="164592"/>
                </a:cubicBezTo>
                <a:lnTo>
                  <a:pt x="190437" y="117285"/>
                </a:lnTo>
                <a:cubicBezTo>
                  <a:pt x="176157" y="103027"/>
                  <a:pt x="153027" y="103027"/>
                  <a:pt x="138747" y="117285"/>
                </a:cubicBezTo>
                <a:lnTo>
                  <a:pt x="128016" y="128016"/>
                </a:lnTo>
                <a:cubicBezTo>
                  <a:pt x="117914" y="138118"/>
                  <a:pt x="101542" y="138118"/>
                  <a:pt x="91440" y="128016"/>
                </a:cubicBezTo>
                <a:cubicBezTo>
                  <a:pt x="81338" y="117914"/>
                  <a:pt x="81338" y="101542"/>
                  <a:pt x="91440" y="91440"/>
                </a:cubicBezTo>
                <a:lnTo>
                  <a:pt x="125697" y="57183"/>
                </a:lnTo>
                <a:cubicBezTo>
                  <a:pt x="148579" y="34359"/>
                  <a:pt x="184036" y="29992"/>
                  <a:pt x="211775" y="46576"/>
                </a:cubicBezTo>
                <a:lnTo>
                  <a:pt x="217503" y="49985"/>
                </a:lnTo>
                <a:cubicBezTo>
                  <a:pt x="222697" y="53123"/>
                  <a:pt x="228871" y="54206"/>
                  <a:pt x="234818" y="53035"/>
                </a:cubicBezTo>
                <a:lnTo>
                  <a:pt x="256032" y="48770"/>
                </a:lnTo>
                <a:moveTo>
                  <a:pt x="256032" y="36576"/>
                </a:moveTo>
                <a:lnTo>
                  <a:pt x="268226" y="170686"/>
                </a:lnTo>
                <a:lnTo>
                  <a:pt x="243838" y="170686"/>
                </a:lnTo>
                <a:moveTo>
                  <a:pt x="36576" y="36576"/>
                </a:moveTo>
                <a:lnTo>
                  <a:pt x="24382" y="170686"/>
                </a:lnTo>
                <a:lnTo>
                  <a:pt x="103634" y="249938"/>
                </a:lnTo>
                <a:cubicBezTo>
                  <a:pt x="113729" y="260033"/>
                  <a:pt x="130108" y="260033"/>
                  <a:pt x="140210" y="249938"/>
                </a:cubicBezTo>
                <a:cubicBezTo>
                  <a:pt x="150305" y="239836"/>
                  <a:pt x="150305" y="223457"/>
                  <a:pt x="140210" y="213362"/>
                </a:cubicBezTo>
                <a:moveTo>
                  <a:pt x="36576" y="48770"/>
                </a:moveTo>
                <a:lnTo>
                  <a:pt x="134110" y="48770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2657795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50" dirty="0"/>
          </a:p>
        </p:txBody>
      </p:sp>
      <p:sp>
        <p:nvSpPr>
          <p:cNvPr id="13" name="圖示 機台"/>
          <p:cNvSpPr/>
          <p:nvPr/>
        </p:nvSpPr>
        <p:spPr>
          <a:xfrm>
            <a:off x="362093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73152"/>
                </a:moveTo>
                <a:lnTo>
                  <a:pt x="231650" y="73152"/>
                </a:lnTo>
                <a:cubicBezTo>
                  <a:pt x="245118" y="73152"/>
                  <a:pt x="256032" y="84066"/>
                  <a:pt x="256032" y="97534"/>
                </a:cubicBezTo>
                <a:lnTo>
                  <a:pt x="256032" y="207262"/>
                </a:lnTo>
                <a:cubicBezTo>
                  <a:pt x="256032" y="220729"/>
                  <a:pt x="245118" y="231650"/>
                  <a:pt x="231650" y="231650"/>
                </a:cubicBezTo>
                <a:lnTo>
                  <a:pt x="60958" y="231650"/>
                </a:lnTo>
                <a:cubicBezTo>
                  <a:pt x="47490" y="231650"/>
                  <a:pt x="36576" y="220729"/>
                  <a:pt x="36576" y="207262"/>
                </a:cubicBezTo>
                <a:lnTo>
                  <a:pt x="36576" y="97534"/>
                </a:lnTo>
                <a:cubicBezTo>
                  <a:pt x="36576" y="84066"/>
                  <a:pt x="47490" y="73152"/>
                  <a:pt x="60958" y="73152"/>
                </a:cubicBezTo>
                <a:close/>
                <a:moveTo>
                  <a:pt x="85346" y="109728"/>
                </a:moveTo>
                <a:lnTo>
                  <a:pt x="146304" y="109728"/>
                </a:lnTo>
                <a:cubicBezTo>
                  <a:pt x="153034" y="109728"/>
                  <a:pt x="158498" y="115185"/>
                  <a:pt x="158498" y="121922"/>
                </a:cubicBezTo>
                <a:lnTo>
                  <a:pt x="158498" y="170686"/>
                </a:lnTo>
                <a:cubicBezTo>
                  <a:pt x="158498" y="177423"/>
                  <a:pt x="153034" y="182880"/>
                  <a:pt x="146304" y="182880"/>
                </a:cubicBezTo>
                <a:lnTo>
                  <a:pt x="85346" y="182880"/>
                </a:lnTo>
                <a:cubicBezTo>
                  <a:pt x="78609" y="182880"/>
                  <a:pt x="73152" y="177423"/>
                  <a:pt x="73152" y="170686"/>
                </a:cubicBezTo>
                <a:lnTo>
                  <a:pt x="73152" y="121922"/>
                </a:lnTo>
                <a:cubicBezTo>
                  <a:pt x="73152" y="115185"/>
                  <a:pt x="78609" y="109728"/>
                  <a:pt x="85346" y="109728"/>
                </a:cubicBezTo>
                <a:close/>
                <a:moveTo>
                  <a:pt x="201168" y="121922"/>
                </a:moveTo>
                <a:lnTo>
                  <a:pt x="219456" y="121922"/>
                </a:lnTo>
                <a:moveTo>
                  <a:pt x="201168" y="158498"/>
                </a:moveTo>
                <a:lnTo>
                  <a:pt x="219456" y="158498"/>
                </a:lnTo>
                <a:moveTo>
                  <a:pt x="85346" y="231650"/>
                </a:moveTo>
                <a:lnTo>
                  <a:pt x="85346" y="256032"/>
                </a:lnTo>
                <a:moveTo>
                  <a:pt x="207262" y="231650"/>
                </a:moveTo>
                <a:lnTo>
                  <a:pt x="207262" y="256032"/>
                </a:lnTo>
                <a:moveTo>
                  <a:pt x="97534" y="73152"/>
                </a:moveTo>
                <a:lnTo>
                  <a:pt x="97534" y="42670"/>
                </a:lnTo>
                <a:lnTo>
                  <a:pt x="146304" y="42670"/>
                </a:lnTo>
                <a:lnTo>
                  <a:pt x="146304" y="73152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339742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50" dirty="0"/>
          </a:p>
        </p:txBody>
      </p:sp>
      <p:sp>
        <p:nvSpPr>
          <p:cNvPr id="15" name="圖示 晶圓"/>
          <p:cNvSpPr/>
          <p:nvPr/>
        </p:nvSpPr>
        <p:spPr>
          <a:xfrm>
            <a:off x="436056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6071" y="243838"/>
                </a:moveTo>
                <a:cubicBezTo>
                  <a:pt x="51045" y="220656"/>
                  <a:pt x="27732" y="169661"/>
                  <a:pt x="39663" y="120445"/>
                </a:cubicBezTo>
                <a:cubicBezTo>
                  <a:pt x="51594" y="71221"/>
                  <a:pt x="95661" y="36554"/>
                  <a:pt x="146304" y="36554"/>
                </a:cubicBezTo>
                <a:cubicBezTo>
                  <a:pt x="196947" y="36554"/>
                  <a:pt x="241014" y="71221"/>
                  <a:pt x="252945" y="120445"/>
                </a:cubicBezTo>
                <a:cubicBezTo>
                  <a:pt x="264876" y="169661"/>
                  <a:pt x="241563" y="220656"/>
                  <a:pt x="196537" y="243838"/>
                </a:cubicBezTo>
                <a:close/>
                <a:moveTo>
                  <a:pt x="109728" y="60958"/>
                </a:moveTo>
                <a:lnTo>
                  <a:pt x="109728" y="219456"/>
                </a:lnTo>
                <a:moveTo>
                  <a:pt x="182880" y="60958"/>
                </a:moveTo>
                <a:lnTo>
                  <a:pt x="182880" y="219456"/>
                </a:lnTo>
                <a:moveTo>
                  <a:pt x="60958" y="109728"/>
                </a:moveTo>
                <a:lnTo>
                  <a:pt x="231650" y="109728"/>
                </a:lnTo>
                <a:moveTo>
                  <a:pt x="60958" y="182880"/>
                </a:moveTo>
                <a:lnTo>
                  <a:pt x="231650" y="182880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413705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50" dirty="0"/>
          </a:p>
        </p:txBody>
      </p:sp>
      <p:sp>
        <p:nvSpPr>
          <p:cNvPr id="17" name="圖示 晶片"/>
          <p:cNvSpPr/>
          <p:nvPr/>
        </p:nvSpPr>
        <p:spPr>
          <a:xfrm>
            <a:off x="5100188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243838"/>
                </a:moveTo>
                <a:lnTo>
                  <a:pt x="146304" y="268226"/>
                </a:lnTo>
                <a:moveTo>
                  <a:pt x="146304" y="24382"/>
                </a:moveTo>
                <a:lnTo>
                  <a:pt x="146304" y="48770"/>
                </a:lnTo>
                <a:moveTo>
                  <a:pt x="207262" y="243838"/>
                </a:moveTo>
                <a:lnTo>
                  <a:pt x="207262" y="268226"/>
                </a:lnTo>
                <a:moveTo>
                  <a:pt x="207262" y="24382"/>
                </a:moveTo>
                <a:lnTo>
                  <a:pt x="207262" y="48770"/>
                </a:lnTo>
                <a:moveTo>
                  <a:pt x="24382" y="146304"/>
                </a:moveTo>
                <a:lnTo>
                  <a:pt x="48770" y="146304"/>
                </a:lnTo>
                <a:moveTo>
                  <a:pt x="24382" y="207262"/>
                </a:moveTo>
                <a:lnTo>
                  <a:pt x="48770" y="207262"/>
                </a:lnTo>
                <a:moveTo>
                  <a:pt x="24382" y="85346"/>
                </a:moveTo>
                <a:lnTo>
                  <a:pt x="48770" y="85346"/>
                </a:lnTo>
                <a:moveTo>
                  <a:pt x="243838" y="146304"/>
                </a:moveTo>
                <a:lnTo>
                  <a:pt x="268226" y="146304"/>
                </a:lnTo>
                <a:moveTo>
                  <a:pt x="243838" y="207262"/>
                </a:moveTo>
                <a:lnTo>
                  <a:pt x="268226" y="207262"/>
                </a:lnTo>
                <a:moveTo>
                  <a:pt x="243838" y="85346"/>
                </a:moveTo>
                <a:lnTo>
                  <a:pt x="268226" y="85346"/>
                </a:lnTo>
                <a:moveTo>
                  <a:pt x="85346" y="243838"/>
                </a:moveTo>
                <a:lnTo>
                  <a:pt x="85346" y="268226"/>
                </a:lnTo>
                <a:moveTo>
                  <a:pt x="85346" y="24382"/>
                </a:moveTo>
                <a:lnTo>
                  <a:pt x="85346" y="48770"/>
                </a:lnTo>
                <a:moveTo>
                  <a:pt x="73152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close/>
                <a:moveTo>
                  <a:pt x="109728" y="97534"/>
                </a:moveTo>
                <a:lnTo>
                  <a:pt x="182880" y="97534"/>
                </a:lnTo>
                <a:cubicBezTo>
                  <a:pt x="189610" y="97534"/>
                  <a:pt x="195074" y="102998"/>
                  <a:pt x="195074" y="109728"/>
                </a:cubicBezTo>
                <a:lnTo>
                  <a:pt x="195074" y="182880"/>
                </a:lnTo>
                <a:cubicBezTo>
                  <a:pt x="195074" y="189610"/>
                  <a:pt x="189610" y="195074"/>
                  <a:pt x="182880" y="195074"/>
                </a:cubicBezTo>
                <a:lnTo>
                  <a:pt x="109728" y="195074"/>
                </a:lnTo>
                <a:cubicBezTo>
                  <a:pt x="102998" y="195074"/>
                  <a:pt x="97534" y="189610"/>
                  <a:pt x="97534" y="182880"/>
                </a:cubicBezTo>
                <a:lnTo>
                  <a:pt x="97534" y="109728"/>
                </a:lnTo>
                <a:cubicBezTo>
                  <a:pt x="97534" y="102998"/>
                  <a:pt x="102998" y="97534"/>
                  <a:pt x="109728" y="97534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4876678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50" dirty="0"/>
          </a:p>
        </p:txBody>
      </p:sp>
      <p:sp>
        <p:nvSpPr>
          <p:cNvPr id="19" name="圖示 工廠"/>
          <p:cNvSpPr/>
          <p:nvPr/>
        </p:nvSpPr>
        <p:spPr>
          <a:xfrm>
            <a:off x="583981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95074"/>
                </a:moveTo>
                <a:lnTo>
                  <a:pt x="146428" y="195074"/>
                </a:lnTo>
                <a:moveTo>
                  <a:pt x="195074" y="195074"/>
                </a:moveTo>
                <a:lnTo>
                  <a:pt x="195191" y="195074"/>
                </a:lnTo>
                <a:moveTo>
                  <a:pt x="36576" y="231650"/>
                </a:moveTo>
                <a:cubicBezTo>
                  <a:pt x="36576" y="245118"/>
                  <a:pt x="47490" y="256032"/>
                  <a:pt x="60958" y="256032"/>
                </a:cubicBezTo>
                <a:lnTo>
                  <a:pt x="231650" y="256032"/>
                </a:lnTo>
                <a:cubicBezTo>
                  <a:pt x="245118" y="256032"/>
                  <a:pt x="256032" y="245118"/>
                  <a:pt x="256032" y="231650"/>
                </a:cubicBezTo>
                <a:lnTo>
                  <a:pt x="256032" y="103634"/>
                </a:lnTo>
                <a:cubicBezTo>
                  <a:pt x="256032" y="101403"/>
                  <a:pt x="254825" y="99355"/>
                  <a:pt x="252872" y="98280"/>
                </a:cubicBezTo>
                <a:cubicBezTo>
                  <a:pt x="250919" y="97212"/>
                  <a:pt x="248534" y="97292"/>
                  <a:pt x="246654" y="98485"/>
                </a:cubicBezTo>
                <a:lnTo>
                  <a:pt x="192258" y="133159"/>
                </a:lnTo>
                <a:cubicBezTo>
                  <a:pt x="190378" y="134358"/>
                  <a:pt x="187993" y="134439"/>
                  <a:pt x="186040" y="133363"/>
                </a:cubicBezTo>
                <a:cubicBezTo>
                  <a:pt x="184087" y="132295"/>
                  <a:pt x="182880" y="130247"/>
                  <a:pt x="182880" y="128016"/>
                </a:cubicBezTo>
                <a:lnTo>
                  <a:pt x="182880" y="103634"/>
                </a:lnTo>
                <a:cubicBezTo>
                  <a:pt x="182880" y="101403"/>
                  <a:pt x="181673" y="99355"/>
                  <a:pt x="179720" y="98280"/>
                </a:cubicBezTo>
                <a:cubicBezTo>
                  <a:pt x="177767" y="97212"/>
                  <a:pt x="175382" y="97292"/>
                  <a:pt x="173502" y="98485"/>
                </a:cubicBezTo>
                <a:lnTo>
                  <a:pt x="119113" y="133159"/>
                </a:lnTo>
                <a:cubicBezTo>
                  <a:pt x="117241" y="134366"/>
                  <a:pt x="114849" y="134446"/>
                  <a:pt x="112895" y="133378"/>
                </a:cubicBezTo>
                <a:cubicBezTo>
                  <a:pt x="110935" y="132303"/>
                  <a:pt x="109721" y="130247"/>
                  <a:pt x="109728" y="128016"/>
                </a:cubicBezTo>
                <a:lnTo>
                  <a:pt x="109728" y="60958"/>
                </a:lnTo>
                <a:cubicBezTo>
                  <a:pt x="109728" y="47490"/>
                  <a:pt x="98814" y="36576"/>
                  <a:pt x="85346" y="36576"/>
                </a:cubicBezTo>
                <a:lnTo>
                  <a:pt x="60958" y="36576"/>
                </a:lnTo>
                <a:cubicBezTo>
                  <a:pt x="47490" y="36576"/>
                  <a:pt x="36576" y="47490"/>
                  <a:pt x="36576" y="60958"/>
                </a:cubicBezTo>
                <a:close/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561630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50" dirty="0"/>
          </a:p>
        </p:txBody>
      </p:sp>
      <p:sp>
        <p:nvSpPr>
          <p:cNvPr id="21" name="圖示 伺服器"/>
          <p:cNvSpPr/>
          <p:nvPr/>
        </p:nvSpPr>
        <p:spPr>
          <a:xfrm>
            <a:off x="657944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4382"/>
                </a:moveTo>
                <a:lnTo>
                  <a:pt x="243838" y="24382"/>
                </a:lnTo>
                <a:cubicBezTo>
                  <a:pt x="257305" y="24382"/>
                  <a:pt x="268226" y="35303"/>
                  <a:pt x="268226" y="48770"/>
                </a:cubicBezTo>
                <a:lnTo>
                  <a:pt x="268226" y="97534"/>
                </a:lnTo>
                <a:cubicBezTo>
                  <a:pt x="268226" y="111001"/>
                  <a:pt x="257305" y="121922"/>
                  <a:pt x="243838" y="121922"/>
                </a:cubicBezTo>
                <a:lnTo>
                  <a:pt x="48770" y="121922"/>
                </a:lnTo>
                <a:cubicBezTo>
                  <a:pt x="35303" y="121922"/>
                  <a:pt x="24382" y="111001"/>
                  <a:pt x="24382" y="97534"/>
                </a:cubicBezTo>
                <a:lnTo>
                  <a:pt x="24382" y="48770"/>
                </a:lnTo>
                <a:cubicBezTo>
                  <a:pt x="24382" y="35303"/>
                  <a:pt x="35303" y="24382"/>
                  <a:pt x="48770" y="24382"/>
                </a:cubicBezTo>
                <a:close/>
                <a:moveTo>
                  <a:pt x="48770" y="170686"/>
                </a:moveTo>
                <a:lnTo>
                  <a:pt x="243838" y="170686"/>
                </a:lnTo>
                <a:cubicBezTo>
                  <a:pt x="257305" y="170686"/>
                  <a:pt x="268226" y="181607"/>
                  <a:pt x="268226" y="195074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lnTo>
                  <a:pt x="48770" y="268226"/>
                </a:lnTo>
                <a:cubicBezTo>
                  <a:pt x="35303" y="268226"/>
                  <a:pt x="24382" y="257305"/>
                  <a:pt x="24382" y="243838"/>
                </a:cubicBezTo>
                <a:lnTo>
                  <a:pt x="24382" y="195074"/>
                </a:lnTo>
                <a:cubicBezTo>
                  <a:pt x="24382" y="181607"/>
                  <a:pt x="35303" y="170686"/>
                  <a:pt x="48770" y="170686"/>
                </a:cubicBezTo>
                <a:close/>
                <a:moveTo>
                  <a:pt x="73152" y="73152"/>
                </a:moveTo>
                <a:lnTo>
                  <a:pt x="73276" y="73152"/>
                </a:lnTo>
                <a:moveTo>
                  <a:pt x="73152" y="219456"/>
                </a:moveTo>
                <a:lnTo>
                  <a:pt x="73276" y="219456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635593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50" dirty="0"/>
          </a:p>
        </p:txBody>
      </p:sp>
      <p:sp>
        <p:nvSpPr>
          <p:cNvPr id="23" name="圖示 資料庫"/>
          <p:cNvSpPr/>
          <p:nvPr/>
        </p:nvSpPr>
        <p:spPr>
          <a:xfrm>
            <a:off x="7319071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60958"/>
                </a:moveTo>
                <a:cubicBezTo>
                  <a:pt x="256032" y="81162"/>
                  <a:pt x="206903" y="97534"/>
                  <a:pt x="146304" y="97534"/>
                </a:cubicBezTo>
                <a:cubicBezTo>
                  <a:pt x="85705" y="97534"/>
                  <a:pt x="36576" y="81162"/>
                  <a:pt x="36576" y="60958"/>
                </a:cubicBezTo>
                <a:cubicBezTo>
                  <a:pt x="36576" y="40760"/>
                  <a:pt x="85705" y="24382"/>
                  <a:pt x="146304" y="24382"/>
                </a:cubicBezTo>
                <a:cubicBezTo>
                  <a:pt x="206903" y="24382"/>
                  <a:pt x="256032" y="40760"/>
                  <a:pt x="256032" y="60958"/>
                </a:cubicBezTo>
                <a:close/>
                <a:moveTo>
                  <a:pt x="36576" y="60958"/>
                </a:moveTo>
                <a:lnTo>
                  <a:pt x="36576" y="231650"/>
                </a:lnTo>
                <a:cubicBezTo>
                  <a:pt x="36576" y="251848"/>
                  <a:pt x="85705" y="268226"/>
                  <a:pt x="146304" y="268226"/>
                </a:cubicBezTo>
                <a:cubicBezTo>
                  <a:pt x="206903" y="268226"/>
                  <a:pt x="256032" y="251848"/>
                  <a:pt x="256032" y="231650"/>
                </a:cubicBezTo>
                <a:lnTo>
                  <a:pt x="256032" y="60958"/>
                </a:lnTo>
                <a:moveTo>
                  <a:pt x="36576" y="146304"/>
                </a:moveTo>
                <a:cubicBezTo>
                  <a:pt x="36576" y="166501"/>
                  <a:pt x="85705" y="182880"/>
                  <a:pt x="146304" y="182880"/>
                </a:cubicBezTo>
                <a:cubicBezTo>
                  <a:pt x="206903" y="182880"/>
                  <a:pt x="256032" y="166501"/>
                  <a:pt x="256032" y="146304"/>
                </a:cubicBez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7095561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50" dirty="0"/>
          </a:p>
        </p:txBody>
      </p:sp>
      <p:sp>
        <p:nvSpPr>
          <p:cNvPr id="25" name="圖示 雲端"/>
          <p:cNvSpPr/>
          <p:nvPr/>
        </p:nvSpPr>
        <p:spPr>
          <a:xfrm>
            <a:off x="8058699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13362" y="231650"/>
                </a:moveTo>
                <a:lnTo>
                  <a:pt x="109728" y="231650"/>
                </a:lnTo>
                <a:cubicBezTo>
                  <a:pt x="65786" y="231636"/>
                  <a:pt x="29034" y="198257"/>
                  <a:pt x="24806" y="154519"/>
                </a:cubicBezTo>
                <a:cubicBezTo>
                  <a:pt x="20570" y="110781"/>
                  <a:pt x="50248" y="70979"/>
                  <a:pt x="93371" y="62545"/>
                </a:cubicBezTo>
                <a:cubicBezTo>
                  <a:pt x="136502" y="54111"/>
                  <a:pt x="178981" y="79809"/>
                  <a:pt x="191534" y="121922"/>
                </a:cubicBezTo>
                <a:lnTo>
                  <a:pt x="213362" y="121922"/>
                </a:lnTo>
                <a:cubicBezTo>
                  <a:pt x="243662" y="121922"/>
                  <a:pt x="268226" y="146487"/>
                  <a:pt x="268226" y="176786"/>
                </a:cubicBezTo>
                <a:cubicBezTo>
                  <a:pt x="268226" y="207086"/>
                  <a:pt x="243662" y="231650"/>
                  <a:pt x="213362" y="231650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7835189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50" dirty="0"/>
          </a:p>
        </p:txBody>
      </p:sp>
      <p:sp>
        <p:nvSpPr>
          <p:cNvPr id="27" name="圖示 電腦"/>
          <p:cNvSpPr/>
          <p:nvPr/>
        </p:nvSpPr>
        <p:spPr>
          <a:xfrm>
            <a:off x="879832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36576"/>
                </a:move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lnTo>
                  <a:pt x="268226" y="182880"/>
                </a:lnTo>
                <a:cubicBezTo>
                  <a:pt x="268226" y="196347"/>
                  <a:pt x="257305" y="207262"/>
                  <a:pt x="243838" y="207262"/>
                </a:cubicBezTo>
                <a:lnTo>
                  <a:pt x="48770" y="207262"/>
                </a:lnTo>
                <a:cubicBezTo>
                  <a:pt x="35303" y="207262"/>
                  <a:pt x="24382" y="196347"/>
                  <a:pt x="24382" y="182880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close/>
                <a:moveTo>
                  <a:pt x="97534" y="256032"/>
                </a:moveTo>
                <a:lnTo>
                  <a:pt x="195074" y="256032"/>
                </a:lnTo>
                <a:moveTo>
                  <a:pt x="146304" y="207262"/>
                </a:moveTo>
                <a:lnTo>
                  <a:pt x="146304" y="256032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857481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50" dirty="0"/>
          </a:p>
        </p:txBody>
      </p:sp>
      <p:sp>
        <p:nvSpPr>
          <p:cNvPr id="29" name="圖示 物料"/>
          <p:cNvSpPr/>
          <p:nvPr/>
        </p:nvSpPr>
        <p:spPr>
          <a:xfrm>
            <a:off x="662422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64935"/>
                </a:moveTo>
                <a:cubicBezTo>
                  <a:pt x="141659" y="269287"/>
                  <a:pt x="150949" y="269287"/>
                  <a:pt x="158498" y="264935"/>
                </a:cubicBezTo>
                <a:lnTo>
                  <a:pt x="243838" y="216164"/>
                </a:lnTo>
                <a:cubicBezTo>
                  <a:pt x="251380" y="211812"/>
                  <a:pt x="256025" y="203772"/>
                  <a:pt x="256032" y="195074"/>
                </a:cubicBezTo>
                <a:lnTo>
                  <a:pt x="256032" y="97534"/>
                </a:lnTo>
                <a:cubicBezTo>
                  <a:pt x="256025" y="88836"/>
                  <a:pt x="251380" y="80796"/>
                  <a:pt x="243838" y="76444"/>
                </a:cubicBezTo>
                <a:lnTo>
                  <a:pt x="158498" y="27673"/>
                </a:lnTo>
                <a:cubicBezTo>
                  <a:pt x="150949" y="23321"/>
                  <a:pt x="141659" y="23321"/>
                  <a:pt x="134110" y="27673"/>
                </a:cubicBezTo>
                <a:lnTo>
                  <a:pt x="48770" y="76444"/>
                </a:lnTo>
                <a:cubicBezTo>
                  <a:pt x="41228" y="80796"/>
                  <a:pt x="36583" y="88836"/>
                  <a:pt x="36576" y="97534"/>
                </a:cubicBezTo>
                <a:lnTo>
                  <a:pt x="36576" y="195074"/>
                </a:lnTo>
                <a:cubicBezTo>
                  <a:pt x="36583" y="203772"/>
                  <a:pt x="41228" y="211812"/>
                  <a:pt x="48770" y="216164"/>
                </a:cubicBezTo>
                <a:close/>
                <a:moveTo>
                  <a:pt x="146304" y="268226"/>
                </a:moveTo>
                <a:lnTo>
                  <a:pt x="146304" y="146304"/>
                </a:lnTo>
                <a:moveTo>
                  <a:pt x="40109" y="85346"/>
                </a:moveTo>
                <a:lnTo>
                  <a:pt x="146304" y="146304"/>
                </a:lnTo>
                <a:lnTo>
                  <a:pt x="252499" y="85346"/>
                </a:lnTo>
                <a:moveTo>
                  <a:pt x="91440" y="52062"/>
                </a:moveTo>
                <a:lnTo>
                  <a:pt x="201168" y="114849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438912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650" dirty="0"/>
          </a:p>
        </p:txBody>
      </p:sp>
      <p:sp>
        <p:nvSpPr>
          <p:cNvPr id="31" name="圖示 警示"/>
          <p:cNvSpPr/>
          <p:nvPr/>
        </p:nvSpPr>
        <p:spPr>
          <a:xfrm>
            <a:off x="140205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4935" y="219456"/>
                </a:moveTo>
                <a:lnTo>
                  <a:pt x="167394" y="48770"/>
                </a:lnTo>
                <a:cubicBezTo>
                  <a:pt x="163063" y="41126"/>
                  <a:pt x="154965" y="36408"/>
                  <a:pt x="146180" y="36408"/>
                </a:cubicBezTo>
                <a:cubicBezTo>
                  <a:pt x="137401" y="36408"/>
                  <a:pt x="129296" y="41126"/>
                  <a:pt x="124966" y="48770"/>
                </a:cubicBezTo>
                <a:lnTo>
                  <a:pt x="27432" y="219456"/>
                </a:lnTo>
                <a:cubicBezTo>
                  <a:pt x="23058" y="227035"/>
                  <a:pt x="23079" y="236376"/>
                  <a:pt x="27483" y="243933"/>
                </a:cubicBezTo>
                <a:cubicBezTo>
                  <a:pt x="31894" y="251497"/>
                  <a:pt x="40014" y="256112"/>
                  <a:pt x="48770" y="256032"/>
                </a:cubicBezTo>
                <a:lnTo>
                  <a:pt x="243838" y="256032"/>
                </a:lnTo>
                <a:cubicBezTo>
                  <a:pt x="252550" y="256025"/>
                  <a:pt x="260589" y="251372"/>
                  <a:pt x="264942" y="243830"/>
                </a:cubicBezTo>
                <a:cubicBezTo>
                  <a:pt x="269287" y="236288"/>
                  <a:pt x="269287" y="226998"/>
                  <a:pt x="264935" y="219456"/>
                </a:cubicBezTo>
                <a:moveTo>
                  <a:pt x="146304" y="109728"/>
                </a:moveTo>
                <a:lnTo>
                  <a:pt x="146304" y="158498"/>
                </a:lnTo>
                <a:moveTo>
                  <a:pt x="146304" y="207262"/>
                </a:moveTo>
                <a:lnTo>
                  <a:pt x="146428" y="207262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117854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50" dirty="0"/>
          </a:p>
        </p:txBody>
      </p:sp>
      <p:sp>
        <p:nvSpPr>
          <p:cNvPr id="33" name="圖示 完成"/>
          <p:cNvSpPr/>
          <p:nvPr/>
        </p:nvSpPr>
        <p:spPr>
          <a:xfrm>
            <a:off x="2141677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109728"/>
                </a:moveTo>
                <a:lnTo>
                  <a:pt x="128016" y="176786"/>
                </a:lnTo>
                <a:lnTo>
                  <a:pt x="97534" y="146304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1918167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50" dirty="0"/>
          </a:p>
        </p:txBody>
      </p:sp>
      <p:sp>
        <p:nvSpPr>
          <p:cNvPr id="35" name="圖示 錯誤"/>
          <p:cNvSpPr/>
          <p:nvPr/>
        </p:nvSpPr>
        <p:spPr>
          <a:xfrm>
            <a:off x="2881305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82880" y="109728"/>
                </a:moveTo>
                <a:lnTo>
                  <a:pt x="109728" y="182880"/>
                </a:lnTo>
                <a:moveTo>
                  <a:pt x="109728" y="109728"/>
                </a:moveTo>
                <a:lnTo>
                  <a:pt x="182880" y="182880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2657795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50" dirty="0"/>
          </a:p>
        </p:txBody>
      </p:sp>
      <p:sp>
        <p:nvSpPr>
          <p:cNvPr id="37" name="圖示 時間"/>
          <p:cNvSpPr/>
          <p:nvPr/>
        </p:nvSpPr>
        <p:spPr>
          <a:xfrm>
            <a:off x="362093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73152"/>
                </a:moveTo>
                <a:lnTo>
                  <a:pt x="146304" y="146304"/>
                </a:lnTo>
                <a:lnTo>
                  <a:pt x="195074" y="170686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339742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50" dirty="0"/>
          </a:p>
        </p:txBody>
      </p:sp>
      <p:sp>
        <p:nvSpPr>
          <p:cNvPr id="39" name="圖示 日期"/>
          <p:cNvSpPr/>
          <p:nvPr/>
        </p:nvSpPr>
        <p:spPr>
          <a:xfrm>
            <a:off x="436056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7534" y="24382"/>
                </a:moveTo>
                <a:lnTo>
                  <a:pt x="97534" y="60958"/>
                </a:lnTo>
                <a:moveTo>
                  <a:pt x="195074" y="24382"/>
                </a:moveTo>
                <a:lnTo>
                  <a:pt x="195074" y="60958"/>
                </a:lnTo>
                <a:moveTo>
                  <a:pt x="60958" y="36576"/>
                </a:moveTo>
                <a:lnTo>
                  <a:pt x="231650" y="36576"/>
                </a:lnTo>
                <a:cubicBezTo>
                  <a:pt x="245118" y="36576"/>
                  <a:pt x="256032" y="47490"/>
                  <a:pt x="256032" y="60958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36576" y="109728"/>
                </a:moveTo>
                <a:lnTo>
                  <a:pt x="256032" y="109728"/>
                </a:lnTo>
                <a:moveTo>
                  <a:pt x="97534" y="158498"/>
                </a:moveTo>
                <a:lnTo>
                  <a:pt x="97658" y="158498"/>
                </a:lnTo>
                <a:moveTo>
                  <a:pt x="146304" y="158498"/>
                </a:moveTo>
                <a:lnTo>
                  <a:pt x="146428" y="158498"/>
                </a:lnTo>
                <a:moveTo>
                  <a:pt x="195074" y="158498"/>
                </a:moveTo>
                <a:lnTo>
                  <a:pt x="195191" y="158498"/>
                </a:lnTo>
                <a:moveTo>
                  <a:pt x="97534" y="207262"/>
                </a:moveTo>
                <a:lnTo>
                  <a:pt x="97658" y="207262"/>
                </a:lnTo>
                <a:moveTo>
                  <a:pt x="146304" y="207262"/>
                </a:moveTo>
                <a:lnTo>
                  <a:pt x="146428" y="207262"/>
                </a:lnTo>
                <a:moveTo>
                  <a:pt x="195074" y="207262"/>
                </a:moveTo>
                <a:lnTo>
                  <a:pt x="195191" y="207262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413705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650" dirty="0"/>
          </a:p>
        </p:txBody>
      </p:sp>
      <p:sp>
        <p:nvSpPr>
          <p:cNvPr id="41" name="圖示 等待"/>
          <p:cNvSpPr/>
          <p:nvPr/>
        </p:nvSpPr>
        <p:spPr>
          <a:xfrm>
            <a:off x="5100188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268226"/>
                </a:moveTo>
                <a:lnTo>
                  <a:pt x="231650" y="268226"/>
                </a:lnTo>
                <a:moveTo>
                  <a:pt x="60958" y="24382"/>
                </a:moveTo>
                <a:lnTo>
                  <a:pt x="231650" y="24382"/>
                </a:lnTo>
                <a:moveTo>
                  <a:pt x="207262" y="268226"/>
                </a:moveTo>
                <a:lnTo>
                  <a:pt x="207262" y="217357"/>
                </a:lnTo>
                <a:cubicBezTo>
                  <a:pt x="207262" y="210890"/>
                  <a:pt x="204694" y="204694"/>
                  <a:pt x="200122" y="200122"/>
                </a:cubicBezTo>
                <a:lnTo>
                  <a:pt x="146304" y="146304"/>
                </a:lnTo>
                <a:lnTo>
                  <a:pt x="92486" y="200122"/>
                </a:lnTo>
                <a:cubicBezTo>
                  <a:pt x="87914" y="204694"/>
                  <a:pt x="85346" y="210890"/>
                  <a:pt x="85346" y="217357"/>
                </a:cubicBezTo>
                <a:lnTo>
                  <a:pt x="85346" y="268226"/>
                </a:lnTo>
                <a:moveTo>
                  <a:pt x="85346" y="24382"/>
                </a:moveTo>
                <a:lnTo>
                  <a:pt x="85346" y="75251"/>
                </a:lnTo>
                <a:cubicBezTo>
                  <a:pt x="85346" y="81718"/>
                  <a:pt x="87914" y="87914"/>
                  <a:pt x="92486" y="92486"/>
                </a:cubicBezTo>
                <a:lnTo>
                  <a:pt x="146304" y="146304"/>
                </a:lnTo>
                <a:lnTo>
                  <a:pt x="200122" y="92486"/>
                </a:lnTo>
                <a:cubicBezTo>
                  <a:pt x="204694" y="87914"/>
                  <a:pt x="207262" y="81718"/>
                  <a:pt x="207262" y="75251"/>
                </a:cubicBezTo>
                <a:lnTo>
                  <a:pt x="207262" y="24382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4876678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50" dirty="0"/>
          </a:p>
        </p:txBody>
      </p:sp>
      <p:sp>
        <p:nvSpPr>
          <p:cNvPr id="43" name="圖示 效能"/>
          <p:cNvSpPr/>
          <p:nvPr/>
        </p:nvSpPr>
        <p:spPr>
          <a:xfrm>
            <a:off x="583981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70686"/>
                </a:moveTo>
                <a:lnTo>
                  <a:pt x="195074" y="121922"/>
                </a:lnTo>
                <a:moveTo>
                  <a:pt x="40724" y="231650"/>
                </a:moveTo>
                <a:cubicBezTo>
                  <a:pt x="11134" y="180407"/>
                  <a:pt x="22611" y="115324"/>
                  <a:pt x="67936" y="77285"/>
                </a:cubicBezTo>
                <a:cubicBezTo>
                  <a:pt x="113261" y="39253"/>
                  <a:pt x="179347" y="39253"/>
                  <a:pt x="224672" y="77285"/>
                </a:cubicBezTo>
                <a:cubicBezTo>
                  <a:pt x="269997" y="115324"/>
                  <a:pt x="281474" y="180407"/>
                  <a:pt x="251884" y="231650"/>
                </a:cubicBez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561630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50" dirty="0"/>
          </a:p>
        </p:txBody>
      </p:sp>
      <p:sp>
        <p:nvSpPr>
          <p:cNvPr id="45" name="圖示 文件"/>
          <p:cNvSpPr/>
          <p:nvPr/>
        </p:nvSpPr>
        <p:spPr>
          <a:xfrm>
            <a:off x="657944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68226"/>
                </a:moveTo>
                <a:cubicBezTo>
                  <a:pt x="59685" y="268226"/>
                  <a:pt x="48770" y="257305"/>
                  <a:pt x="48770" y="243838"/>
                </a:cubicBezTo>
                <a:lnTo>
                  <a:pt x="48770" y="48770"/>
                </a:lnTo>
                <a:cubicBezTo>
                  <a:pt x="48770" y="35303"/>
                  <a:pt x="59685" y="24382"/>
                  <a:pt x="73152" y="24382"/>
                </a:cubicBezTo>
                <a:lnTo>
                  <a:pt x="170686" y="24382"/>
                </a:lnTo>
                <a:cubicBezTo>
                  <a:pt x="178484" y="24374"/>
                  <a:pt x="185960" y="27469"/>
                  <a:pt x="191461" y="32992"/>
                </a:cubicBezTo>
                <a:lnTo>
                  <a:pt x="235206" y="76736"/>
                </a:lnTo>
                <a:cubicBezTo>
                  <a:pt x="240743" y="82237"/>
                  <a:pt x="243852" y="89728"/>
                  <a:pt x="243838" y="97534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close/>
                <a:moveTo>
                  <a:pt x="170686" y="24382"/>
                </a:moveTo>
                <a:lnTo>
                  <a:pt x="170686" y="85346"/>
                </a:lnTo>
                <a:cubicBezTo>
                  <a:pt x="170686" y="92076"/>
                  <a:pt x="176150" y="97534"/>
                  <a:pt x="182880" y="97534"/>
                </a:cubicBezTo>
                <a:lnTo>
                  <a:pt x="243838" y="97534"/>
                </a:lnTo>
                <a:moveTo>
                  <a:pt x="121922" y="109728"/>
                </a:moveTo>
                <a:lnTo>
                  <a:pt x="97534" y="109728"/>
                </a:lnTo>
                <a:moveTo>
                  <a:pt x="195074" y="158498"/>
                </a:moveTo>
                <a:lnTo>
                  <a:pt x="97534" y="158498"/>
                </a:lnTo>
                <a:moveTo>
                  <a:pt x="195074" y="207262"/>
                </a:moveTo>
                <a:lnTo>
                  <a:pt x="97534" y="207262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635593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50" dirty="0"/>
          </a:p>
        </p:txBody>
      </p:sp>
      <p:sp>
        <p:nvSpPr>
          <p:cNvPr id="47" name="圖示 檢核表"/>
          <p:cNvSpPr/>
          <p:nvPr/>
        </p:nvSpPr>
        <p:spPr>
          <a:xfrm>
            <a:off x="7319071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09728" y="24382"/>
                </a:moveTo>
                <a:lnTo>
                  <a:pt x="182880" y="24382"/>
                </a:lnTo>
                <a:cubicBezTo>
                  <a:pt x="189610" y="24382"/>
                  <a:pt x="195074" y="29846"/>
                  <a:pt x="195074" y="36576"/>
                </a:cubicBezTo>
                <a:lnTo>
                  <a:pt x="195074" y="60958"/>
                </a:lnTo>
                <a:cubicBezTo>
                  <a:pt x="195074" y="67695"/>
                  <a:pt x="189610" y="73152"/>
                  <a:pt x="182880" y="73152"/>
                </a:cubicBezTo>
                <a:lnTo>
                  <a:pt x="109728" y="73152"/>
                </a:lnTo>
                <a:cubicBezTo>
                  <a:pt x="102998" y="73152"/>
                  <a:pt x="97534" y="67695"/>
                  <a:pt x="97534" y="60958"/>
                </a:cubicBezTo>
                <a:lnTo>
                  <a:pt x="97534" y="36576"/>
                </a:lnTo>
                <a:cubicBezTo>
                  <a:pt x="97534" y="29846"/>
                  <a:pt x="102998" y="24382"/>
                  <a:pt x="109728" y="24382"/>
                </a:cubicBezTo>
                <a:close/>
                <a:moveTo>
                  <a:pt x="195074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lnTo>
                  <a:pt x="73152" y="268226"/>
                </a:lnTo>
                <a:cubicBezTo>
                  <a:pt x="59685" y="268226"/>
                  <a:pt x="48770" y="257305"/>
                  <a:pt x="48770" y="243838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lnTo>
                  <a:pt x="97534" y="48770"/>
                </a:lnTo>
                <a:moveTo>
                  <a:pt x="146304" y="134110"/>
                </a:moveTo>
                <a:lnTo>
                  <a:pt x="195074" y="134110"/>
                </a:lnTo>
                <a:moveTo>
                  <a:pt x="146304" y="195074"/>
                </a:moveTo>
                <a:lnTo>
                  <a:pt x="195074" y="195074"/>
                </a:lnTo>
                <a:moveTo>
                  <a:pt x="97534" y="134110"/>
                </a:moveTo>
                <a:lnTo>
                  <a:pt x="97658" y="134110"/>
                </a:lnTo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7095561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50" dirty="0"/>
          </a:p>
        </p:txBody>
      </p:sp>
      <p:sp>
        <p:nvSpPr>
          <p:cNvPr id="49" name="圖示 報表"/>
          <p:cNvSpPr/>
          <p:nvPr/>
        </p:nvSpPr>
        <p:spPr>
          <a:xfrm>
            <a:off x="8058699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36576" y="36576"/>
                </a:moveTo>
                <a:lnTo>
                  <a:pt x="36576" y="231650"/>
                </a:lnTo>
                <a:cubicBezTo>
                  <a:pt x="36576" y="245118"/>
                  <a:pt x="47490" y="256032"/>
                  <a:pt x="60958" y="256032"/>
                </a:cubicBezTo>
                <a:lnTo>
                  <a:pt x="256032" y="256032"/>
                </a:lnTo>
                <a:moveTo>
                  <a:pt x="219456" y="207262"/>
                </a:moveTo>
                <a:lnTo>
                  <a:pt x="219456" y="109728"/>
                </a:lnTo>
                <a:moveTo>
                  <a:pt x="158498" y="207262"/>
                </a:moveTo>
                <a:lnTo>
                  <a:pt x="158498" y="60958"/>
                </a:lnTo>
                <a:moveTo>
                  <a:pt x="97534" y="207262"/>
                </a:moveTo>
                <a:lnTo>
                  <a:pt x="97534" y="170686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7835189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650" dirty="0"/>
          </a:p>
        </p:txBody>
      </p:sp>
      <p:sp>
        <p:nvSpPr>
          <p:cNvPr id="51" name="圖示 上升"/>
          <p:cNvSpPr/>
          <p:nvPr/>
        </p:nvSpPr>
        <p:spPr>
          <a:xfrm>
            <a:off x="879832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85346"/>
                </a:moveTo>
                <a:lnTo>
                  <a:pt x="268226" y="85346"/>
                </a:lnTo>
                <a:lnTo>
                  <a:pt x="268226" y="158498"/>
                </a:lnTo>
                <a:moveTo>
                  <a:pt x="268226" y="85346"/>
                </a:moveTo>
                <a:lnTo>
                  <a:pt x="164592" y="188974"/>
                </a:lnTo>
                <a:lnTo>
                  <a:pt x="103634" y="128016"/>
                </a:lnTo>
                <a:lnTo>
                  <a:pt x="24382" y="207262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857481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50" dirty="0"/>
          </a:p>
        </p:txBody>
      </p:sp>
      <p:sp>
        <p:nvSpPr>
          <p:cNvPr id="53" name="圖示 下降"/>
          <p:cNvSpPr/>
          <p:nvPr/>
        </p:nvSpPr>
        <p:spPr>
          <a:xfrm>
            <a:off x="662422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07262"/>
                </a:moveTo>
                <a:lnTo>
                  <a:pt x="268226" y="207262"/>
                </a:lnTo>
                <a:lnTo>
                  <a:pt x="268226" y="134110"/>
                </a:lnTo>
                <a:moveTo>
                  <a:pt x="268226" y="207262"/>
                </a:moveTo>
                <a:lnTo>
                  <a:pt x="164592" y="103634"/>
                </a:lnTo>
                <a:lnTo>
                  <a:pt x="103634" y="164592"/>
                </a:lnTo>
                <a:lnTo>
                  <a:pt x="24382" y="85346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438912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50" dirty="0"/>
          </a:p>
        </p:txBody>
      </p:sp>
      <p:sp>
        <p:nvSpPr>
          <p:cNvPr id="55" name="圖示 占比"/>
          <p:cNvSpPr/>
          <p:nvPr/>
        </p:nvSpPr>
        <p:spPr>
          <a:xfrm>
            <a:off x="140205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146304"/>
                </a:moveTo>
                <a:cubicBezTo>
                  <a:pt x="262762" y="146304"/>
                  <a:pt x="268285" y="140832"/>
                  <a:pt x="267612" y="134139"/>
                </a:cubicBezTo>
                <a:cubicBezTo>
                  <a:pt x="261818" y="76429"/>
                  <a:pt x="216171" y="30790"/>
                  <a:pt x="158462" y="25003"/>
                </a:cubicBezTo>
                <a:cubicBezTo>
                  <a:pt x="151754" y="24338"/>
                  <a:pt x="146289" y="29861"/>
                  <a:pt x="146289" y="36591"/>
                </a:cubicBezTo>
                <a:lnTo>
                  <a:pt x="146289" y="134124"/>
                </a:lnTo>
                <a:cubicBezTo>
                  <a:pt x="146289" y="140854"/>
                  <a:pt x="151754" y="146319"/>
                  <a:pt x="158484" y="146319"/>
                </a:cubicBezTo>
                <a:close/>
                <a:moveTo>
                  <a:pt x="258592" y="193728"/>
                </a:moveTo>
                <a:cubicBezTo>
                  <a:pt x="237254" y="244189"/>
                  <a:pt x="184877" y="274225"/>
                  <a:pt x="130547" y="267144"/>
                </a:cubicBezTo>
                <a:cubicBezTo>
                  <a:pt x="76224" y="260070"/>
                  <a:pt x="33284" y="217620"/>
                  <a:pt x="25589" y="163378"/>
                </a:cubicBezTo>
                <a:cubicBezTo>
                  <a:pt x="17893" y="109135"/>
                  <a:pt x="47322" y="56415"/>
                  <a:pt x="97534" y="34506"/>
                </a:cubicBez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117854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50" dirty="0"/>
          </a:p>
        </p:txBody>
      </p:sp>
      <p:sp>
        <p:nvSpPr>
          <p:cNvPr id="57" name="圖示 監控"/>
          <p:cNvSpPr/>
          <p:nvPr/>
        </p:nvSpPr>
        <p:spPr>
          <a:xfrm>
            <a:off x="2141677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lnTo>
                  <a:pt x="237985" y="146304"/>
                </a:lnTo>
                <a:cubicBezTo>
                  <a:pt x="227035" y="146282"/>
                  <a:pt x="217415" y="153561"/>
                  <a:pt x="214460" y="164102"/>
                </a:cubicBezTo>
                <a:lnTo>
                  <a:pt x="185806" y="266032"/>
                </a:lnTo>
                <a:cubicBezTo>
                  <a:pt x="185426" y="267327"/>
                  <a:pt x="184233" y="268226"/>
                  <a:pt x="182880" y="268226"/>
                </a:cubicBezTo>
                <a:cubicBezTo>
                  <a:pt x="181527" y="268226"/>
                  <a:pt x="180334" y="267327"/>
                  <a:pt x="179954" y="266032"/>
                </a:cubicBezTo>
                <a:lnTo>
                  <a:pt x="112654" y="26576"/>
                </a:lnTo>
                <a:cubicBezTo>
                  <a:pt x="112274" y="25281"/>
                  <a:pt x="111081" y="24382"/>
                  <a:pt x="109728" y="24382"/>
                </a:cubicBezTo>
                <a:cubicBezTo>
                  <a:pt x="108375" y="24382"/>
                  <a:pt x="107182" y="25281"/>
                  <a:pt x="106802" y="26576"/>
                </a:cubicBezTo>
                <a:lnTo>
                  <a:pt x="78148" y="128506"/>
                </a:lnTo>
                <a:cubicBezTo>
                  <a:pt x="75208" y="139003"/>
                  <a:pt x="65647" y="146275"/>
                  <a:pt x="54740" y="146304"/>
                </a:cubicBezTo>
                <a:lnTo>
                  <a:pt x="24382" y="146304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1918167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50" dirty="0"/>
          </a:p>
        </p:txBody>
      </p:sp>
      <p:sp>
        <p:nvSpPr>
          <p:cNvPr id="59" name="圖示 設定"/>
          <p:cNvSpPr/>
          <p:nvPr/>
        </p:nvSpPr>
        <p:spPr>
          <a:xfrm>
            <a:off x="2881305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17906" y="50424"/>
                </a:moveTo>
                <a:cubicBezTo>
                  <a:pt x="119304" y="35779"/>
                  <a:pt x="131600" y="24594"/>
                  <a:pt x="146311" y="24594"/>
                </a:cubicBezTo>
                <a:cubicBezTo>
                  <a:pt x="161022" y="24594"/>
                  <a:pt x="173319" y="35779"/>
                  <a:pt x="174709" y="50424"/>
                </a:cubicBezTo>
                <a:cubicBezTo>
                  <a:pt x="175528" y="59692"/>
                  <a:pt x="180817" y="67973"/>
                  <a:pt x="188871" y="72625"/>
                </a:cubicBezTo>
                <a:cubicBezTo>
                  <a:pt x="196925" y="77270"/>
                  <a:pt x="206742" y="77702"/>
                  <a:pt x="215177" y="73774"/>
                </a:cubicBezTo>
                <a:cubicBezTo>
                  <a:pt x="228541" y="67702"/>
                  <a:pt x="244328" y="72772"/>
                  <a:pt x="251672" y="85478"/>
                </a:cubicBezTo>
                <a:cubicBezTo>
                  <a:pt x="259017" y="98192"/>
                  <a:pt x="255520" y="114395"/>
                  <a:pt x="243582" y="122947"/>
                </a:cubicBezTo>
                <a:cubicBezTo>
                  <a:pt x="235974" y="128287"/>
                  <a:pt x="231438" y="136999"/>
                  <a:pt x="231438" y="146297"/>
                </a:cubicBezTo>
                <a:cubicBezTo>
                  <a:pt x="231438" y="155594"/>
                  <a:pt x="235974" y="164314"/>
                  <a:pt x="243582" y="169654"/>
                </a:cubicBezTo>
                <a:cubicBezTo>
                  <a:pt x="255520" y="178198"/>
                  <a:pt x="259017" y="194409"/>
                  <a:pt x="251672" y="207115"/>
                </a:cubicBezTo>
                <a:cubicBezTo>
                  <a:pt x="244328" y="219829"/>
                  <a:pt x="228541" y="224891"/>
                  <a:pt x="215177" y="218820"/>
                </a:cubicBezTo>
                <a:cubicBezTo>
                  <a:pt x="206742" y="214891"/>
                  <a:pt x="196925" y="215323"/>
                  <a:pt x="188871" y="219975"/>
                </a:cubicBezTo>
                <a:cubicBezTo>
                  <a:pt x="180817" y="224621"/>
                  <a:pt x="175528" y="232901"/>
                  <a:pt x="174709" y="242170"/>
                </a:cubicBezTo>
                <a:cubicBezTo>
                  <a:pt x="173319" y="256815"/>
                  <a:pt x="161022" y="268000"/>
                  <a:pt x="146311" y="268000"/>
                </a:cubicBezTo>
                <a:cubicBezTo>
                  <a:pt x="131600" y="268000"/>
                  <a:pt x="119304" y="256815"/>
                  <a:pt x="117906" y="242170"/>
                </a:cubicBezTo>
                <a:cubicBezTo>
                  <a:pt x="117094" y="232901"/>
                  <a:pt x="111806" y="224613"/>
                  <a:pt x="103744" y="219968"/>
                </a:cubicBezTo>
                <a:cubicBezTo>
                  <a:pt x="95683" y="215316"/>
                  <a:pt x="85866" y="214891"/>
                  <a:pt x="77431" y="218820"/>
                </a:cubicBezTo>
                <a:cubicBezTo>
                  <a:pt x="64067" y="224891"/>
                  <a:pt x="48280" y="219829"/>
                  <a:pt x="40936" y="207115"/>
                </a:cubicBezTo>
                <a:cubicBezTo>
                  <a:pt x="33591" y="194409"/>
                  <a:pt x="37088" y="178198"/>
                  <a:pt x="49026" y="169654"/>
                </a:cubicBezTo>
                <a:cubicBezTo>
                  <a:pt x="56634" y="164314"/>
                  <a:pt x="61170" y="155594"/>
                  <a:pt x="61170" y="146297"/>
                </a:cubicBezTo>
                <a:cubicBezTo>
                  <a:pt x="61170" y="136999"/>
                  <a:pt x="56634" y="128287"/>
                  <a:pt x="49026" y="122947"/>
                </a:cubicBezTo>
                <a:cubicBezTo>
                  <a:pt x="37110" y="114395"/>
                  <a:pt x="33621" y="98199"/>
                  <a:pt x="40950" y="85500"/>
                </a:cubicBezTo>
                <a:cubicBezTo>
                  <a:pt x="48288" y="72801"/>
                  <a:pt x="64059" y="67724"/>
                  <a:pt x="77417" y="73774"/>
                </a:cubicBezTo>
                <a:cubicBezTo>
                  <a:pt x="85851" y="77702"/>
                  <a:pt x="95668" y="77270"/>
                  <a:pt x="103722" y="72625"/>
                </a:cubicBezTo>
                <a:cubicBezTo>
                  <a:pt x="111784" y="67973"/>
                  <a:pt x="117065" y="59692"/>
                  <a:pt x="117884" y="50424"/>
                </a:cubicBezTo>
                <a:moveTo>
                  <a:pt x="182880" y="146304"/>
                </a:moveTo>
                <a:cubicBezTo>
                  <a:pt x="182880" y="166501"/>
                  <a:pt x="166501" y="182880"/>
                  <a:pt x="146304" y="182880"/>
                </a:cubicBezTo>
                <a:cubicBezTo>
                  <a:pt x="126107" y="182880"/>
                  <a:pt x="109728" y="166501"/>
                  <a:pt x="109728" y="146304"/>
                </a:cubicBezTo>
                <a:cubicBezTo>
                  <a:pt x="109728" y="126107"/>
                  <a:pt x="126107" y="109728"/>
                  <a:pt x="146304" y="109728"/>
                </a:cubicBezTo>
                <a:cubicBezTo>
                  <a:pt x="166501" y="109728"/>
                  <a:pt x="182880" y="126107"/>
                  <a:pt x="182880" y="146304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2657795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50" dirty="0"/>
          </a:p>
        </p:txBody>
      </p:sp>
      <p:sp>
        <p:nvSpPr>
          <p:cNvPr id="61" name="圖示 維修"/>
          <p:cNvSpPr/>
          <p:nvPr/>
        </p:nvSpPr>
        <p:spPr>
          <a:xfrm>
            <a:off x="362093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9222" y="76810"/>
                </a:moveTo>
                <a:cubicBezTo>
                  <a:pt x="174577" y="81550"/>
                  <a:pt x="174577" y="89136"/>
                  <a:pt x="179222" y="93876"/>
                </a:cubicBezTo>
                <a:lnTo>
                  <a:pt x="198732" y="113386"/>
                </a:lnTo>
                <a:cubicBezTo>
                  <a:pt x="203472" y="118031"/>
                  <a:pt x="211058" y="118031"/>
                  <a:pt x="215798" y="113386"/>
                </a:cubicBezTo>
                <a:lnTo>
                  <a:pt x="253669" y="75529"/>
                </a:lnTo>
                <a:cubicBezTo>
                  <a:pt x="257568" y="71601"/>
                  <a:pt x="264188" y="72845"/>
                  <a:pt x="265651" y="78185"/>
                </a:cubicBezTo>
                <a:cubicBezTo>
                  <a:pt x="273172" y="105536"/>
                  <a:pt x="264203" y="134768"/>
                  <a:pt x="242638" y="153195"/>
                </a:cubicBezTo>
                <a:cubicBezTo>
                  <a:pt x="221073" y="171622"/>
                  <a:pt x="190802" y="175923"/>
                  <a:pt x="164958" y="164226"/>
                </a:cubicBezTo>
                <a:lnTo>
                  <a:pt x="68521" y="260663"/>
                </a:lnTo>
                <a:cubicBezTo>
                  <a:pt x="58419" y="270765"/>
                  <a:pt x="42048" y="270757"/>
                  <a:pt x="31953" y="260655"/>
                </a:cubicBezTo>
                <a:cubicBezTo>
                  <a:pt x="21851" y="250560"/>
                  <a:pt x="21858" y="234189"/>
                  <a:pt x="31953" y="224087"/>
                </a:cubicBezTo>
                <a:lnTo>
                  <a:pt x="128396" y="127650"/>
                </a:lnTo>
                <a:cubicBezTo>
                  <a:pt x="116699" y="101806"/>
                  <a:pt x="121001" y="71535"/>
                  <a:pt x="139428" y="49970"/>
                </a:cubicBezTo>
                <a:cubicBezTo>
                  <a:pt x="157855" y="28405"/>
                  <a:pt x="187086" y="19436"/>
                  <a:pt x="214430" y="26957"/>
                </a:cubicBezTo>
                <a:cubicBezTo>
                  <a:pt x="219771" y="28420"/>
                  <a:pt x="221014" y="35025"/>
                  <a:pt x="217101" y="38953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339742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50" dirty="0"/>
          </a:p>
        </p:txBody>
      </p:sp>
      <p:sp>
        <p:nvSpPr>
          <p:cNvPr id="63" name="圖示 搜尋"/>
          <p:cNvSpPr/>
          <p:nvPr/>
        </p:nvSpPr>
        <p:spPr>
          <a:xfrm>
            <a:off x="436056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256032"/>
                </a:moveTo>
                <a:lnTo>
                  <a:pt x="203121" y="203121"/>
                </a:lnTo>
                <a:moveTo>
                  <a:pt x="231650" y="134110"/>
                </a:moveTo>
                <a:cubicBezTo>
                  <a:pt x="231650" y="187979"/>
                  <a:pt x="187979" y="231650"/>
                  <a:pt x="134110" y="231650"/>
                </a:cubicBezTo>
                <a:cubicBezTo>
                  <a:pt x="80248" y="231650"/>
                  <a:pt x="36576" y="187979"/>
                  <a:pt x="36576" y="134110"/>
                </a:cubicBezTo>
                <a:cubicBezTo>
                  <a:pt x="36576" y="80248"/>
                  <a:pt x="80248" y="36576"/>
                  <a:pt x="134110" y="36576"/>
                </a:cubicBezTo>
                <a:cubicBezTo>
                  <a:pt x="187979" y="36576"/>
                  <a:pt x="231650" y="80248"/>
                  <a:pt x="231650" y="134110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413705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50" dirty="0"/>
          </a:p>
        </p:txBody>
      </p:sp>
      <p:sp>
        <p:nvSpPr>
          <p:cNvPr id="65" name="圖示 篩選"/>
          <p:cNvSpPr/>
          <p:nvPr/>
        </p:nvSpPr>
        <p:spPr>
          <a:xfrm>
            <a:off x="5100188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2" y="60958"/>
                </a:moveTo>
                <a:lnTo>
                  <a:pt x="268226" y="60958"/>
                </a:lnTo>
                <a:moveTo>
                  <a:pt x="73152" y="146304"/>
                </a:moveTo>
                <a:lnTo>
                  <a:pt x="219456" y="146304"/>
                </a:lnTo>
                <a:moveTo>
                  <a:pt x="109728" y="231650"/>
                </a:moveTo>
                <a:lnTo>
                  <a:pt x="182880" y="231650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4876678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50" dirty="0"/>
          </a:p>
        </p:txBody>
      </p:sp>
      <p:sp>
        <p:nvSpPr>
          <p:cNvPr id="67" name="圖示 想法"/>
          <p:cNvSpPr/>
          <p:nvPr/>
        </p:nvSpPr>
        <p:spPr>
          <a:xfrm>
            <a:off x="583981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170686"/>
                </a:moveTo>
                <a:cubicBezTo>
                  <a:pt x="185316" y="158498"/>
                  <a:pt x="191417" y="149962"/>
                  <a:pt x="201168" y="140210"/>
                </a:cubicBezTo>
                <a:cubicBezTo>
                  <a:pt x="213362" y="129238"/>
                  <a:pt x="219456" y="113386"/>
                  <a:pt x="219456" y="97534"/>
                </a:cubicBezTo>
                <a:cubicBezTo>
                  <a:pt x="219456" y="57132"/>
                  <a:pt x="186706" y="24382"/>
                  <a:pt x="146304" y="24382"/>
                </a:cubicBezTo>
                <a:cubicBezTo>
                  <a:pt x="105902" y="24382"/>
                  <a:pt x="73152" y="57132"/>
                  <a:pt x="73152" y="97534"/>
                </a:cubicBezTo>
                <a:cubicBezTo>
                  <a:pt x="73152" y="109728"/>
                  <a:pt x="75588" y="124358"/>
                  <a:pt x="91440" y="140210"/>
                </a:cubicBezTo>
                <a:cubicBezTo>
                  <a:pt x="99977" y="148740"/>
                  <a:pt x="107292" y="158498"/>
                  <a:pt x="109728" y="170686"/>
                </a:cubicBezTo>
                <a:moveTo>
                  <a:pt x="109728" y="219456"/>
                </a:moveTo>
                <a:lnTo>
                  <a:pt x="182880" y="219456"/>
                </a:lnTo>
                <a:moveTo>
                  <a:pt x="121922" y="268226"/>
                </a:moveTo>
                <a:lnTo>
                  <a:pt x="170686" y="268226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561630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50" dirty="0"/>
          </a:p>
        </p:txBody>
      </p:sp>
      <p:sp>
        <p:nvSpPr>
          <p:cNvPr id="69" name="圖示 目標"/>
          <p:cNvSpPr/>
          <p:nvPr/>
        </p:nvSpPr>
        <p:spPr>
          <a:xfrm>
            <a:off x="657944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219456" y="146304"/>
                </a:moveTo>
                <a:cubicBezTo>
                  <a:pt x="219456" y="186706"/>
                  <a:pt x="186706" y="219456"/>
                  <a:pt x="146304" y="219456"/>
                </a:cubicBezTo>
                <a:cubicBezTo>
                  <a:pt x="105902" y="219456"/>
                  <a:pt x="73152" y="186706"/>
                  <a:pt x="73152" y="146304"/>
                </a:cubicBezTo>
                <a:cubicBezTo>
                  <a:pt x="73152" y="105902"/>
                  <a:pt x="105902" y="73152"/>
                  <a:pt x="146304" y="73152"/>
                </a:cubicBezTo>
                <a:cubicBezTo>
                  <a:pt x="186706" y="73152"/>
                  <a:pt x="219456" y="105902"/>
                  <a:pt x="219456" y="146304"/>
                </a:cubicBezTo>
                <a:close/>
                <a:moveTo>
                  <a:pt x="170686" y="146304"/>
                </a:moveTo>
                <a:cubicBezTo>
                  <a:pt x="170686" y="159771"/>
                  <a:pt x="159771" y="170686"/>
                  <a:pt x="146304" y="170686"/>
                </a:cubicBezTo>
                <a:cubicBezTo>
                  <a:pt x="132837" y="170686"/>
                  <a:pt x="121922" y="159771"/>
                  <a:pt x="121922" y="146304"/>
                </a:cubicBezTo>
                <a:cubicBezTo>
                  <a:pt x="121922" y="132837"/>
                  <a:pt x="132837" y="121922"/>
                  <a:pt x="146304" y="121922"/>
                </a:cubicBezTo>
                <a:cubicBezTo>
                  <a:pt x="159771" y="121922"/>
                  <a:pt x="170686" y="132837"/>
                  <a:pt x="170686" y="146304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635593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50" dirty="0"/>
          </a:p>
        </p:txBody>
      </p:sp>
      <p:sp>
        <p:nvSpPr>
          <p:cNvPr id="71" name="圖示 參數"/>
          <p:cNvSpPr/>
          <p:nvPr/>
        </p:nvSpPr>
        <p:spPr>
          <a:xfrm>
            <a:off x="7319071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60958"/>
                </a:moveTo>
                <a:lnTo>
                  <a:pt x="36576" y="60958"/>
                </a:lnTo>
                <a:moveTo>
                  <a:pt x="146304" y="231650"/>
                </a:moveTo>
                <a:lnTo>
                  <a:pt x="36576" y="231650"/>
                </a:lnTo>
                <a:moveTo>
                  <a:pt x="170686" y="36576"/>
                </a:moveTo>
                <a:lnTo>
                  <a:pt x="170686" y="85346"/>
                </a:lnTo>
                <a:moveTo>
                  <a:pt x="195074" y="207262"/>
                </a:moveTo>
                <a:lnTo>
                  <a:pt x="195074" y="256032"/>
                </a:lnTo>
                <a:moveTo>
                  <a:pt x="256032" y="146304"/>
                </a:moveTo>
                <a:lnTo>
                  <a:pt x="146304" y="146304"/>
                </a:lnTo>
                <a:moveTo>
                  <a:pt x="256032" y="231650"/>
                </a:moveTo>
                <a:lnTo>
                  <a:pt x="195074" y="231650"/>
                </a:lnTo>
                <a:moveTo>
                  <a:pt x="256032" y="60958"/>
                </a:moveTo>
                <a:lnTo>
                  <a:pt x="170686" y="60958"/>
                </a:lnTo>
                <a:moveTo>
                  <a:pt x="97534" y="121922"/>
                </a:moveTo>
                <a:lnTo>
                  <a:pt x="97534" y="170686"/>
                </a:lnTo>
                <a:moveTo>
                  <a:pt x="97534" y="146304"/>
                </a:moveTo>
                <a:lnTo>
                  <a:pt x="36576" y="146304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7095561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50" dirty="0"/>
          </a:p>
        </p:txBody>
      </p:sp>
      <p:sp>
        <p:nvSpPr>
          <p:cNvPr id="73" name="圖示 整合"/>
          <p:cNvSpPr/>
          <p:nvPr/>
        </p:nvSpPr>
        <p:spPr>
          <a:xfrm>
            <a:off x="8058699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7635" y="53525"/>
                </a:moveTo>
                <a:cubicBezTo>
                  <a:pt x="190758" y="56649"/>
                  <a:pt x="195323" y="57841"/>
                  <a:pt x="199573" y="56642"/>
                </a:cubicBezTo>
                <a:cubicBezTo>
                  <a:pt x="203823" y="55442"/>
                  <a:pt x="207093" y="52040"/>
                  <a:pt x="208117" y="47746"/>
                </a:cubicBezTo>
                <a:cubicBezTo>
                  <a:pt x="211621" y="33167"/>
                  <a:pt x="225206" y="23299"/>
                  <a:pt x="240151" y="24477"/>
                </a:cubicBezTo>
                <a:cubicBezTo>
                  <a:pt x="255096" y="25654"/>
                  <a:pt x="266968" y="37527"/>
                  <a:pt x="268139" y="52479"/>
                </a:cubicBezTo>
                <a:cubicBezTo>
                  <a:pt x="269316" y="67424"/>
                  <a:pt x="259441" y="81009"/>
                  <a:pt x="244862" y="84505"/>
                </a:cubicBezTo>
                <a:cubicBezTo>
                  <a:pt x="240568" y="85529"/>
                  <a:pt x="237166" y="88799"/>
                  <a:pt x="235966" y="93049"/>
                </a:cubicBezTo>
                <a:cubicBezTo>
                  <a:pt x="234767" y="97299"/>
                  <a:pt x="235959" y="101864"/>
                  <a:pt x="239083" y="104988"/>
                </a:cubicBezTo>
                <a:lnTo>
                  <a:pt x="259602" y="125492"/>
                </a:lnTo>
                <a:cubicBezTo>
                  <a:pt x="265125" y="131015"/>
                  <a:pt x="268226" y="138499"/>
                  <a:pt x="268226" y="146304"/>
                </a:cubicBezTo>
                <a:cubicBezTo>
                  <a:pt x="268226" y="154109"/>
                  <a:pt x="265125" y="161593"/>
                  <a:pt x="259602" y="167116"/>
                </a:cubicBezTo>
                <a:lnTo>
                  <a:pt x="239083" y="187635"/>
                </a:lnTo>
                <a:cubicBezTo>
                  <a:pt x="235966" y="190758"/>
                  <a:pt x="231402" y="191951"/>
                  <a:pt x="227152" y="190751"/>
                </a:cubicBezTo>
                <a:cubicBezTo>
                  <a:pt x="222901" y="189551"/>
                  <a:pt x="219632" y="186150"/>
                  <a:pt x="218600" y="181856"/>
                </a:cubicBezTo>
                <a:cubicBezTo>
                  <a:pt x="215103" y="167277"/>
                  <a:pt x="201519" y="157408"/>
                  <a:pt x="186567" y="158594"/>
                </a:cubicBezTo>
                <a:cubicBezTo>
                  <a:pt x="171622" y="159771"/>
                  <a:pt x="159757" y="171644"/>
                  <a:pt x="158579" y="186589"/>
                </a:cubicBezTo>
                <a:cubicBezTo>
                  <a:pt x="157408" y="201534"/>
                  <a:pt x="167277" y="215118"/>
                  <a:pt x="181856" y="218615"/>
                </a:cubicBezTo>
                <a:cubicBezTo>
                  <a:pt x="186150" y="219639"/>
                  <a:pt x="189551" y="222909"/>
                  <a:pt x="190751" y="227159"/>
                </a:cubicBezTo>
                <a:cubicBezTo>
                  <a:pt x="191951" y="231409"/>
                  <a:pt x="190758" y="235974"/>
                  <a:pt x="187635" y="239097"/>
                </a:cubicBezTo>
                <a:lnTo>
                  <a:pt x="167116" y="259602"/>
                </a:lnTo>
                <a:cubicBezTo>
                  <a:pt x="161593" y="265125"/>
                  <a:pt x="154109" y="268226"/>
                  <a:pt x="146304" y="268226"/>
                </a:cubicBezTo>
                <a:cubicBezTo>
                  <a:pt x="138499" y="268226"/>
                  <a:pt x="131015" y="265125"/>
                  <a:pt x="125492" y="259602"/>
                </a:cubicBezTo>
                <a:lnTo>
                  <a:pt x="104973" y="239083"/>
                </a:lnTo>
                <a:cubicBezTo>
                  <a:pt x="101850" y="235959"/>
                  <a:pt x="97285" y="234767"/>
                  <a:pt x="93035" y="235966"/>
                </a:cubicBezTo>
                <a:cubicBezTo>
                  <a:pt x="88785" y="237166"/>
                  <a:pt x="85515" y="240568"/>
                  <a:pt x="84491" y="244862"/>
                </a:cubicBezTo>
                <a:cubicBezTo>
                  <a:pt x="80987" y="259441"/>
                  <a:pt x="67402" y="269309"/>
                  <a:pt x="52457" y="268131"/>
                </a:cubicBezTo>
                <a:cubicBezTo>
                  <a:pt x="37512" y="266954"/>
                  <a:pt x="25640" y="255081"/>
                  <a:pt x="24469" y="240129"/>
                </a:cubicBezTo>
                <a:cubicBezTo>
                  <a:pt x="23292" y="225184"/>
                  <a:pt x="33167" y="211599"/>
                  <a:pt x="47746" y="208103"/>
                </a:cubicBezTo>
                <a:cubicBezTo>
                  <a:pt x="52040" y="207079"/>
                  <a:pt x="55442" y="203809"/>
                  <a:pt x="56642" y="199559"/>
                </a:cubicBezTo>
                <a:cubicBezTo>
                  <a:pt x="57841" y="195309"/>
                  <a:pt x="56649" y="190744"/>
                  <a:pt x="53525" y="187620"/>
                </a:cubicBezTo>
                <a:lnTo>
                  <a:pt x="33006" y="167116"/>
                </a:lnTo>
                <a:cubicBezTo>
                  <a:pt x="27483" y="161593"/>
                  <a:pt x="24382" y="154109"/>
                  <a:pt x="24382" y="146304"/>
                </a:cubicBezTo>
                <a:cubicBezTo>
                  <a:pt x="24382" y="138499"/>
                  <a:pt x="27483" y="131015"/>
                  <a:pt x="33006" y="125492"/>
                </a:cubicBezTo>
                <a:lnTo>
                  <a:pt x="53525" y="104973"/>
                </a:lnTo>
                <a:cubicBezTo>
                  <a:pt x="56642" y="101850"/>
                  <a:pt x="61206" y="100657"/>
                  <a:pt x="65456" y="101857"/>
                </a:cubicBezTo>
                <a:cubicBezTo>
                  <a:pt x="69707" y="103057"/>
                  <a:pt x="72976" y="106458"/>
                  <a:pt x="74008" y="110752"/>
                </a:cubicBezTo>
                <a:cubicBezTo>
                  <a:pt x="77505" y="125331"/>
                  <a:pt x="91089" y="135200"/>
                  <a:pt x="106041" y="134014"/>
                </a:cubicBezTo>
                <a:cubicBezTo>
                  <a:pt x="120986" y="132837"/>
                  <a:pt x="132851" y="120964"/>
                  <a:pt x="134029" y="106019"/>
                </a:cubicBezTo>
                <a:cubicBezTo>
                  <a:pt x="135200" y="91074"/>
                  <a:pt x="125331" y="77490"/>
                  <a:pt x="110752" y="73993"/>
                </a:cubicBezTo>
                <a:cubicBezTo>
                  <a:pt x="106458" y="72969"/>
                  <a:pt x="103057" y="69699"/>
                  <a:pt x="101857" y="65449"/>
                </a:cubicBezTo>
                <a:cubicBezTo>
                  <a:pt x="100657" y="61199"/>
                  <a:pt x="101850" y="56634"/>
                  <a:pt x="104973" y="53511"/>
                </a:cubicBezTo>
                <a:lnTo>
                  <a:pt x="125492" y="33006"/>
                </a:lnTo>
                <a:cubicBezTo>
                  <a:pt x="131015" y="27483"/>
                  <a:pt x="138499" y="24382"/>
                  <a:pt x="146304" y="24382"/>
                </a:cubicBezTo>
                <a:cubicBezTo>
                  <a:pt x="154109" y="24382"/>
                  <a:pt x="161593" y="27483"/>
                  <a:pt x="167116" y="33006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7835189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650" dirty="0"/>
          </a:p>
        </p:txBody>
      </p:sp>
      <p:sp>
        <p:nvSpPr>
          <p:cNvPr id="75" name="圖示 安全"/>
          <p:cNvSpPr/>
          <p:nvPr/>
        </p:nvSpPr>
        <p:spPr>
          <a:xfrm>
            <a:off x="879832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58498"/>
                </a:moveTo>
                <a:cubicBezTo>
                  <a:pt x="243838" y="219456"/>
                  <a:pt x="201168" y="249938"/>
                  <a:pt x="150452" y="267612"/>
                </a:cubicBezTo>
                <a:cubicBezTo>
                  <a:pt x="147796" y="268512"/>
                  <a:pt x="144907" y="268468"/>
                  <a:pt x="142281" y="267495"/>
                </a:cubicBezTo>
                <a:cubicBezTo>
                  <a:pt x="91440" y="249938"/>
                  <a:pt x="48770" y="219456"/>
                  <a:pt x="48770" y="158498"/>
                </a:cubicBezTo>
                <a:lnTo>
                  <a:pt x="48770" y="73152"/>
                </a:lnTo>
                <a:cubicBezTo>
                  <a:pt x="48770" y="66422"/>
                  <a:pt x="54228" y="60958"/>
                  <a:pt x="60958" y="60958"/>
                </a:cubicBezTo>
                <a:cubicBezTo>
                  <a:pt x="85346" y="60958"/>
                  <a:pt x="115822" y="46327"/>
                  <a:pt x="137036" y="27798"/>
                </a:cubicBezTo>
                <a:cubicBezTo>
                  <a:pt x="142376" y="23240"/>
                  <a:pt x="150232" y="23240"/>
                  <a:pt x="155572" y="27798"/>
                </a:cubicBezTo>
                <a:cubicBezTo>
                  <a:pt x="176903" y="46452"/>
                  <a:pt x="207262" y="60958"/>
                  <a:pt x="231650" y="60958"/>
                </a:cubicBezTo>
                <a:cubicBezTo>
                  <a:pt x="238380" y="60958"/>
                  <a:pt x="243838" y="66422"/>
                  <a:pt x="243838" y="73152"/>
                </a:cubicBezTo>
                <a:close/>
                <a:moveTo>
                  <a:pt x="109728" y="146304"/>
                </a:moveTo>
                <a:lnTo>
                  <a:pt x="134110" y="170686"/>
                </a:lnTo>
                <a:lnTo>
                  <a:pt x="182880" y="121922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857481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650" dirty="0"/>
          </a:p>
        </p:txBody>
      </p:sp>
      <p:sp>
        <p:nvSpPr>
          <p:cNvPr id="77" name="圖示 權限"/>
          <p:cNvSpPr/>
          <p:nvPr/>
        </p:nvSpPr>
        <p:spPr>
          <a:xfrm>
            <a:off x="662422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134110"/>
                </a:moveTo>
                <a:lnTo>
                  <a:pt x="231650" y="134110"/>
                </a:lnTo>
                <a:cubicBezTo>
                  <a:pt x="245118" y="134110"/>
                  <a:pt x="256032" y="145031"/>
                  <a:pt x="256032" y="158498"/>
                </a:cubicBezTo>
                <a:lnTo>
                  <a:pt x="256032" y="243838"/>
                </a:lnTo>
                <a:cubicBezTo>
                  <a:pt x="256032" y="257305"/>
                  <a:pt x="245118" y="268226"/>
                  <a:pt x="231650" y="268226"/>
                </a:cubicBezTo>
                <a:lnTo>
                  <a:pt x="60958" y="268226"/>
                </a:lnTo>
                <a:cubicBezTo>
                  <a:pt x="47490" y="268226"/>
                  <a:pt x="36576" y="257305"/>
                  <a:pt x="36576" y="243838"/>
                </a:cubicBezTo>
                <a:lnTo>
                  <a:pt x="36576" y="158498"/>
                </a:lnTo>
                <a:cubicBezTo>
                  <a:pt x="36576" y="145031"/>
                  <a:pt x="47490" y="134110"/>
                  <a:pt x="60958" y="134110"/>
                </a:cubicBezTo>
                <a:close/>
                <a:moveTo>
                  <a:pt x="85346" y="134110"/>
                </a:moveTo>
                <a:lnTo>
                  <a:pt x="85346" y="85346"/>
                </a:lnTo>
                <a:cubicBezTo>
                  <a:pt x="85346" y="51675"/>
                  <a:pt x="112639" y="24382"/>
                  <a:pt x="146304" y="24382"/>
                </a:cubicBezTo>
                <a:cubicBezTo>
                  <a:pt x="179969" y="24382"/>
                  <a:pt x="207262" y="51675"/>
                  <a:pt x="207262" y="85346"/>
                </a:cubicBezTo>
                <a:lnTo>
                  <a:pt x="207262" y="134110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438912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650" dirty="0"/>
          </a:p>
        </p:txBody>
      </p:sp>
      <p:sp>
        <p:nvSpPr>
          <p:cNvPr id="79" name="圖示 郵件"/>
          <p:cNvSpPr/>
          <p:nvPr/>
        </p:nvSpPr>
        <p:spPr>
          <a:xfrm>
            <a:off x="140205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85346"/>
                </a:moveTo>
                <a:lnTo>
                  <a:pt x="158608" y="155170"/>
                </a:lnTo>
                <a:cubicBezTo>
                  <a:pt x="151037" y="159566"/>
                  <a:pt x="141681" y="159566"/>
                  <a:pt x="134110" y="155170"/>
                </a:cubicBezTo>
                <a:lnTo>
                  <a:pt x="24382" y="85346"/>
                </a:lnTo>
                <a:moveTo>
                  <a:pt x="48770" y="48770"/>
                </a:moveTo>
                <a:lnTo>
                  <a:pt x="243838" y="48770"/>
                </a:lnTo>
                <a:cubicBezTo>
                  <a:pt x="257305" y="48770"/>
                  <a:pt x="268226" y="59685"/>
                  <a:pt x="268226" y="73152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73152"/>
                </a:lnTo>
                <a:cubicBezTo>
                  <a:pt x="24382" y="59685"/>
                  <a:pt x="35303" y="48770"/>
                  <a:pt x="48770" y="48770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117854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50" dirty="0"/>
          </a:p>
        </p:txBody>
      </p:sp>
      <p:sp>
        <p:nvSpPr>
          <p:cNvPr id="81" name="圖示 電話"/>
          <p:cNvSpPr/>
          <p:nvPr/>
        </p:nvSpPr>
        <p:spPr>
          <a:xfrm>
            <a:off x="2141677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68637" y="201995"/>
                </a:moveTo>
                <a:cubicBezTo>
                  <a:pt x="173824" y="204379"/>
                  <a:pt x="179969" y="202843"/>
                  <a:pt x="183429" y="198300"/>
                </a:cubicBezTo>
                <a:lnTo>
                  <a:pt x="187759" y="192631"/>
                </a:lnTo>
                <a:cubicBezTo>
                  <a:pt x="192360" y="186494"/>
                  <a:pt x="199588" y="182880"/>
                  <a:pt x="207262" y="182880"/>
                </a:cubicBezTo>
                <a:lnTo>
                  <a:pt x="243838" y="182880"/>
                </a:lnTo>
                <a:cubicBezTo>
                  <a:pt x="257305" y="182880"/>
                  <a:pt x="268226" y="193794"/>
                  <a:pt x="268226" y="207262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cubicBezTo>
                  <a:pt x="122639" y="268226"/>
                  <a:pt x="24382" y="169969"/>
                  <a:pt x="24382" y="48770"/>
                </a:cubicBezTo>
                <a:cubicBezTo>
                  <a:pt x="24382" y="35303"/>
                  <a:pt x="35303" y="24382"/>
                  <a:pt x="48770" y="24382"/>
                </a:cubicBezTo>
                <a:lnTo>
                  <a:pt x="85346" y="24382"/>
                </a:lnTo>
                <a:cubicBezTo>
                  <a:pt x="98814" y="24382"/>
                  <a:pt x="109728" y="35303"/>
                  <a:pt x="109728" y="48770"/>
                </a:cubicBezTo>
                <a:lnTo>
                  <a:pt x="109728" y="85346"/>
                </a:lnTo>
                <a:cubicBezTo>
                  <a:pt x="109728" y="93020"/>
                  <a:pt x="106114" y="100248"/>
                  <a:pt x="99977" y="104849"/>
                </a:cubicBezTo>
                <a:lnTo>
                  <a:pt x="94271" y="109128"/>
                </a:lnTo>
                <a:cubicBezTo>
                  <a:pt x="89655" y="112654"/>
                  <a:pt x="88163" y="118945"/>
                  <a:pt x="90708" y="124161"/>
                </a:cubicBezTo>
                <a:cubicBezTo>
                  <a:pt x="107373" y="158008"/>
                  <a:pt x="134775" y="185374"/>
                  <a:pt x="168637" y="201995"/>
                </a:cubicBez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1918167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50" dirty="0"/>
          </a:p>
        </p:txBody>
      </p:sp>
      <p:sp>
        <p:nvSpPr>
          <p:cNvPr id="83" name="圖示 連結"/>
          <p:cNvSpPr/>
          <p:nvPr/>
        </p:nvSpPr>
        <p:spPr>
          <a:xfrm>
            <a:off x="2881305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158498"/>
                </a:moveTo>
                <a:cubicBezTo>
                  <a:pt x="132515" y="172661"/>
                  <a:pt x="148740" y="181527"/>
                  <a:pt x="166377" y="182785"/>
                </a:cubicBezTo>
                <a:cubicBezTo>
                  <a:pt x="184021" y="184050"/>
                  <a:pt x="201344" y="177591"/>
                  <a:pt x="213845" y="165082"/>
                </a:cubicBezTo>
                <a:lnTo>
                  <a:pt x="250421" y="128506"/>
                </a:lnTo>
                <a:cubicBezTo>
                  <a:pt x="273523" y="104585"/>
                  <a:pt x="273193" y="66561"/>
                  <a:pt x="249682" y="43050"/>
                </a:cubicBezTo>
                <a:cubicBezTo>
                  <a:pt x="226164" y="19532"/>
                  <a:pt x="188147" y="19202"/>
                  <a:pt x="164226" y="42304"/>
                </a:cubicBezTo>
                <a:lnTo>
                  <a:pt x="143254" y="63152"/>
                </a:lnTo>
                <a:moveTo>
                  <a:pt x="170686" y="134110"/>
                </a:moveTo>
                <a:cubicBezTo>
                  <a:pt x="160093" y="119947"/>
                  <a:pt x="143868" y="111081"/>
                  <a:pt x="126231" y="109823"/>
                </a:cubicBezTo>
                <a:cubicBezTo>
                  <a:pt x="108587" y="108558"/>
                  <a:pt x="91264" y="115017"/>
                  <a:pt x="78763" y="127526"/>
                </a:cubicBezTo>
                <a:lnTo>
                  <a:pt x="42187" y="164102"/>
                </a:lnTo>
                <a:cubicBezTo>
                  <a:pt x="19085" y="188023"/>
                  <a:pt x="19415" y="226047"/>
                  <a:pt x="42926" y="249558"/>
                </a:cubicBezTo>
                <a:cubicBezTo>
                  <a:pt x="66444" y="273076"/>
                  <a:pt x="104461" y="273406"/>
                  <a:pt x="128382" y="250304"/>
                </a:cubicBezTo>
                <a:lnTo>
                  <a:pt x="149230" y="229456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2657795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650" dirty="0"/>
          </a:p>
        </p:txBody>
      </p:sp>
      <p:sp>
        <p:nvSpPr>
          <p:cNvPr id="85" name="圖示 分支"/>
          <p:cNvSpPr/>
          <p:nvPr/>
        </p:nvSpPr>
        <p:spPr>
          <a:xfrm>
            <a:off x="362093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73152"/>
                </a:moveTo>
                <a:cubicBezTo>
                  <a:pt x="122281" y="73152"/>
                  <a:pt x="73152" y="122281"/>
                  <a:pt x="73152" y="182880"/>
                </a:cubicBezTo>
                <a:lnTo>
                  <a:pt x="73152" y="36576"/>
                </a:lnTo>
                <a:moveTo>
                  <a:pt x="256032" y="73152"/>
                </a:moveTo>
                <a:cubicBezTo>
                  <a:pt x="256032" y="93349"/>
                  <a:pt x="239653" y="109728"/>
                  <a:pt x="219456" y="109728"/>
                </a:cubicBezTo>
                <a:cubicBezTo>
                  <a:pt x="199259" y="109728"/>
                  <a:pt x="182880" y="93349"/>
                  <a:pt x="182880" y="73152"/>
                </a:cubicBezTo>
                <a:cubicBezTo>
                  <a:pt x="182880" y="52955"/>
                  <a:pt x="199259" y="36576"/>
                  <a:pt x="219456" y="36576"/>
                </a:cubicBezTo>
                <a:cubicBezTo>
                  <a:pt x="239653" y="36576"/>
                  <a:pt x="256032" y="52955"/>
                  <a:pt x="256032" y="73152"/>
                </a:cubicBezTo>
                <a:close/>
                <a:moveTo>
                  <a:pt x="109728" y="219456"/>
                </a:moveTo>
                <a:cubicBezTo>
                  <a:pt x="109728" y="239653"/>
                  <a:pt x="93349" y="256032"/>
                  <a:pt x="73152" y="256032"/>
                </a:cubicBezTo>
                <a:cubicBezTo>
                  <a:pt x="52955" y="256032"/>
                  <a:pt x="36576" y="239653"/>
                  <a:pt x="36576" y="219456"/>
                </a:cubicBezTo>
                <a:cubicBezTo>
                  <a:pt x="36576" y="199259"/>
                  <a:pt x="52955" y="182880"/>
                  <a:pt x="73152" y="182880"/>
                </a:cubicBezTo>
                <a:cubicBezTo>
                  <a:pt x="93349" y="182880"/>
                  <a:pt x="109728" y="199259"/>
                  <a:pt x="109728" y="219456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339742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650" dirty="0"/>
          </a:p>
        </p:txBody>
      </p:sp>
      <p:sp>
        <p:nvSpPr>
          <p:cNvPr id="87" name="圖示 流程"/>
          <p:cNvSpPr/>
          <p:nvPr/>
        </p:nvSpPr>
        <p:spPr>
          <a:xfrm>
            <a:off x="436056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36576"/>
                </a:moveTo>
                <a:lnTo>
                  <a:pt x="109728" y="36576"/>
                </a:lnTo>
                <a:cubicBezTo>
                  <a:pt x="123195" y="36576"/>
                  <a:pt x="134110" y="47490"/>
                  <a:pt x="134110" y="60958"/>
                </a:cubicBezTo>
                <a:lnTo>
                  <a:pt x="134110" y="109728"/>
                </a:lnTo>
                <a:cubicBezTo>
                  <a:pt x="134110" y="123195"/>
                  <a:pt x="123195" y="134110"/>
                  <a:pt x="109728" y="134110"/>
                </a:cubicBezTo>
                <a:lnTo>
                  <a:pt x="60958" y="134110"/>
                </a:lnTo>
                <a:cubicBezTo>
                  <a:pt x="47490" y="134110"/>
                  <a:pt x="36576" y="123195"/>
                  <a:pt x="36576" y="109728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85346" y="134110"/>
                </a:moveTo>
                <a:lnTo>
                  <a:pt x="85346" y="182880"/>
                </a:lnTo>
                <a:cubicBezTo>
                  <a:pt x="85346" y="196347"/>
                  <a:pt x="96261" y="207262"/>
                  <a:pt x="109728" y="207262"/>
                </a:cubicBezTo>
                <a:lnTo>
                  <a:pt x="158498" y="207262"/>
                </a:lnTo>
                <a:moveTo>
                  <a:pt x="182880" y="158498"/>
                </a:moveTo>
                <a:lnTo>
                  <a:pt x="231650" y="158498"/>
                </a:lnTo>
                <a:cubicBezTo>
                  <a:pt x="245118" y="158498"/>
                  <a:pt x="256032" y="169413"/>
                  <a:pt x="256032" y="182880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182880" y="256032"/>
                </a:lnTo>
                <a:cubicBezTo>
                  <a:pt x="169413" y="256032"/>
                  <a:pt x="158498" y="245118"/>
                  <a:pt x="158498" y="231650"/>
                </a:cubicBezTo>
                <a:lnTo>
                  <a:pt x="158498" y="182880"/>
                </a:lnTo>
                <a:cubicBezTo>
                  <a:pt x="158498" y="169413"/>
                  <a:pt x="169413" y="158498"/>
                  <a:pt x="182880" y="158498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413705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650" dirty="0"/>
          </a:p>
        </p:txBody>
      </p:sp>
      <p:sp>
        <p:nvSpPr>
          <p:cNvPr id="89" name="圖示 討論"/>
          <p:cNvSpPr/>
          <p:nvPr/>
        </p:nvSpPr>
        <p:spPr>
          <a:xfrm>
            <a:off x="5100188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207262"/>
                </a:moveTo>
                <a:cubicBezTo>
                  <a:pt x="268226" y="220729"/>
                  <a:pt x="257305" y="231650"/>
                  <a:pt x="243838" y="231650"/>
                </a:cubicBezTo>
                <a:lnTo>
                  <a:pt x="83247" y="231650"/>
                </a:lnTo>
                <a:cubicBezTo>
                  <a:pt x="76780" y="231650"/>
                  <a:pt x="70577" y="234218"/>
                  <a:pt x="66005" y="238790"/>
                </a:cubicBezTo>
                <a:lnTo>
                  <a:pt x="39158" y="265637"/>
                </a:lnTo>
                <a:cubicBezTo>
                  <a:pt x="36686" y="268117"/>
                  <a:pt x="32962" y="268856"/>
                  <a:pt x="29729" y="267517"/>
                </a:cubicBezTo>
                <a:cubicBezTo>
                  <a:pt x="26496" y="266178"/>
                  <a:pt x="24382" y="263018"/>
                  <a:pt x="24382" y="259521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4876678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50" dirty="0"/>
          </a:p>
        </p:txBody>
      </p:sp>
      <p:sp>
        <p:nvSpPr>
          <p:cNvPr id="91" name="圖示 顯微檢測"/>
          <p:cNvSpPr/>
          <p:nvPr/>
        </p:nvSpPr>
        <p:spPr>
          <a:xfrm>
            <a:off x="583981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19456"/>
                </a:moveTo>
                <a:lnTo>
                  <a:pt x="170686" y="219456"/>
                </a:lnTo>
                <a:moveTo>
                  <a:pt x="36576" y="268226"/>
                </a:moveTo>
                <a:lnTo>
                  <a:pt x="256032" y="268226"/>
                </a:lnTo>
                <a:moveTo>
                  <a:pt x="170686" y="268226"/>
                </a:moveTo>
                <a:cubicBezTo>
                  <a:pt x="217825" y="268226"/>
                  <a:pt x="256032" y="230012"/>
                  <a:pt x="256032" y="182880"/>
                </a:cubicBezTo>
                <a:cubicBezTo>
                  <a:pt x="256032" y="135748"/>
                  <a:pt x="217825" y="97534"/>
                  <a:pt x="170686" y="97534"/>
                </a:cubicBezTo>
                <a:lnTo>
                  <a:pt x="158498" y="97534"/>
                </a:lnTo>
                <a:moveTo>
                  <a:pt x="109728" y="170686"/>
                </a:moveTo>
                <a:lnTo>
                  <a:pt x="134110" y="170686"/>
                </a:lnTo>
                <a:moveTo>
                  <a:pt x="109728" y="146304"/>
                </a:moveTo>
                <a:cubicBezTo>
                  <a:pt x="96261" y="146304"/>
                  <a:pt x="85346" y="135390"/>
                  <a:pt x="85346" y="121922"/>
                </a:cubicBezTo>
                <a:lnTo>
                  <a:pt x="85346" y="73152"/>
                </a:lnTo>
                <a:lnTo>
                  <a:pt x="158498" y="73152"/>
                </a:lnTo>
                <a:lnTo>
                  <a:pt x="158498" y="121922"/>
                </a:lnTo>
                <a:cubicBezTo>
                  <a:pt x="158498" y="135390"/>
                  <a:pt x="147577" y="146304"/>
                  <a:pt x="134110" y="146304"/>
                </a:cubicBezTo>
                <a:close/>
                <a:moveTo>
                  <a:pt x="146304" y="73152"/>
                </a:moveTo>
                <a:lnTo>
                  <a:pt x="146304" y="36576"/>
                </a:lnTo>
                <a:cubicBezTo>
                  <a:pt x="146304" y="29846"/>
                  <a:pt x="140847" y="24382"/>
                  <a:pt x="134110" y="24382"/>
                </a:cubicBezTo>
                <a:lnTo>
                  <a:pt x="109728" y="24382"/>
                </a:lnTo>
                <a:cubicBezTo>
                  <a:pt x="102998" y="24382"/>
                  <a:pt x="97534" y="29846"/>
                  <a:pt x="97534" y="36576"/>
                </a:cubicBezTo>
                <a:lnTo>
                  <a:pt x="97534" y="73152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561630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650" dirty="0"/>
          </a:p>
        </p:txBody>
      </p:sp>
      <p:sp>
        <p:nvSpPr>
          <p:cNvPr id="93" name="圖示 AOI 影像"/>
          <p:cNvSpPr/>
          <p:nvPr/>
        </p:nvSpPr>
        <p:spPr>
          <a:xfrm>
            <a:off x="657944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49" y="48770"/>
                </a:moveTo>
                <a:cubicBezTo>
                  <a:pt x="179610" y="48770"/>
                  <a:pt x="187854" y="53686"/>
                  <a:pt x="192112" y="61572"/>
                </a:cubicBezTo>
                <a:lnTo>
                  <a:pt x="198037" y="72545"/>
                </a:lnTo>
                <a:cubicBezTo>
                  <a:pt x="202295" y="80431"/>
                  <a:pt x="210531" y="85346"/>
                  <a:pt x="219493" y="85346"/>
                </a:cubicBezTo>
                <a:lnTo>
                  <a:pt x="243838" y="85346"/>
                </a:lnTo>
                <a:cubicBezTo>
                  <a:pt x="257305" y="85346"/>
                  <a:pt x="268226" y="96261"/>
                  <a:pt x="268226" y="109728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109728"/>
                </a:lnTo>
                <a:cubicBezTo>
                  <a:pt x="24382" y="96261"/>
                  <a:pt x="35303" y="85346"/>
                  <a:pt x="48770" y="85346"/>
                </a:cubicBezTo>
                <a:lnTo>
                  <a:pt x="73115" y="85346"/>
                </a:lnTo>
                <a:cubicBezTo>
                  <a:pt x="82069" y="85346"/>
                  <a:pt x="90299" y="80438"/>
                  <a:pt x="94564" y="72567"/>
                </a:cubicBezTo>
                <a:lnTo>
                  <a:pt x="100525" y="61543"/>
                </a:lnTo>
                <a:cubicBezTo>
                  <a:pt x="104783" y="53672"/>
                  <a:pt x="113020" y="48770"/>
                  <a:pt x="121966" y="48770"/>
                </a:cubicBezTo>
                <a:close/>
                <a:moveTo>
                  <a:pt x="182880" y="158498"/>
                </a:moveTo>
                <a:cubicBezTo>
                  <a:pt x="182880" y="178696"/>
                  <a:pt x="166501" y="195074"/>
                  <a:pt x="146304" y="195074"/>
                </a:cubicBezTo>
                <a:cubicBezTo>
                  <a:pt x="126107" y="195074"/>
                  <a:pt x="109728" y="178696"/>
                  <a:pt x="109728" y="158498"/>
                </a:cubicBezTo>
                <a:cubicBezTo>
                  <a:pt x="109728" y="138294"/>
                  <a:pt x="126107" y="121922"/>
                  <a:pt x="146304" y="121922"/>
                </a:cubicBezTo>
                <a:cubicBezTo>
                  <a:pt x="166501" y="121922"/>
                  <a:pt x="182880" y="138294"/>
                  <a:pt x="182880" y="158498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635593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650" dirty="0"/>
          </a:p>
        </p:txBody>
      </p:sp>
      <p:sp>
        <p:nvSpPr>
          <p:cNvPr id="95" name="圖示 AI"/>
          <p:cNvSpPr/>
          <p:nvPr/>
        </p:nvSpPr>
        <p:spPr>
          <a:xfrm>
            <a:off x="7319071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60958"/>
                </a:moveTo>
                <a:cubicBezTo>
                  <a:pt x="146341" y="47688"/>
                  <a:pt x="139186" y="35435"/>
                  <a:pt x="127606" y="28946"/>
                </a:cubicBezTo>
                <a:cubicBezTo>
                  <a:pt x="116026" y="22458"/>
                  <a:pt x="101835" y="22750"/>
                  <a:pt x="90533" y="29714"/>
                </a:cubicBezTo>
                <a:cubicBezTo>
                  <a:pt x="79238" y="36678"/>
                  <a:pt x="72596" y="49224"/>
                  <a:pt x="73189" y="62486"/>
                </a:cubicBezTo>
                <a:cubicBezTo>
                  <a:pt x="58668" y="66217"/>
                  <a:pt x="46671" y="76422"/>
                  <a:pt x="40658" y="90160"/>
                </a:cubicBezTo>
                <a:cubicBezTo>
                  <a:pt x="34645" y="103890"/>
                  <a:pt x="35281" y="119633"/>
                  <a:pt x="42392" y="132829"/>
                </a:cubicBezTo>
                <a:cubicBezTo>
                  <a:pt x="29868" y="143005"/>
                  <a:pt x="23189" y="158711"/>
                  <a:pt x="24550" y="174782"/>
                </a:cubicBezTo>
                <a:cubicBezTo>
                  <a:pt x="25903" y="190861"/>
                  <a:pt x="35120" y="205221"/>
                  <a:pt x="49173" y="213150"/>
                </a:cubicBezTo>
                <a:cubicBezTo>
                  <a:pt x="46839" y="231168"/>
                  <a:pt x="54718" y="248987"/>
                  <a:pt x="69611" y="259390"/>
                </a:cubicBezTo>
                <a:cubicBezTo>
                  <a:pt x="84505" y="269785"/>
                  <a:pt x="103949" y="271050"/>
                  <a:pt x="120057" y="262660"/>
                </a:cubicBezTo>
                <a:cubicBezTo>
                  <a:pt x="136172" y="254269"/>
                  <a:pt x="146282" y="237620"/>
                  <a:pt x="146304" y="219456"/>
                </a:cubicBezTo>
                <a:close/>
                <a:moveTo>
                  <a:pt x="109728" y="158498"/>
                </a:moveTo>
                <a:cubicBezTo>
                  <a:pt x="130657" y="151132"/>
                  <a:pt x="145097" y="131886"/>
                  <a:pt x="146304" y="109728"/>
                </a:cubicBezTo>
                <a:moveTo>
                  <a:pt x="73189" y="62486"/>
                </a:moveTo>
                <a:cubicBezTo>
                  <a:pt x="73430" y="68382"/>
                  <a:pt x="75098" y="74132"/>
                  <a:pt x="78039" y="79246"/>
                </a:cubicBezTo>
                <a:moveTo>
                  <a:pt x="42392" y="132844"/>
                </a:moveTo>
                <a:cubicBezTo>
                  <a:pt x="44623" y="131030"/>
                  <a:pt x="47007" y="129413"/>
                  <a:pt x="49524" y="128016"/>
                </a:cubicBezTo>
                <a:moveTo>
                  <a:pt x="73152" y="219456"/>
                </a:moveTo>
                <a:cubicBezTo>
                  <a:pt x="64747" y="219463"/>
                  <a:pt x="56488" y="217291"/>
                  <a:pt x="49173" y="213165"/>
                </a:cubicBezTo>
                <a:moveTo>
                  <a:pt x="146304" y="158498"/>
                </a:moveTo>
                <a:lnTo>
                  <a:pt x="195074" y="158498"/>
                </a:lnTo>
                <a:moveTo>
                  <a:pt x="146304" y="219456"/>
                </a:moveTo>
                <a:lnTo>
                  <a:pt x="219456" y="219456"/>
                </a:lnTo>
                <a:cubicBezTo>
                  <a:pt x="232923" y="219456"/>
                  <a:pt x="243838" y="230370"/>
                  <a:pt x="243838" y="243838"/>
                </a:cubicBezTo>
                <a:lnTo>
                  <a:pt x="243838" y="256032"/>
                </a:lnTo>
                <a:moveTo>
                  <a:pt x="146304" y="97534"/>
                </a:moveTo>
                <a:lnTo>
                  <a:pt x="243838" y="97534"/>
                </a:lnTo>
                <a:moveTo>
                  <a:pt x="195074" y="97534"/>
                </a:moveTo>
                <a:lnTo>
                  <a:pt x="195074" y="60958"/>
                </a:lnTo>
                <a:cubicBezTo>
                  <a:pt x="195074" y="47490"/>
                  <a:pt x="205989" y="36576"/>
                  <a:pt x="219456" y="36576"/>
                </a:cubicBezTo>
                <a:moveTo>
                  <a:pt x="201168" y="158498"/>
                </a:moveTo>
                <a:cubicBezTo>
                  <a:pt x="201168" y="161863"/>
                  <a:pt x="198439" y="164592"/>
                  <a:pt x="195074" y="164592"/>
                </a:cubicBezTo>
                <a:cubicBezTo>
                  <a:pt x="191702" y="164592"/>
                  <a:pt x="188974" y="161863"/>
                  <a:pt x="188974" y="158498"/>
                </a:cubicBezTo>
                <a:cubicBezTo>
                  <a:pt x="188974" y="155126"/>
                  <a:pt x="191702" y="152398"/>
                  <a:pt x="195074" y="152398"/>
                </a:cubicBezTo>
                <a:cubicBezTo>
                  <a:pt x="198439" y="152398"/>
                  <a:pt x="201168" y="155126"/>
                  <a:pt x="201168" y="158498"/>
                </a:cubicBezTo>
                <a:close/>
                <a:moveTo>
                  <a:pt x="225550" y="36576"/>
                </a:moveTo>
                <a:cubicBezTo>
                  <a:pt x="225550" y="39941"/>
                  <a:pt x="222821" y="42670"/>
                  <a:pt x="219456" y="42670"/>
                </a:cubicBezTo>
                <a:cubicBezTo>
                  <a:pt x="216091" y="42670"/>
                  <a:pt x="213362" y="39941"/>
                  <a:pt x="213362" y="36576"/>
                </a:cubicBezTo>
                <a:cubicBezTo>
                  <a:pt x="213362" y="33211"/>
                  <a:pt x="216091" y="30482"/>
                  <a:pt x="219456" y="30482"/>
                </a:cubicBezTo>
                <a:cubicBezTo>
                  <a:pt x="222821" y="30482"/>
                  <a:pt x="225550" y="33211"/>
                  <a:pt x="225550" y="36576"/>
                </a:cubicBezTo>
                <a:close/>
                <a:moveTo>
                  <a:pt x="249938" y="256032"/>
                </a:moveTo>
                <a:cubicBezTo>
                  <a:pt x="249938" y="259397"/>
                  <a:pt x="247210" y="262126"/>
                  <a:pt x="243838" y="262126"/>
                </a:cubicBezTo>
                <a:cubicBezTo>
                  <a:pt x="240473" y="262126"/>
                  <a:pt x="237744" y="259397"/>
                  <a:pt x="237744" y="256032"/>
                </a:cubicBezTo>
                <a:cubicBezTo>
                  <a:pt x="237744" y="252667"/>
                  <a:pt x="240473" y="249938"/>
                  <a:pt x="243838" y="249938"/>
                </a:cubicBezTo>
                <a:cubicBezTo>
                  <a:pt x="247210" y="249938"/>
                  <a:pt x="249938" y="252667"/>
                  <a:pt x="249938" y="256032"/>
                </a:cubicBezTo>
                <a:close/>
                <a:moveTo>
                  <a:pt x="249938" y="97534"/>
                </a:moveTo>
                <a:cubicBezTo>
                  <a:pt x="249938" y="100906"/>
                  <a:pt x="247210" y="103634"/>
                  <a:pt x="243838" y="103634"/>
                </a:cubicBezTo>
                <a:cubicBezTo>
                  <a:pt x="240473" y="103634"/>
                  <a:pt x="237744" y="100906"/>
                  <a:pt x="237744" y="97534"/>
                </a:cubicBezTo>
                <a:cubicBezTo>
                  <a:pt x="237744" y="94169"/>
                  <a:pt x="240473" y="91440"/>
                  <a:pt x="243838" y="91440"/>
                </a:cubicBezTo>
                <a:cubicBezTo>
                  <a:pt x="247210" y="91440"/>
                  <a:pt x="249938" y="94169"/>
                  <a:pt x="249938" y="97534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7095561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50" dirty="0"/>
          </a:p>
        </p:txBody>
      </p:sp>
      <p:sp>
        <p:nvSpPr>
          <p:cNvPr id="97" name="圖示 機器人"/>
          <p:cNvSpPr/>
          <p:nvPr/>
        </p:nvSpPr>
        <p:spPr>
          <a:xfrm>
            <a:off x="8058699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97534"/>
                </a:moveTo>
                <a:lnTo>
                  <a:pt x="146304" y="48770"/>
                </a:lnTo>
                <a:lnTo>
                  <a:pt x="97534" y="48770"/>
                </a:lnTo>
                <a:moveTo>
                  <a:pt x="73152" y="97534"/>
                </a:moveTo>
                <a:lnTo>
                  <a:pt x="219456" y="97534"/>
                </a:lnTo>
                <a:cubicBezTo>
                  <a:pt x="232923" y="97534"/>
                  <a:pt x="243838" y="108455"/>
                  <a:pt x="243838" y="12192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121922"/>
                </a:lnTo>
                <a:cubicBezTo>
                  <a:pt x="48770" y="108455"/>
                  <a:pt x="59685" y="97534"/>
                  <a:pt x="73152" y="97534"/>
                </a:cubicBezTo>
                <a:close/>
                <a:moveTo>
                  <a:pt x="24382" y="170686"/>
                </a:moveTo>
                <a:lnTo>
                  <a:pt x="48770" y="170686"/>
                </a:lnTo>
                <a:moveTo>
                  <a:pt x="243838" y="170686"/>
                </a:moveTo>
                <a:lnTo>
                  <a:pt x="268226" y="170686"/>
                </a:lnTo>
                <a:moveTo>
                  <a:pt x="182880" y="158498"/>
                </a:moveTo>
                <a:lnTo>
                  <a:pt x="182880" y="182880"/>
                </a:lnTo>
                <a:moveTo>
                  <a:pt x="109728" y="158498"/>
                </a:moveTo>
                <a:lnTo>
                  <a:pt x="109728" y="182880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7835189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650" dirty="0"/>
          </a:p>
        </p:txBody>
      </p:sp>
      <p:sp>
        <p:nvSpPr>
          <p:cNvPr id="99" name="圖示 物流"/>
          <p:cNvSpPr/>
          <p:nvPr/>
        </p:nvSpPr>
        <p:spPr>
          <a:xfrm>
            <a:off x="879832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219456"/>
                </a:moveTo>
                <a:lnTo>
                  <a:pt x="170686" y="73152"/>
                </a:lnTo>
                <a:cubicBezTo>
                  <a:pt x="170686" y="59685"/>
                  <a:pt x="159771" y="48770"/>
                  <a:pt x="146304" y="48770"/>
                </a:cubicBezTo>
                <a:lnTo>
                  <a:pt x="48770" y="48770"/>
                </a:lnTo>
                <a:cubicBezTo>
                  <a:pt x="35303" y="48770"/>
                  <a:pt x="24382" y="59685"/>
                  <a:pt x="24382" y="73152"/>
                </a:cubicBezTo>
                <a:lnTo>
                  <a:pt x="24382" y="207262"/>
                </a:lnTo>
                <a:cubicBezTo>
                  <a:pt x="24382" y="213999"/>
                  <a:pt x="29846" y="219456"/>
                  <a:pt x="36576" y="219456"/>
                </a:cubicBezTo>
                <a:lnTo>
                  <a:pt x="60958" y="219456"/>
                </a:lnTo>
                <a:moveTo>
                  <a:pt x="182880" y="219456"/>
                </a:moveTo>
                <a:lnTo>
                  <a:pt x="109728" y="219456"/>
                </a:lnTo>
                <a:moveTo>
                  <a:pt x="231650" y="219456"/>
                </a:moveTo>
                <a:lnTo>
                  <a:pt x="256032" y="219456"/>
                </a:lnTo>
                <a:cubicBezTo>
                  <a:pt x="262762" y="219456"/>
                  <a:pt x="268226" y="213999"/>
                  <a:pt x="268226" y="207262"/>
                </a:cubicBezTo>
                <a:lnTo>
                  <a:pt x="268226" y="162763"/>
                </a:lnTo>
                <a:cubicBezTo>
                  <a:pt x="268219" y="159998"/>
                  <a:pt x="267275" y="157313"/>
                  <a:pt x="265542" y="155155"/>
                </a:cubicBezTo>
                <a:lnTo>
                  <a:pt x="223114" y="102120"/>
                </a:lnTo>
                <a:cubicBezTo>
                  <a:pt x="220802" y="99231"/>
                  <a:pt x="217305" y="97541"/>
                  <a:pt x="213604" y="97534"/>
                </a:cubicBezTo>
                <a:lnTo>
                  <a:pt x="170686" y="97534"/>
                </a:lnTo>
                <a:moveTo>
                  <a:pt x="231650" y="219456"/>
                </a:moveTo>
                <a:cubicBezTo>
                  <a:pt x="231650" y="232923"/>
                  <a:pt x="220729" y="243838"/>
                  <a:pt x="207262" y="243838"/>
                </a:cubicBezTo>
                <a:cubicBezTo>
                  <a:pt x="193794" y="243838"/>
                  <a:pt x="182880" y="232923"/>
                  <a:pt x="182880" y="219456"/>
                </a:cubicBezTo>
                <a:cubicBezTo>
                  <a:pt x="182880" y="205989"/>
                  <a:pt x="193794" y="195074"/>
                  <a:pt x="207262" y="195074"/>
                </a:cubicBezTo>
                <a:cubicBezTo>
                  <a:pt x="220729" y="195074"/>
                  <a:pt x="231650" y="205989"/>
                  <a:pt x="231650" y="219456"/>
                </a:cubicBezTo>
                <a:close/>
                <a:moveTo>
                  <a:pt x="109728" y="219456"/>
                </a:moveTo>
                <a:cubicBezTo>
                  <a:pt x="109728" y="232923"/>
                  <a:pt x="98814" y="243838"/>
                  <a:pt x="85346" y="243838"/>
                </a:cubicBezTo>
                <a:cubicBezTo>
                  <a:pt x="71879" y="243838"/>
                  <a:pt x="60958" y="232923"/>
                  <a:pt x="60958" y="219456"/>
                </a:cubicBezTo>
                <a:cubicBezTo>
                  <a:pt x="60958" y="205989"/>
                  <a:pt x="71879" y="195074"/>
                  <a:pt x="85346" y="195074"/>
                </a:cubicBezTo>
                <a:cubicBezTo>
                  <a:pt x="98814" y="195074"/>
                  <a:pt x="109728" y="205989"/>
                  <a:pt x="109728" y="219456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857481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50" dirty="0"/>
          </a:p>
        </p:txBody>
      </p:sp>
      <p:sp>
        <p:nvSpPr>
          <p:cNvPr id="101" name="圖示 成本"/>
          <p:cNvSpPr/>
          <p:nvPr/>
        </p:nvSpPr>
        <p:spPr>
          <a:xfrm>
            <a:off x="662422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97534"/>
                </a:moveTo>
                <a:lnTo>
                  <a:pt x="121922" y="97534"/>
                </a:lnTo>
                <a:cubicBezTo>
                  <a:pt x="108455" y="97534"/>
                  <a:pt x="97534" y="108455"/>
                  <a:pt x="97534" y="121922"/>
                </a:cubicBezTo>
                <a:cubicBezTo>
                  <a:pt x="97534" y="135390"/>
                  <a:pt x="108455" y="146304"/>
                  <a:pt x="121922" y="146304"/>
                </a:cubicBezTo>
                <a:lnTo>
                  <a:pt x="170686" y="146304"/>
                </a:lnTo>
                <a:cubicBezTo>
                  <a:pt x="184153" y="146304"/>
                  <a:pt x="195074" y="157218"/>
                  <a:pt x="195074" y="170686"/>
                </a:cubicBezTo>
                <a:cubicBezTo>
                  <a:pt x="195074" y="184153"/>
                  <a:pt x="184153" y="195074"/>
                  <a:pt x="170686" y="195074"/>
                </a:cubicBezTo>
                <a:lnTo>
                  <a:pt x="97534" y="195074"/>
                </a:lnTo>
                <a:moveTo>
                  <a:pt x="146304" y="219456"/>
                </a:moveTo>
                <a:lnTo>
                  <a:pt x="146304" y="73152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438912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650" dirty="0"/>
          </a:p>
        </p:txBody>
      </p:sp>
      <p:sp>
        <p:nvSpPr>
          <p:cNvPr id="103" name="圖示 良率漏斗"/>
          <p:cNvSpPr/>
          <p:nvPr/>
        </p:nvSpPr>
        <p:spPr>
          <a:xfrm>
            <a:off x="140205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243838"/>
                </a:moveTo>
                <a:cubicBezTo>
                  <a:pt x="121915" y="248461"/>
                  <a:pt x="124527" y="252689"/>
                  <a:pt x="128660" y="254752"/>
                </a:cubicBezTo>
                <a:lnTo>
                  <a:pt x="153049" y="266946"/>
                </a:lnTo>
                <a:cubicBezTo>
                  <a:pt x="156823" y="268834"/>
                  <a:pt x="161315" y="268629"/>
                  <a:pt x="164907" y="266405"/>
                </a:cubicBezTo>
                <a:cubicBezTo>
                  <a:pt x="168506" y="264181"/>
                  <a:pt x="170693" y="260260"/>
                  <a:pt x="170686" y="256032"/>
                </a:cubicBezTo>
                <a:lnTo>
                  <a:pt x="170686" y="170686"/>
                </a:lnTo>
                <a:cubicBezTo>
                  <a:pt x="170693" y="164643"/>
                  <a:pt x="172939" y="158820"/>
                  <a:pt x="176991" y="154336"/>
                </a:cubicBezTo>
                <a:lnTo>
                  <a:pt x="265052" y="56934"/>
                </a:lnTo>
                <a:cubicBezTo>
                  <a:pt x="268278" y="53364"/>
                  <a:pt x="269097" y="48229"/>
                  <a:pt x="267151" y="43825"/>
                </a:cubicBezTo>
                <a:cubicBezTo>
                  <a:pt x="265198" y="39429"/>
                  <a:pt x="260845" y="36591"/>
                  <a:pt x="256032" y="36576"/>
                </a:cubicBezTo>
                <a:lnTo>
                  <a:pt x="36576" y="36576"/>
                </a:lnTo>
                <a:cubicBezTo>
                  <a:pt x="31763" y="36576"/>
                  <a:pt x="27395" y="39414"/>
                  <a:pt x="25442" y="43818"/>
                </a:cubicBezTo>
                <a:cubicBezTo>
                  <a:pt x="23482" y="48222"/>
                  <a:pt x="24301" y="53357"/>
                  <a:pt x="27527" y="56934"/>
                </a:cubicBezTo>
                <a:lnTo>
                  <a:pt x="115617" y="154336"/>
                </a:lnTo>
                <a:cubicBezTo>
                  <a:pt x="119669" y="158820"/>
                  <a:pt x="121915" y="164643"/>
                  <a:pt x="121922" y="170686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117854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650" dirty="0"/>
          </a:p>
        </p:txBody>
      </p:sp>
      <p:sp>
        <p:nvSpPr>
          <p:cNvPr id="105" name="圖示 回收"/>
          <p:cNvSpPr/>
          <p:nvPr/>
        </p:nvSpPr>
        <p:spPr>
          <a:xfrm>
            <a:off x="2141677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85346" y="231650"/>
                </a:moveTo>
                <a:lnTo>
                  <a:pt x="58704" y="231650"/>
                </a:lnTo>
                <a:cubicBezTo>
                  <a:pt x="50885" y="231672"/>
                  <a:pt x="43621" y="227598"/>
                  <a:pt x="39561" y="220904"/>
                </a:cubicBezTo>
                <a:cubicBezTo>
                  <a:pt x="35662" y="214182"/>
                  <a:pt x="35647" y="205894"/>
                  <a:pt x="39517" y="199156"/>
                </a:cubicBezTo>
                <a:lnTo>
                  <a:pt x="87731" y="115822"/>
                </a:lnTo>
                <a:moveTo>
                  <a:pt x="134110" y="231650"/>
                </a:moveTo>
                <a:lnTo>
                  <a:pt x="234123" y="231650"/>
                </a:lnTo>
                <a:cubicBezTo>
                  <a:pt x="241906" y="231585"/>
                  <a:pt x="249097" y="227473"/>
                  <a:pt x="253091" y="220795"/>
                </a:cubicBezTo>
                <a:cubicBezTo>
                  <a:pt x="256939" y="214094"/>
                  <a:pt x="256939" y="205857"/>
                  <a:pt x="253091" y="199156"/>
                </a:cubicBezTo>
                <a:lnTo>
                  <a:pt x="238146" y="173312"/>
                </a:lnTo>
                <a:moveTo>
                  <a:pt x="170686" y="195074"/>
                </a:moveTo>
                <a:lnTo>
                  <a:pt x="134110" y="231650"/>
                </a:lnTo>
                <a:lnTo>
                  <a:pt x="170686" y="268226"/>
                </a:lnTo>
                <a:moveTo>
                  <a:pt x="101111" y="165762"/>
                </a:moveTo>
                <a:lnTo>
                  <a:pt x="87731" y="115822"/>
                </a:lnTo>
                <a:lnTo>
                  <a:pt x="37798" y="129208"/>
                </a:lnTo>
                <a:moveTo>
                  <a:pt x="113920" y="70848"/>
                </a:moveTo>
                <a:lnTo>
                  <a:pt x="127248" y="47783"/>
                </a:lnTo>
                <a:cubicBezTo>
                  <a:pt x="131140" y="40994"/>
                  <a:pt x="138301" y="36744"/>
                  <a:pt x="146121" y="36576"/>
                </a:cubicBezTo>
                <a:cubicBezTo>
                  <a:pt x="153883" y="36561"/>
                  <a:pt x="161073" y="40687"/>
                  <a:pt x="164972" y="47402"/>
                </a:cubicBezTo>
                <a:lnTo>
                  <a:pt x="213041" y="130832"/>
                </a:lnTo>
                <a:moveTo>
                  <a:pt x="163107" y="117446"/>
                </a:moveTo>
                <a:lnTo>
                  <a:pt x="213041" y="130832"/>
                </a:lnTo>
                <a:lnTo>
                  <a:pt x="226420" y="80891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1918167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50" dirty="0"/>
          </a:p>
        </p:txBody>
      </p:sp>
      <p:sp>
        <p:nvSpPr>
          <p:cNvPr id="107" name="圖示 里程碑"/>
          <p:cNvSpPr/>
          <p:nvPr/>
        </p:nvSpPr>
        <p:spPr>
          <a:xfrm>
            <a:off x="2881305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68226"/>
                </a:moveTo>
                <a:lnTo>
                  <a:pt x="48770" y="48770"/>
                </a:lnTo>
                <a:cubicBezTo>
                  <a:pt x="48770" y="44930"/>
                  <a:pt x="50577" y="41316"/>
                  <a:pt x="53642" y="39012"/>
                </a:cubicBezTo>
                <a:cubicBezTo>
                  <a:pt x="66305" y="29517"/>
                  <a:pt x="81711" y="24382"/>
                  <a:pt x="97534" y="24382"/>
                </a:cubicBezTo>
                <a:cubicBezTo>
                  <a:pt x="134110" y="24382"/>
                  <a:pt x="158498" y="48770"/>
                  <a:pt x="186940" y="48770"/>
                </a:cubicBezTo>
                <a:cubicBezTo>
                  <a:pt x="203194" y="48770"/>
                  <a:pt x="215659" y="45515"/>
                  <a:pt x="224335" y="39012"/>
                </a:cubicBezTo>
                <a:cubicBezTo>
                  <a:pt x="228029" y="36247"/>
                  <a:pt x="232967" y="35801"/>
                  <a:pt x="237100" y="37863"/>
                </a:cubicBezTo>
                <a:cubicBezTo>
                  <a:pt x="241233" y="39926"/>
                  <a:pt x="243838" y="44147"/>
                  <a:pt x="243838" y="48770"/>
                </a:cubicBezTo>
                <a:lnTo>
                  <a:pt x="243838" y="170686"/>
                </a:lnTo>
                <a:cubicBezTo>
                  <a:pt x="243838" y="174526"/>
                  <a:pt x="242031" y="178140"/>
                  <a:pt x="238966" y="180444"/>
                </a:cubicBezTo>
                <a:cubicBezTo>
                  <a:pt x="226303" y="189939"/>
                  <a:pt x="210897" y="195074"/>
                  <a:pt x="195074" y="195074"/>
                </a:cubicBezTo>
                <a:cubicBezTo>
                  <a:pt x="158498" y="195074"/>
                  <a:pt x="134110" y="170686"/>
                  <a:pt x="97534" y="170686"/>
                </a:cubicBezTo>
                <a:cubicBezTo>
                  <a:pt x="79545" y="170686"/>
                  <a:pt x="62179" y="177320"/>
                  <a:pt x="48770" y="189317"/>
                </a:cubicBez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2657795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50" dirty="0"/>
          </a:p>
        </p:txBody>
      </p:sp>
      <p:sp>
        <p:nvSpPr>
          <p:cNvPr id="109" name="圖示 重點"/>
          <p:cNvSpPr/>
          <p:nvPr/>
        </p:nvSpPr>
        <p:spPr>
          <a:xfrm>
            <a:off x="362093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0510" y="27981"/>
                </a:moveTo>
                <a:cubicBezTo>
                  <a:pt x="141600" y="25779"/>
                  <a:pt x="143846" y="24389"/>
                  <a:pt x="146304" y="24389"/>
                </a:cubicBezTo>
                <a:cubicBezTo>
                  <a:pt x="148762" y="24389"/>
                  <a:pt x="151008" y="25779"/>
                  <a:pt x="152098" y="27981"/>
                </a:cubicBezTo>
                <a:lnTo>
                  <a:pt x="180261" y="85025"/>
                </a:lnTo>
                <a:cubicBezTo>
                  <a:pt x="184028" y="92647"/>
                  <a:pt x="191292" y="97936"/>
                  <a:pt x="199705" y="99172"/>
                </a:cubicBezTo>
                <a:lnTo>
                  <a:pt x="262689" y="108389"/>
                </a:lnTo>
                <a:cubicBezTo>
                  <a:pt x="265125" y="108740"/>
                  <a:pt x="267144" y="110445"/>
                  <a:pt x="267905" y="112786"/>
                </a:cubicBezTo>
                <a:cubicBezTo>
                  <a:pt x="268665" y="115119"/>
                  <a:pt x="268036" y="117694"/>
                  <a:pt x="266273" y="119406"/>
                </a:cubicBezTo>
                <a:lnTo>
                  <a:pt x="220722" y="163765"/>
                </a:lnTo>
                <a:cubicBezTo>
                  <a:pt x="214628" y="169705"/>
                  <a:pt x="211841" y="178264"/>
                  <a:pt x="213275" y="186662"/>
                </a:cubicBezTo>
                <a:lnTo>
                  <a:pt x="224028" y="249324"/>
                </a:lnTo>
                <a:cubicBezTo>
                  <a:pt x="224460" y="251760"/>
                  <a:pt x="223465" y="254225"/>
                  <a:pt x="221460" y="255681"/>
                </a:cubicBezTo>
                <a:cubicBezTo>
                  <a:pt x="219463" y="257129"/>
                  <a:pt x="216808" y="257312"/>
                  <a:pt x="214628" y="256156"/>
                </a:cubicBezTo>
                <a:lnTo>
                  <a:pt x="158323" y="226552"/>
                </a:lnTo>
                <a:cubicBezTo>
                  <a:pt x="150796" y="222594"/>
                  <a:pt x="141798" y="222594"/>
                  <a:pt x="134270" y="226552"/>
                </a:cubicBezTo>
                <a:lnTo>
                  <a:pt x="77980" y="256156"/>
                </a:lnTo>
                <a:cubicBezTo>
                  <a:pt x="75800" y="257305"/>
                  <a:pt x="73152" y="257122"/>
                  <a:pt x="71155" y="255666"/>
                </a:cubicBezTo>
                <a:cubicBezTo>
                  <a:pt x="69158" y="254218"/>
                  <a:pt x="68163" y="251760"/>
                  <a:pt x="68595" y="249324"/>
                </a:cubicBezTo>
                <a:lnTo>
                  <a:pt x="79333" y="186669"/>
                </a:lnTo>
                <a:cubicBezTo>
                  <a:pt x="80774" y="178271"/>
                  <a:pt x="77987" y="169705"/>
                  <a:pt x="71886" y="163765"/>
                </a:cubicBezTo>
                <a:lnTo>
                  <a:pt x="26335" y="119421"/>
                </a:lnTo>
                <a:cubicBezTo>
                  <a:pt x="24557" y="117702"/>
                  <a:pt x="23913" y="115127"/>
                  <a:pt x="24674" y="112778"/>
                </a:cubicBezTo>
                <a:cubicBezTo>
                  <a:pt x="25442" y="110430"/>
                  <a:pt x="27476" y="108719"/>
                  <a:pt x="29919" y="108375"/>
                </a:cubicBezTo>
                <a:lnTo>
                  <a:pt x="92888" y="99172"/>
                </a:lnTo>
                <a:cubicBezTo>
                  <a:pt x="101316" y="97943"/>
                  <a:pt x="108594" y="92654"/>
                  <a:pt x="112361" y="85025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339742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50" dirty="0"/>
          </a:p>
        </p:txBody>
      </p:sp>
      <p:sp>
        <p:nvSpPr>
          <p:cNvPr id="111" name="圖示 首頁"/>
          <p:cNvSpPr/>
          <p:nvPr/>
        </p:nvSpPr>
        <p:spPr>
          <a:xfrm>
            <a:off x="436056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256032"/>
                </a:moveTo>
                <a:lnTo>
                  <a:pt x="182880" y="158498"/>
                </a:lnTo>
                <a:cubicBezTo>
                  <a:pt x="182880" y="151761"/>
                  <a:pt x="177423" y="146304"/>
                  <a:pt x="170686" y="146304"/>
                </a:cubicBezTo>
                <a:lnTo>
                  <a:pt x="121922" y="146304"/>
                </a:lnTo>
                <a:cubicBezTo>
                  <a:pt x="115185" y="146304"/>
                  <a:pt x="109728" y="151761"/>
                  <a:pt x="109728" y="158498"/>
                </a:cubicBezTo>
                <a:lnTo>
                  <a:pt x="109728" y="256032"/>
                </a:lnTo>
                <a:moveTo>
                  <a:pt x="36576" y="121922"/>
                </a:moveTo>
                <a:cubicBezTo>
                  <a:pt x="36576" y="114739"/>
                  <a:pt x="39736" y="107928"/>
                  <a:pt x="45223" y="103291"/>
                </a:cubicBezTo>
                <a:lnTo>
                  <a:pt x="130562" y="30139"/>
                </a:lnTo>
                <a:cubicBezTo>
                  <a:pt x="139654" y="22458"/>
                  <a:pt x="152954" y="22458"/>
                  <a:pt x="162046" y="30139"/>
                </a:cubicBezTo>
                <a:lnTo>
                  <a:pt x="247385" y="103291"/>
                </a:lnTo>
                <a:cubicBezTo>
                  <a:pt x="252872" y="107928"/>
                  <a:pt x="256032" y="114739"/>
                  <a:pt x="256032" y="121922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413705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650" dirty="0"/>
          </a:p>
        </p:txBody>
      </p:sp>
      <p:sp>
        <p:nvSpPr>
          <p:cNvPr id="113" name="圖示 地點"/>
          <p:cNvSpPr/>
          <p:nvPr/>
        </p:nvSpPr>
        <p:spPr>
          <a:xfrm>
            <a:off x="5100188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21922"/>
                </a:moveTo>
                <a:cubicBezTo>
                  <a:pt x="243838" y="182792"/>
                  <a:pt x="176311" y="246193"/>
                  <a:pt x="153634" y="265776"/>
                </a:cubicBezTo>
                <a:cubicBezTo>
                  <a:pt x="149289" y="269038"/>
                  <a:pt x="143319" y="269038"/>
                  <a:pt x="138974" y="265776"/>
                </a:cubicBezTo>
                <a:cubicBezTo>
                  <a:pt x="116297" y="246193"/>
                  <a:pt x="48770" y="182792"/>
                  <a:pt x="48770" y="121922"/>
                </a:cubicBezTo>
                <a:cubicBezTo>
                  <a:pt x="48770" y="68053"/>
                  <a:pt x="92435" y="24382"/>
                  <a:pt x="146304" y="24382"/>
                </a:cubicBezTo>
                <a:cubicBezTo>
                  <a:pt x="200173" y="24382"/>
                  <a:pt x="243838" y="68053"/>
                  <a:pt x="243838" y="121922"/>
                </a:cubicBezTo>
                <a:moveTo>
                  <a:pt x="182880" y="121922"/>
                </a:moveTo>
                <a:cubicBezTo>
                  <a:pt x="182880" y="142120"/>
                  <a:pt x="166501" y="158498"/>
                  <a:pt x="146304" y="158498"/>
                </a:cubicBezTo>
                <a:cubicBezTo>
                  <a:pt x="126107" y="158498"/>
                  <a:pt x="109728" y="142120"/>
                  <a:pt x="109728" y="121922"/>
                </a:cubicBezTo>
                <a:cubicBezTo>
                  <a:pt x="109728" y="101718"/>
                  <a:pt x="126107" y="85346"/>
                  <a:pt x="146304" y="85346"/>
                </a:cubicBezTo>
                <a:cubicBezTo>
                  <a:pt x="166501" y="85346"/>
                  <a:pt x="182880" y="101718"/>
                  <a:pt x="182880" y="121922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4876678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50" dirty="0"/>
          </a:p>
        </p:txBody>
      </p:sp>
      <p:sp>
        <p:nvSpPr>
          <p:cNvPr id="115" name="圖示 全球"/>
          <p:cNvSpPr/>
          <p:nvPr/>
        </p:nvSpPr>
        <p:spPr>
          <a:xfrm>
            <a:off x="583981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24382"/>
                </a:moveTo>
                <a:cubicBezTo>
                  <a:pt x="81279" y="92662"/>
                  <a:pt x="81279" y="199946"/>
                  <a:pt x="146304" y="268226"/>
                </a:cubicBezTo>
                <a:cubicBezTo>
                  <a:pt x="211329" y="199946"/>
                  <a:pt x="211329" y="92662"/>
                  <a:pt x="146304" y="24382"/>
                </a:cubicBezTo>
                <a:moveTo>
                  <a:pt x="24382" y="146304"/>
                </a:moveTo>
                <a:lnTo>
                  <a:pt x="268226" y="146304"/>
                </a:ln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561630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50" dirty="0"/>
          </a:p>
        </p:txBody>
      </p:sp>
      <p:sp>
        <p:nvSpPr>
          <p:cNvPr id="117" name="圖示 啟動"/>
          <p:cNvSpPr/>
          <p:nvPr/>
        </p:nvSpPr>
        <p:spPr>
          <a:xfrm>
            <a:off x="657944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82880"/>
                </a:moveTo>
                <a:lnTo>
                  <a:pt x="146304" y="243838"/>
                </a:lnTo>
                <a:cubicBezTo>
                  <a:pt x="146304" y="243838"/>
                  <a:pt x="183246" y="237137"/>
                  <a:pt x="195074" y="219456"/>
                </a:cubicBezTo>
                <a:cubicBezTo>
                  <a:pt x="208242" y="199705"/>
                  <a:pt x="195074" y="158498"/>
                  <a:pt x="195074" y="158498"/>
                </a:cubicBezTo>
                <a:moveTo>
                  <a:pt x="54864" y="201168"/>
                </a:moveTo>
                <a:cubicBezTo>
                  <a:pt x="36576" y="216530"/>
                  <a:pt x="30482" y="262126"/>
                  <a:pt x="30482" y="262126"/>
                </a:cubicBezTo>
                <a:cubicBezTo>
                  <a:pt x="30482" y="262126"/>
                  <a:pt x="76078" y="256032"/>
                  <a:pt x="91440" y="237744"/>
                </a:cubicBezTo>
                <a:cubicBezTo>
                  <a:pt x="100094" y="227503"/>
                  <a:pt x="99977" y="211775"/>
                  <a:pt x="90343" y="202265"/>
                </a:cubicBezTo>
                <a:cubicBezTo>
                  <a:pt x="80533" y="192902"/>
                  <a:pt x="65237" y="192426"/>
                  <a:pt x="54864" y="201168"/>
                </a:cubicBezTo>
                <a:moveTo>
                  <a:pt x="109728" y="146304"/>
                </a:moveTo>
                <a:cubicBezTo>
                  <a:pt x="116217" y="129472"/>
                  <a:pt x="124388" y="113334"/>
                  <a:pt x="134110" y="98148"/>
                </a:cubicBezTo>
                <a:cubicBezTo>
                  <a:pt x="162997" y="51960"/>
                  <a:pt x="213750" y="24045"/>
                  <a:pt x="268226" y="24382"/>
                </a:cubicBezTo>
                <a:cubicBezTo>
                  <a:pt x="268226" y="57549"/>
                  <a:pt x="258717" y="115822"/>
                  <a:pt x="195074" y="158498"/>
                </a:cubicBezTo>
                <a:cubicBezTo>
                  <a:pt x="179669" y="168228"/>
                  <a:pt x="163334" y="176399"/>
                  <a:pt x="146304" y="182880"/>
                </a:cubicBezTo>
                <a:close/>
                <a:moveTo>
                  <a:pt x="109728" y="146304"/>
                </a:moveTo>
                <a:lnTo>
                  <a:pt x="48770" y="146304"/>
                </a:lnTo>
                <a:cubicBezTo>
                  <a:pt x="48770" y="146304"/>
                  <a:pt x="55471" y="109362"/>
                  <a:pt x="73152" y="97534"/>
                </a:cubicBezTo>
                <a:cubicBezTo>
                  <a:pt x="92903" y="84366"/>
                  <a:pt x="134110" y="98148"/>
                  <a:pt x="134110" y="98148"/>
                </a:cubicBezTo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35593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50" dirty="0"/>
          </a:p>
        </p:txBody>
      </p:sp>
      <p:sp>
        <p:nvSpPr>
          <p:cNvPr id="119" name="圖示 電力"/>
          <p:cNvSpPr/>
          <p:nvPr/>
        </p:nvSpPr>
        <p:spPr>
          <a:xfrm>
            <a:off x="7319071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4021" y="48770"/>
                </a:moveTo>
                <a:cubicBezTo>
                  <a:pt x="196867" y="40716"/>
                  <a:pt x="193758" y="31770"/>
                  <a:pt x="186538" y="27213"/>
                </a:cubicBezTo>
                <a:cubicBezTo>
                  <a:pt x="179317" y="22662"/>
                  <a:pt x="169903" y="23709"/>
                  <a:pt x="163860" y="29736"/>
                </a:cubicBezTo>
                <a:lnTo>
                  <a:pt x="54132" y="139464"/>
                </a:lnTo>
                <a:cubicBezTo>
                  <a:pt x="48902" y="144695"/>
                  <a:pt x="47337" y="152558"/>
                  <a:pt x="50160" y="159391"/>
                </a:cubicBezTo>
                <a:cubicBezTo>
                  <a:pt x="52991" y="166231"/>
                  <a:pt x="59655" y="170686"/>
                  <a:pt x="67058" y="170686"/>
                </a:cubicBezTo>
                <a:lnTo>
                  <a:pt x="115851" y="170686"/>
                </a:lnTo>
                <a:cubicBezTo>
                  <a:pt x="117826" y="170693"/>
                  <a:pt x="119677" y="171651"/>
                  <a:pt x="120818" y="173261"/>
                </a:cubicBezTo>
                <a:cubicBezTo>
                  <a:pt x="121959" y="174877"/>
                  <a:pt x="122244" y="176947"/>
                  <a:pt x="121593" y="178805"/>
                </a:cubicBezTo>
                <a:lnTo>
                  <a:pt x="98587" y="243838"/>
                </a:lnTo>
                <a:cubicBezTo>
                  <a:pt x="95741" y="251892"/>
                  <a:pt x="98850" y="260845"/>
                  <a:pt x="106078" y="265395"/>
                </a:cubicBezTo>
                <a:cubicBezTo>
                  <a:pt x="113305" y="269953"/>
                  <a:pt x="122720" y="268899"/>
                  <a:pt x="128762" y="262857"/>
                </a:cubicBezTo>
                <a:lnTo>
                  <a:pt x="238490" y="153129"/>
                </a:lnTo>
                <a:cubicBezTo>
                  <a:pt x="243713" y="147899"/>
                  <a:pt x="245271" y="140035"/>
                  <a:pt x="242440" y="133202"/>
                </a:cubicBezTo>
                <a:cubicBezTo>
                  <a:pt x="239609" y="126377"/>
                  <a:pt x="232945" y="121922"/>
                  <a:pt x="225550" y="121922"/>
                </a:cubicBezTo>
                <a:lnTo>
                  <a:pt x="176823" y="121922"/>
                </a:lnTo>
                <a:cubicBezTo>
                  <a:pt x="174841" y="121922"/>
                  <a:pt x="172983" y="120964"/>
                  <a:pt x="171834" y="119347"/>
                </a:cubicBezTo>
                <a:cubicBezTo>
                  <a:pt x="170693" y="117731"/>
                  <a:pt x="170408" y="115653"/>
                  <a:pt x="171066" y="113788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095561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650" dirty="0"/>
          </a:p>
        </p:txBody>
      </p:sp>
      <p:sp>
        <p:nvSpPr>
          <p:cNvPr id="121" name="圖示 溫度"/>
          <p:cNvSpPr/>
          <p:nvPr/>
        </p:nvSpPr>
        <p:spPr>
          <a:xfrm>
            <a:off x="8058699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48770"/>
                </a:moveTo>
                <a:lnTo>
                  <a:pt x="170686" y="177269"/>
                </a:lnTo>
                <a:cubicBezTo>
                  <a:pt x="189800" y="188308"/>
                  <a:pt x="199120" y="210809"/>
                  <a:pt x="193414" y="232126"/>
                </a:cubicBezTo>
                <a:cubicBezTo>
                  <a:pt x="187701" y="253450"/>
                  <a:pt x="168374" y="268278"/>
                  <a:pt x="146304" y="268278"/>
                </a:cubicBezTo>
                <a:cubicBezTo>
                  <a:pt x="124234" y="268278"/>
                  <a:pt x="104907" y="253450"/>
                  <a:pt x="99194" y="232126"/>
                </a:cubicBezTo>
                <a:cubicBezTo>
                  <a:pt x="93488" y="210809"/>
                  <a:pt x="102808" y="188308"/>
                  <a:pt x="121922" y="177269"/>
                </a:cubicBezTo>
                <a:lnTo>
                  <a:pt x="121922" y="48770"/>
                </a:lnTo>
                <a:cubicBezTo>
                  <a:pt x="121922" y="35303"/>
                  <a:pt x="132837" y="24382"/>
                  <a:pt x="146304" y="24382"/>
                </a:cubicBezTo>
                <a:cubicBezTo>
                  <a:pt x="159771" y="24382"/>
                  <a:pt x="170686" y="35303"/>
                  <a:pt x="170686" y="48770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7835189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50" dirty="0"/>
          </a:p>
        </p:txBody>
      </p:sp>
      <p:sp>
        <p:nvSpPr>
          <p:cNvPr id="123" name="圖示 品質"/>
          <p:cNvSpPr/>
          <p:nvPr/>
        </p:nvSpPr>
        <p:spPr>
          <a:xfrm>
            <a:off x="879832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8696" y="157152"/>
                </a:moveTo>
                <a:lnTo>
                  <a:pt x="207166" y="261101"/>
                </a:lnTo>
                <a:cubicBezTo>
                  <a:pt x="207591" y="263611"/>
                  <a:pt x="206413" y="266120"/>
                  <a:pt x="204218" y="267393"/>
                </a:cubicBezTo>
                <a:cubicBezTo>
                  <a:pt x="202017" y="268665"/>
                  <a:pt x="199259" y="268446"/>
                  <a:pt x="197291" y="266837"/>
                </a:cubicBezTo>
                <a:lnTo>
                  <a:pt x="153641" y="234072"/>
                </a:lnTo>
                <a:cubicBezTo>
                  <a:pt x="149318" y="230838"/>
                  <a:pt x="143378" y="230838"/>
                  <a:pt x="139047" y="234072"/>
                </a:cubicBezTo>
                <a:lnTo>
                  <a:pt x="95332" y="266822"/>
                </a:lnTo>
                <a:cubicBezTo>
                  <a:pt x="93364" y="268431"/>
                  <a:pt x="90606" y="268651"/>
                  <a:pt x="88412" y="267378"/>
                </a:cubicBezTo>
                <a:cubicBezTo>
                  <a:pt x="86217" y="266112"/>
                  <a:pt x="85039" y="263611"/>
                  <a:pt x="85456" y="261101"/>
                </a:cubicBezTo>
                <a:lnTo>
                  <a:pt x="103912" y="157152"/>
                </a:lnTo>
                <a:moveTo>
                  <a:pt x="219456" y="97534"/>
                </a:moveTo>
                <a:cubicBezTo>
                  <a:pt x="219456" y="137935"/>
                  <a:pt x="186706" y="170686"/>
                  <a:pt x="146304" y="170686"/>
                </a:cubicBezTo>
                <a:cubicBezTo>
                  <a:pt x="105902" y="170686"/>
                  <a:pt x="73152" y="137935"/>
                  <a:pt x="73152" y="97534"/>
                </a:cubicBezTo>
                <a:cubicBezTo>
                  <a:pt x="73152" y="57132"/>
                  <a:pt x="105902" y="24382"/>
                  <a:pt x="146304" y="24382"/>
                </a:cubicBezTo>
                <a:cubicBezTo>
                  <a:pt x="186706" y="24382"/>
                  <a:pt x="219456" y="57132"/>
                  <a:pt x="219456" y="97534"/>
                </a:cubicBezTo>
                <a:close/>
              </a:path>
            </a:pathLst>
          </a:custGeom>
          <a:noFill/>
          <a:ln w="19558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857481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650" dirty="0"/>
          </a:p>
        </p:txBody>
      </p:sp>
      <p:sp>
        <p:nvSpPr>
          <p:cNvPr id="125" name="線條"/>
          <p:cNvSpPr/>
          <p:nvPr/>
        </p:nvSpPr>
        <p:spPr>
          <a:xfrm>
            <a:off x="438912" y="3913632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38912" y="401238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小節"/>
          <p:cNvSpPr/>
          <p:nvPr/>
        </p:nvSpPr>
        <p:spPr>
          <a:xfrm>
            <a:off x="599846" y="3957523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220870"/>
            <a:ext cx="1572768" cy="541325"/>
            <a:chOff x="438912" y="4220870"/>
            <a:chExt cx="1572768" cy="541325"/>
          </a:xfrm>
        </p:grpSpPr>
        <p:sp>
          <p:nvSpPr>
            <p:cNvPr id="128" name="流程方塊"/>
            <p:cNvSpPr/>
            <p:nvPr/>
          </p:nvSpPr>
          <p:spPr>
            <a:xfrm>
              <a:off x="438912" y="4220870"/>
              <a:ext cx="1572768" cy="541325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圖示 機台"/>
            <p:cNvSpPr/>
            <p:nvPr/>
          </p:nvSpPr>
          <p:spPr>
            <a:xfrm>
              <a:off x="541325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0958" y="73152"/>
                  </a:moveTo>
                  <a:lnTo>
                    <a:pt x="231650" y="73152"/>
                  </a:lnTo>
                  <a:cubicBezTo>
                    <a:pt x="245118" y="73152"/>
                    <a:pt x="256032" y="84066"/>
                    <a:pt x="256032" y="97534"/>
                  </a:cubicBezTo>
                  <a:lnTo>
                    <a:pt x="256032" y="207262"/>
                  </a:lnTo>
                  <a:cubicBezTo>
                    <a:pt x="256032" y="220729"/>
                    <a:pt x="245118" y="231650"/>
                    <a:pt x="231650" y="231650"/>
                  </a:cubicBezTo>
                  <a:lnTo>
                    <a:pt x="60958" y="231650"/>
                  </a:lnTo>
                  <a:cubicBezTo>
                    <a:pt x="47490" y="231650"/>
                    <a:pt x="36576" y="220729"/>
                    <a:pt x="36576" y="207262"/>
                  </a:cubicBezTo>
                  <a:lnTo>
                    <a:pt x="36576" y="97534"/>
                  </a:lnTo>
                  <a:cubicBezTo>
                    <a:pt x="36576" y="84066"/>
                    <a:pt x="47490" y="73152"/>
                    <a:pt x="60958" y="73152"/>
                  </a:cubicBezTo>
                  <a:close/>
                  <a:moveTo>
                    <a:pt x="85346" y="109728"/>
                  </a:moveTo>
                  <a:lnTo>
                    <a:pt x="146304" y="109728"/>
                  </a:lnTo>
                  <a:cubicBezTo>
                    <a:pt x="153034" y="109728"/>
                    <a:pt x="158498" y="115185"/>
                    <a:pt x="158498" y="121922"/>
                  </a:cubicBezTo>
                  <a:lnTo>
                    <a:pt x="158498" y="170686"/>
                  </a:lnTo>
                  <a:cubicBezTo>
                    <a:pt x="158498" y="177423"/>
                    <a:pt x="153034" y="182880"/>
                    <a:pt x="146304" y="182880"/>
                  </a:cubicBezTo>
                  <a:lnTo>
                    <a:pt x="85346" y="182880"/>
                  </a:lnTo>
                  <a:cubicBezTo>
                    <a:pt x="78609" y="182880"/>
                    <a:pt x="73152" y="177423"/>
                    <a:pt x="73152" y="170686"/>
                  </a:cubicBezTo>
                  <a:lnTo>
                    <a:pt x="73152" y="121922"/>
                  </a:lnTo>
                  <a:cubicBezTo>
                    <a:pt x="73152" y="115185"/>
                    <a:pt x="78609" y="109728"/>
                    <a:pt x="85346" y="109728"/>
                  </a:cubicBezTo>
                  <a:close/>
                  <a:moveTo>
                    <a:pt x="201168" y="121922"/>
                  </a:moveTo>
                  <a:lnTo>
                    <a:pt x="219456" y="121922"/>
                  </a:lnTo>
                  <a:moveTo>
                    <a:pt x="201168" y="158498"/>
                  </a:moveTo>
                  <a:lnTo>
                    <a:pt x="219456" y="158498"/>
                  </a:lnTo>
                  <a:moveTo>
                    <a:pt x="85346" y="231650"/>
                  </a:moveTo>
                  <a:lnTo>
                    <a:pt x="85346" y="256032"/>
                  </a:lnTo>
                  <a:moveTo>
                    <a:pt x="207262" y="231650"/>
                  </a:moveTo>
                  <a:lnTo>
                    <a:pt x="207262" y="256032"/>
                  </a:lnTo>
                  <a:moveTo>
                    <a:pt x="97534" y="73152"/>
                  </a:moveTo>
                  <a:lnTo>
                    <a:pt x="97534" y="42670"/>
                  </a:lnTo>
                  <a:lnTo>
                    <a:pt x="146304" y="42670"/>
                  </a:lnTo>
                  <a:lnTo>
                    <a:pt x="146304" y="73152"/>
                  </a:lnTo>
                </a:path>
              </a:pathLst>
            </a:custGeom>
            <a:noFill/>
            <a:ln w="19558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文字"/>
            <p:cNvSpPr/>
            <p:nvPr/>
          </p:nvSpPr>
          <p:spPr>
            <a:xfrm>
              <a:off x="921715" y="4220870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220870"/>
            <a:ext cx="1558138" cy="541325"/>
            <a:chOff x="2128723" y="4220870"/>
            <a:chExt cx="1558138" cy="541325"/>
          </a:xfrm>
        </p:grpSpPr>
        <p:sp>
          <p:nvSpPr>
            <p:cNvPr id="131" name="圖示底圓"/>
            <p:cNvSpPr/>
            <p:nvPr/>
          </p:nvSpPr>
          <p:spPr>
            <a:xfrm>
              <a:off x="2128723" y="4286707"/>
              <a:ext cx="409651" cy="409651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圖示 顯微檢測"/>
            <p:cNvSpPr/>
            <p:nvPr/>
          </p:nvSpPr>
          <p:spPr>
            <a:xfrm>
              <a:off x="2128723" y="4286707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145426" y="264225"/>
                  </a:moveTo>
                  <a:lnTo>
                    <a:pt x="224628" y="264225"/>
                  </a:lnTo>
                  <a:moveTo>
                    <a:pt x="115726" y="303822"/>
                  </a:moveTo>
                  <a:lnTo>
                    <a:pt x="293925" y="303822"/>
                  </a:lnTo>
                  <a:moveTo>
                    <a:pt x="224628" y="303822"/>
                  </a:moveTo>
                  <a:cubicBezTo>
                    <a:pt x="262901" y="303822"/>
                    <a:pt x="293925" y="272798"/>
                    <a:pt x="293925" y="234525"/>
                  </a:cubicBezTo>
                  <a:cubicBezTo>
                    <a:pt x="293925" y="196252"/>
                    <a:pt x="262901" y="165228"/>
                    <a:pt x="224628" y="165228"/>
                  </a:cubicBezTo>
                  <a:lnTo>
                    <a:pt x="214723" y="165228"/>
                  </a:lnTo>
                  <a:moveTo>
                    <a:pt x="175126" y="224628"/>
                  </a:moveTo>
                  <a:lnTo>
                    <a:pt x="194928" y="224628"/>
                  </a:lnTo>
                  <a:moveTo>
                    <a:pt x="175126" y="204826"/>
                  </a:moveTo>
                  <a:cubicBezTo>
                    <a:pt x="164190" y="204826"/>
                    <a:pt x="155324" y="195960"/>
                    <a:pt x="155324" y="185023"/>
                  </a:cubicBezTo>
                  <a:lnTo>
                    <a:pt x="155324" y="145426"/>
                  </a:lnTo>
                  <a:lnTo>
                    <a:pt x="214723" y="145426"/>
                  </a:lnTo>
                  <a:lnTo>
                    <a:pt x="214723" y="185023"/>
                  </a:lnTo>
                  <a:cubicBezTo>
                    <a:pt x="214723" y="195960"/>
                    <a:pt x="205864" y="204826"/>
                    <a:pt x="194928" y="204826"/>
                  </a:cubicBezTo>
                  <a:close/>
                  <a:moveTo>
                    <a:pt x="204826" y="145426"/>
                  </a:moveTo>
                  <a:lnTo>
                    <a:pt x="204826" y="115726"/>
                  </a:lnTo>
                  <a:cubicBezTo>
                    <a:pt x="204826" y="110262"/>
                    <a:pt x="200393" y="105829"/>
                    <a:pt x="194928" y="105829"/>
                  </a:cubicBezTo>
                  <a:lnTo>
                    <a:pt x="175126" y="105829"/>
                  </a:lnTo>
                  <a:cubicBezTo>
                    <a:pt x="169661" y="105829"/>
                    <a:pt x="165228" y="110262"/>
                    <a:pt x="165228" y="115726"/>
                  </a:cubicBezTo>
                  <a:lnTo>
                    <a:pt x="165228" y="145426"/>
                  </a:lnTo>
                </a:path>
              </a:pathLst>
            </a:custGeom>
            <a:noFill/>
            <a:ln w="19685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文字"/>
            <p:cNvSpPr/>
            <p:nvPr/>
          </p:nvSpPr>
          <p:spPr>
            <a:xfrm>
              <a:off x="2626157" y="4220870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220870"/>
            <a:ext cx="1682496" cy="541325"/>
            <a:chOff x="3818534" y="4220870"/>
            <a:chExt cx="1682496" cy="541325"/>
          </a:xfrm>
        </p:grpSpPr>
        <p:sp>
          <p:nvSpPr>
            <p:cNvPr id="134" name="卡片"/>
            <p:cNvSpPr/>
            <p:nvPr/>
          </p:nvSpPr>
          <p:spPr>
            <a:xfrm>
              <a:off x="3818534" y="4220870"/>
              <a:ext cx="1682496" cy="541325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色條"/>
            <p:cNvSpPr/>
            <p:nvPr/>
          </p:nvSpPr>
          <p:spPr>
            <a:xfrm>
              <a:off x="3818534" y="4220870"/>
              <a:ext cx="1682496" cy="5120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底圓"/>
            <p:cNvSpPr/>
            <p:nvPr/>
          </p:nvSpPr>
          <p:spPr>
            <a:xfrm>
              <a:off x="3920947" y="4323283"/>
              <a:ext cx="336499" cy="336499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圖示 AI"/>
            <p:cNvSpPr/>
            <p:nvPr/>
          </p:nvSpPr>
          <p:spPr>
            <a:xfrm>
              <a:off x="3920947" y="4323283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68250" y="111323"/>
                  </a:moveTo>
                  <a:cubicBezTo>
                    <a:pt x="168279" y="102471"/>
                    <a:pt x="163502" y="94300"/>
                    <a:pt x="155777" y="89970"/>
                  </a:cubicBezTo>
                  <a:cubicBezTo>
                    <a:pt x="148052" y="85639"/>
                    <a:pt x="138594" y="85837"/>
                    <a:pt x="131052" y="90482"/>
                  </a:cubicBezTo>
                  <a:cubicBezTo>
                    <a:pt x="123517" y="95134"/>
                    <a:pt x="119084" y="103495"/>
                    <a:pt x="119479" y="112340"/>
                  </a:cubicBezTo>
                  <a:cubicBezTo>
                    <a:pt x="109794" y="114834"/>
                    <a:pt x="101791" y="121637"/>
                    <a:pt x="97782" y="130803"/>
                  </a:cubicBezTo>
                  <a:cubicBezTo>
                    <a:pt x="93774" y="139962"/>
                    <a:pt x="94198" y="150459"/>
                    <a:pt x="98938" y="159267"/>
                  </a:cubicBezTo>
                  <a:cubicBezTo>
                    <a:pt x="90591" y="166048"/>
                    <a:pt x="86129" y="176523"/>
                    <a:pt x="87036" y="187247"/>
                  </a:cubicBezTo>
                  <a:cubicBezTo>
                    <a:pt x="87943" y="197971"/>
                    <a:pt x="94088" y="207547"/>
                    <a:pt x="103459" y="212836"/>
                  </a:cubicBezTo>
                  <a:cubicBezTo>
                    <a:pt x="101908" y="224855"/>
                    <a:pt x="107160" y="236735"/>
                    <a:pt x="117094" y="243677"/>
                  </a:cubicBezTo>
                  <a:cubicBezTo>
                    <a:pt x="127028" y="250611"/>
                    <a:pt x="139998" y="251453"/>
                    <a:pt x="150744" y="245857"/>
                  </a:cubicBezTo>
                  <a:cubicBezTo>
                    <a:pt x="161490" y="240260"/>
                    <a:pt x="168235" y="229156"/>
                    <a:pt x="168250" y="217042"/>
                  </a:cubicBezTo>
                  <a:close/>
                  <a:moveTo>
                    <a:pt x="143853" y="176384"/>
                  </a:moveTo>
                  <a:cubicBezTo>
                    <a:pt x="157818" y="171468"/>
                    <a:pt x="167445" y="158630"/>
                    <a:pt x="168250" y="143853"/>
                  </a:cubicBezTo>
                  <a:moveTo>
                    <a:pt x="119479" y="112340"/>
                  </a:moveTo>
                  <a:cubicBezTo>
                    <a:pt x="119640" y="116275"/>
                    <a:pt x="120752" y="120108"/>
                    <a:pt x="122720" y="123524"/>
                  </a:cubicBezTo>
                  <a:moveTo>
                    <a:pt x="98938" y="159274"/>
                  </a:moveTo>
                  <a:cubicBezTo>
                    <a:pt x="100430" y="158060"/>
                    <a:pt x="102018" y="156984"/>
                    <a:pt x="103700" y="156055"/>
                  </a:cubicBezTo>
                  <a:moveTo>
                    <a:pt x="119457" y="217042"/>
                  </a:moveTo>
                  <a:cubicBezTo>
                    <a:pt x="113854" y="217042"/>
                    <a:pt x="108345" y="215601"/>
                    <a:pt x="103459" y="212843"/>
                  </a:cubicBezTo>
                  <a:moveTo>
                    <a:pt x="168250" y="176384"/>
                  </a:moveTo>
                  <a:lnTo>
                    <a:pt x="200780" y="176384"/>
                  </a:lnTo>
                  <a:moveTo>
                    <a:pt x="168250" y="217042"/>
                  </a:moveTo>
                  <a:lnTo>
                    <a:pt x="217042" y="217042"/>
                  </a:lnTo>
                  <a:cubicBezTo>
                    <a:pt x="226025" y="217042"/>
                    <a:pt x="233304" y="224321"/>
                    <a:pt x="233304" y="233304"/>
                  </a:cubicBezTo>
                  <a:lnTo>
                    <a:pt x="233304" y="241438"/>
                  </a:lnTo>
                  <a:moveTo>
                    <a:pt x="168250" y="135719"/>
                  </a:moveTo>
                  <a:lnTo>
                    <a:pt x="233304" y="135719"/>
                  </a:lnTo>
                  <a:moveTo>
                    <a:pt x="200780" y="135719"/>
                  </a:moveTo>
                  <a:lnTo>
                    <a:pt x="200780" y="111323"/>
                  </a:lnTo>
                  <a:cubicBezTo>
                    <a:pt x="200780" y="102340"/>
                    <a:pt x="208059" y="95061"/>
                    <a:pt x="217042" y="95061"/>
                  </a:cubicBezTo>
                  <a:moveTo>
                    <a:pt x="204848" y="176384"/>
                  </a:moveTo>
                  <a:cubicBezTo>
                    <a:pt x="204848" y="178630"/>
                    <a:pt x="203026" y="180451"/>
                    <a:pt x="200780" y="180451"/>
                  </a:cubicBezTo>
                  <a:cubicBezTo>
                    <a:pt x="198535" y="180451"/>
                    <a:pt x="196713" y="178630"/>
                    <a:pt x="196713" y="176384"/>
                  </a:cubicBezTo>
                  <a:cubicBezTo>
                    <a:pt x="196713" y="174138"/>
                    <a:pt x="198535" y="172317"/>
                    <a:pt x="200780" y="172317"/>
                  </a:cubicBezTo>
                  <a:cubicBezTo>
                    <a:pt x="203026" y="172317"/>
                    <a:pt x="204848" y="174138"/>
                    <a:pt x="204848" y="176384"/>
                  </a:cubicBezTo>
                  <a:close/>
                  <a:moveTo>
                    <a:pt x="221109" y="95061"/>
                  </a:moveTo>
                  <a:cubicBezTo>
                    <a:pt x="221109" y="97307"/>
                    <a:pt x="219288" y="99128"/>
                    <a:pt x="217042" y="99128"/>
                  </a:cubicBezTo>
                  <a:cubicBezTo>
                    <a:pt x="214796" y="99128"/>
                    <a:pt x="212975" y="97307"/>
                    <a:pt x="212975" y="95061"/>
                  </a:cubicBezTo>
                  <a:cubicBezTo>
                    <a:pt x="212975" y="92815"/>
                    <a:pt x="214796" y="90994"/>
                    <a:pt x="217042" y="90994"/>
                  </a:cubicBezTo>
                  <a:cubicBezTo>
                    <a:pt x="219288" y="90994"/>
                    <a:pt x="221109" y="92815"/>
                    <a:pt x="221109" y="95061"/>
                  </a:cubicBezTo>
                  <a:close/>
                  <a:moveTo>
                    <a:pt x="237371" y="241438"/>
                  </a:moveTo>
                  <a:cubicBezTo>
                    <a:pt x="237371" y="243684"/>
                    <a:pt x="235549" y="245505"/>
                    <a:pt x="233304" y="245505"/>
                  </a:cubicBezTo>
                  <a:cubicBezTo>
                    <a:pt x="231058" y="245505"/>
                    <a:pt x="229244" y="243684"/>
                    <a:pt x="229244" y="241438"/>
                  </a:cubicBezTo>
                  <a:cubicBezTo>
                    <a:pt x="229244" y="239192"/>
                    <a:pt x="231058" y="237371"/>
                    <a:pt x="233304" y="237371"/>
                  </a:cubicBezTo>
                  <a:cubicBezTo>
                    <a:pt x="235549" y="237371"/>
                    <a:pt x="237371" y="239192"/>
                    <a:pt x="237371" y="241438"/>
                  </a:cubicBezTo>
                  <a:close/>
                  <a:moveTo>
                    <a:pt x="237371" y="135719"/>
                  </a:moveTo>
                  <a:cubicBezTo>
                    <a:pt x="237371" y="137965"/>
                    <a:pt x="235549" y="139786"/>
                    <a:pt x="233304" y="139786"/>
                  </a:cubicBezTo>
                  <a:cubicBezTo>
                    <a:pt x="231058" y="139786"/>
                    <a:pt x="229244" y="137965"/>
                    <a:pt x="229244" y="135719"/>
                  </a:cubicBezTo>
                  <a:cubicBezTo>
                    <a:pt x="229244" y="133473"/>
                    <a:pt x="231058" y="131659"/>
                    <a:pt x="233304" y="131659"/>
                  </a:cubicBezTo>
                  <a:cubicBezTo>
                    <a:pt x="235549" y="131659"/>
                    <a:pt x="237371" y="133473"/>
                    <a:pt x="237371" y="135719"/>
                  </a:cubicBezTo>
                  <a:close/>
                </a:path>
              </a:pathLst>
            </a:custGeom>
            <a:noFill/>
            <a:ln w="16129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文字"/>
            <p:cNvSpPr/>
            <p:nvPr/>
          </p:nvSpPr>
          <p:spPr>
            <a:xfrm>
              <a:off x="4345229" y="4220870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220870"/>
            <a:ext cx="1499616" cy="541325"/>
            <a:chOff x="5618074" y="4220870"/>
            <a:chExt cx="1499616" cy="541325"/>
          </a:xfrm>
        </p:grpSpPr>
        <p:sp>
          <p:nvSpPr>
            <p:cNvPr id="139" name="淺灰面板"/>
            <p:cNvSpPr/>
            <p:nvPr/>
          </p:nvSpPr>
          <p:spPr>
            <a:xfrm>
              <a:off x="5618074" y="4220870"/>
              <a:ext cx="1499616" cy="54132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0" name="數值"/>
            <p:cNvSpPr/>
            <p:nvPr/>
          </p:nvSpPr>
          <p:spPr>
            <a:xfrm>
              <a:off x="5735117" y="4264762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141" name="指標名稱"/>
            <p:cNvSpPr/>
            <p:nvPr/>
          </p:nvSpPr>
          <p:spPr>
            <a:xfrm>
              <a:off x="5735117" y="4564685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142" name="圖示 良率漏斗"/>
            <p:cNvSpPr/>
            <p:nvPr/>
          </p:nvSpPr>
          <p:spPr>
            <a:xfrm>
              <a:off x="6708038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21922" y="243838"/>
                  </a:moveTo>
                  <a:cubicBezTo>
                    <a:pt x="121915" y="248461"/>
                    <a:pt x="124527" y="252689"/>
                    <a:pt x="128660" y="254752"/>
                  </a:cubicBezTo>
                  <a:lnTo>
                    <a:pt x="153049" y="266946"/>
                  </a:lnTo>
                  <a:cubicBezTo>
                    <a:pt x="156823" y="268834"/>
                    <a:pt x="161315" y="268629"/>
                    <a:pt x="164907" y="266405"/>
                  </a:cubicBezTo>
                  <a:cubicBezTo>
                    <a:pt x="168506" y="264181"/>
                    <a:pt x="170693" y="260260"/>
                    <a:pt x="170686" y="256032"/>
                  </a:cubicBezTo>
                  <a:lnTo>
                    <a:pt x="170686" y="170686"/>
                  </a:lnTo>
                  <a:cubicBezTo>
                    <a:pt x="170693" y="164643"/>
                    <a:pt x="172939" y="158820"/>
                    <a:pt x="176991" y="154336"/>
                  </a:cubicBezTo>
                  <a:lnTo>
                    <a:pt x="265052" y="56934"/>
                  </a:lnTo>
                  <a:cubicBezTo>
                    <a:pt x="268278" y="53364"/>
                    <a:pt x="269097" y="48229"/>
                    <a:pt x="267151" y="43825"/>
                  </a:cubicBezTo>
                  <a:cubicBezTo>
                    <a:pt x="265198" y="39429"/>
                    <a:pt x="260845" y="36591"/>
                    <a:pt x="256032" y="36576"/>
                  </a:cubicBezTo>
                  <a:lnTo>
                    <a:pt x="36576" y="36576"/>
                  </a:lnTo>
                  <a:cubicBezTo>
                    <a:pt x="31763" y="36576"/>
                    <a:pt x="27395" y="39414"/>
                    <a:pt x="25442" y="43818"/>
                  </a:cubicBezTo>
                  <a:cubicBezTo>
                    <a:pt x="23482" y="48222"/>
                    <a:pt x="24301" y="53357"/>
                    <a:pt x="27527" y="56934"/>
                  </a:cubicBezTo>
                  <a:lnTo>
                    <a:pt x="115617" y="154336"/>
                  </a:lnTo>
                  <a:cubicBezTo>
                    <a:pt x="119669" y="158820"/>
                    <a:pt x="121915" y="164643"/>
                    <a:pt x="121922" y="170686"/>
                  </a:cubicBezTo>
                  <a:close/>
                </a:path>
              </a:pathLst>
            </a:custGeom>
            <a:noFill/>
            <a:ln w="19558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235501"/>
            <a:ext cx="2518623" cy="497434"/>
            <a:chOff x="7015277" y="4235501"/>
            <a:chExt cx="2518623" cy="497434"/>
          </a:xfrm>
        </p:grpSpPr>
        <p:sp>
          <p:nvSpPr>
            <p:cNvPr id="143" name="圖示底圓"/>
            <p:cNvSpPr/>
            <p:nvPr/>
          </p:nvSpPr>
          <p:spPr>
            <a:xfrm>
              <a:off x="7234733" y="4235501"/>
              <a:ext cx="321869" cy="321869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示 晶圓"/>
            <p:cNvSpPr/>
            <p:nvPr/>
          </p:nvSpPr>
          <p:spPr>
            <a:xfrm>
              <a:off x="7234733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28887" y="223165"/>
                  </a:moveTo>
                  <a:cubicBezTo>
                    <a:pt x="100160" y="208373"/>
                    <a:pt x="85288" y="175835"/>
                    <a:pt x="92896" y="144431"/>
                  </a:cubicBezTo>
                  <a:cubicBezTo>
                    <a:pt x="100511" y="113034"/>
                    <a:pt x="128623" y="90913"/>
                    <a:pt x="160934" y="90913"/>
                  </a:cubicBezTo>
                  <a:cubicBezTo>
                    <a:pt x="193246" y="90913"/>
                    <a:pt x="221358" y="113034"/>
                    <a:pt x="228973" y="144431"/>
                  </a:cubicBezTo>
                  <a:cubicBezTo>
                    <a:pt x="236581" y="175835"/>
                    <a:pt x="221709" y="208373"/>
                    <a:pt x="192982" y="223165"/>
                  </a:cubicBezTo>
                  <a:close/>
                  <a:moveTo>
                    <a:pt x="137599" y="106487"/>
                  </a:moveTo>
                  <a:lnTo>
                    <a:pt x="137599" y="207605"/>
                  </a:lnTo>
                  <a:moveTo>
                    <a:pt x="184270" y="106487"/>
                  </a:moveTo>
                  <a:lnTo>
                    <a:pt x="184270" y="207605"/>
                  </a:lnTo>
                  <a:moveTo>
                    <a:pt x="106487" y="137599"/>
                  </a:moveTo>
                  <a:lnTo>
                    <a:pt x="215381" y="137599"/>
                  </a:lnTo>
                  <a:moveTo>
                    <a:pt x="106487" y="184270"/>
                  </a:moveTo>
                  <a:lnTo>
                    <a:pt x="215381" y="184270"/>
                  </a:lnTo>
                </a:path>
              </a:pathLst>
            </a:custGeom>
            <a:noFill/>
            <a:ln w="15494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說"/>
            <p:cNvSpPr/>
            <p:nvPr/>
          </p:nvSpPr>
          <p:spPr>
            <a:xfrm>
              <a:off x="7015277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146" name="圖示底圓"/>
            <p:cNvSpPr/>
            <p:nvPr/>
          </p:nvSpPr>
          <p:spPr>
            <a:xfrm>
              <a:off x="8113654" y="4235501"/>
              <a:ext cx="321869" cy="321869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示 顯微檢測"/>
            <p:cNvSpPr/>
            <p:nvPr/>
          </p:nvSpPr>
          <p:spPr>
            <a:xfrm>
              <a:off x="8113654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14263" y="207605"/>
                  </a:moveTo>
                  <a:lnTo>
                    <a:pt x="176494" y="207605"/>
                  </a:lnTo>
                  <a:moveTo>
                    <a:pt x="90928" y="238717"/>
                  </a:moveTo>
                  <a:lnTo>
                    <a:pt x="230941" y="238717"/>
                  </a:lnTo>
                  <a:moveTo>
                    <a:pt x="176494" y="238717"/>
                  </a:moveTo>
                  <a:cubicBezTo>
                    <a:pt x="206567" y="238717"/>
                    <a:pt x="230941" y="214343"/>
                    <a:pt x="230941" y="184270"/>
                  </a:cubicBezTo>
                  <a:cubicBezTo>
                    <a:pt x="230941" y="154197"/>
                    <a:pt x="206567" y="129823"/>
                    <a:pt x="176494" y="129823"/>
                  </a:cubicBezTo>
                  <a:lnTo>
                    <a:pt x="168710" y="129823"/>
                  </a:lnTo>
                  <a:moveTo>
                    <a:pt x="137599" y="176494"/>
                  </a:moveTo>
                  <a:lnTo>
                    <a:pt x="153158" y="176494"/>
                  </a:lnTo>
                  <a:moveTo>
                    <a:pt x="137599" y="160934"/>
                  </a:moveTo>
                  <a:cubicBezTo>
                    <a:pt x="129004" y="160934"/>
                    <a:pt x="122039" y="153970"/>
                    <a:pt x="122039" y="145375"/>
                  </a:cubicBezTo>
                  <a:lnTo>
                    <a:pt x="122039" y="114263"/>
                  </a:lnTo>
                  <a:lnTo>
                    <a:pt x="168710" y="114263"/>
                  </a:lnTo>
                  <a:lnTo>
                    <a:pt x="168710" y="145375"/>
                  </a:lnTo>
                  <a:cubicBezTo>
                    <a:pt x="168710" y="153970"/>
                    <a:pt x="161746" y="160934"/>
                    <a:pt x="153158" y="160934"/>
                  </a:cubicBezTo>
                  <a:close/>
                  <a:moveTo>
                    <a:pt x="160934" y="114263"/>
                  </a:moveTo>
                  <a:lnTo>
                    <a:pt x="160934" y="90928"/>
                  </a:lnTo>
                  <a:cubicBezTo>
                    <a:pt x="160934" y="86634"/>
                    <a:pt x="157452" y="83152"/>
                    <a:pt x="153158" y="83152"/>
                  </a:cubicBezTo>
                  <a:lnTo>
                    <a:pt x="137599" y="83152"/>
                  </a:lnTo>
                  <a:cubicBezTo>
                    <a:pt x="133305" y="83152"/>
                    <a:pt x="129823" y="86634"/>
                    <a:pt x="129823" y="90928"/>
                  </a:cubicBezTo>
                  <a:lnTo>
                    <a:pt x="129823" y="114263"/>
                  </a:lnTo>
                </a:path>
              </a:pathLst>
            </a:custGeom>
            <a:noFill/>
            <a:ln w="15494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說"/>
            <p:cNvSpPr/>
            <p:nvPr/>
          </p:nvSpPr>
          <p:spPr>
            <a:xfrm>
              <a:off x="7894198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149" name="圖示底圓"/>
            <p:cNvSpPr/>
            <p:nvPr/>
          </p:nvSpPr>
          <p:spPr>
            <a:xfrm>
              <a:off x="8992575" y="4235501"/>
              <a:ext cx="321869" cy="321869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示 維修"/>
            <p:cNvSpPr/>
            <p:nvPr/>
          </p:nvSpPr>
          <p:spPr>
            <a:xfrm>
              <a:off x="8992575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81936" y="116597"/>
                  </a:moveTo>
                  <a:cubicBezTo>
                    <a:pt x="178974" y="119618"/>
                    <a:pt x="178974" y="124461"/>
                    <a:pt x="181936" y="127489"/>
                  </a:cubicBezTo>
                  <a:lnTo>
                    <a:pt x="194379" y="139932"/>
                  </a:lnTo>
                  <a:cubicBezTo>
                    <a:pt x="197408" y="142895"/>
                    <a:pt x="202251" y="142895"/>
                    <a:pt x="205272" y="139932"/>
                  </a:cubicBezTo>
                  <a:lnTo>
                    <a:pt x="229434" y="115778"/>
                  </a:lnTo>
                  <a:cubicBezTo>
                    <a:pt x="231921" y="113276"/>
                    <a:pt x="236142" y="114066"/>
                    <a:pt x="237078" y="117475"/>
                  </a:cubicBezTo>
                  <a:cubicBezTo>
                    <a:pt x="241877" y="134929"/>
                    <a:pt x="236157" y="153575"/>
                    <a:pt x="222397" y="165331"/>
                  </a:cubicBezTo>
                  <a:cubicBezTo>
                    <a:pt x="208637" y="177086"/>
                    <a:pt x="189325" y="179830"/>
                    <a:pt x="172836" y="172368"/>
                  </a:cubicBezTo>
                  <a:lnTo>
                    <a:pt x="111308" y="233896"/>
                  </a:lnTo>
                  <a:cubicBezTo>
                    <a:pt x="104863" y="240341"/>
                    <a:pt x="94417" y="240334"/>
                    <a:pt x="87973" y="233896"/>
                  </a:cubicBezTo>
                  <a:cubicBezTo>
                    <a:pt x="81535" y="227452"/>
                    <a:pt x="81535" y="217005"/>
                    <a:pt x="87980" y="210561"/>
                  </a:cubicBezTo>
                  <a:lnTo>
                    <a:pt x="149508" y="149033"/>
                  </a:lnTo>
                  <a:cubicBezTo>
                    <a:pt x="142047" y="132544"/>
                    <a:pt x="144790" y="113232"/>
                    <a:pt x="156545" y="99472"/>
                  </a:cubicBezTo>
                  <a:cubicBezTo>
                    <a:pt x="168301" y="85712"/>
                    <a:pt x="186955" y="79992"/>
                    <a:pt x="204401" y="84790"/>
                  </a:cubicBezTo>
                  <a:cubicBezTo>
                    <a:pt x="207810" y="85727"/>
                    <a:pt x="208600" y="89940"/>
                    <a:pt x="206106" y="92442"/>
                  </a:cubicBezTo>
                  <a:close/>
                </a:path>
              </a:pathLst>
            </a:custGeom>
            <a:noFill/>
            <a:ln w="15494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1" name="圖說"/>
            <p:cNvSpPr/>
            <p:nvPr/>
          </p:nvSpPr>
          <p:spPr>
            <a:xfrm>
              <a:off x="8773119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152" name="連接線"/>
            <p:cNvCxnSpPr>
              <a:stCxn id="143" idx="6"/>
              <a:endCxn id="146" idx="2"/>
            </p:cNvCxnSpPr>
            <p:nvPr/>
          </p:nvCxnSpPr>
          <p:spPr>
            <a:xfrm>
              <a:off x="7556602" y="4396435"/>
              <a:ext cx="55705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53" name="連接線"/>
            <p:cNvCxnSpPr>
              <a:stCxn id="146" idx="6"/>
              <a:endCxn id="149" idx="2"/>
            </p:cNvCxnSpPr>
            <p:nvPr/>
          </p:nvCxnSpPr>
          <p:spPr>
            <a:xfrm>
              <a:off x="8435523" y="4396435"/>
              <a:ext cx="557052" cy="0"/>
            </a:xfrm>
            <a:prstGeom prst="straightConnector1">
              <a:avLst/>
            </a:prstGeom>
            <a:ln w="1016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154" name="Text 15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55" name="Text 15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865376"/>
            <a:ext cx="395021" cy="395021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943661" y="1865376"/>
            <a:ext cx="395021" cy="395021"/>
          </a:xfrm>
          <a:prstGeom prst="rect">
            <a:avLst/>
          </a:prstGeom>
          <a:solidFill>
            <a:srgbClr val="5E162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448410" y="1865376"/>
            <a:ext cx="395021" cy="395021"/>
          </a:xfrm>
          <a:prstGeom prst="rect">
            <a:avLst/>
          </a:prstGeom>
          <a:solidFill>
            <a:srgbClr val="F3E6E8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1953158" y="1865376"/>
            <a:ext cx="395021" cy="395021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457907" y="1865376"/>
            <a:ext cx="395021" cy="395021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2962656" y="1865376"/>
            <a:ext cx="395021" cy="395021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467405" y="1865376"/>
            <a:ext cx="395021" cy="395021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3972154" y="1865376"/>
            <a:ext cx="395021" cy="395021"/>
          </a:xfrm>
          <a:prstGeom prst="rect">
            <a:avLst/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38912" y="2915107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800" dirty="0"/>
          </a:p>
        </p:txBody>
      </p:sp>
      <p:sp>
        <p:nvSpPr>
          <p:cNvPr id="45" name="卡片"/>
          <p:cNvSpPr/>
          <p:nvPr/>
        </p:nvSpPr>
        <p:spPr>
          <a:xfrm>
            <a:off x="5669280" y="1894637"/>
            <a:ext cx="1060704" cy="380390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5669280" y="1894637"/>
            <a:ext cx="1060704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6876288" y="1894637"/>
            <a:ext cx="950976" cy="380390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6876288" y="1894637"/>
            <a:ext cx="950976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76288" y="1894637"/>
            <a:ext cx="950976" cy="13167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800" dirty="0"/>
          </a:p>
        </p:txBody>
      </p:sp>
      <p:sp>
        <p:nvSpPr>
          <p:cNvPr id="53" name="標籤"/>
          <p:cNvSpPr/>
          <p:nvPr/>
        </p:nvSpPr>
        <p:spPr>
          <a:xfrm>
            <a:off x="5669280" y="2487168"/>
            <a:ext cx="440473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4" name="標籤"/>
          <p:cNvSpPr/>
          <p:nvPr/>
        </p:nvSpPr>
        <p:spPr>
          <a:xfrm>
            <a:off x="6197535" y="2487168"/>
            <a:ext cx="440473" cy="234086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5" name="標籤"/>
          <p:cNvSpPr/>
          <p:nvPr/>
        </p:nvSpPr>
        <p:spPr>
          <a:xfrm>
            <a:off x="6725790" y="2487168"/>
            <a:ext cx="440473" cy="23408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6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800" dirty="0"/>
          </a:p>
        </p:txBody>
      </p:sp>
      <p:sp>
        <p:nvSpPr>
          <p:cNvPr id="59" name="編號"/>
          <p:cNvSpPr/>
          <p:nvPr/>
        </p:nvSpPr>
        <p:spPr>
          <a:xfrm>
            <a:off x="5698541" y="2977286"/>
            <a:ext cx="2926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50" dirty="0"/>
          </a:p>
        </p:txBody>
      </p:sp>
      <p:sp>
        <p:nvSpPr>
          <p:cNvPr id="60" name="編號"/>
          <p:cNvSpPr/>
          <p:nvPr/>
        </p:nvSpPr>
        <p:spPr>
          <a:xfrm>
            <a:off x="6152083" y="2977286"/>
            <a:ext cx="2926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50" dirty="0"/>
          </a:p>
        </p:txBody>
      </p:sp>
      <p:sp>
        <p:nvSpPr>
          <p:cNvPr id="61" name="編號"/>
          <p:cNvSpPr/>
          <p:nvPr/>
        </p:nvSpPr>
        <p:spPr>
          <a:xfrm>
            <a:off x="6605626" y="2977286"/>
            <a:ext cx="2926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7" name="線條"/>
          <p:cNvSpPr/>
          <p:nvPr/>
        </p:nvSpPr>
        <p:spPr>
          <a:xfrm>
            <a:off x="6137453" y="3642970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9" name="線條"/>
          <p:cNvSpPr/>
          <p:nvPr/>
        </p:nvSpPr>
        <p:spPr>
          <a:xfrm>
            <a:off x="7015277" y="3642970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1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800" dirty="0"/>
          </a:p>
        </p:txBody>
      </p:sp>
      <p:sp>
        <p:nvSpPr>
          <p:cNvPr id="74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800" dirty="0"/>
          </a:p>
        </p:txBody>
      </p:sp>
      <p:sp>
        <p:nvSpPr>
          <p:cNvPr id="79" name="流程鏈"/>
          <p:cNvSpPr/>
          <p:nvPr/>
        </p:nvSpPr>
        <p:spPr>
          <a:xfrm>
            <a:off x="5669280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80" name="流程鏈"/>
          <p:cNvSpPr/>
          <p:nvPr/>
        </p:nvSpPr>
        <p:spPr>
          <a:xfrm>
            <a:off x="6376806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1" name="流程鏈"/>
          <p:cNvSpPr/>
          <p:nvPr/>
        </p:nvSpPr>
        <p:spPr>
          <a:xfrm>
            <a:off x="7084332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100" dirty="0"/>
          </a:p>
        </p:txBody>
      </p:sp>
      <p:sp>
        <p:nvSpPr>
          <p:cNvPr id="5" name="卡片"/>
          <p:cNvSpPr/>
          <p:nvPr/>
        </p:nvSpPr>
        <p:spPr>
          <a:xfrm>
            <a:off x="438912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438912" y="1499616"/>
            <a:ext cx="2728570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45920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629107" y="2040941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" y="2157984"/>
            <a:ext cx="2348179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3512393" y="1499616"/>
            <a:ext cx="2728570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702588" y="1645920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702588" y="2040941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2588" y="2157984"/>
            <a:ext cx="2348179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5" name="標籤"/>
          <p:cNvSpPr/>
          <p:nvPr/>
        </p:nvSpPr>
        <p:spPr>
          <a:xfrm>
            <a:off x="5483433" y="1397203"/>
            <a:ext cx="596595" cy="20482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6" name="卡片"/>
          <p:cNvSpPr/>
          <p:nvPr/>
        </p:nvSpPr>
        <p:spPr>
          <a:xfrm>
            <a:off x="6585875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6585875" y="1499616"/>
            <a:ext cx="2728570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6585875" y="1499616"/>
            <a:ext cx="2728570" cy="42428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38912" y="3734410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438912" y="4081882"/>
            <a:ext cx="599846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438912" y="4389120"/>
            <a:ext cx="599846" cy="234086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31" name="標籤"/>
          <p:cNvSpPr/>
          <p:nvPr/>
        </p:nvSpPr>
        <p:spPr>
          <a:xfrm>
            <a:off x="438912" y="4696358"/>
            <a:ext cx="599846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852160" y="3734410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438912" y="1865376"/>
            <a:ext cx="761821" cy="27797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1420189" y="1865376"/>
            <a:ext cx="761821" cy="27797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2401466" y="1865376"/>
            <a:ext cx="761821" cy="27797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3382744" y="1865376"/>
            <a:ext cx="761821" cy="277978"/>
          </a:xfrm>
          <a:prstGeom prst="rect">
            <a:avLst/>
          </a:prstGeom>
          <a:solidFill>
            <a:srgbClr val="FFFFFF"/>
          </a:solidFill>
          <a:ln w="762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3" name="標籤"/>
          <p:cNvSpPr/>
          <p:nvPr/>
        </p:nvSpPr>
        <p:spPr>
          <a:xfrm>
            <a:off x="5168693" y="1894637"/>
            <a:ext cx="393395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7A1F2B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5671816" y="1894637"/>
            <a:ext cx="393395" cy="21945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6174939" y="1894637"/>
            <a:ext cx="393395" cy="21945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8912" y="2527402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438912" y="2933395"/>
            <a:ext cx="212140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3386938"/>
            <a:ext cx="212140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840480"/>
            <a:ext cx="212140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4294022"/>
            <a:ext cx="212140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90448" y="2527402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3519708" y="2940710"/>
            <a:ext cx="30723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050" dirty="0"/>
          </a:p>
        </p:txBody>
      </p:sp>
      <p:sp>
        <p:nvSpPr>
          <p:cNvPr id="27" name="編號"/>
          <p:cNvSpPr/>
          <p:nvPr/>
        </p:nvSpPr>
        <p:spPr>
          <a:xfrm>
            <a:off x="3973251" y="2940710"/>
            <a:ext cx="30723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4426793" y="2940710"/>
            <a:ext cx="307238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4880336" y="2940710"/>
            <a:ext cx="307238" cy="30723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050" dirty="0"/>
          </a:p>
        </p:txBody>
      </p:sp>
      <p:sp>
        <p:nvSpPr>
          <p:cNvPr id="30" name="編號"/>
          <p:cNvSpPr/>
          <p:nvPr/>
        </p:nvSpPr>
        <p:spPr>
          <a:xfrm>
            <a:off x="3541654" y="3613709"/>
            <a:ext cx="263347" cy="26334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3541654" y="4067251"/>
            <a:ext cx="263347" cy="26334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6" name="編號"/>
          <p:cNvSpPr/>
          <p:nvPr/>
        </p:nvSpPr>
        <p:spPr>
          <a:xfrm>
            <a:off x="3541654" y="4520794"/>
            <a:ext cx="263347" cy="26334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41983" y="2527402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1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43507" y="1945843"/>
            <a:ext cx="1887322" cy="1887322"/>
          </a:xfrm>
          <a:prstGeom prst="ellipse">
            <a:avLst/>
          </a:prstGeom>
          <a:noFill/>
          <a:ln w="7620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47488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5047488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9" name="流程鏈"/>
          <p:cNvSpPr/>
          <p:nvPr/>
        </p:nvSpPr>
        <p:spPr>
          <a:xfrm>
            <a:off x="6421234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0" name="流程鏈"/>
          <p:cNvSpPr/>
          <p:nvPr/>
        </p:nvSpPr>
        <p:spPr>
          <a:xfrm>
            <a:off x="7794980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5047488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2" name="流程鏈"/>
          <p:cNvSpPr/>
          <p:nvPr/>
        </p:nvSpPr>
        <p:spPr>
          <a:xfrm>
            <a:off x="5880163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3" name="流程鏈"/>
          <p:cNvSpPr/>
          <p:nvPr/>
        </p:nvSpPr>
        <p:spPr>
          <a:xfrm>
            <a:off x="6712837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4" name="流程鏈"/>
          <p:cNvSpPr/>
          <p:nvPr/>
        </p:nvSpPr>
        <p:spPr>
          <a:xfrm>
            <a:off x="7545512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5" name="流程鏈"/>
          <p:cNvSpPr/>
          <p:nvPr/>
        </p:nvSpPr>
        <p:spPr>
          <a:xfrm>
            <a:off x="8378186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26" name="流程鏈"/>
          <p:cNvSpPr/>
          <p:nvPr/>
        </p:nvSpPr>
        <p:spPr>
          <a:xfrm>
            <a:off x="504748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27" name="流程鏈"/>
          <p:cNvSpPr/>
          <p:nvPr/>
        </p:nvSpPr>
        <p:spPr>
          <a:xfrm>
            <a:off x="6088331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28" name="流程鏈"/>
          <p:cNvSpPr/>
          <p:nvPr/>
        </p:nvSpPr>
        <p:spPr>
          <a:xfrm>
            <a:off x="7129174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29" name="流程鏈"/>
          <p:cNvSpPr/>
          <p:nvPr/>
        </p:nvSpPr>
        <p:spPr>
          <a:xfrm>
            <a:off x="817001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4748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088331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29174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17001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82386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1" name="Text 9"/>
          <p:cNvSpPr/>
          <p:nvPr/>
        </p:nvSpPr>
        <p:spPr>
          <a:xfrm>
            <a:off x="2716317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3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2716317" y="1975104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4101267" y="2706624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7" name="Text 15"/>
          <p:cNvSpPr/>
          <p:nvPr/>
        </p:nvSpPr>
        <p:spPr>
          <a:xfrm>
            <a:off x="4993721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4993721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1" name="處理"/>
          <p:cNvSpPr/>
          <p:nvPr/>
        </p:nvSpPr>
        <p:spPr>
          <a:xfrm>
            <a:off x="637867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7F7F7F"/>
            </a:solidFill>
            <a:prstDash val="sysDot"/>
            <a:tailEnd type="stealth" w="lg" len="lg"/>
          </a:ln>
        </p:spPr>
      </p:cxnSp>
      <p:sp>
        <p:nvSpPr>
          <p:cNvPr id="23" name="Text 21"/>
          <p:cNvSpPr/>
          <p:nvPr/>
        </p:nvSpPr>
        <p:spPr>
          <a:xfrm>
            <a:off x="7271126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7271126" y="259689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7" name="處理"/>
          <p:cNvSpPr/>
          <p:nvPr/>
        </p:nvSpPr>
        <p:spPr>
          <a:xfrm>
            <a:off x="8656076" y="259689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8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016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38912" y="3222346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1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872932" y="4133088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1667820" y="4133088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716317" y="3222346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2716317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1" name="處理"/>
          <p:cNvSpPr/>
          <p:nvPr/>
        </p:nvSpPr>
        <p:spPr>
          <a:xfrm>
            <a:off x="4101267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2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993721" y="3222346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7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9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271126" y="3222346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7271126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5" name="處理"/>
          <p:cNvSpPr/>
          <p:nvPr/>
        </p:nvSpPr>
        <p:spPr>
          <a:xfrm>
            <a:off x="8656076" y="3657600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4272077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59" name="Text 57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100" dirty="0"/>
          </a:p>
        </p:txBody>
      </p:sp>
      <p:sp>
        <p:nvSpPr>
          <p:cNvPr id="5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7" name="處理"/>
          <p:cNvSpPr/>
          <p:nvPr/>
        </p:nvSpPr>
        <p:spPr>
          <a:xfrm>
            <a:off x="2072579" y="1748333"/>
            <a:ext cx="1170432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100" dirty="0"/>
          </a:p>
        </p:txBody>
      </p:sp>
      <p:sp>
        <p:nvSpPr>
          <p:cNvPr id="9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3E6E8"/>
          </a:solidFill>
          <a:ln w="762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1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3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5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" y="3090672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1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2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3E6E8"/>
          </a:solidFill>
          <a:ln w="762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3" name="處理"/>
          <p:cNvSpPr/>
          <p:nvPr/>
        </p:nvSpPr>
        <p:spPr>
          <a:xfrm>
            <a:off x="5200961" y="3518611"/>
            <a:ext cx="1170432" cy="49743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4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5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1" name="Text 29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2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0160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016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5" name="Text 33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3035808"/>
            <a:ext cx="599846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499616" y="2450592"/>
            <a:ext cx="672998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1499616" y="3621024"/>
            <a:ext cx="672998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2633472" y="3035808"/>
            <a:ext cx="599846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2" name="處理"/>
          <p:cNvSpPr/>
          <p:nvPr/>
        </p:nvSpPr>
        <p:spPr>
          <a:xfrm>
            <a:off x="3694176" y="2084832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035808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986784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5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7A1F2B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8" name="標籤"/>
          <p:cNvSpPr/>
          <p:nvPr/>
        </p:nvSpPr>
        <p:spPr>
          <a:xfrm>
            <a:off x="5239309" y="2582266"/>
            <a:ext cx="413715" cy="21945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6380480" y="2582266"/>
            <a:ext cx="413715" cy="21945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5239309" y="3635654"/>
            <a:ext cx="413715" cy="21945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6380480" y="3635654"/>
            <a:ext cx="413715" cy="21945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388352" y="1503274"/>
            <a:ext cx="80467" cy="80467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1" name="寬欄條"/>
          <p:cNvSpPr/>
          <p:nvPr/>
        </p:nvSpPr>
        <p:spPr>
          <a:xfrm>
            <a:off x="8119872" y="2084832"/>
            <a:ext cx="453542" cy="2487168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8741664" y="2084832"/>
            <a:ext cx="453542" cy="2487168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8178394" y="2392070"/>
            <a:ext cx="336499" cy="336499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050" dirty="0"/>
          </a:p>
        </p:txBody>
      </p:sp>
      <p:sp>
        <p:nvSpPr>
          <p:cNvPr id="45" name="編號"/>
          <p:cNvSpPr/>
          <p:nvPr/>
        </p:nvSpPr>
        <p:spPr>
          <a:xfrm>
            <a:off x="8800186" y="2392070"/>
            <a:ext cx="336499" cy="336499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7" name="編號"/>
          <p:cNvSpPr/>
          <p:nvPr/>
        </p:nvSpPr>
        <p:spPr>
          <a:xfrm>
            <a:off x="8178394" y="3160166"/>
            <a:ext cx="336499" cy="336499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050" dirty="0"/>
          </a:p>
        </p:txBody>
      </p:sp>
      <p:sp>
        <p:nvSpPr>
          <p:cNvPr id="48" name="編號"/>
          <p:cNvSpPr/>
          <p:nvPr/>
        </p:nvSpPr>
        <p:spPr>
          <a:xfrm>
            <a:off x="8800186" y="3160166"/>
            <a:ext cx="336499" cy="336499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8178394" y="3928262"/>
            <a:ext cx="336499" cy="336499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050" dirty="0"/>
          </a:p>
        </p:txBody>
      </p:sp>
      <p:sp>
        <p:nvSpPr>
          <p:cNvPr id="51" name="編號"/>
          <p:cNvSpPr/>
          <p:nvPr/>
        </p:nvSpPr>
        <p:spPr>
          <a:xfrm>
            <a:off x="8800186" y="3928262"/>
            <a:ext cx="336499" cy="336499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100" dirty="0"/>
          </a:p>
        </p:txBody>
      </p:sp>
      <p:sp>
        <p:nvSpPr>
          <p:cNvPr id="5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33028" y="1528877"/>
            <a:ext cx="1770278" cy="1770278"/>
          </a:xfrm>
          <a:prstGeom prst="ellipse">
            <a:avLst/>
          </a:prstGeom>
          <a:noFill/>
          <a:ln w="7620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91539" y="1528877"/>
            <a:ext cx="1770278" cy="1770278"/>
          </a:xfrm>
          <a:prstGeom prst="ellipse">
            <a:avLst/>
          </a:prstGeom>
          <a:noFill/>
          <a:ln w="7620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3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50050" y="1528877"/>
            <a:ext cx="1770278" cy="1770278"/>
          </a:xfrm>
          <a:prstGeom prst="ellipse">
            <a:avLst/>
          </a:prstGeom>
          <a:noFill/>
          <a:ln w="7620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3100" dirty="0"/>
          </a:p>
        </p:txBody>
      </p:sp>
      <p:sp>
        <p:nvSpPr>
          <p:cNvPr id="16" name="Text 14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7" name="線條"/>
          <p:cNvSpPr/>
          <p:nvPr/>
        </p:nvSpPr>
        <p:spPr>
          <a:xfrm>
            <a:off x="3169188" y="2414016"/>
            <a:ext cx="438912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6127699" y="2414016"/>
            <a:ext cx="438912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20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21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5" name="標籤"/>
          <p:cNvSpPr/>
          <p:nvPr/>
        </p:nvSpPr>
        <p:spPr>
          <a:xfrm>
            <a:off x="1076919" y="3657600"/>
            <a:ext cx="1682496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1076919" y="4059936"/>
            <a:ext cx="1682496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1076919" y="4462272"/>
            <a:ext cx="1682496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6993941" y="3657600"/>
            <a:ext cx="1682496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6993941" y="4059936"/>
            <a:ext cx="1682496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6993941" y="4462272"/>
            <a:ext cx="1682496" cy="30723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100" dirty="0"/>
          </a:p>
        </p:txBody>
      </p:sp>
      <p:sp>
        <p:nvSpPr>
          <p:cNvPr id="5" name="卡片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438912" y="3145536"/>
            <a:ext cx="1505907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74797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1922873" y="3482035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2281318" y="3145536"/>
            <a:ext cx="1505907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81318" y="3174797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100" dirty="0"/>
          </a:p>
        </p:txBody>
      </p:sp>
      <p:sp>
        <p:nvSpPr>
          <p:cNvPr id="12" name="線條"/>
          <p:cNvSpPr/>
          <p:nvPr/>
        </p:nvSpPr>
        <p:spPr>
          <a:xfrm>
            <a:off x="3765280" y="3482035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4123725" y="3145536"/>
            <a:ext cx="1505907" cy="67299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4" name="線條"/>
          <p:cNvSpPr/>
          <p:nvPr/>
        </p:nvSpPr>
        <p:spPr>
          <a:xfrm>
            <a:off x="5607686" y="3482035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5966131" y="3145536"/>
            <a:ext cx="1505907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66131" y="3174797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8" name="線條"/>
          <p:cNvSpPr/>
          <p:nvPr/>
        </p:nvSpPr>
        <p:spPr>
          <a:xfrm>
            <a:off x="7450092" y="3482035"/>
            <a:ext cx="365760" cy="0"/>
          </a:xfrm>
          <a:prstGeom prst="line">
            <a:avLst/>
          </a:prstGeom>
          <a:noFill/>
          <a:ln w="1016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7808537" y="3145536"/>
            <a:ext cx="1505907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808537" y="3174797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100" dirty="0"/>
          </a:p>
        </p:txBody>
      </p:sp>
      <p:sp>
        <p:nvSpPr>
          <p:cNvPr id="22" name="卡片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4123725" y="1463040"/>
            <a:ext cx="1505907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123725" y="1492301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5" name="卡片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2135014" y="2231136"/>
            <a:ext cx="1234844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135014" y="2260397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100" dirty="0"/>
          </a:p>
        </p:txBody>
      </p:sp>
      <p:sp>
        <p:nvSpPr>
          <p:cNvPr id="28" name="卡片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6383498" y="2231136"/>
            <a:ext cx="1234844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83498" y="2260397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100" dirty="0"/>
          </a:p>
        </p:txBody>
      </p:sp>
      <p:sp>
        <p:nvSpPr>
          <p:cNvPr id="31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016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016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016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438912" y="149230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738835" y="149230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0704" y="1499616"/>
            <a:ext cx="643673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438912" y="185806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738835" y="185806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1060704" y="1865376"/>
            <a:ext cx="643673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40" name="編號"/>
          <p:cNvSpPr/>
          <p:nvPr/>
        </p:nvSpPr>
        <p:spPr>
          <a:xfrm>
            <a:off x="7735385" y="149230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900" dirty="0"/>
          </a:p>
        </p:txBody>
      </p:sp>
      <p:sp>
        <p:nvSpPr>
          <p:cNvPr id="41" name="編號"/>
          <p:cNvSpPr/>
          <p:nvPr/>
        </p:nvSpPr>
        <p:spPr>
          <a:xfrm>
            <a:off x="8035308" y="149230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900" dirty="0"/>
          </a:p>
        </p:txBody>
      </p:sp>
      <p:sp>
        <p:nvSpPr>
          <p:cNvPr id="42" name="標籤"/>
          <p:cNvSpPr/>
          <p:nvPr/>
        </p:nvSpPr>
        <p:spPr>
          <a:xfrm>
            <a:off x="8357177" y="1499616"/>
            <a:ext cx="643673" cy="23408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7735385" y="185806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8035308" y="1858061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900" dirty="0"/>
          </a:p>
        </p:txBody>
      </p:sp>
      <p:sp>
        <p:nvSpPr>
          <p:cNvPr id="45" name="標籤"/>
          <p:cNvSpPr/>
          <p:nvPr/>
        </p:nvSpPr>
        <p:spPr>
          <a:xfrm>
            <a:off x="8357177" y="1865376"/>
            <a:ext cx="643673" cy="23408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6" name="卡片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438912" y="4059936"/>
            <a:ext cx="8875532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15621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1215544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900" dirty="0"/>
          </a:p>
        </p:txBody>
      </p:sp>
      <p:sp>
        <p:nvSpPr>
          <p:cNvPr id="51" name="標籤"/>
          <p:cNvSpPr/>
          <p:nvPr/>
        </p:nvSpPr>
        <p:spPr>
          <a:xfrm>
            <a:off x="1537413" y="4659782"/>
            <a:ext cx="643673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52" name="編號"/>
          <p:cNvSpPr/>
          <p:nvPr/>
        </p:nvSpPr>
        <p:spPr>
          <a:xfrm>
            <a:off x="3134504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900" dirty="0"/>
          </a:p>
        </p:txBody>
      </p:sp>
      <p:sp>
        <p:nvSpPr>
          <p:cNvPr id="53" name="編號"/>
          <p:cNvSpPr/>
          <p:nvPr/>
        </p:nvSpPr>
        <p:spPr>
          <a:xfrm>
            <a:off x="3434427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900" dirty="0"/>
          </a:p>
        </p:txBody>
      </p:sp>
      <p:sp>
        <p:nvSpPr>
          <p:cNvPr id="54" name="標籤"/>
          <p:cNvSpPr/>
          <p:nvPr/>
        </p:nvSpPr>
        <p:spPr>
          <a:xfrm>
            <a:off x="3756296" y="4659782"/>
            <a:ext cx="643673" cy="23408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55" name="編號"/>
          <p:cNvSpPr/>
          <p:nvPr/>
        </p:nvSpPr>
        <p:spPr>
          <a:xfrm>
            <a:off x="5503349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900" dirty="0"/>
          </a:p>
        </p:txBody>
      </p:sp>
      <p:sp>
        <p:nvSpPr>
          <p:cNvPr id="56" name="標籤"/>
          <p:cNvSpPr/>
          <p:nvPr/>
        </p:nvSpPr>
        <p:spPr>
          <a:xfrm>
            <a:off x="5825218" y="4659782"/>
            <a:ext cx="643673" cy="23408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7" name="編號"/>
          <p:cNvSpPr/>
          <p:nvPr/>
        </p:nvSpPr>
        <p:spPr>
          <a:xfrm>
            <a:off x="7572270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900" dirty="0"/>
          </a:p>
        </p:txBody>
      </p:sp>
      <p:sp>
        <p:nvSpPr>
          <p:cNvPr id="58" name="編號"/>
          <p:cNvSpPr/>
          <p:nvPr/>
        </p:nvSpPr>
        <p:spPr>
          <a:xfrm>
            <a:off x="7872194" y="4652467"/>
            <a:ext cx="248717" cy="248717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標籤"/>
          <p:cNvSpPr/>
          <p:nvPr/>
        </p:nvSpPr>
        <p:spPr>
          <a:xfrm>
            <a:off x="8194062" y="4659782"/>
            <a:ext cx="643673" cy="23408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7797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38912" y="848563"/>
            <a:ext cx="658368" cy="1828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929030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100" dirty="0"/>
          </a:p>
        </p:txBody>
      </p:sp>
      <p:sp>
        <p:nvSpPr>
          <p:cNvPr id="5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438912" y="3035808"/>
            <a:ext cx="694944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5" name="處理"/>
          <p:cNvSpPr/>
          <p:nvPr/>
        </p:nvSpPr>
        <p:spPr>
          <a:xfrm>
            <a:off x="1499616" y="2399386"/>
            <a:ext cx="731520" cy="395021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6" name="處理"/>
          <p:cNvSpPr/>
          <p:nvPr/>
        </p:nvSpPr>
        <p:spPr>
          <a:xfrm>
            <a:off x="1499616" y="3716122"/>
            <a:ext cx="731520" cy="395021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19" name="處理"/>
          <p:cNvSpPr/>
          <p:nvPr/>
        </p:nvSpPr>
        <p:spPr>
          <a:xfrm>
            <a:off x="2596896" y="3035808"/>
            <a:ext cx="694944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1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3840480" y="1931213"/>
            <a:ext cx="1463040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3840480" y="2991917"/>
            <a:ext cx="1463040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6" name="標籤"/>
          <p:cNvSpPr/>
          <p:nvPr/>
        </p:nvSpPr>
        <p:spPr>
          <a:xfrm>
            <a:off x="4800397" y="2889504"/>
            <a:ext cx="393395" cy="20482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7" name="標籤"/>
          <p:cNvSpPr/>
          <p:nvPr/>
        </p:nvSpPr>
        <p:spPr>
          <a:xfrm>
            <a:off x="3950208" y="3416198"/>
            <a:ext cx="494995" cy="20482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8" name="卡片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3840480" y="4052621"/>
            <a:ext cx="1463040" cy="5120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41" name="標籤"/>
          <p:cNvSpPr/>
          <p:nvPr/>
        </p:nvSpPr>
        <p:spPr>
          <a:xfrm>
            <a:off x="4800397" y="3950208"/>
            <a:ext cx="393395" cy="20482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2" name="標籤"/>
          <p:cNvSpPr/>
          <p:nvPr/>
        </p:nvSpPr>
        <p:spPr>
          <a:xfrm>
            <a:off x="3950208" y="4476902"/>
            <a:ext cx="494995" cy="20482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3" name="寬欄條"/>
          <p:cNvSpPr/>
          <p:nvPr/>
        </p:nvSpPr>
        <p:spPr>
          <a:xfrm>
            <a:off x="5669280" y="1645920"/>
            <a:ext cx="438912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6254496" y="1645920"/>
            <a:ext cx="438912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5713171" y="2018995"/>
            <a:ext cx="351130" cy="35113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298387" y="2018995"/>
            <a:ext cx="351130" cy="35113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100" dirty="0"/>
          </a:p>
        </p:txBody>
      </p:sp>
      <p:sp>
        <p:nvSpPr>
          <p:cNvPr id="48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5713171" y="3079699"/>
            <a:ext cx="351130" cy="35113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6298387" y="3079699"/>
            <a:ext cx="351130" cy="35113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5713171" y="4140403"/>
            <a:ext cx="351130" cy="35113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6298387" y="4140403"/>
            <a:ext cx="351130" cy="35113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100" dirty="0"/>
          </a:p>
        </p:txBody>
      </p:sp>
      <p:sp>
        <p:nvSpPr>
          <p:cNvPr id="54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8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60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3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5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0160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8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016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70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2026-10-09T02:56:26Z</dcterms:created>
  <dcterms:modified xsi:type="dcterms:W3CDTF">2026-10-09T02:56:26Z</dcterms:modified>
</cp:coreProperties>
</file>