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100" dirty="0"/>
          </a:p>
        </p:txBody>
      </p:sp>
      <p:sp>
        <p:nvSpPr>
          <p:cNvPr id="5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100" dirty="0"/>
          </a:p>
        </p:txBody>
      </p:sp>
      <p:sp>
        <p:nvSpPr>
          <p:cNvPr id="6" name="流程方塊"/>
          <p:cNvSpPr/>
          <p:nvPr/>
        </p:nvSpPr>
        <p:spPr>
          <a:xfrm>
            <a:off x="1598528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7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8" name="流程方塊"/>
          <p:cNvSpPr/>
          <p:nvPr/>
        </p:nvSpPr>
        <p:spPr>
          <a:xfrm>
            <a:off x="2718067" y="1338682"/>
            <a:ext cx="877824" cy="307238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9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0" name="流程方塊"/>
          <p:cNvSpPr/>
          <p:nvPr/>
        </p:nvSpPr>
        <p:spPr>
          <a:xfrm>
            <a:off x="3837606" y="1338682"/>
            <a:ext cx="877824" cy="307238"/>
          </a:xfrm>
          <a:prstGeom prst="rect">
            <a:avLst/>
          </a:prstGeom>
          <a:solidFill>
            <a:srgbClr val="F3E6E8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1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2" name="流程方塊"/>
          <p:cNvSpPr/>
          <p:nvPr/>
        </p:nvSpPr>
        <p:spPr>
          <a:xfrm>
            <a:off x="4957145" y="1338682"/>
            <a:ext cx="877824" cy="30723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3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4" name="流程方塊"/>
          <p:cNvSpPr/>
          <p:nvPr/>
        </p:nvSpPr>
        <p:spPr>
          <a:xfrm>
            <a:off x="6076684" y="1338682"/>
            <a:ext cx="877824" cy="307238"/>
          </a:xfrm>
          <a:prstGeom prst="rect">
            <a:avLst/>
          </a:prstGeom>
          <a:solidFill>
            <a:srgbClr val="FFFFFF"/>
          </a:solidFill>
          <a:ln w="1778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5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6" name="流程方塊"/>
          <p:cNvSpPr/>
          <p:nvPr/>
        </p:nvSpPr>
        <p:spPr>
          <a:xfrm>
            <a:off x="7196223" y="1338682"/>
            <a:ext cx="877824" cy="307238"/>
          </a:xfrm>
          <a:prstGeom prst="rect">
            <a:avLst/>
          </a:prstGeom>
          <a:solidFill>
            <a:srgbClr val="7A1F2B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7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8" name="流程方塊"/>
          <p:cNvSpPr/>
          <p:nvPr/>
        </p:nvSpPr>
        <p:spPr>
          <a:xfrm>
            <a:off x="8315763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9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0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2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3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4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5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6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7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8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9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0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7A1F2B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1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2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3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4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8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0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1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2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3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4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5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6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7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8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9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0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1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2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6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8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0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016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2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4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7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9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1" name="警示方塊"/>
          <p:cNvSpPr/>
          <p:nvPr/>
        </p:nvSpPr>
        <p:spPr>
          <a:xfrm>
            <a:off x="1598528" y="3416198"/>
            <a:ext cx="877824" cy="321869"/>
          </a:xfrm>
          <a:prstGeom prst="rect">
            <a:avLst/>
          </a:prstGeom>
          <a:solidFill>
            <a:srgbClr val="FFFFFF"/>
          </a:solidFill>
          <a:ln w="1524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2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3" name="警示方塊"/>
          <p:cNvSpPr/>
          <p:nvPr/>
        </p:nvSpPr>
        <p:spPr>
          <a:xfrm>
            <a:off x="2718067" y="3416198"/>
            <a:ext cx="877824" cy="321869"/>
          </a:xfrm>
          <a:prstGeom prst="rect">
            <a:avLst/>
          </a:prstGeom>
          <a:solidFill>
            <a:srgbClr val="ECE0E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4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5" name="警示方塊"/>
          <p:cNvSpPr/>
          <p:nvPr/>
        </p:nvSpPr>
        <p:spPr>
          <a:xfrm>
            <a:off x="3837606" y="3416198"/>
            <a:ext cx="877824" cy="321869"/>
          </a:xfrm>
          <a:prstGeom prst="rect">
            <a:avLst/>
          </a:prstGeom>
          <a:solidFill>
            <a:srgbClr val="7A1F2B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6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7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0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1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2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7A1F2B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5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ln w="12700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7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10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1810669" y="3942893"/>
            <a:ext cx="453542" cy="453542"/>
            <a:chOff x="1810669" y="3942893"/>
            <a:chExt cx="453542" cy="453542"/>
          </a:xfrm>
        </p:grpSpPr>
        <p:sp>
          <p:nvSpPr>
            <p:cNvPr id="89" name="大圓"/>
            <p:cNvSpPr/>
            <p:nvPr/>
          </p:nvSpPr>
          <p:spPr>
            <a:xfrm>
              <a:off x="1810669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1837881" y="3970105"/>
              <a:ext cx="399117" cy="399117"/>
            </a:xfrm>
            <a:prstGeom prst="ellipse">
              <a:avLst/>
            </a:prstGeom>
            <a:ln w="7620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2957420" y="3970105"/>
              <a:ext cx="399117" cy="399117"/>
            </a:xfrm>
            <a:prstGeom prst="ellipse">
              <a:avLst/>
            </a:prstGeom>
            <a:ln w="7620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6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8" name="編號"/>
            <p:cNvSpPr/>
            <p:nvPr/>
          </p:nvSpPr>
          <p:spPr>
            <a:xfrm>
              <a:off x="4964460" y="4045306"/>
              <a:ext cx="248717" cy="248717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271699" y="4045306"/>
              <a:ext cx="248717" cy="248717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80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5578937" y="4045306"/>
              <a:ext cx="248717" cy="248717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80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2" name="標籤"/>
          <p:cNvSpPr/>
          <p:nvPr/>
        </p:nvSpPr>
        <p:spPr>
          <a:xfrm>
            <a:off x="6193760" y="4052621"/>
            <a:ext cx="643673" cy="23408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3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4" name="標籤"/>
            <p:cNvSpPr/>
            <p:nvPr/>
          </p:nvSpPr>
          <p:spPr>
            <a:xfrm>
              <a:off x="7192159" y="4059936"/>
              <a:ext cx="413715" cy="219456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7664396" y="4059936"/>
              <a:ext cx="413715" cy="219456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7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B08D5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1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3" name="群組框"/>
            <p:cNvSpPr/>
            <p:nvPr/>
          </p:nvSpPr>
          <p:spPr>
            <a:xfrm>
              <a:off x="1598528" y="4645152"/>
              <a:ext cx="877824" cy="292608"/>
            </a:xfrm>
            <a:prstGeom prst="rect">
              <a:avLst/>
            </a:prstGeom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6" name="淺灰面板"/>
          <p:cNvSpPr/>
          <p:nvPr/>
        </p:nvSpPr>
        <p:spPr>
          <a:xfrm>
            <a:off x="2718067" y="4601261"/>
            <a:ext cx="877824" cy="336499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3837606" y="4601261"/>
            <a:ext cx="877824" cy="336499"/>
            <a:chOff x="3837606" y="4601261"/>
            <a:chExt cx="877824" cy="336499"/>
          </a:xfrm>
        </p:grpSpPr>
        <p:sp>
          <p:nvSpPr>
            <p:cNvPr id="118" name="卡片"/>
            <p:cNvSpPr/>
            <p:nvPr/>
          </p:nvSpPr>
          <p:spPr>
            <a:xfrm>
              <a:off x="3837606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3837606" y="4601261"/>
              <a:ext cx="877824" cy="5120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4957145" y="4601261"/>
            <a:ext cx="877824" cy="336499"/>
            <a:chOff x="4957145" y="4601261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4957145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4957145" y="4601261"/>
              <a:ext cx="877824" cy="5120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6076684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6076684" y="4601261"/>
              <a:ext cx="877824" cy="117043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7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30" name="寬欄條"/>
            <p:cNvSpPr/>
            <p:nvPr/>
          </p:nvSpPr>
          <p:spPr>
            <a:xfrm>
              <a:off x="8462067" y="4601261"/>
              <a:ext cx="248717" cy="336499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8798566" y="4601261"/>
              <a:ext cx="248717" cy="336499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3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13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8" name="處理"/>
            <p:cNvSpPr/>
            <p:nvPr/>
          </p:nvSpPr>
          <p:spPr>
            <a:xfrm>
              <a:off x="438912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614477" y="1821485"/>
              <a:ext cx="190195" cy="190195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7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217341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392906" y="1821485"/>
              <a:ext cx="190195" cy="190195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7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1995769" y="2136038"/>
              <a:ext cx="541325" cy="30723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171334" y="1821485"/>
              <a:ext cx="190195" cy="190195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7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6" name="Text 14"/>
          <p:cNvSpPr/>
          <p:nvPr/>
        </p:nvSpPr>
        <p:spPr>
          <a:xfrm>
            <a:off x="2698029" y="14520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8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9" name="處理"/>
            <p:cNvSpPr/>
            <p:nvPr/>
          </p:nvSpPr>
          <p:spPr>
            <a:xfrm>
              <a:off x="2698029" y="1858061"/>
              <a:ext cx="52669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0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2" name="處理"/>
            <p:cNvSpPr/>
            <p:nvPr/>
          </p:nvSpPr>
          <p:spPr>
            <a:xfrm>
              <a:off x="4254886" y="1858061"/>
              <a:ext cx="541325" cy="30723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4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3451494" y="2604211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4957145" y="14520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0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1" name="處理"/>
            <p:cNvSpPr/>
            <p:nvPr/>
          </p:nvSpPr>
          <p:spPr>
            <a:xfrm>
              <a:off x="4957145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5735574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6514003" y="1945843"/>
              <a:ext cx="541325" cy="30723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7216262" y="14520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0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1" name="處理"/>
            <p:cNvSpPr/>
            <p:nvPr/>
          </p:nvSpPr>
          <p:spPr>
            <a:xfrm>
              <a:off x="7216262" y="2253082"/>
              <a:ext cx="585216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2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4" name="處理"/>
            <p:cNvSpPr/>
            <p:nvPr/>
          </p:nvSpPr>
          <p:spPr>
            <a:xfrm>
              <a:off x="8860902" y="2253082"/>
              <a:ext cx="453542" cy="30723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6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8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438912" y="3295498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2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877824" y="3694176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609344" y="4323283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966509" y="3694176"/>
              <a:ext cx="512064" cy="30723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61" name="Text 59"/>
          <p:cNvSpPr/>
          <p:nvPr/>
        </p:nvSpPr>
        <p:spPr>
          <a:xfrm>
            <a:off x="2698029" y="3295498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4" name="處理"/>
            <p:cNvSpPr/>
            <p:nvPr/>
          </p:nvSpPr>
          <p:spPr>
            <a:xfrm>
              <a:off x="2698029" y="3986784"/>
              <a:ext cx="409651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3458809" y="3650285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432328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42668" y="3986784"/>
              <a:ext cx="453542" cy="30723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0" name="連接線"/>
            <p:cNvCxnSpPr>
              <a:stCxn id="64" idx="3"/>
              <a:endCxn id="65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5" name="連接線"/>
            <p:cNvCxnSpPr>
              <a:stCxn id="68" idx="3"/>
              <a:endCxn id="69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76" name="Text 74"/>
          <p:cNvSpPr/>
          <p:nvPr/>
        </p:nvSpPr>
        <p:spPr>
          <a:xfrm>
            <a:off x="4957145" y="3295498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8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9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1" name="處理"/>
            <p:cNvSpPr/>
            <p:nvPr/>
          </p:nvSpPr>
          <p:spPr>
            <a:xfrm>
              <a:off x="5750204" y="3891686"/>
              <a:ext cx="512064" cy="30723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3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5" name="連接線"/>
            <p:cNvCxnSpPr>
              <a:stCxn id="79" idx="2"/>
              <a:endCxn id="81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86" name="連接線"/>
            <p:cNvCxnSpPr>
              <a:stCxn id="81" idx="3"/>
              <a:endCxn id="83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87" name="Text 85"/>
          <p:cNvSpPr/>
          <p:nvPr/>
        </p:nvSpPr>
        <p:spPr>
          <a:xfrm>
            <a:off x="7216262" y="3295498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9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0" name="卡片"/>
            <p:cNvSpPr/>
            <p:nvPr/>
          </p:nvSpPr>
          <p:spPr>
            <a:xfrm>
              <a:off x="7216262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7216262" y="3672230"/>
              <a:ext cx="863194" cy="5120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8075158" y="4147718"/>
              <a:ext cx="365760" cy="0"/>
            </a:xfrm>
            <a:prstGeom prst="line">
              <a:avLst/>
            </a:prstGeom>
            <a:noFill/>
            <a:ln w="1016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常見組合（二）Common Patterns II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500" dirty="0"/>
          </a:p>
        </p:txBody>
      </p:sp>
      <p:sp>
        <p:nvSpPr>
          <p:cNvPr id="26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500" dirty="0"/>
          </a:p>
        </p:txBody>
      </p:sp>
      <p:sp>
        <p:nvSpPr>
          <p:cNvPr id="28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500" dirty="0"/>
          </a:p>
        </p:txBody>
      </p:sp>
      <p:sp>
        <p:nvSpPr>
          <p:cNvPr id="30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500" dirty="0"/>
          </a:p>
        </p:txBody>
      </p:sp>
      <p:sp>
        <p:nvSpPr>
          <p:cNvPr id="32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80328" y="14520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8" name="Text 34"/>
          <p:cNvSpPr/>
          <p:nvPr/>
        </p:nvSpPr>
        <p:spPr>
          <a:xfrm>
            <a:off x="6521745" y="14520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0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1" name="問題"/>
            <p:cNvSpPr/>
            <p:nvPr/>
          </p:nvSpPr>
          <p:spPr>
            <a:xfrm>
              <a:off x="6521745" y="1843430"/>
              <a:ext cx="746150" cy="848563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7A1F2B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7545019" y="1843430"/>
              <a:ext cx="746150" cy="848563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8568294" y="1843430"/>
              <a:ext cx="746150" cy="848563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438912" y="32808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9" name="方案"/>
            <p:cNvSpPr/>
            <p:nvPr/>
          </p:nvSpPr>
          <p:spPr>
            <a:xfrm>
              <a:off x="438912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1658884" y="4813402"/>
              <a:ext cx="352755" cy="160934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35923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3480328" y="32808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0" name="卡片"/>
            <p:cNvSpPr/>
            <p:nvPr/>
          </p:nvSpPr>
          <p:spPr>
            <a:xfrm>
              <a:off x="3480328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3480328" y="3672230"/>
              <a:ext cx="862625" cy="5120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445366" y="3672230"/>
              <a:ext cx="862625" cy="5120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5410403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5410403" y="3672230"/>
              <a:ext cx="862625" cy="5120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6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7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8" name="Text 94"/>
          <p:cNvSpPr/>
          <p:nvPr/>
        </p:nvSpPr>
        <p:spPr>
          <a:xfrm>
            <a:off x="6521745" y="328086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100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101" name="PDCA Plan"/>
            <p:cNvSpPr/>
            <p:nvPr/>
          </p:nvSpPr>
          <p:spPr>
            <a:xfrm>
              <a:off x="652174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2" name="PDCA Do"/>
            <p:cNvSpPr/>
            <p:nvPr/>
          </p:nvSpPr>
          <p:spPr>
            <a:xfrm>
              <a:off x="826105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3" name="PDCA Check"/>
            <p:cNvSpPr/>
            <p:nvPr/>
          </p:nvSpPr>
          <p:spPr>
            <a:xfrm>
              <a:off x="826105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4" name="PDCA Act"/>
            <p:cNvSpPr/>
            <p:nvPr/>
          </p:nvSpPr>
          <p:spPr>
            <a:xfrm>
              <a:off x="652174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10" name="Text 10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11" name="Text 10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65376"/>
            <a:ext cx="395021" cy="395021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943661" y="1865376"/>
            <a:ext cx="395021" cy="395021"/>
          </a:xfrm>
          <a:prstGeom prst="rect">
            <a:avLst/>
          </a:prstGeom>
          <a:solidFill>
            <a:srgbClr val="5E16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448410" y="1865376"/>
            <a:ext cx="395021" cy="395021"/>
          </a:xfrm>
          <a:prstGeom prst="rect">
            <a:avLst/>
          </a:prstGeom>
          <a:solidFill>
            <a:srgbClr val="F3E6E8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1953158" y="1865376"/>
            <a:ext cx="395021" cy="395021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57907" y="1865376"/>
            <a:ext cx="395021" cy="395021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62656" y="1865376"/>
            <a:ext cx="395021" cy="395021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467405" y="1865376"/>
            <a:ext cx="395021" cy="395021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972154" y="1865376"/>
            <a:ext cx="395021" cy="395021"/>
          </a:xfrm>
          <a:prstGeom prst="rect">
            <a:avLst/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38912" y="2915107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800" dirty="0"/>
          </a:p>
        </p:txBody>
      </p:sp>
      <p:sp>
        <p:nvSpPr>
          <p:cNvPr id="45" name="卡片"/>
          <p:cNvSpPr/>
          <p:nvPr/>
        </p:nvSpPr>
        <p:spPr>
          <a:xfrm>
            <a:off x="5669280" y="1894637"/>
            <a:ext cx="1060704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5669280" y="1894637"/>
            <a:ext cx="1060704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6876288" y="1894637"/>
            <a:ext cx="950976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76288" y="1894637"/>
            <a:ext cx="950976" cy="13167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800" dirty="0"/>
          </a:p>
        </p:txBody>
      </p:sp>
      <p:sp>
        <p:nvSpPr>
          <p:cNvPr id="53" name="標籤"/>
          <p:cNvSpPr/>
          <p:nvPr/>
        </p:nvSpPr>
        <p:spPr>
          <a:xfrm>
            <a:off x="5669280" y="2487168"/>
            <a:ext cx="440473" cy="23408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197535" y="2487168"/>
            <a:ext cx="440473" cy="234086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5" name="標籤"/>
          <p:cNvSpPr/>
          <p:nvPr/>
        </p:nvSpPr>
        <p:spPr>
          <a:xfrm>
            <a:off x="6725790" y="2487168"/>
            <a:ext cx="440473" cy="23408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6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800" dirty="0"/>
          </a:p>
        </p:txBody>
      </p:sp>
      <p:sp>
        <p:nvSpPr>
          <p:cNvPr id="59" name="編號"/>
          <p:cNvSpPr/>
          <p:nvPr/>
        </p:nvSpPr>
        <p:spPr>
          <a:xfrm>
            <a:off x="5698541" y="2977286"/>
            <a:ext cx="2926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152083" y="2977286"/>
            <a:ext cx="2926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50" dirty="0"/>
          </a:p>
        </p:txBody>
      </p:sp>
      <p:sp>
        <p:nvSpPr>
          <p:cNvPr id="61" name="編號"/>
          <p:cNvSpPr/>
          <p:nvPr/>
        </p:nvSpPr>
        <p:spPr>
          <a:xfrm>
            <a:off x="6605626" y="2977286"/>
            <a:ext cx="2926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7" name="線條"/>
          <p:cNvSpPr/>
          <p:nvPr/>
        </p:nvSpPr>
        <p:spPr>
          <a:xfrm>
            <a:off x="6137453" y="3642970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9" name="線條"/>
          <p:cNvSpPr/>
          <p:nvPr/>
        </p:nvSpPr>
        <p:spPr>
          <a:xfrm>
            <a:off x="7015277" y="3642970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1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800" dirty="0"/>
          </a:p>
        </p:txBody>
      </p:sp>
      <p:sp>
        <p:nvSpPr>
          <p:cNvPr id="74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800" dirty="0"/>
          </a:p>
        </p:txBody>
      </p:sp>
      <p:sp>
        <p:nvSpPr>
          <p:cNvPr id="79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0" name="流程鏈"/>
          <p:cNvSpPr/>
          <p:nvPr/>
        </p:nvSpPr>
        <p:spPr>
          <a:xfrm>
            <a:off x="6376806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1" name="流程鏈"/>
          <p:cNvSpPr/>
          <p:nvPr/>
        </p:nvSpPr>
        <p:spPr>
          <a:xfrm>
            <a:off x="7084332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438912" y="1499616"/>
            <a:ext cx="2728570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45920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40941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57984"/>
            <a:ext cx="234817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3512393" y="1499616"/>
            <a:ext cx="2728570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702588" y="1645920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702588" y="2040941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2588" y="2157984"/>
            <a:ext cx="234817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5" name="標籤"/>
          <p:cNvSpPr/>
          <p:nvPr/>
        </p:nvSpPr>
        <p:spPr>
          <a:xfrm>
            <a:off x="5483433" y="1397203"/>
            <a:ext cx="596595" cy="20482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6" name="卡片"/>
          <p:cNvSpPr/>
          <p:nvPr/>
        </p:nvSpPr>
        <p:spPr>
          <a:xfrm>
            <a:off x="6585875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6585875" y="1499616"/>
            <a:ext cx="2728570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6585875" y="1499616"/>
            <a:ext cx="2728570" cy="42428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38912" y="3734410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438912" y="4081882"/>
            <a:ext cx="599846" cy="23408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438912" y="4389120"/>
            <a:ext cx="599846" cy="234086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438912" y="4696358"/>
            <a:ext cx="599846" cy="23408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852160" y="3734410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438912" y="1865376"/>
            <a:ext cx="761821" cy="27797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1420189" y="1865376"/>
            <a:ext cx="761821" cy="27797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2401466" y="1865376"/>
            <a:ext cx="761821" cy="27797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3382744" y="1865376"/>
            <a:ext cx="761821" cy="277978"/>
          </a:xfrm>
          <a:prstGeom prst="rect">
            <a:avLst/>
          </a:prstGeom>
          <a:solidFill>
            <a:srgbClr val="FFFFFF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3" name="標籤"/>
          <p:cNvSpPr/>
          <p:nvPr/>
        </p:nvSpPr>
        <p:spPr>
          <a:xfrm>
            <a:off x="5168693" y="1894637"/>
            <a:ext cx="393395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5671816" y="1894637"/>
            <a:ext cx="393395" cy="21945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6174939" y="1894637"/>
            <a:ext cx="393395" cy="21945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527402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438912" y="2933395"/>
            <a:ext cx="2121408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386938"/>
            <a:ext cx="2121408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840480"/>
            <a:ext cx="2121408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4294022"/>
            <a:ext cx="2121408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90448" y="2527402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3519708" y="2940710"/>
            <a:ext cx="307238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050" dirty="0"/>
          </a:p>
        </p:txBody>
      </p:sp>
      <p:sp>
        <p:nvSpPr>
          <p:cNvPr id="27" name="編號"/>
          <p:cNvSpPr/>
          <p:nvPr/>
        </p:nvSpPr>
        <p:spPr>
          <a:xfrm>
            <a:off x="3973251" y="2940710"/>
            <a:ext cx="307238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4426793" y="2940710"/>
            <a:ext cx="307238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880336" y="2940710"/>
            <a:ext cx="307238" cy="30723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3541654" y="3613709"/>
            <a:ext cx="263347" cy="26334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3541654" y="4067251"/>
            <a:ext cx="263347" cy="26334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6" name="編號"/>
          <p:cNvSpPr/>
          <p:nvPr/>
        </p:nvSpPr>
        <p:spPr>
          <a:xfrm>
            <a:off x="3541654" y="4520794"/>
            <a:ext cx="263347" cy="26334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41983" y="2527402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1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43507" y="1945843"/>
            <a:ext cx="1887322" cy="1887322"/>
          </a:xfrm>
          <a:prstGeom prst="ellipse">
            <a:avLst/>
          </a:prstGeom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流程鏈"/>
          <p:cNvSpPr/>
          <p:nvPr/>
        </p:nvSpPr>
        <p:spPr>
          <a:xfrm>
            <a:off x="6421234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0" name="流程鏈"/>
          <p:cNvSpPr/>
          <p:nvPr/>
        </p:nvSpPr>
        <p:spPr>
          <a:xfrm>
            <a:off x="7794980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流程鏈"/>
          <p:cNvSpPr/>
          <p:nvPr/>
        </p:nvSpPr>
        <p:spPr>
          <a:xfrm>
            <a:off x="5880163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6712837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7545512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8378186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7" name="流程鏈"/>
          <p:cNvSpPr/>
          <p:nvPr/>
        </p:nvSpPr>
        <p:spPr>
          <a:xfrm>
            <a:off x="6088331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8" name="流程鏈"/>
          <p:cNvSpPr/>
          <p:nvPr/>
        </p:nvSpPr>
        <p:spPr>
          <a:xfrm>
            <a:off x="7129174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29" name="流程鏈"/>
          <p:cNvSpPr/>
          <p:nvPr/>
        </p:nvSpPr>
        <p:spPr>
          <a:xfrm>
            <a:off x="817001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82386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1" name="Text 9"/>
          <p:cNvSpPr/>
          <p:nvPr/>
        </p:nvSpPr>
        <p:spPr>
          <a:xfrm>
            <a:off x="2716317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3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2716317" y="197510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4101267" y="270662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7" name="Text 15"/>
          <p:cNvSpPr/>
          <p:nvPr/>
        </p:nvSpPr>
        <p:spPr>
          <a:xfrm>
            <a:off x="4993721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4993721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1" name="處理"/>
          <p:cNvSpPr/>
          <p:nvPr/>
        </p:nvSpPr>
        <p:spPr>
          <a:xfrm>
            <a:off x="637867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ysDot"/>
            <a:tailEnd type="stealth" w="lg" len="lg"/>
          </a:ln>
        </p:spPr>
      </p:cxnSp>
      <p:sp>
        <p:nvSpPr>
          <p:cNvPr id="23" name="Text 21"/>
          <p:cNvSpPr/>
          <p:nvPr/>
        </p:nvSpPr>
        <p:spPr>
          <a:xfrm>
            <a:off x="7271126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727112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7" name="處理"/>
          <p:cNvSpPr/>
          <p:nvPr/>
        </p:nvSpPr>
        <p:spPr>
          <a:xfrm>
            <a:off x="865607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8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ln w="1016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38912" y="3222346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1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872932" y="4133088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1667820" y="4133088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716317" y="3222346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271631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1" name="處理"/>
          <p:cNvSpPr/>
          <p:nvPr/>
        </p:nvSpPr>
        <p:spPr>
          <a:xfrm>
            <a:off x="410126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2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993721" y="3222346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7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9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271126" y="3222346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7271126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5" name="處理"/>
          <p:cNvSpPr/>
          <p:nvPr/>
        </p:nvSpPr>
        <p:spPr>
          <a:xfrm>
            <a:off x="8656076" y="3657600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4272077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59" name="Text 57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100" dirty="0"/>
          </a:p>
        </p:txBody>
      </p:sp>
      <p:sp>
        <p:nvSpPr>
          <p:cNvPr id="5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7" name="處理"/>
          <p:cNvSpPr/>
          <p:nvPr/>
        </p:nvSpPr>
        <p:spPr>
          <a:xfrm>
            <a:off x="2072579" y="1748333"/>
            <a:ext cx="1170432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3E6E8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1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3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090672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1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2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3E6E8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5200961" y="3518611"/>
            <a:ext cx="1170432" cy="49743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4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5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1" name="Text 29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2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016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5" name="Text 33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3035808"/>
            <a:ext cx="599846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499616" y="2450592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1499616" y="3621024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2633472" y="3035808"/>
            <a:ext cx="599846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2" name="處理"/>
          <p:cNvSpPr/>
          <p:nvPr/>
        </p:nvSpPr>
        <p:spPr>
          <a:xfrm>
            <a:off x="3694176" y="2084832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035808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986784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5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7A1F2B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8" name="標籤"/>
          <p:cNvSpPr/>
          <p:nvPr/>
        </p:nvSpPr>
        <p:spPr>
          <a:xfrm>
            <a:off x="5239309" y="2582266"/>
            <a:ext cx="413715" cy="21945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6380480" y="2582266"/>
            <a:ext cx="413715" cy="21945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5239309" y="3635654"/>
            <a:ext cx="413715" cy="21945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6380480" y="3635654"/>
            <a:ext cx="413715" cy="21945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88352" y="1503274"/>
            <a:ext cx="80467" cy="80467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1" name="寬欄條"/>
          <p:cNvSpPr/>
          <p:nvPr/>
        </p:nvSpPr>
        <p:spPr>
          <a:xfrm>
            <a:off x="8119872" y="2084832"/>
            <a:ext cx="453542" cy="2487168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8741664" y="2084832"/>
            <a:ext cx="453542" cy="2487168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8178394" y="2392070"/>
            <a:ext cx="336499" cy="336499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050" dirty="0"/>
          </a:p>
        </p:txBody>
      </p:sp>
      <p:sp>
        <p:nvSpPr>
          <p:cNvPr id="45" name="編號"/>
          <p:cNvSpPr/>
          <p:nvPr/>
        </p:nvSpPr>
        <p:spPr>
          <a:xfrm>
            <a:off x="8800186" y="2392070"/>
            <a:ext cx="336499" cy="336499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8178394" y="3160166"/>
            <a:ext cx="336499" cy="336499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050" dirty="0"/>
          </a:p>
        </p:txBody>
      </p:sp>
      <p:sp>
        <p:nvSpPr>
          <p:cNvPr id="48" name="編號"/>
          <p:cNvSpPr/>
          <p:nvPr/>
        </p:nvSpPr>
        <p:spPr>
          <a:xfrm>
            <a:off x="8800186" y="3160166"/>
            <a:ext cx="336499" cy="336499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8178394" y="3928262"/>
            <a:ext cx="336499" cy="336499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050" dirty="0"/>
          </a:p>
        </p:txBody>
      </p:sp>
      <p:sp>
        <p:nvSpPr>
          <p:cNvPr id="51" name="編號"/>
          <p:cNvSpPr/>
          <p:nvPr/>
        </p:nvSpPr>
        <p:spPr>
          <a:xfrm>
            <a:off x="8800186" y="3928262"/>
            <a:ext cx="336499" cy="336499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100" dirty="0"/>
          </a:p>
        </p:txBody>
      </p:sp>
      <p:sp>
        <p:nvSpPr>
          <p:cNvPr id="5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33028" y="1528877"/>
            <a:ext cx="1770278" cy="1770278"/>
          </a:xfrm>
          <a:prstGeom prst="ellipse">
            <a:avLst/>
          </a:prstGeom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91539" y="1528877"/>
            <a:ext cx="1770278" cy="1770278"/>
          </a:xfrm>
          <a:prstGeom prst="ellipse">
            <a:avLst/>
          </a:prstGeom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3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50050" y="1528877"/>
            <a:ext cx="1770278" cy="1770278"/>
          </a:xfrm>
          <a:prstGeom prst="ellipse">
            <a:avLst/>
          </a:prstGeom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100" dirty="0"/>
          </a:p>
        </p:txBody>
      </p:sp>
      <p:sp>
        <p:nvSpPr>
          <p:cNvPr id="16" name="Text 14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7" name="線條"/>
          <p:cNvSpPr/>
          <p:nvPr/>
        </p:nvSpPr>
        <p:spPr>
          <a:xfrm>
            <a:off x="3169188" y="2414016"/>
            <a:ext cx="438912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6127699" y="2414016"/>
            <a:ext cx="438912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20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1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5" name="標籤"/>
          <p:cNvSpPr/>
          <p:nvPr/>
        </p:nvSpPr>
        <p:spPr>
          <a:xfrm>
            <a:off x="1076919" y="3657600"/>
            <a:ext cx="1682496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1076919" y="4059936"/>
            <a:ext cx="1682496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1076919" y="4462272"/>
            <a:ext cx="1682496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3657600"/>
            <a:ext cx="1682496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6993941" y="4059936"/>
            <a:ext cx="1682496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4462272"/>
            <a:ext cx="1682496" cy="30723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438912" y="3145536"/>
            <a:ext cx="1505907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74797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1922873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281318" y="3145536"/>
            <a:ext cx="1505907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81318" y="3174797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100" dirty="0"/>
          </a:p>
        </p:txBody>
      </p:sp>
      <p:sp>
        <p:nvSpPr>
          <p:cNvPr id="12" name="線條"/>
          <p:cNvSpPr/>
          <p:nvPr/>
        </p:nvSpPr>
        <p:spPr>
          <a:xfrm>
            <a:off x="3765280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4123725" y="3145536"/>
            <a:ext cx="1505907" cy="67299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4" name="線條"/>
          <p:cNvSpPr/>
          <p:nvPr/>
        </p:nvSpPr>
        <p:spPr>
          <a:xfrm>
            <a:off x="5607686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5966131" y="3145536"/>
            <a:ext cx="1505907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66131" y="3174797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8" name="線條"/>
          <p:cNvSpPr/>
          <p:nvPr/>
        </p:nvSpPr>
        <p:spPr>
          <a:xfrm>
            <a:off x="7450092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7808537" y="3145536"/>
            <a:ext cx="1505907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808537" y="3174797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100" dirty="0"/>
          </a:p>
        </p:txBody>
      </p:sp>
      <p:sp>
        <p:nvSpPr>
          <p:cNvPr id="22" name="卡片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4123725" y="1463040"/>
            <a:ext cx="1505907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123725" y="1492301"/>
            <a:ext cx="15059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5" name="卡片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135014" y="2231136"/>
            <a:ext cx="1234844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135014" y="2260397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100" dirty="0"/>
          </a:p>
        </p:txBody>
      </p:sp>
      <p:sp>
        <p:nvSpPr>
          <p:cNvPr id="28" name="卡片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6383498" y="2231136"/>
            <a:ext cx="1234844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83498" y="2260397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100" dirty="0"/>
          </a:p>
        </p:txBody>
      </p:sp>
      <p:sp>
        <p:nvSpPr>
          <p:cNvPr id="31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ln w="1016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ln w="1016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016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438912" y="1492301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738835" y="1492301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0704" y="1499616"/>
            <a:ext cx="643673" cy="23408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438912" y="1858061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738835" y="1858061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0704" y="1865376"/>
            <a:ext cx="643673" cy="23408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40" name="編號"/>
          <p:cNvSpPr/>
          <p:nvPr/>
        </p:nvSpPr>
        <p:spPr>
          <a:xfrm>
            <a:off x="7735385" y="1492301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8035308" y="1492301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900" dirty="0"/>
          </a:p>
        </p:txBody>
      </p:sp>
      <p:sp>
        <p:nvSpPr>
          <p:cNvPr id="42" name="標籤"/>
          <p:cNvSpPr/>
          <p:nvPr/>
        </p:nvSpPr>
        <p:spPr>
          <a:xfrm>
            <a:off x="8357177" y="1499616"/>
            <a:ext cx="643673" cy="23408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7735385" y="1858061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8035308" y="1858061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900" dirty="0"/>
          </a:p>
        </p:txBody>
      </p:sp>
      <p:sp>
        <p:nvSpPr>
          <p:cNvPr id="45" name="標籤"/>
          <p:cNvSpPr/>
          <p:nvPr/>
        </p:nvSpPr>
        <p:spPr>
          <a:xfrm>
            <a:off x="8357177" y="1865376"/>
            <a:ext cx="643673" cy="23408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6" name="卡片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438912" y="4059936"/>
            <a:ext cx="8875532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15621" y="4652467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1215544" y="4652467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900" dirty="0"/>
          </a:p>
        </p:txBody>
      </p:sp>
      <p:sp>
        <p:nvSpPr>
          <p:cNvPr id="51" name="標籤"/>
          <p:cNvSpPr/>
          <p:nvPr/>
        </p:nvSpPr>
        <p:spPr>
          <a:xfrm>
            <a:off x="1537413" y="4659782"/>
            <a:ext cx="643673" cy="23408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52" name="編號"/>
          <p:cNvSpPr/>
          <p:nvPr/>
        </p:nvSpPr>
        <p:spPr>
          <a:xfrm>
            <a:off x="3134504" y="4652467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900" dirty="0"/>
          </a:p>
        </p:txBody>
      </p:sp>
      <p:sp>
        <p:nvSpPr>
          <p:cNvPr id="53" name="編號"/>
          <p:cNvSpPr/>
          <p:nvPr/>
        </p:nvSpPr>
        <p:spPr>
          <a:xfrm>
            <a:off x="3434427" y="4652467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900" dirty="0"/>
          </a:p>
        </p:txBody>
      </p:sp>
      <p:sp>
        <p:nvSpPr>
          <p:cNvPr id="54" name="標籤"/>
          <p:cNvSpPr/>
          <p:nvPr/>
        </p:nvSpPr>
        <p:spPr>
          <a:xfrm>
            <a:off x="3756296" y="4659782"/>
            <a:ext cx="643673" cy="23408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5" name="編號"/>
          <p:cNvSpPr/>
          <p:nvPr/>
        </p:nvSpPr>
        <p:spPr>
          <a:xfrm>
            <a:off x="5503349" y="4652467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900" dirty="0"/>
          </a:p>
        </p:txBody>
      </p:sp>
      <p:sp>
        <p:nvSpPr>
          <p:cNvPr id="56" name="標籤"/>
          <p:cNvSpPr/>
          <p:nvPr/>
        </p:nvSpPr>
        <p:spPr>
          <a:xfrm>
            <a:off x="5825218" y="4659782"/>
            <a:ext cx="643673" cy="23408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7" name="編號"/>
          <p:cNvSpPr/>
          <p:nvPr/>
        </p:nvSpPr>
        <p:spPr>
          <a:xfrm>
            <a:off x="7572270" y="4652467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900" dirty="0"/>
          </a:p>
        </p:txBody>
      </p:sp>
      <p:sp>
        <p:nvSpPr>
          <p:cNvPr id="58" name="編號"/>
          <p:cNvSpPr/>
          <p:nvPr/>
        </p:nvSpPr>
        <p:spPr>
          <a:xfrm>
            <a:off x="7872194" y="4652467"/>
            <a:ext cx="248717" cy="248717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標籤"/>
          <p:cNvSpPr/>
          <p:nvPr/>
        </p:nvSpPr>
        <p:spPr>
          <a:xfrm>
            <a:off x="8194062" y="4659782"/>
            <a:ext cx="643673" cy="23408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100" dirty="0"/>
          </a:p>
        </p:txBody>
      </p:sp>
      <p:sp>
        <p:nvSpPr>
          <p:cNvPr id="5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438912" y="3035808"/>
            <a:ext cx="694944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5" name="處理"/>
          <p:cNvSpPr/>
          <p:nvPr/>
        </p:nvSpPr>
        <p:spPr>
          <a:xfrm>
            <a:off x="1499616" y="2399386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6" name="處理"/>
          <p:cNvSpPr/>
          <p:nvPr/>
        </p:nvSpPr>
        <p:spPr>
          <a:xfrm>
            <a:off x="1499616" y="3716122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9" name="處理"/>
          <p:cNvSpPr/>
          <p:nvPr/>
        </p:nvSpPr>
        <p:spPr>
          <a:xfrm>
            <a:off x="2596896" y="3035808"/>
            <a:ext cx="694944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1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3840480" y="1931213"/>
            <a:ext cx="1463040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3840480" y="2991917"/>
            <a:ext cx="1463040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6" name="標籤"/>
          <p:cNvSpPr/>
          <p:nvPr/>
        </p:nvSpPr>
        <p:spPr>
          <a:xfrm>
            <a:off x="4800397" y="2889504"/>
            <a:ext cx="393395" cy="20482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7" name="標籤"/>
          <p:cNvSpPr/>
          <p:nvPr/>
        </p:nvSpPr>
        <p:spPr>
          <a:xfrm>
            <a:off x="3950208" y="3416198"/>
            <a:ext cx="494995" cy="20482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8" name="卡片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3840480" y="4052621"/>
            <a:ext cx="1463040" cy="5120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41" name="標籤"/>
          <p:cNvSpPr/>
          <p:nvPr/>
        </p:nvSpPr>
        <p:spPr>
          <a:xfrm>
            <a:off x="4800397" y="3950208"/>
            <a:ext cx="393395" cy="20482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2" name="標籤"/>
          <p:cNvSpPr/>
          <p:nvPr/>
        </p:nvSpPr>
        <p:spPr>
          <a:xfrm>
            <a:off x="3950208" y="4476902"/>
            <a:ext cx="494995" cy="204826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3" name="寬欄條"/>
          <p:cNvSpPr/>
          <p:nvPr/>
        </p:nvSpPr>
        <p:spPr>
          <a:xfrm>
            <a:off x="5669280" y="1645920"/>
            <a:ext cx="438912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6254496" y="1645920"/>
            <a:ext cx="438912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5713171" y="2018995"/>
            <a:ext cx="351130" cy="35113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298387" y="2018995"/>
            <a:ext cx="351130" cy="35113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5713171" y="3079699"/>
            <a:ext cx="351130" cy="35113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6298387" y="3079699"/>
            <a:ext cx="351130" cy="35113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5713171" y="4140403"/>
            <a:ext cx="351130" cy="35113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6298387" y="4140403"/>
            <a:ext cx="351130" cy="35113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8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60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3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5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8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70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2026-10-09T02:33:47Z</dcterms:created>
  <dcterms:modified xsi:type="dcterms:W3CDTF">2026-10-09T02:33:47Z</dcterms:modified>
</cp:coreProperties>
</file>